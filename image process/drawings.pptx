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63" r:id="rId2"/>
    <p:sldId id="259" r:id="rId3"/>
    <p:sldId id="256" r:id="rId4"/>
    <p:sldId id="258" r:id="rId5"/>
    <p:sldId id="265" r:id="rId6"/>
    <p:sldId id="261" r:id="rId7"/>
    <p:sldId id="262" r:id="rId8"/>
    <p:sldId id="266" r:id="rId9"/>
    <p:sldId id="268" r:id="rId10"/>
    <p:sldId id="267" r:id="rId11"/>
    <p:sldId id="264" r:id="rId12"/>
    <p:sldId id="260" r:id="rId13"/>
    <p:sldId id="257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-612" y="-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jpe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10" Type="http://schemas.openxmlformats.org/officeDocument/2006/relationships/image" Target="../media/image30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9.png"/><Relationship Id="rId7" Type="http://schemas.openxmlformats.org/officeDocument/2006/relationships/image" Target="../media/image2.png"/><Relationship Id="rId12" Type="http://schemas.openxmlformats.org/officeDocument/2006/relationships/image" Target="../media/image3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eg"/><Relationship Id="rId11" Type="http://schemas.openxmlformats.org/officeDocument/2006/relationships/image" Target="../media/image16.png"/><Relationship Id="rId5" Type="http://schemas.openxmlformats.org/officeDocument/2006/relationships/image" Target="../media/image31.png"/><Relationship Id="rId10" Type="http://schemas.openxmlformats.org/officeDocument/2006/relationships/image" Target="../media/image27.png"/><Relationship Id="rId4" Type="http://schemas.openxmlformats.org/officeDocument/2006/relationships/image" Target="../media/image14.png"/><Relationship Id="rId9" Type="http://schemas.openxmlformats.org/officeDocument/2006/relationships/image" Target="../media/image34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3.png"/><Relationship Id="rId3" Type="http://schemas.openxmlformats.org/officeDocument/2006/relationships/image" Target="../media/image6.png"/><Relationship Id="rId7" Type="http://schemas.openxmlformats.org/officeDocument/2006/relationships/image" Target="../media/image20.png"/><Relationship Id="rId12" Type="http://schemas.openxmlformats.org/officeDocument/2006/relationships/image" Target="../media/image2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jpeg"/><Relationship Id="rId11" Type="http://schemas.openxmlformats.org/officeDocument/2006/relationships/image" Target="../media/image42.jpeg"/><Relationship Id="rId5" Type="http://schemas.openxmlformats.org/officeDocument/2006/relationships/image" Target="../media/image38.png"/><Relationship Id="rId10" Type="http://schemas.openxmlformats.org/officeDocument/2006/relationships/image" Target="../media/image41.png"/><Relationship Id="rId4" Type="http://schemas.openxmlformats.org/officeDocument/2006/relationships/image" Target="../media/image37.jpeg"/><Relationship Id="rId9" Type="http://schemas.openxmlformats.org/officeDocument/2006/relationships/image" Target="../media/image19.png"/><Relationship Id="rId14" Type="http://schemas.openxmlformats.org/officeDocument/2006/relationships/image" Target="../media/image4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4.png"/><Relationship Id="rId3" Type="http://schemas.openxmlformats.org/officeDocument/2006/relationships/image" Target="../media/image19.png"/><Relationship Id="rId7" Type="http://schemas.openxmlformats.org/officeDocument/2006/relationships/image" Target="../media/image49.jpeg"/><Relationship Id="rId12" Type="http://schemas.openxmlformats.org/officeDocument/2006/relationships/image" Target="../media/image42.jpeg"/><Relationship Id="rId17" Type="http://schemas.openxmlformats.org/officeDocument/2006/relationships/image" Target="../media/image58.png"/><Relationship Id="rId2" Type="http://schemas.openxmlformats.org/officeDocument/2006/relationships/image" Target="../media/image45.jpeg"/><Relationship Id="rId16" Type="http://schemas.openxmlformats.org/officeDocument/2006/relationships/image" Target="../media/image5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jpeg"/><Relationship Id="rId15" Type="http://schemas.openxmlformats.org/officeDocument/2006/relationships/image" Target="../media/image56.png"/><Relationship Id="rId10" Type="http://schemas.openxmlformats.org/officeDocument/2006/relationships/image" Target="../media/image52.png"/><Relationship Id="rId4" Type="http://schemas.openxmlformats.org/officeDocument/2006/relationships/image" Target="../media/image46.jpeg"/><Relationship Id="rId9" Type="http://schemas.openxmlformats.org/officeDocument/2006/relationships/image" Target="../media/image51.png"/><Relationship Id="rId14" Type="http://schemas.openxmlformats.org/officeDocument/2006/relationships/image" Target="../media/image5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42.jpeg"/><Relationship Id="rId3" Type="http://schemas.openxmlformats.org/officeDocument/2006/relationships/image" Target="../media/image19.png"/><Relationship Id="rId7" Type="http://schemas.openxmlformats.org/officeDocument/2006/relationships/image" Target="../media/image61.png"/><Relationship Id="rId12" Type="http://schemas.openxmlformats.org/officeDocument/2006/relationships/image" Target="../media/image6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65.jpeg"/><Relationship Id="rId5" Type="http://schemas.openxmlformats.org/officeDocument/2006/relationships/image" Target="../media/image32.jpeg"/><Relationship Id="rId15" Type="http://schemas.openxmlformats.org/officeDocument/2006/relationships/image" Target="../media/image26.jpeg"/><Relationship Id="rId10" Type="http://schemas.openxmlformats.org/officeDocument/2006/relationships/image" Target="../media/image64.png"/><Relationship Id="rId4" Type="http://schemas.openxmlformats.org/officeDocument/2006/relationships/image" Target="../media/image59.png"/><Relationship Id="rId9" Type="http://schemas.openxmlformats.org/officeDocument/2006/relationships/image" Target="../media/image63.png"/><Relationship Id="rId14" Type="http://schemas.openxmlformats.org/officeDocument/2006/relationships/image" Target="../media/image6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14.png"/><Relationship Id="rId3" Type="http://schemas.openxmlformats.org/officeDocument/2006/relationships/image" Target="../media/image57.jpeg"/><Relationship Id="rId7" Type="http://schemas.openxmlformats.org/officeDocument/2006/relationships/image" Target="../media/image70.png"/><Relationship Id="rId12" Type="http://schemas.openxmlformats.org/officeDocument/2006/relationships/image" Target="../media/image73.pn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11" Type="http://schemas.openxmlformats.org/officeDocument/2006/relationships/image" Target="../media/image72.png"/><Relationship Id="rId5" Type="http://schemas.openxmlformats.org/officeDocument/2006/relationships/image" Target="../media/image68.png"/><Relationship Id="rId15" Type="http://schemas.openxmlformats.org/officeDocument/2006/relationships/image" Target="../media/image75.png"/><Relationship Id="rId10" Type="http://schemas.openxmlformats.org/officeDocument/2006/relationships/image" Target="../media/image4.png"/><Relationship Id="rId4" Type="http://schemas.openxmlformats.org/officeDocument/2006/relationships/image" Target="../media/image15.png"/><Relationship Id="rId9" Type="http://schemas.openxmlformats.org/officeDocument/2006/relationships/image" Target="../media/image26.jpeg"/><Relationship Id="rId14" Type="http://schemas.openxmlformats.org/officeDocument/2006/relationships/image" Target="../media/image7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image" Target="../media/image67.png"/><Relationship Id="rId7" Type="http://schemas.openxmlformats.org/officeDocument/2006/relationships/image" Target="../media/image78.png"/><Relationship Id="rId12" Type="http://schemas.openxmlformats.org/officeDocument/2006/relationships/image" Target="../media/image21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81.png"/><Relationship Id="rId5" Type="http://schemas.openxmlformats.org/officeDocument/2006/relationships/image" Target="../media/image77.png"/><Relationship Id="rId10" Type="http://schemas.openxmlformats.org/officeDocument/2006/relationships/image" Target="../media/image34.jpeg"/><Relationship Id="rId4" Type="http://schemas.openxmlformats.org/officeDocument/2006/relationships/image" Target="../media/image76.png"/><Relationship Id="rId9" Type="http://schemas.openxmlformats.org/officeDocument/2006/relationships/image" Target="../media/image8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4.png"/><Relationship Id="rId18" Type="http://schemas.openxmlformats.org/officeDocument/2006/relationships/image" Target="../media/image79.png"/><Relationship Id="rId26" Type="http://schemas.openxmlformats.org/officeDocument/2006/relationships/image" Target="../media/image35.png"/><Relationship Id="rId3" Type="http://schemas.openxmlformats.org/officeDocument/2006/relationships/image" Target="../media/image25.png"/><Relationship Id="rId21" Type="http://schemas.openxmlformats.org/officeDocument/2006/relationships/image" Target="../media/image77.png"/><Relationship Id="rId7" Type="http://schemas.openxmlformats.org/officeDocument/2006/relationships/image" Target="../media/image49.jpeg"/><Relationship Id="rId12" Type="http://schemas.openxmlformats.org/officeDocument/2006/relationships/image" Target="../media/image67.png"/><Relationship Id="rId17" Type="http://schemas.openxmlformats.org/officeDocument/2006/relationships/image" Target="../media/image21.png"/><Relationship Id="rId25" Type="http://schemas.openxmlformats.org/officeDocument/2006/relationships/image" Target="../media/image34.jpeg"/><Relationship Id="rId2" Type="http://schemas.openxmlformats.org/officeDocument/2006/relationships/image" Target="../media/image29.png"/><Relationship Id="rId16" Type="http://schemas.openxmlformats.org/officeDocument/2006/relationships/image" Target="../media/image41.png"/><Relationship Id="rId20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42.jpeg"/><Relationship Id="rId24" Type="http://schemas.openxmlformats.org/officeDocument/2006/relationships/image" Target="../media/image78.png"/><Relationship Id="rId5" Type="http://schemas.openxmlformats.org/officeDocument/2006/relationships/image" Target="../media/image19.png"/><Relationship Id="rId15" Type="http://schemas.openxmlformats.org/officeDocument/2006/relationships/image" Target="../media/image14.png"/><Relationship Id="rId23" Type="http://schemas.openxmlformats.org/officeDocument/2006/relationships/image" Target="../media/image82.jpeg"/><Relationship Id="rId10" Type="http://schemas.openxmlformats.org/officeDocument/2006/relationships/image" Target="../media/image51.png"/><Relationship Id="rId19" Type="http://schemas.openxmlformats.org/officeDocument/2006/relationships/image" Target="../media/image80.png"/><Relationship Id="rId4" Type="http://schemas.openxmlformats.org/officeDocument/2006/relationships/image" Target="../media/image8.png"/><Relationship Id="rId9" Type="http://schemas.openxmlformats.org/officeDocument/2006/relationships/image" Target="../media/image54.png"/><Relationship Id="rId14" Type="http://schemas.openxmlformats.org/officeDocument/2006/relationships/image" Target="../media/image73.png"/><Relationship Id="rId22" Type="http://schemas.openxmlformats.org/officeDocument/2006/relationships/image" Target="../media/image81.png"/><Relationship Id="rId27" Type="http://schemas.openxmlformats.org/officeDocument/2006/relationships/image" Target="../media/image5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68.png"/><Relationship Id="rId18" Type="http://schemas.openxmlformats.org/officeDocument/2006/relationships/image" Target="../media/image40.png"/><Relationship Id="rId3" Type="http://schemas.openxmlformats.org/officeDocument/2006/relationships/image" Target="../media/image10.png"/><Relationship Id="rId21" Type="http://schemas.openxmlformats.org/officeDocument/2006/relationships/image" Target="../media/image38.png"/><Relationship Id="rId7" Type="http://schemas.openxmlformats.org/officeDocument/2006/relationships/image" Target="../media/image84.jpe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5" Type="http://schemas.openxmlformats.org/officeDocument/2006/relationships/image" Target="../media/image87.png"/><Relationship Id="rId2" Type="http://schemas.openxmlformats.org/officeDocument/2006/relationships/image" Target="../media/image83.jpeg"/><Relationship Id="rId16" Type="http://schemas.openxmlformats.org/officeDocument/2006/relationships/image" Target="../media/image4.png"/><Relationship Id="rId20" Type="http://schemas.openxmlformats.org/officeDocument/2006/relationships/image" Target="../media/image3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57.jpeg"/><Relationship Id="rId24" Type="http://schemas.openxmlformats.org/officeDocument/2006/relationships/image" Target="../media/image86.png"/><Relationship Id="rId5" Type="http://schemas.openxmlformats.org/officeDocument/2006/relationships/image" Target="../media/image6.png"/><Relationship Id="rId15" Type="http://schemas.openxmlformats.org/officeDocument/2006/relationships/image" Target="../media/image69.png"/><Relationship Id="rId23" Type="http://schemas.openxmlformats.org/officeDocument/2006/relationships/image" Target="../media/image85.png"/><Relationship Id="rId10" Type="http://schemas.openxmlformats.org/officeDocument/2006/relationships/image" Target="../media/image45.jpeg"/><Relationship Id="rId19" Type="http://schemas.openxmlformats.org/officeDocument/2006/relationships/image" Target="../media/image36.png"/><Relationship Id="rId4" Type="http://schemas.openxmlformats.org/officeDocument/2006/relationships/image" Target="../media/image3.jpeg"/><Relationship Id="rId9" Type="http://schemas.openxmlformats.org/officeDocument/2006/relationships/image" Target="../media/image26.jpeg"/><Relationship Id="rId14" Type="http://schemas.openxmlformats.org/officeDocument/2006/relationships/image" Target="../media/image70.png"/><Relationship Id="rId22" Type="http://schemas.openxmlformats.org/officeDocument/2006/relationships/image" Target="../media/image39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jpeg"/><Relationship Id="rId13" Type="http://schemas.openxmlformats.org/officeDocument/2006/relationships/image" Target="../media/image60.png"/><Relationship Id="rId18" Type="http://schemas.openxmlformats.org/officeDocument/2006/relationships/image" Target="../media/image32.jpeg"/><Relationship Id="rId26" Type="http://schemas.openxmlformats.org/officeDocument/2006/relationships/image" Target="../media/image9.jpeg"/><Relationship Id="rId3" Type="http://schemas.openxmlformats.org/officeDocument/2006/relationships/image" Target="../media/image45.jpeg"/><Relationship Id="rId21" Type="http://schemas.openxmlformats.org/officeDocument/2006/relationships/image" Target="../media/image65.jpeg"/><Relationship Id="rId7" Type="http://schemas.openxmlformats.org/officeDocument/2006/relationships/image" Target="../media/image57.jpeg"/><Relationship Id="rId12" Type="http://schemas.openxmlformats.org/officeDocument/2006/relationships/image" Target="../media/image47.jpeg"/><Relationship Id="rId17" Type="http://schemas.openxmlformats.org/officeDocument/2006/relationships/image" Target="../media/image63.png"/><Relationship Id="rId25" Type="http://schemas.openxmlformats.org/officeDocument/2006/relationships/image" Target="../media/image7.png"/><Relationship Id="rId2" Type="http://schemas.openxmlformats.org/officeDocument/2006/relationships/image" Target="../media/image18.jpeg"/><Relationship Id="rId16" Type="http://schemas.openxmlformats.org/officeDocument/2006/relationships/image" Target="../media/image62.png"/><Relationship Id="rId20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48.png"/><Relationship Id="rId24" Type="http://schemas.openxmlformats.org/officeDocument/2006/relationships/image" Target="../media/image1.png"/><Relationship Id="rId5" Type="http://schemas.openxmlformats.org/officeDocument/2006/relationships/image" Target="../media/image52.png"/><Relationship Id="rId15" Type="http://schemas.openxmlformats.org/officeDocument/2006/relationships/image" Target="../media/image28.png"/><Relationship Id="rId23" Type="http://schemas.openxmlformats.org/officeDocument/2006/relationships/image" Target="../media/image8.png"/><Relationship Id="rId10" Type="http://schemas.openxmlformats.org/officeDocument/2006/relationships/image" Target="../media/image88.png"/><Relationship Id="rId19" Type="http://schemas.openxmlformats.org/officeDocument/2006/relationships/image" Target="../media/image64.png"/><Relationship Id="rId4" Type="http://schemas.openxmlformats.org/officeDocument/2006/relationships/image" Target="../media/image19.png"/><Relationship Id="rId9" Type="http://schemas.openxmlformats.org/officeDocument/2006/relationships/image" Target="../media/image42.jpeg"/><Relationship Id="rId14" Type="http://schemas.openxmlformats.org/officeDocument/2006/relationships/image" Target="../media/image61.png"/><Relationship Id="rId22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29.png"/><Relationship Id="rId18" Type="http://schemas.openxmlformats.org/officeDocument/2006/relationships/image" Target="../media/image34.jpeg"/><Relationship Id="rId3" Type="http://schemas.openxmlformats.org/officeDocument/2006/relationships/image" Target="../media/image27.png"/><Relationship Id="rId21" Type="http://schemas.openxmlformats.org/officeDocument/2006/relationships/image" Target="../media/image15.png"/><Relationship Id="rId7" Type="http://schemas.openxmlformats.org/officeDocument/2006/relationships/image" Target="../media/image89.jpeg"/><Relationship Id="rId12" Type="http://schemas.openxmlformats.org/officeDocument/2006/relationships/image" Target="../media/image30.png"/><Relationship Id="rId17" Type="http://schemas.openxmlformats.org/officeDocument/2006/relationships/image" Target="../media/image33.png"/><Relationship Id="rId2" Type="http://schemas.openxmlformats.org/officeDocument/2006/relationships/image" Target="../media/image28.png"/><Relationship Id="rId16" Type="http://schemas.openxmlformats.org/officeDocument/2006/relationships/image" Target="../media/image31.png"/><Relationship Id="rId20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32.jpeg"/><Relationship Id="rId15" Type="http://schemas.openxmlformats.org/officeDocument/2006/relationships/image" Target="../media/image14.png"/><Relationship Id="rId23" Type="http://schemas.openxmlformats.org/officeDocument/2006/relationships/image" Target="../media/image17.png"/><Relationship Id="rId10" Type="http://schemas.openxmlformats.org/officeDocument/2006/relationships/image" Target="../media/image91.png"/><Relationship Id="rId19" Type="http://schemas.openxmlformats.org/officeDocument/2006/relationships/image" Target="../media/image20.png"/><Relationship Id="rId4" Type="http://schemas.openxmlformats.org/officeDocument/2006/relationships/image" Target="../media/image26.jpeg"/><Relationship Id="rId9" Type="http://schemas.openxmlformats.org/officeDocument/2006/relationships/image" Target="../media/image90.png"/><Relationship Id="rId14" Type="http://schemas.openxmlformats.org/officeDocument/2006/relationships/image" Target="../media/image92.jpeg"/><Relationship Id="rId22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jpeg"/><Relationship Id="rId4" Type="http://schemas.openxmlformats.org/officeDocument/2006/relationships/image" Target="../media/image9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046712" y="480632"/>
            <a:ext cx="1042416" cy="1024128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0393C02-E293-1B6E-48FB-C36552C37D06}"/>
              </a:ext>
            </a:extLst>
          </p:cNvPr>
          <p:cNvGrpSpPr/>
          <p:nvPr/>
        </p:nvGrpSpPr>
        <p:grpSpPr>
          <a:xfrm>
            <a:off x="1309673" y="4566897"/>
            <a:ext cx="1042416" cy="1024128"/>
            <a:chOff x="2386725" y="2832151"/>
            <a:chExt cx="1530220" cy="150456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76FDA59-DAF8-4B8A-BCBE-685EDD401000}"/>
                </a:ext>
              </a:extLst>
            </p:cNvPr>
            <p:cNvGrpSpPr/>
            <p:nvPr/>
          </p:nvGrpSpPr>
          <p:grpSpPr>
            <a:xfrm>
              <a:off x="2760075" y="3205807"/>
              <a:ext cx="808763" cy="1075418"/>
              <a:chOff x="2760075" y="3205807"/>
              <a:chExt cx="808763" cy="1075418"/>
            </a:xfrm>
          </p:grpSpPr>
          <p:pic>
            <p:nvPicPr>
              <p:cNvPr id="161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3A3DBDA0-FE74-4006-BA59-8D12B759E6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2775208" y="3205807"/>
                <a:ext cx="772224" cy="755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388AD41F-0CC6-45AD-9966-9468A607A6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20444518">
                <a:off x="2760075" y="3449665"/>
                <a:ext cx="209279" cy="831560"/>
              </a:xfrm>
              <a:prstGeom prst="rect">
                <a:avLst/>
              </a:prstGeom>
            </p:spPr>
          </p:pic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A63CBD60-FFD1-4ECE-B592-E52629CD56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1211519">
                <a:off x="3359559" y="3448983"/>
                <a:ext cx="209279" cy="831560"/>
              </a:xfrm>
              <a:prstGeom prst="rect">
                <a:avLst/>
              </a:prstGeom>
            </p:spPr>
          </p:pic>
        </p:grpSp>
        <p:sp>
          <p:nvSpPr>
            <p:cNvPr id="163" name="Isosceles Triangle 162">
              <a:extLst>
                <a:ext uri="{FF2B5EF4-FFF2-40B4-BE49-F238E27FC236}">
                  <a16:creationId xmlns:a16="http://schemas.microsoft.com/office/drawing/2014/main" id="{2CD755F3-1B12-4190-93EF-5085BFB77C89}"/>
                </a:ext>
              </a:extLst>
            </p:cNvPr>
            <p:cNvSpPr/>
            <p:nvPr/>
          </p:nvSpPr>
          <p:spPr>
            <a:xfrm rot="10800000">
              <a:off x="3064987" y="3856148"/>
              <a:ext cx="192666" cy="105091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16087B6-63C5-4491-B568-6118E328015E}"/>
                </a:ext>
              </a:extLst>
            </p:cNvPr>
            <p:cNvGrpSpPr/>
            <p:nvPr/>
          </p:nvGrpSpPr>
          <p:grpSpPr>
            <a:xfrm>
              <a:off x="2386725" y="2832151"/>
              <a:ext cx="1530220" cy="1504560"/>
              <a:chOff x="475862" y="905612"/>
              <a:chExt cx="1530220" cy="1504560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73F48FC-AEC9-4F06-A5CF-150FF2F920E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Flowchart: Delay 107">
                <a:extLst>
                  <a:ext uri="{FF2B5EF4-FFF2-40B4-BE49-F238E27FC236}">
                    <a16:creationId xmlns:a16="http://schemas.microsoft.com/office/drawing/2014/main" id="{7D2D4F3A-6584-4213-8B0A-A58B14DB785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90967" y="5728490"/>
            <a:ext cx="1042416" cy="1024128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D2EC1C2-3068-0E73-5C74-88402A5878FE}"/>
              </a:ext>
            </a:extLst>
          </p:cNvPr>
          <p:cNvGrpSpPr/>
          <p:nvPr/>
        </p:nvGrpSpPr>
        <p:grpSpPr>
          <a:xfrm>
            <a:off x="1298360" y="5728490"/>
            <a:ext cx="1042416" cy="1024128"/>
            <a:chOff x="8277570" y="2832151"/>
            <a:chExt cx="1530220" cy="150456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7DDB62A-8D3F-448E-AA0A-687D64814F7C}"/>
                </a:ext>
              </a:extLst>
            </p:cNvPr>
            <p:cNvGrpSpPr/>
            <p:nvPr/>
          </p:nvGrpSpPr>
          <p:grpSpPr>
            <a:xfrm>
              <a:off x="8550171" y="3123679"/>
              <a:ext cx="1020186" cy="1107622"/>
              <a:chOff x="8532587" y="3123679"/>
              <a:chExt cx="1020186" cy="1107622"/>
            </a:xfrm>
          </p:grpSpPr>
          <p:pic>
            <p:nvPicPr>
              <p:cNvPr id="87" name="Picture 8" descr="Demon silhouette Images, Stock Photos &amp;amp; Vectors | Shutterstock">
                <a:extLst>
                  <a:ext uri="{FF2B5EF4-FFF2-40B4-BE49-F238E27FC236}">
                    <a16:creationId xmlns:a16="http://schemas.microsoft.com/office/drawing/2014/main" id="{913D5721-AF0C-4746-8F74-08E72FD737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86" t="3846" r="2458" b="10440"/>
              <a:stretch/>
            </p:blipFill>
            <p:spPr bwMode="auto">
              <a:xfrm>
                <a:off x="8532587" y="3123679"/>
                <a:ext cx="1011115" cy="10473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0BE63AF-9A20-4CB6-A803-50ABA7E11F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50171" y="3847782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2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D0FA0FC-4AB9-407B-A47B-B217A9208F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9253" y="3661065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AC7FB2-C5C6-4641-BE5F-8CFAB9DA0AC4}"/>
                </a:ext>
              </a:extLst>
            </p:cNvPr>
            <p:cNvGrpSpPr/>
            <p:nvPr/>
          </p:nvGrpSpPr>
          <p:grpSpPr>
            <a:xfrm>
              <a:off x="8277570" y="2832151"/>
              <a:ext cx="1530220" cy="1504560"/>
              <a:chOff x="475862" y="905612"/>
              <a:chExt cx="1530220" cy="1504560"/>
            </a:xfrm>
          </p:grpSpPr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DDE3293A-BD30-467C-BA25-8E94EF766F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lowchart: Delay 116">
                <a:extLst>
                  <a:ext uri="{FF2B5EF4-FFF2-40B4-BE49-F238E27FC236}">
                    <a16:creationId xmlns:a16="http://schemas.microsoft.com/office/drawing/2014/main" id="{FD3CA57D-EB85-423F-AA24-3C00D9553BD9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3658381" y="474712"/>
            <a:ext cx="1042416" cy="1024128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845684" y="469402"/>
            <a:ext cx="1042416" cy="1024128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77132" y="1664314"/>
            <a:ext cx="1042416" cy="1024128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771F0D6-B4DD-B289-DD28-4A8E2AAE8A7D}"/>
              </a:ext>
            </a:extLst>
          </p:cNvPr>
          <p:cNvGrpSpPr/>
          <p:nvPr/>
        </p:nvGrpSpPr>
        <p:grpSpPr>
          <a:xfrm>
            <a:off x="1258163" y="1673146"/>
            <a:ext cx="1042416" cy="1024128"/>
            <a:chOff x="10241185" y="905612"/>
            <a:chExt cx="1530220" cy="150456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A562F10-40ED-4832-B7AA-80355FF6A8CB}"/>
                </a:ext>
              </a:extLst>
            </p:cNvPr>
            <p:cNvGrpSpPr/>
            <p:nvPr/>
          </p:nvGrpSpPr>
          <p:grpSpPr>
            <a:xfrm>
              <a:off x="10241185" y="905612"/>
              <a:ext cx="1530220" cy="1504560"/>
              <a:chOff x="475862" y="905612"/>
              <a:chExt cx="1530220" cy="15045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BE2B16-CAA8-4EDE-8F29-815EB94D147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lowchart: Delay 101">
                <a:extLst>
                  <a:ext uri="{FF2B5EF4-FFF2-40B4-BE49-F238E27FC236}">
                    <a16:creationId xmlns:a16="http://schemas.microsoft.com/office/drawing/2014/main" id="{EF958B4B-95E6-43F9-B3CD-D1B504D03EF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15A46B07-8571-40F5-8B5A-EE6555885763}"/>
                </a:ext>
              </a:extLst>
            </p:cNvPr>
            <p:cNvGrpSpPr/>
            <p:nvPr/>
          </p:nvGrpSpPr>
          <p:grpSpPr>
            <a:xfrm>
              <a:off x="10427081" y="1329633"/>
              <a:ext cx="1068217" cy="977291"/>
              <a:chOff x="8272684" y="5594533"/>
              <a:chExt cx="1068217" cy="977291"/>
            </a:xfrm>
          </p:grpSpPr>
          <p:pic>
            <p:nvPicPr>
              <p:cNvPr id="144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CBEDB11-9C6A-4E10-A38D-283879428C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414192">
                <a:off x="8272684" y="5594533"/>
                <a:ext cx="788355" cy="7883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7E6DB78F-1303-4BEC-8A87-981352F0B0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84692" y="5773544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C043D9-CBFB-6476-5100-0376B4C0CA7F}"/>
              </a:ext>
            </a:extLst>
          </p:cNvPr>
          <p:cNvGrpSpPr/>
          <p:nvPr/>
        </p:nvGrpSpPr>
        <p:grpSpPr>
          <a:xfrm>
            <a:off x="8465121" y="495625"/>
            <a:ext cx="1042416" cy="1024128"/>
            <a:chOff x="423110" y="2832151"/>
            <a:chExt cx="1530220" cy="150456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9DEAE5-6E14-407C-A86F-98A433213310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75862" y="905612"/>
              <a:chExt cx="1530220" cy="150456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D49AF67-709C-4794-A704-00E286336DA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lowchart: Delay 104">
                <a:extLst>
                  <a:ext uri="{FF2B5EF4-FFF2-40B4-BE49-F238E27FC236}">
                    <a16:creationId xmlns:a16="http://schemas.microsoft.com/office/drawing/2014/main" id="{39116025-6C59-41F9-846F-B511923FA6A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7BF92B7A-95B8-4804-BB05-4458432DA89A}"/>
                </a:ext>
              </a:extLst>
            </p:cNvPr>
            <p:cNvGrpSpPr/>
            <p:nvPr/>
          </p:nvGrpSpPr>
          <p:grpSpPr>
            <a:xfrm rot="284745">
              <a:off x="695667" y="3607952"/>
              <a:ext cx="1002690" cy="412380"/>
              <a:chOff x="2676525" y="1935534"/>
              <a:chExt cx="6838950" cy="2812678"/>
            </a:xfrm>
          </p:grpSpPr>
          <p:pic>
            <p:nvPicPr>
              <p:cNvPr id="147" name="Picture 146">
                <a:extLst>
                  <a:ext uri="{FF2B5EF4-FFF2-40B4-BE49-F238E27FC236}">
                    <a16:creationId xmlns:a16="http://schemas.microsoft.com/office/drawing/2014/main" id="{2186AED3-F72E-4F81-B417-817709B70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A0F0D975-810A-4977-B2CB-966E75AB40BF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780D4893-3911-4CED-8F0C-51835A65E845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72E44E2-130F-46DF-A900-1D0DA12286D5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79DB762-19AA-455D-ADF4-842CC5D9ACAC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9A031069-D30A-4F42-ADFB-930F1B920D3F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0F4319B3-77A5-4A2A-BD98-93473198447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6C687B7-8127-413A-BEAD-47227B5D620E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E297AA6C-F7FB-47EA-AF41-007B9CBB2B6B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FB32CF0-E456-F9D7-F6DB-787718A08946}"/>
              </a:ext>
            </a:extLst>
          </p:cNvPr>
          <p:cNvGrpSpPr/>
          <p:nvPr/>
        </p:nvGrpSpPr>
        <p:grpSpPr>
          <a:xfrm>
            <a:off x="2513155" y="4575899"/>
            <a:ext cx="1042416" cy="1024128"/>
            <a:chOff x="4350340" y="2832151"/>
            <a:chExt cx="1530220" cy="1504560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C3A682D-FE74-4775-9AEB-7CA1492D50F1}"/>
                </a:ext>
              </a:extLst>
            </p:cNvPr>
            <p:cNvGrpSpPr/>
            <p:nvPr/>
          </p:nvGrpSpPr>
          <p:grpSpPr>
            <a:xfrm>
              <a:off x="4350340" y="2832151"/>
              <a:ext cx="1530220" cy="1504560"/>
              <a:chOff x="475862" y="905612"/>
              <a:chExt cx="1530220" cy="1504560"/>
            </a:xfrm>
          </p:grpSpPr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EFB53592-DA4D-40B8-A61E-459E7AB749D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lowchart: Delay 110">
                <a:extLst>
                  <a:ext uri="{FF2B5EF4-FFF2-40B4-BE49-F238E27FC236}">
                    <a16:creationId xmlns:a16="http://schemas.microsoft.com/office/drawing/2014/main" id="{72315CED-2F79-4B3D-9557-9C003D57EF00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0AF359B4-4871-468B-A7F5-48117EF57CC1}"/>
                </a:ext>
              </a:extLst>
            </p:cNvPr>
            <p:cNvGrpSpPr/>
            <p:nvPr/>
          </p:nvGrpSpPr>
          <p:grpSpPr>
            <a:xfrm>
              <a:off x="4717937" y="3085612"/>
              <a:ext cx="795025" cy="1156559"/>
              <a:chOff x="1586781" y="1894202"/>
              <a:chExt cx="1077723" cy="1567813"/>
            </a:xfrm>
          </p:grpSpPr>
          <p:pic>
            <p:nvPicPr>
              <p:cNvPr id="158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4AB29A07-9E31-4E4B-8E00-D291262654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1586781" y="2407728"/>
                <a:ext cx="1077723" cy="105428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9FF496F5-BE64-47E7-A995-A94FE3F770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46321" y="1894202"/>
                <a:ext cx="758641" cy="75864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DB0FF3-EE5B-83B0-77F6-380CEC4FF886}"/>
              </a:ext>
            </a:extLst>
          </p:cNvPr>
          <p:cNvGrpSpPr/>
          <p:nvPr/>
        </p:nvGrpSpPr>
        <p:grpSpPr>
          <a:xfrm>
            <a:off x="90967" y="4575899"/>
            <a:ext cx="1042416" cy="1024128"/>
            <a:chOff x="411733" y="4663882"/>
            <a:chExt cx="1530220" cy="1504560"/>
          </a:xfrm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13454CE-1D7E-4189-BF5E-7E7C8DD42ED3}"/>
                </a:ext>
              </a:extLst>
            </p:cNvPr>
            <p:cNvGrpSpPr/>
            <p:nvPr/>
          </p:nvGrpSpPr>
          <p:grpSpPr>
            <a:xfrm>
              <a:off x="411733" y="4663882"/>
              <a:ext cx="1530220" cy="1504560"/>
              <a:chOff x="475862" y="905612"/>
              <a:chExt cx="1530220" cy="1504560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25507081-176F-43E8-9571-0BC20CFF894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lowchart: Delay 81">
                <a:extLst>
                  <a:ext uri="{FF2B5EF4-FFF2-40B4-BE49-F238E27FC236}">
                    <a16:creationId xmlns:a16="http://schemas.microsoft.com/office/drawing/2014/main" id="{D6DE53C2-DF5B-4C3D-9135-5BEBD7C658EF}"/>
                  </a:ext>
                </a:extLst>
              </p:cNvPr>
              <p:cNvSpPr/>
              <p:nvPr/>
            </p:nvSpPr>
            <p:spPr>
              <a:xfrm rot="16200000">
                <a:off x="642694" y="1166596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E27AD9EC-A3B8-4533-BE88-67093A61349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809843" y="5227676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0461182-DDEF-07CC-B272-AADB4BCDD8FC}"/>
              </a:ext>
            </a:extLst>
          </p:cNvPr>
          <p:cNvGrpSpPr/>
          <p:nvPr/>
        </p:nvGrpSpPr>
        <p:grpSpPr>
          <a:xfrm>
            <a:off x="2470447" y="1673146"/>
            <a:ext cx="1042416" cy="1024128"/>
            <a:chOff x="10241185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49253AF4-A6E7-4B53-AF58-F829D71C0E55}"/>
                </a:ext>
              </a:extLst>
            </p:cNvPr>
            <p:cNvGrpSpPr/>
            <p:nvPr/>
          </p:nvGrpSpPr>
          <p:grpSpPr>
            <a:xfrm>
              <a:off x="10241185" y="2832151"/>
              <a:ext cx="1530220" cy="1504560"/>
              <a:chOff x="475862" y="905612"/>
              <a:chExt cx="1530220" cy="1504560"/>
            </a:xfrm>
          </p:grpSpPr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C06C206C-4D51-487D-A645-B5F7241E0EF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lowchart: Delay 119">
                <a:extLst>
                  <a:ext uri="{FF2B5EF4-FFF2-40B4-BE49-F238E27FC236}">
                    <a16:creationId xmlns:a16="http://schemas.microsoft.com/office/drawing/2014/main" id="{E7CCF54A-0562-4122-A4D6-09F99A58250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FD54935-4BF2-486A-9347-1F5D9C867740}"/>
                </a:ext>
              </a:extLst>
            </p:cNvPr>
            <p:cNvGrpSpPr/>
            <p:nvPr/>
          </p:nvGrpSpPr>
          <p:grpSpPr>
            <a:xfrm>
              <a:off x="10519355" y="3372769"/>
              <a:ext cx="973879" cy="798280"/>
              <a:chOff x="6037055" y="5227676"/>
              <a:chExt cx="973879" cy="798280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65D40851-0E7C-41C7-832E-109554C09479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8B6997B1-491B-46BE-871E-CD6F634295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26" name="Picture 125">
                  <a:extLst>
                    <a:ext uri="{FF2B5EF4-FFF2-40B4-BE49-F238E27FC236}">
                      <a16:creationId xmlns:a16="http://schemas.microsoft.com/office/drawing/2014/main" id="{CBD240CA-B514-4D9B-B1D1-E9CC39E588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2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9B77922C-45CA-42C7-808F-B97F22D15AC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7590C5C-CCB0-B66C-1E82-95ABE10CA195}"/>
              </a:ext>
            </a:extLst>
          </p:cNvPr>
          <p:cNvGrpSpPr/>
          <p:nvPr/>
        </p:nvGrpSpPr>
        <p:grpSpPr>
          <a:xfrm>
            <a:off x="9662760" y="492200"/>
            <a:ext cx="1042416" cy="1024128"/>
            <a:chOff x="423110" y="905612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C390F56-075B-409A-82A1-E0B09CCEA445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" name="Flowchart: Delay 1">
                <a:extLst>
                  <a:ext uri="{FF2B5EF4-FFF2-40B4-BE49-F238E27FC236}">
                    <a16:creationId xmlns:a16="http://schemas.microsoft.com/office/drawing/2014/main" id="{8257CD2E-EC55-4CEE-8E87-537B73D1B257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B6C8A58-4764-4364-8302-AB8B525FF333}"/>
                </a:ext>
              </a:extLst>
            </p:cNvPr>
            <p:cNvGrpSpPr/>
            <p:nvPr/>
          </p:nvGrpSpPr>
          <p:grpSpPr>
            <a:xfrm>
              <a:off x="656989" y="1287281"/>
              <a:ext cx="1140155" cy="944387"/>
              <a:chOff x="4090995" y="5062200"/>
              <a:chExt cx="1140155" cy="944387"/>
            </a:xfrm>
          </p:grpSpPr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9D9EFD8B-339D-486E-BCE9-6E56E3543B4F}"/>
                  </a:ext>
                </a:extLst>
              </p:cNvPr>
              <p:cNvGrpSpPr/>
              <p:nvPr/>
            </p:nvGrpSpPr>
            <p:grpSpPr>
              <a:xfrm rot="284745">
                <a:off x="4111529" y="5456934"/>
                <a:ext cx="1002690" cy="412380"/>
                <a:chOff x="2676525" y="1935534"/>
                <a:chExt cx="6838950" cy="2812678"/>
              </a:xfrm>
            </p:grpSpPr>
            <p:pic>
              <p:nvPicPr>
                <p:cNvPr id="131" name="Picture 130">
                  <a:extLst>
                    <a:ext uri="{FF2B5EF4-FFF2-40B4-BE49-F238E27FC236}">
                      <a16:creationId xmlns:a16="http://schemas.microsoft.com/office/drawing/2014/main" id="{5DBF9683-7BC4-47CF-A7B3-89C15A1B4A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76525" y="2109787"/>
                  <a:ext cx="6838950" cy="2638425"/>
                </a:xfrm>
                <a:prstGeom prst="rect">
                  <a:avLst/>
                </a:prstGeom>
              </p:spPr>
            </p:pic>
            <p:sp>
              <p:nvSpPr>
                <p:cNvPr id="132" name="Freeform: Shape 131">
                  <a:extLst>
                    <a:ext uri="{FF2B5EF4-FFF2-40B4-BE49-F238E27FC236}">
                      <a16:creationId xmlns:a16="http://schemas.microsoft.com/office/drawing/2014/main" id="{05446D75-BF51-48EE-A497-2F3D188DF60B}"/>
                    </a:ext>
                  </a:extLst>
                </p:cNvPr>
                <p:cNvSpPr/>
                <p:nvPr/>
              </p:nvSpPr>
              <p:spPr>
                <a:xfrm rot="21316495" flipH="1">
                  <a:off x="7325852" y="1935534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Freeform: Shape 132">
                  <a:extLst>
                    <a:ext uri="{FF2B5EF4-FFF2-40B4-BE49-F238E27FC236}">
                      <a16:creationId xmlns:a16="http://schemas.microsoft.com/office/drawing/2014/main" id="{99723C97-833F-4CCD-8833-BC4E4D6B29FA}"/>
                    </a:ext>
                  </a:extLst>
                </p:cNvPr>
                <p:cNvSpPr/>
                <p:nvPr/>
              </p:nvSpPr>
              <p:spPr>
                <a:xfrm rot="21173588" flipH="1">
                  <a:off x="6964047" y="2008805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Freeform: Shape 164">
                  <a:extLst>
                    <a:ext uri="{FF2B5EF4-FFF2-40B4-BE49-F238E27FC236}">
                      <a16:creationId xmlns:a16="http://schemas.microsoft.com/office/drawing/2014/main" id="{AFE94B2F-91C3-4114-BCE3-F70A7E18F7C4}"/>
                    </a:ext>
                  </a:extLst>
                </p:cNvPr>
                <p:cNvSpPr/>
                <p:nvPr/>
              </p:nvSpPr>
              <p:spPr>
                <a:xfrm rot="21047560" flipH="1">
                  <a:off x="6669360" y="2162000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" name="Freeform: Shape 165">
                  <a:extLst>
                    <a:ext uri="{FF2B5EF4-FFF2-40B4-BE49-F238E27FC236}">
                      <a16:creationId xmlns:a16="http://schemas.microsoft.com/office/drawing/2014/main" id="{C645638B-8ED0-4EA1-AE49-759F08640460}"/>
                    </a:ext>
                  </a:extLst>
                </p:cNvPr>
                <p:cNvSpPr/>
                <p:nvPr/>
              </p:nvSpPr>
              <p:spPr>
                <a:xfrm rot="21103619" flipH="1">
                  <a:off x="6450315" y="2349899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67" name="Freeform: Shape 166">
                  <a:extLst>
                    <a:ext uri="{FF2B5EF4-FFF2-40B4-BE49-F238E27FC236}">
                      <a16:creationId xmlns:a16="http://schemas.microsoft.com/office/drawing/2014/main" id="{258B5E6F-0FCB-41D9-8593-D9494E76508D}"/>
                    </a:ext>
                  </a:extLst>
                </p:cNvPr>
                <p:cNvSpPr/>
                <p:nvPr/>
              </p:nvSpPr>
              <p:spPr>
                <a:xfrm rot="20920544" flipH="1">
                  <a:off x="5473029" y="2505529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Freeform: Shape 167">
                  <a:extLst>
                    <a:ext uri="{FF2B5EF4-FFF2-40B4-BE49-F238E27FC236}">
                      <a16:creationId xmlns:a16="http://schemas.microsoft.com/office/drawing/2014/main" id="{C62C8BA4-C36B-4C43-B51A-45D5DEF87DAB}"/>
                    </a:ext>
                  </a:extLst>
                </p:cNvPr>
                <p:cNvSpPr/>
                <p:nvPr/>
              </p:nvSpPr>
              <p:spPr>
                <a:xfrm rot="20920544" flipH="1">
                  <a:off x="5249968" y="2584232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Freeform: Shape 168">
                  <a:extLst>
                    <a:ext uri="{FF2B5EF4-FFF2-40B4-BE49-F238E27FC236}">
                      <a16:creationId xmlns:a16="http://schemas.microsoft.com/office/drawing/2014/main" id="{0D9E5DEB-7C1D-4A64-BEEF-796ED1F66A7F}"/>
                    </a:ext>
                  </a:extLst>
                </p:cNvPr>
                <p:cNvSpPr/>
                <p:nvPr/>
              </p:nvSpPr>
              <p:spPr>
                <a:xfrm rot="20920544" flipH="1">
                  <a:off x="5006555" y="2663340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Freeform: Shape 169">
                  <a:extLst>
                    <a:ext uri="{FF2B5EF4-FFF2-40B4-BE49-F238E27FC236}">
                      <a16:creationId xmlns:a16="http://schemas.microsoft.com/office/drawing/2014/main" id="{31766E0A-E826-435D-A0C1-050152A025BE}"/>
                    </a:ext>
                  </a:extLst>
                </p:cNvPr>
                <p:cNvSpPr/>
                <p:nvPr/>
              </p:nvSpPr>
              <p:spPr>
                <a:xfrm rot="20920544" flipH="1">
                  <a:off x="4803466" y="2742448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7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5D6A81F4-F26A-4996-B329-71242037673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90995" y="5197757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DA7D9E30-FF1B-489A-A59D-EB312D965E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404070" y="506220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4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13656C8E-C2C2-4B9A-922A-80B9E33D2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22698" y="5155814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5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BE26DDD-492E-44AB-A052-C3A65F3667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1078" y="5702108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6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A658E3B-7D4A-4E11-9186-8DF29FD33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26670" y="565971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72A27A4-30AE-3F96-74E8-4E00C58E37EB}"/>
              </a:ext>
            </a:extLst>
          </p:cNvPr>
          <p:cNvGrpSpPr/>
          <p:nvPr/>
        </p:nvGrpSpPr>
        <p:grpSpPr>
          <a:xfrm>
            <a:off x="2467144" y="478696"/>
            <a:ext cx="1042416" cy="1024128"/>
            <a:chOff x="10403953" y="4059286"/>
            <a:chExt cx="1527048" cy="1508760"/>
          </a:xfrm>
        </p:grpSpPr>
        <p:pic>
          <p:nvPicPr>
            <p:cNvPr id="172" name="Picture 171">
              <a:extLst>
                <a:ext uri="{FF2B5EF4-FFF2-40B4-BE49-F238E27FC236}">
                  <a16:creationId xmlns:a16="http://schemas.microsoft.com/office/drawing/2014/main" id="{C66B7F71-22A1-E840-6270-54A3FB77D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0631382">
              <a:off x="10877820" y="4453518"/>
              <a:ext cx="637327" cy="1010989"/>
            </a:xfrm>
            <a:prstGeom prst="rect">
              <a:avLst/>
            </a:prstGeom>
          </p:spPr>
        </p:pic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370826AD-BE13-AF66-27BA-7DFCC02469B2}"/>
                </a:ext>
              </a:extLst>
            </p:cNvPr>
            <p:cNvGrpSpPr/>
            <p:nvPr/>
          </p:nvGrpSpPr>
          <p:grpSpPr>
            <a:xfrm>
              <a:off x="10403953" y="4059286"/>
              <a:ext cx="1527048" cy="1508760"/>
              <a:chOff x="475862" y="905612"/>
              <a:chExt cx="1530220" cy="150456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5CD45D72-474D-0F4A-7497-B885D0D2939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elay 163">
                <a:extLst>
                  <a:ext uri="{FF2B5EF4-FFF2-40B4-BE49-F238E27FC236}">
                    <a16:creationId xmlns:a16="http://schemas.microsoft.com/office/drawing/2014/main" id="{630B8509-5B0C-EC3D-E3AC-33C5D26E7EC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67DEB3D-C4D3-ACE2-3708-642D10679789}"/>
              </a:ext>
            </a:extLst>
          </p:cNvPr>
          <p:cNvGrpSpPr/>
          <p:nvPr/>
        </p:nvGrpSpPr>
        <p:grpSpPr>
          <a:xfrm>
            <a:off x="95772" y="478696"/>
            <a:ext cx="1042416" cy="1024128"/>
            <a:chOff x="4203656" y="3104446"/>
            <a:chExt cx="1527048" cy="1508760"/>
          </a:xfrm>
        </p:grpSpPr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01EA14CD-2E87-4E62-9261-794D26E8B734}"/>
                </a:ext>
              </a:extLst>
            </p:cNvPr>
            <p:cNvGrpSpPr/>
            <p:nvPr/>
          </p:nvGrpSpPr>
          <p:grpSpPr>
            <a:xfrm>
              <a:off x="4203656" y="3104446"/>
              <a:ext cx="1527048" cy="1508760"/>
              <a:chOff x="475862" y="905612"/>
              <a:chExt cx="1530220" cy="1504560"/>
            </a:xfrm>
          </p:grpSpPr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E5C950D4-AABC-9742-26EC-0B663D609CD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Flowchart: Delay 183">
                <a:extLst>
                  <a:ext uri="{FF2B5EF4-FFF2-40B4-BE49-F238E27FC236}">
                    <a16:creationId xmlns:a16="http://schemas.microsoft.com/office/drawing/2014/main" id="{A6688122-17B5-BFF2-09A1-7B856604462D}"/>
                  </a:ext>
                </a:extLst>
              </p:cNvPr>
              <p:cNvSpPr/>
              <p:nvPr/>
            </p:nvSpPr>
            <p:spPr>
              <a:xfrm rot="16200000">
                <a:off x="642694" y="1175339"/>
                <a:ext cx="1214140" cy="1176013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81" name="Picture 180">
              <a:extLst>
                <a:ext uri="{FF2B5EF4-FFF2-40B4-BE49-F238E27FC236}">
                  <a16:creationId xmlns:a16="http://schemas.microsoft.com/office/drawing/2014/main" id="{6E997806-0BAB-C7F6-54C7-0DD90A8CE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 flipH="1">
              <a:off x="4650022" y="3595321"/>
              <a:ext cx="212245" cy="789526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B27A3F6-7C1A-585C-2A52-77ECFA712738}"/>
                </a:ext>
              </a:extLst>
            </p:cNvPr>
            <p:cNvGrpSpPr/>
            <p:nvPr/>
          </p:nvGrpSpPr>
          <p:grpSpPr>
            <a:xfrm>
              <a:off x="4862267" y="3816745"/>
              <a:ext cx="442103" cy="549642"/>
              <a:chOff x="6391816" y="829908"/>
              <a:chExt cx="1389375" cy="1727331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5E46F39E-DB85-3867-1DAC-F5C213C70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77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11C25E92-15C3-0E7D-47C6-6E795DC768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7191974-7C20-72E2-1112-15F667E9E91C}"/>
              </a:ext>
            </a:extLst>
          </p:cNvPr>
          <p:cNvGrpSpPr/>
          <p:nvPr/>
        </p:nvGrpSpPr>
        <p:grpSpPr>
          <a:xfrm>
            <a:off x="1281458" y="478696"/>
            <a:ext cx="1042416" cy="1024128"/>
            <a:chOff x="7096667" y="3979652"/>
            <a:chExt cx="1527048" cy="150876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16B5A9A9-A1EA-F450-EF04-6FAA05327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 rot="1751473">
              <a:off x="7488695" y="4322742"/>
              <a:ext cx="392895" cy="1089538"/>
            </a:xfrm>
            <a:prstGeom prst="rect">
              <a:avLst/>
            </a:prstGeom>
          </p:spPr>
        </p:pic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B1EC21E5-0D41-56C4-1919-B2DCCA1CB561}"/>
                </a:ext>
              </a:extLst>
            </p:cNvPr>
            <p:cNvGrpSpPr/>
            <p:nvPr/>
          </p:nvGrpSpPr>
          <p:grpSpPr>
            <a:xfrm>
              <a:off x="7096667" y="3979652"/>
              <a:ext cx="1527048" cy="1508760"/>
              <a:chOff x="47586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66915FF-F1CD-244D-A93D-64AC4C46905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Flowchart: Delay 190">
                <a:extLst>
                  <a:ext uri="{FF2B5EF4-FFF2-40B4-BE49-F238E27FC236}">
                    <a16:creationId xmlns:a16="http://schemas.microsoft.com/office/drawing/2014/main" id="{8204C701-119D-8841-B51A-018FBBC19C9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D10675BD-22C5-8C47-8191-A172C3E3A7E9}"/>
                </a:ext>
              </a:extLst>
            </p:cNvPr>
            <p:cNvGrpSpPr/>
            <p:nvPr/>
          </p:nvGrpSpPr>
          <p:grpSpPr>
            <a:xfrm>
              <a:off x="7760713" y="4742630"/>
              <a:ext cx="442103" cy="549642"/>
              <a:chOff x="6391816" y="829908"/>
              <a:chExt cx="1389375" cy="1727331"/>
            </a:xfrm>
          </p:grpSpPr>
          <p:pic>
            <p:nvPicPr>
              <p:cNvPr id="180" name="Picture 179">
                <a:extLst>
                  <a:ext uri="{FF2B5EF4-FFF2-40B4-BE49-F238E27FC236}">
                    <a16:creationId xmlns:a16="http://schemas.microsoft.com/office/drawing/2014/main" id="{B09D23CD-6DB8-587D-B8E5-337EE03F39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82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79645FBE-3233-4FD8-7489-C8AD8F8A7B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C3533DC-8F1E-5846-EACE-92178FD5EF58}"/>
              </a:ext>
            </a:extLst>
          </p:cNvPr>
          <p:cNvGrpSpPr/>
          <p:nvPr/>
        </p:nvGrpSpPr>
        <p:grpSpPr>
          <a:xfrm>
            <a:off x="3658381" y="1657526"/>
            <a:ext cx="1042416" cy="1024128"/>
            <a:chOff x="5955132" y="1374713"/>
            <a:chExt cx="1600200" cy="15087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63539E5F-1B8F-FF87-28AD-51C319B5437C}"/>
                </a:ext>
              </a:extLst>
            </p:cNvPr>
            <p:cNvGrpSpPr/>
            <p:nvPr/>
          </p:nvGrpSpPr>
          <p:grpSpPr>
            <a:xfrm>
              <a:off x="6357806" y="2007598"/>
              <a:ext cx="1028164" cy="808170"/>
              <a:chOff x="6037055" y="5227676"/>
              <a:chExt cx="973879" cy="798280"/>
            </a:xfrm>
          </p:grpSpPr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4631CD73-1E04-2604-7690-FD94E0267213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94" name="Picture 193">
                  <a:extLst>
                    <a:ext uri="{FF2B5EF4-FFF2-40B4-BE49-F238E27FC236}">
                      <a16:creationId xmlns:a16="http://schemas.microsoft.com/office/drawing/2014/main" id="{F10C47F4-027A-2448-3944-CFD323D9749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95" name="Picture 194">
                  <a:extLst>
                    <a:ext uri="{FF2B5EF4-FFF2-40B4-BE49-F238E27FC236}">
                      <a16:creationId xmlns:a16="http://schemas.microsoft.com/office/drawing/2014/main" id="{359C8AF1-FB45-1E1A-1796-741A2FB3454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93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17C694FE-62D4-C51A-DAE0-DA77FFC1A8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4FDBCB9-A4D0-CF40-F076-7546F6BF80A0}"/>
                </a:ext>
              </a:extLst>
            </p:cNvPr>
            <p:cNvGrpSpPr/>
            <p:nvPr/>
          </p:nvGrpSpPr>
          <p:grpSpPr>
            <a:xfrm>
              <a:off x="5955132" y="1374713"/>
              <a:ext cx="1600200" cy="1508760"/>
              <a:chOff x="475862" y="905612"/>
              <a:chExt cx="1530220" cy="1504560"/>
            </a:xfrm>
          </p:grpSpPr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28711FD2-EA24-86A4-CAB9-1754F430683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lowchart: Delay 196">
                <a:extLst>
                  <a:ext uri="{FF2B5EF4-FFF2-40B4-BE49-F238E27FC236}">
                    <a16:creationId xmlns:a16="http://schemas.microsoft.com/office/drawing/2014/main" id="{D28B7C2F-8E62-3B10-4A25-256F987EAFA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8" name="Star: 6 Points 197">
              <a:extLst>
                <a:ext uri="{FF2B5EF4-FFF2-40B4-BE49-F238E27FC236}">
                  <a16:creationId xmlns:a16="http://schemas.microsoft.com/office/drawing/2014/main" id="{91A01053-719B-B0E7-21F3-10E4CA8C5B2D}"/>
                </a:ext>
              </a:extLst>
            </p:cNvPr>
            <p:cNvSpPr/>
            <p:nvPr/>
          </p:nvSpPr>
          <p:spPr>
            <a:xfrm>
              <a:off x="6621533" y="1680998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4377766-2B58-5B43-C1B1-3925540A9C09}"/>
              </a:ext>
            </a:extLst>
          </p:cNvPr>
          <p:cNvGrpSpPr/>
          <p:nvPr/>
        </p:nvGrpSpPr>
        <p:grpSpPr>
          <a:xfrm>
            <a:off x="7264212" y="492215"/>
            <a:ext cx="1042416" cy="1024128"/>
            <a:chOff x="4733373" y="806850"/>
            <a:chExt cx="1532864" cy="1505972"/>
          </a:xfrm>
        </p:grpSpPr>
        <p:grpSp>
          <p:nvGrpSpPr>
            <p:cNvPr id="200" name="Group 199">
              <a:extLst>
                <a:ext uri="{FF2B5EF4-FFF2-40B4-BE49-F238E27FC236}">
                  <a16:creationId xmlns:a16="http://schemas.microsoft.com/office/drawing/2014/main" id="{4BE5C897-DE4C-6D89-420F-899615642A8E}"/>
                </a:ext>
              </a:extLst>
            </p:cNvPr>
            <p:cNvGrpSpPr/>
            <p:nvPr/>
          </p:nvGrpSpPr>
          <p:grpSpPr>
            <a:xfrm>
              <a:off x="5111438" y="1454528"/>
              <a:ext cx="837508" cy="770537"/>
              <a:chOff x="1312656" y="4916258"/>
              <a:chExt cx="1131044" cy="1033613"/>
            </a:xfrm>
          </p:grpSpPr>
          <p:pic>
            <p:nvPicPr>
              <p:cNvPr id="204" name="Picture 203">
                <a:extLst>
                  <a:ext uri="{FF2B5EF4-FFF2-40B4-BE49-F238E27FC236}">
                    <a16:creationId xmlns:a16="http://schemas.microsoft.com/office/drawing/2014/main" id="{FE49B388-5DEB-5A4C-CABA-698358EA58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205" name="Picture 204">
                <a:extLst>
                  <a:ext uri="{FF2B5EF4-FFF2-40B4-BE49-F238E27FC236}">
                    <a16:creationId xmlns:a16="http://schemas.microsoft.com/office/drawing/2014/main" id="{5B0BBFC5-4170-AB96-0B81-BDFE64E250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EFF9A808-7803-2B8D-E1B8-3B558B569B06}"/>
                </a:ext>
              </a:extLst>
            </p:cNvPr>
            <p:cNvGrpSpPr/>
            <p:nvPr/>
          </p:nvGrpSpPr>
          <p:grpSpPr>
            <a:xfrm>
              <a:off x="4733373" y="806850"/>
              <a:ext cx="1532864" cy="1505972"/>
              <a:chOff x="475862" y="905612"/>
              <a:chExt cx="1530220" cy="1504560"/>
            </a:xfrm>
          </p:grpSpPr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AA00A9FB-3DDA-34A6-3843-0561F4FC5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Flowchart: Delay 202">
                <a:extLst>
                  <a:ext uri="{FF2B5EF4-FFF2-40B4-BE49-F238E27FC236}">
                    <a16:creationId xmlns:a16="http://schemas.microsoft.com/office/drawing/2014/main" id="{CFE8FA15-2805-E2BB-F166-CAD68F71399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06" name="Star: 6 Points 205">
              <a:extLst>
                <a:ext uri="{FF2B5EF4-FFF2-40B4-BE49-F238E27FC236}">
                  <a16:creationId xmlns:a16="http://schemas.microsoft.com/office/drawing/2014/main" id="{E618B7A1-9D2C-25D6-4889-5D0131A8F401}"/>
                </a:ext>
              </a:extLst>
            </p:cNvPr>
            <p:cNvSpPr/>
            <p:nvPr/>
          </p:nvSpPr>
          <p:spPr>
            <a:xfrm>
              <a:off x="5360826" y="109633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C6CF029E-87C0-601A-2959-AC8B9EB5A903}"/>
              </a:ext>
            </a:extLst>
          </p:cNvPr>
          <p:cNvGrpSpPr/>
          <p:nvPr/>
        </p:nvGrpSpPr>
        <p:grpSpPr>
          <a:xfrm>
            <a:off x="7198312" y="548088"/>
            <a:ext cx="1042416" cy="1024128"/>
            <a:chOff x="7510982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93A3407-9AB8-46F8-A1DD-3D52F4AF752D}"/>
                </a:ext>
              </a:extLst>
            </p:cNvPr>
            <p:cNvGrpSpPr/>
            <p:nvPr/>
          </p:nvGrpSpPr>
          <p:grpSpPr>
            <a:xfrm>
              <a:off x="7785498" y="1295721"/>
              <a:ext cx="1032257" cy="1031680"/>
              <a:chOff x="7785498" y="1295721"/>
              <a:chExt cx="1032257" cy="1031680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27CB458-9343-4653-AA17-183B47D793FC}"/>
                  </a:ext>
                </a:extLst>
              </p:cNvPr>
              <p:cNvGrpSpPr/>
              <p:nvPr/>
            </p:nvGrpSpPr>
            <p:grpSpPr>
              <a:xfrm>
                <a:off x="7785498" y="1295721"/>
                <a:ext cx="224894" cy="458529"/>
                <a:chOff x="1671579" y="3879426"/>
                <a:chExt cx="609600" cy="896782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48A568DB-8D87-4C4E-A330-9B47BD5A5D30}"/>
                    </a:ext>
                  </a:extLst>
                </p:cNvPr>
                <p:cNvSpPr/>
                <p:nvPr/>
              </p:nvSpPr>
              <p:spPr>
                <a:xfrm rot="2311362">
                  <a:off x="1817486" y="3879426"/>
                  <a:ext cx="132212" cy="3114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3BEB9838-ABB0-4514-B995-B5F9DED8ED2D}"/>
                    </a:ext>
                  </a:extLst>
                </p:cNvPr>
                <p:cNvSpPr/>
                <p:nvPr/>
              </p:nvSpPr>
              <p:spPr>
                <a:xfrm rot="19763709">
                  <a:off x="1792679" y="4464272"/>
                  <a:ext cx="126736" cy="3119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Arrow: Right 69">
                  <a:extLst>
                    <a:ext uri="{FF2B5EF4-FFF2-40B4-BE49-F238E27FC236}">
                      <a16:creationId xmlns:a16="http://schemas.microsoft.com/office/drawing/2014/main" id="{EE069AC4-4DD3-4C5B-AF84-52A91E3D5655}"/>
                    </a:ext>
                  </a:extLst>
                </p:cNvPr>
                <p:cNvSpPr/>
                <p:nvPr/>
              </p:nvSpPr>
              <p:spPr>
                <a:xfrm rot="10800000">
                  <a:off x="1671579" y="4268791"/>
                  <a:ext cx="609600" cy="114300"/>
                </a:xfrm>
                <a:prstGeom prst="rightArrow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6503DDC9-0A72-45C6-BB39-0BDCC2D0880B}"/>
                  </a:ext>
                </a:extLst>
              </p:cNvPr>
              <p:cNvGrpSpPr/>
              <p:nvPr/>
            </p:nvGrpSpPr>
            <p:grpSpPr>
              <a:xfrm>
                <a:off x="8027533" y="141730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5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CB3C43D7-6DEF-41E9-9CF3-01DF164E92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6" name="Picture 55">
                  <a:extLst>
                    <a:ext uri="{FF2B5EF4-FFF2-40B4-BE49-F238E27FC236}">
                      <a16:creationId xmlns:a16="http://schemas.microsoft.com/office/drawing/2014/main" id="{D9F364BE-64F0-488C-A3DB-B391646B96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7E50526-039C-4E3F-B938-804D47D169BD}"/>
                </a:ext>
              </a:extLst>
            </p:cNvPr>
            <p:cNvGrpSpPr/>
            <p:nvPr/>
          </p:nvGrpSpPr>
          <p:grpSpPr>
            <a:xfrm>
              <a:off x="7510982" y="905612"/>
              <a:ext cx="1530220" cy="1504560"/>
              <a:chOff x="516782" y="905612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99B2617-3C1D-4396-91B2-976B412E0B1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Wave 18">
                <a:extLst>
                  <a:ext uri="{FF2B5EF4-FFF2-40B4-BE49-F238E27FC236}">
                    <a16:creationId xmlns:a16="http://schemas.microsoft.com/office/drawing/2014/main" id="{DBE0BAB5-3B92-4A6F-B968-22F035954E9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582996" y="548088"/>
            <a:ext cx="1042416" cy="1024128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10796625" y="548088"/>
            <a:ext cx="1042416" cy="1024128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6736E5A8-496D-9B93-0266-7400099AD302}"/>
              </a:ext>
            </a:extLst>
          </p:cNvPr>
          <p:cNvGrpSpPr/>
          <p:nvPr/>
        </p:nvGrpSpPr>
        <p:grpSpPr>
          <a:xfrm>
            <a:off x="144305" y="5695779"/>
            <a:ext cx="1042416" cy="1024128"/>
            <a:chOff x="5762432" y="4685144"/>
            <a:chExt cx="1530220" cy="1504560"/>
          </a:xfrm>
        </p:grpSpPr>
        <p:pic>
          <p:nvPicPr>
            <p:cNvPr id="143" name="Picture 2" descr="Ent tree silhouette ancient legend fantasy Vector Image">
              <a:extLst>
                <a:ext uri="{FF2B5EF4-FFF2-40B4-BE49-F238E27FC236}">
                  <a16:creationId xmlns:a16="http://schemas.microsoft.com/office/drawing/2014/main" id="{957DBCEE-E94F-4045-BEEA-9F981B7341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384" r="8889" b="7436"/>
            <a:stretch/>
          </p:blipFill>
          <p:spPr bwMode="auto">
            <a:xfrm>
              <a:off x="6298342" y="5187381"/>
              <a:ext cx="398345" cy="6960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63ED80F5-9281-4F7B-8F4E-7E22D5A249F2}"/>
                </a:ext>
              </a:extLst>
            </p:cNvPr>
            <p:cNvGrpSpPr/>
            <p:nvPr/>
          </p:nvGrpSpPr>
          <p:grpSpPr>
            <a:xfrm>
              <a:off x="5762432" y="4685144"/>
              <a:ext cx="1530220" cy="1504560"/>
              <a:chOff x="516782" y="905612"/>
              <a:chExt cx="1530220" cy="1504560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E6D9145D-A2D8-4845-BA25-B5BD5186CDB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Wave 33">
                <a:extLst>
                  <a:ext uri="{FF2B5EF4-FFF2-40B4-BE49-F238E27FC236}">
                    <a16:creationId xmlns:a16="http://schemas.microsoft.com/office/drawing/2014/main" id="{64A8C90C-F75E-4934-899D-8E87624B0F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1251358" y="552446"/>
            <a:ext cx="1042416" cy="1024128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71CA8E32-8336-27E7-E2E0-AB4768F13E53}"/>
              </a:ext>
            </a:extLst>
          </p:cNvPr>
          <p:cNvGrpSpPr/>
          <p:nvPr/>
        </p:nvGrpSpPr>
        <p:grpSpPr>
          <a:xfrm>
            <a:off x="2424480" y="552446"/>
            <a:ext cx="1042416" cy="1024128"/>
            <a:chOff x="4013882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C1DA88-3D9E-41A1-ACEF-502ED9E212B4}"/>
                </a:ext>
              </a:extLst>
            </p:cNvPr>
            <p:cNvGrpSpPr/>
            <p:nvPr/>
          </p:nvGrpSpPr>
          <p:grpSpPr>
            <a:xfrm>
              <a:off x="4013882" y="905612"/>
              <a:ext cx="1530220" cy="1504560"/>
              <a:chOff x="516782" y="905612"/>
              <a:chExt cx="1530220" cy="15045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D1A1861-F8E9-4C56-8FDD-137BEE3D3081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Wave 12">
                <a:extLst>
                  <a:ext uri="{FF2B5EF4-FFF2-40B4-BE49-F238E27FC236}">
                    <a16:creationId xmlns:a16="http://schemas.microsoft.com/office/drawing/2014/main" id="{D0E1AB78-1DE4-44DF-BF6D-71C5C3C06B65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B3AA3D2-78EA-477F-BB78-8C8BC959C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4460433" y="1432035"/>
              <a:ext cx="652055" cy="617171"/>
            </a:xfrm>
            <a:prstGeom prst="rect">
              <a:avLst/>
            </a:prstGeom>
          </p:spPr>
        </p:pic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6E4F944D-FF5A-8E7A-0490-84853338BFBA}"/>
              </a:ext>
            </a:extLst>
          </p:cNvPr>
          <p:cNvGrpSpPr/>
          <p:nvPr/>
        </p:nvGrpSpPr>
        <p:grpSpPr>
          <a:xfrm>
            <a:off x="8383607" y="548088"/>
            <a:ext cx="1042416" cy="1024128"/>
            <a:chOff x="5762432" y="905612"/>
            <a:chExt cx="1530220" cy="1504560"/>
          </a:xfrm>
        </p:grpSpPr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65D0CFA8-969B-4A4A-A080-DB11DF70591B}"/>
                </a:ext>
              </a:extLst>
            </p:cNvPr>
            <p:cNvGrpSpPr/>
            <p:nvPr/>
          </p:nvGrpSpPr>
          <p:grpSpPr>
            <a:xfrm>
              <a:off x="6035574" y="1239332"/>
              <a:ext cx="1020651" cy="1083899"/>
              <a:chOff x="7778607" y="5522158"/>
              <a:chExt cx="1020651" cy="1083899"/>
            </a:xfrm>
          </p:grpSpPr>
          <p:grpSp>
            <p:nvGrpSpPr>
              <p:cNvPr id="145" name="Group 144">
                <a:extLst>
                  <a:ext uri="{FF2B5EF4-FFF2-40B4-BE49-F238E27FC236}">
                    <a16:creationId xmlns:a16="http://schemas.microsoft.com/office/drawing/2014/main" id="{3F19C9B4-602E-4B35-A755-919E73AED95E}"/>
                  </a:ext>
                </a:extLst>
              </p:cNvPr>
              <p:cNvGrpSpPr/>
              <p:nvPr/>
            </p:nvGrpSpPr>
            <p:grpSpPr>
              <a:xfrm>
                <a:off x="8009036" y="5695962"/>
                <a:ext cx="790222" cy="910095"/>
                <a:chOff x="4336171" y="5052482"/>
                <a:chExt cx="790222" cy="910095"/>
              </a:xfrm>
            </p:grpSpPr>
            <p:pic>
              <p:nvPicPr>
                <p:cNvPr id="147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1A9F4705-3132-4090-8910-CEAD553DA4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48" name="Picture 147">
                  <a:extLst>
                    <a:ext uri="{FF2B5EF4-FFF2-40B4-BE49-F238E27FC236}">
                      <a16:creationId xmlns:a16="http://schemas.microsoft.com/office/drawing/2014/main" id="{BA0D8A06-EA6B-4F83-B690-628AF0D594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  <p:pic>
            <p:nvPicPr>
              <p:cNvPr id="146" name="Picture 145" descr="Shape&#10;&#10;Description automatically generated">
                <a:extLst>
                  <a:ext uri="{FF2B5EF4-FFF2-40B4-BE49-F238E27FC236}">
                    <a16:creationId xmlns:a16="http://schemas.microsoft.com/office/drawing/2014/main" id="{13D9FFEF-154B-4836-8228-6715B91FAA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78607" y="5522158"/>
                <a:ext cx="262768" cy="326052"/>
              </a:xfrm>
              <a:prstGeom prst="rect">
                <a:avLst/>
              </a:prstGeom>
            </p:spPr>
          </p:pic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5580C30-D949-4B03-8339-C613812A7ECB}"/>
                </a:ext>
              </a:extLst>
            </p:cNvPr>
            <p:cNvGrpSpPr/>
            <p:nvPr/>
          </p:nvGrpSpPr>
          <p:grpSpPr>
            <a:xfrm>
              <a:off x="5762432" y="905612"/>
              <a:ext cx="1530220" cy="1504560"/>
              <a:chOff x="516782" y="905612"/>
              <a:chExt cx="1530220" cy="150456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298BAC6-9E70-46B3-9F36-A3426A74CF3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Wave 15">
                <a:extLst>
                  <a:ext uri="{FF2B5EF4-FFF2-40B4-BE49-F238E27FC236}">
                    <a16:creationId xmlns:a16="http://schemas.microsoft.com/office/drawing/2014/main" id="{E87B33DD-44C8-4274-86E7-5AC7D7FA662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42325284-D80D-87AB-BC77-76760D5A9A64}"/>
              </a:ext>
            </a:extLst>
          </p:cNvPr>
          <p:cNvGrpSpPr/>
          <p:nvPr/>
        </p:nvGrpSpPr>
        <p:grpSpPr>
          <a:xfrm>
            <a:off x="3642378" y="1774883"/>
            <a:ext cx="1042416" cy="1024128"/>
            <a:chOff x="2265332" y="2676720"/>
            <a:chExt cx="1530220" cy="1504560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199A3C7-3CA7-431A-954E-06489406F458}"/>
                </a:ext>
              </a:extLst>
            </p:cNvPr>
            <p:cNvGrpSpPr/>
            <p:nvPr/>
          </p:nvGrpSpPr>
          <p:grpSpPr>
            <a:xfrm>
              <a:off x="2265332" y="2676720"/>
              <a:ext cx="1530220" cy="1504560"/>
              <a:chOff x="516782" y="905612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2073451-0AD3-41CD-B111-FF8556DCF1F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Wave 27">
                <a:extLst>
                  <a:ext uri="{FF2B5EF4-FFF2-40B4-BE49-F238E27FC236}">
                    <a16:creationId xmlns:a16="http://schemas.microsoft.com/office/drawing/2014/main" id="{2562BFAB-009E-4052-B786-4D2EBD51A142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82492D-D10C-4348-99C9-2441744EDD55}"/>
                </a:ext>
              </a:extLst>
            </p:cNvPr>
            <p:cNvGrpSpPr/>
            <p:nvPr/>
          </p:nvGrpSpPr>
          <p:grpSpPr>
            <a:xfrm>
              <a:off x="2739830" y="3244362"/>
              <a:ext cx="530908" cy="624530"/>
              <a:chOff x="919169" y="747323"/>
              <a:chExt cx="1079599" cy="152054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1FC80D72-EAA2-4ADF-87D9-1FCEB3FCE14D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ACA41C4-5E1F-4291-B4F8-525CD872E350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BE0866F-D40E-4C31-BCE0-7BF517B8A0A5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E208FE03-2A14-4E1C-A800-C7966CD2356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88F2888-3B64-4A50-9D87-16E88B6E967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F8E6ABA-20BB-4586-99FA-B016C1BCA701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9252F3F-EF66-4E04-B917-FD39106C6629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12904B7-B80E-4AAB-B0B4-F06474BE7932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C9D80C9-0CFA-4AA9-8065-85B4A5D76428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A871B1E-14CA-4ED8-B9D7-A39835D4E743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E39E9FB0-9823-4258-97ED-EE5D3BEB482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D57613D-4588-4BB1-B103-F58B1BAE54B4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994E608-F821-4FC5-B3AF-863DBD7EA7E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BA58C8AB-0BFA-4F19-86AF-8E2DE36DC4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AFCE3A13-040E-432F-8F77-CDA42FC5FE7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8F4A15BA-7168-49E5-8559-3600CA5CCA2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45E4A0D4-7BF3-4E48-9C8B-407109ACC69E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F6AE8E7A-4DBD-4E15-A6BA-438A2706F3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A45EFDD2-1DAB-481D-9CD6-2BA43DE1D1F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608F515E-29A7-4044-862D-D55B2768A1C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C8169C30-FA52-49F7-A0BD-765D4DD7E0C4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735755A-465D-40B2-A849-DA00E2B5B1B6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580DD8CA-4B21-471A-AA6B-1EBCF032EFCE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31520D39-9799-46FA-808A-CAEAFE48C41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C56B5DDE-37B8-44FF-B9CE-13266579B71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E9D8BDC0-7DBC-4739-A1EA-4544E59F8ABA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212DDC4A-2B34-4C9D-89B4-7DBAC2B97B1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BA7A6D74-78C2-4252-A5F5-0D144F793F88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1DD16DA-922E-4D02-BB29-E30E44F66DC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9B5EBDEA-C2C1-4EDB-84B6-283D677C7EE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6055049" y="1766979"/>
            <a:ext cx="1042416" cy="1024128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E5838E5B-F383-3CC1-5788-84853D2F9438}"/>
              </a:ext>
            </a:extLst>
          </p:cNvPr>
          <p:cNvGrpSpPr/>
          <p:nvPr/>
        </p:nvGrpSpPr>
        <p:grpSpPr>
          <a:xfrm>
            <a:off x="78236" y="540765"/>
            <a:ext cx="1042416" cy="1024128"/>
            <a:chOff x="516782" y="905612"/>
            <a:chExt cx="1530220" cy="150456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78FAFF2-BEB2-49EE-B44B-2C67369C6E96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516782" y="905612"/>
              <a:chExt cx="1530220" cy="15045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F336C9A-2AAF-448E-86B9-EA0E8B7B9A2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Wave 5">
                <a:extLst>
                  <a:ext uri="{FF2B5EF4-FFF2-40B4-BE49-F238E27FC236}">
                    <a16:creationId xmlns:a16="http://schemas.microsoft.com/office/drawing/2014/main" id="{D4223398-8530-45DB-B1EA-0F3E7D034CC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D70B001B-8DE9-43A2-B2D7-B7C2DCDB4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675690" flipH="1">
              <a:off x="1223838" y="1288034"/>
              <a:ext cx="84554" cy="903393"/>
            </a:xfrm>
            <a:prstGeom prst="rect">
              <a:avLst/>
            </a:prstGeom>
          </p:spPr>
        </p:pic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F38BE9B1-34B9-4BEF-373F-19E988F23DA2}"/>
              </a:ext>
            </a:extLst>
          </p:cNvPr>
          <p:cNvGrpSpPr/>
          <p:nvPr/>
        </p:nvGrpSpPr>
        <p:grpSpPr>
          <a:xfrm>
            <a:off x="3624461" y="540765"/>
            <a:ext cx="1042416" cy="1024128"/>
            <a:chOff x="7510982" y="2676720"/>
            <a:chExt cx="1530220" cy="1504560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E9E4283-8D6D-43D7-9EE3-640D80EE2A80}"/>
                </a:ext>
              </a:extLst>
            </p:cNvPr>
            <p:cNvGrpSpPr/>
            <p:nvPr/>
          </p:nvGrpSpPr>
          <p:grpSpPr>
            <a:xfrm>
              <a:off x="7510982" y="2676720"/>
              <a:ext cx="1530220" cy="1504560"/>
              <a:chOff x="516782" y="905612"/>
              <a:chExt cx="1530220" cy="1504560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D8396D9D-303E-4A18-BB3C-4250BC1F64C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Wave 36">
                <a:extLst>
                  <a:ext uri="{FF2B5EF4-FFF2-40B4-BE49-F238E27FC236}">
                    <a16:creationId xmlns:a16="http://schemas.microsoft.com/office/drawing/2014/main" id="{671D1512-AA6A-4D95-A4E0-92174DE2107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B451D060-F4C3-4B94-B0F1-3C531894F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8069609" y="3263585"/>
              <a:ext cx="652055" cy="617171"/>
            </a:xfrm>
            <a:prstGeom prst="rect">
              <a:avLst/>
            </a:prstGeom>
          </p:spPr>
        </p:pic>
        <p:pic>
          <p:nvPicPr>
            <p:cNvPr id="154" name="Picture 153" descr="Shape&#10;&#10;Description automatically generated">
              <a:extLst>
                <a:ext uri="{FF2B5EF4-FFF2-40B4-BE49-F238E27FC236}">
                  <a16:creationId xmlns:a16="http://schemas.microsoft.com/office/drawing/2014/main" id="{93794404-F1F6-4B6A-84D2-DC4CDE61C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24550" y="3231680"/>
              <a:ext cx="262768" cy="326052"/>
            </a:xfrm>
            <a:prstGeom prst="rect">
              <a:avLst/>
            </a:prstGeom>
          </p:spPr>
        </p:pic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4AE712D8-DF24-0257-848A-6904DC43C518}"/>
              </a:ext>
            </a:extLst>
          </p:cNvPr>
          <p:cNvGrpSpPr/>
          <p:nvPr/>
        </p:nvGrpSpPr>
        <p:grpSpPr>
          <a:xfrm>
            <a:off x="7271265" y="1766979"/>
            <a:ext cx="1042416" cy="1024128"/>
            <a:chOff x="516782" y="4447828"/>
            <a:chExt cx="1530220" cy="1504560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36FC774C-6978-4D5C-A4E0-603CE09B6413}"/>
                </a:ext>
              </a:extLst>
            </p:cNvPr>
            <p:cNvGrpSpPr/>
            <p:nvPr/>
          </p:nvGrpSpPr>
          <p:grpSpPr>
            <a:xfrm>
              <a:off x="516782" y="4447828"/>
              <a:ext cx="1530220" cy="1504560"/>
              <a:chOff x="516782" y="905612"/>
              <a:chExt cx="1530220" cy="1504560"/>
            </a:xfrm>
          </p:grpSpPr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89DCDE4A-AE5C-4EFD-99B4-9F510A8C3B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Wave 150">
                <a:extLst>
                  <a:ext uri="{FF2B5EF4-FFF2-40B4-BE49-F238E27FC236}">
                    <a16:creationId xmlns:a16="http://schemas.microsoft.com/office/drawing/2014/main" id="{EE11B8FB-0DAD-4112-8BC4-77F59B8B9BF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283368C8-0FDB-4216-B5BC-86B4BA0D5D80}"/>
                </a:ext>
              </a:extLst>
            </p:cNvPr>
            <p:cNvGrpSpPr/>
            <p:nvPr/>
          </p:nvGrpSpPr>
          <p:grpSpPr>
            <a:xfrm>
              <a:off x="1187786" y="5086630"/>
              <a:ext cx="530908" cy="624530"/>
              <a:chOff x="919169" y="747323"/>
              <a:chExt cx="1079599" cy="1520540"/>
            </a:xfrm>
          </p:grpSpPr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6285128A-066C-4A63-B794-821CFBBFD10B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F340EA4F-70AB-4077-B020-7856CBAFB37C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43BA8711-FF87-4E39-ACD2-3B2CBFFBF6E8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3E88CCAB-D69B-4810-89BD-11B0E5AF60C3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80BA56A-C8E8-4DE3-88F3-65C0AA3475F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9BB308EF-CF5E-4F3E-8DAA-991CEE4A3773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632D7A51-7109-4489-9A15-C21E013FB8BE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0F4A439F-ABA2-426F-BDEB-5185AAC1FF0E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9EE95B26-A312-4799-80D1-D0E996EEC170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D66C2D06-BD56-4571-BC0D-EE4F97718958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F6E57D3C-452F-4077-BCEC-EDA04E10020D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74B3BB34-BCC1-4135-AF3C-0E7CD0682EA3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2D8A291D-FC13-4DD9-97C1-295C4C17BC54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84" name="Freeform: Shape 183">
                  <a:extLst>
                    <a:ext uri="{FF2B5EF4-FFF2-40B4-BE49-F238E27FC236}">
                      <a16:creationId xmlns:a16="http://schemas.microsoft.com/office/drawing/2014/main" id="{595386AC-BD75-4F41-A5B1-B6BF2DD9C32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56EBA8B7-78E9-4A52-AC37-E05E6EB52625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Freeform: Shape 185">
                  <a:extLst>
                    <a:ext uri="{FF2B5EF4-FFF2-40B4-BE49-F238E27FC236}">
                      <a16:creationId xmlns:a16="http://schemas.microsoft.com/office/drawing/2014/main" id="{2569BD33-9994-4CC5-AE9E-1AEB53D47E21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0" name="Group 169">
                <a:extLst>
                  <a:ext uri="{FF2B5EF4-FFF2-40B4-BE49-F238E27FC236}">
                    <a16:creationId xmlns:a16="http://schemas.microsoft.com/office/drawing/2014/main" id="{08E64895-2C34-4CEE-8BE6-673BD538634C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37D1ED36-4883-4E3B-8229-EA1F26A5517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672EE307-FFE2-4139-BFAD-E22A4D6E215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A9A2BD71-1638-42B7-8046-7F772FDD9919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25D40676-135D-46E3-B94A-23001B2AD0D0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5ED2F1A9-BBF8-4C06-82DC-B718FA89AB5C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7957910F-B6AE-431A-8B1E-53F73833EC3D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EB30E770-D622-4402-BDCF-D6CEFF7BA38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FC7BA3C9-167E-4317-85E4-A959C493782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4135489A-6EE6-49F9-A545-95C25676236E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A22EB478-113F-48B0-BFEF-2A6AD7901F8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175" name="Freeform: Shape 174">
                  <a:extLst>
                    <a:ext uri="{FF2B5EF4-FFF2-40B4-BE49-F238E27FC236}">
                      <a16:creationId xmlns:a16="http://schemas.microsoft.com/office/drawing/2014/main" id="{4A43893B-3D36-47CB-B883-C4BD4CA620BA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" name="Freeform: Shape 175">
                  <a:extLst>
                    <a:ext uri="{FF2B5EF4-FFF2-40B4-BE49-F238E27FC236}">
                      <a16:creationId xmlns:a16="http://schemas.microsoft.com/office/drawing/2014/main" id="{584ADC7F-DADE-42B7-AD87-B3A48204EFD7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" name="Freeform: Shape 176">
                  <a:extLst>
                    <a:ext uri="{FF2B5EF4-FFF2-40B4-BE49-F238E27FC236}">
                      <a16:creationId xmlns:a16="http://schemas.microsoft.com/office/drawing/2014/main" id="{327F4B8F-30A2-4D65-A334-BB1E042B8D05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C2015F7-2692-470E-998A-54667439534C}"/>
                </a:ext>
              </a:extLst>
            </p:cNvPr>
            <p:cNvGrpSpPr/>
            <p:nvPr/>
          </p:nvGrpSpPr>
          <p:grpSpPr>
            <a:xfrm>
              <a:off x="802307" y="4861532"/>
              <a:ext cx="419127" cy="368003"/>
              <a:chOff x="3264474" y="4874455"/>
              <a:chExt cx="1288999" cy="1131772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075E54F-E24B-4399-A4F3-7375172EF10C}"/>
                  </a:ext>
                </a:extLst>
              </p:cNvPr>
              <p:cNvSpPr/>
              <p:nvPr/>
            </p:nvSpPr>
            <p:spPr>
              <a:xfrm>
                <a:off x="3589688" y="4874455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5B9F9C49-73E5-4ECD-8968-3F13E6517175}"/>
                  </a:ext>
                </a:extLst>
              </p:cNvPr>
              <p:cNvSpPr/>
              <p:nvPr/>
            </p:nvSpPr>
            <p:spPr>
              <a:xfrm>
                <a:off x="3264474" y="53769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886E6CEC-337D-4DD4-867E-DC1F395F849A}"/>
                  </a:ext>
                </a:extLst>
              </p:cNvPr>
              <p:cNvSpPr/>
              <p:nvPr/>
            </p:nvSpPr>
            <p:spPr>
              <a:xfrm>
                <a:off x="3910950" y="53937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43484B48-EB01-47C9-B1DD-C6B35A1CD6F0}"/>
              </a:ext>
            </a:extLst>
          </p:cNvPr>
          <p:cNvGrpSpPr/>
          <p:nvPr/>
        </p:nvGrpSpPr>
        <p:grpSpPr>
          <a:xfrm>
            <a:off x="4847550" y="1766979"/>
            <a:ext cx="1042416" cy="1024128"/>
            <a:chOff x="2267471" y="4466485"/>
            <a:chExt cx="1530220" cy="15045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4AC7001A-AD7B-4B79-A8BA-7BF1181A57C8}"/>
                </a:ext>
              </a:extLst>
            </p:cNvPr>
            <p:cNvGrpSpPr/>
            <p:nvPr/>
          </p:nvGrpSpPr>
          <p:grpSpPr>
            <a:xfrm>
              <a:off x="2267471" y="4466485"/>
              <a:ext cx="1530220" cy="1504560"/>
              <a:chOff x="51678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A0F2E75-99AA-4248-8B31-EDD8C1652915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Wave 190">
                <a:extLst>
                  <a:ext uri="{FF2B5EF4-FFF2-40B4-BE49-F238E27FC236}">
                    <a16:creationId xmlns:a16="http://schemas.microsoft.com/office/drawing/2014/main" id="{376D77B2-117A-4F45-A016-19353806783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F6E5E39D-FDF4-4579-BBE6-30E196F48625}"/>
                </a:ext>
              </a:extLst>
            </p:cNvPr>
            <p:cNvGrpSpPr/>
            <p:nvPr/>
          </p:nvGrpSpPr>
          <p:grpSpPr>
            <a:xfrm>
              <a:off x="2975816" y="5115758"/>
              <a:ext cx="530908" cy="624530"/>
              <a:chOff x="919169" y="747323"/>
              <a:chExt cx="1079599" cy="152054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A6717EC-C7F8-4681-8B7F-E0FE343ED86A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29CDC57C-C108-4D8D-99C9-B1145BD3AC4A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2090A20D-81BA-47D6-BD4A-573CE3881450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0881DCA-AA8F-4D9A-9BFF-449090D9EA9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623B564-93A2-46D7-A542-61C6FD6A9DDE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0134B65-BF7B-43CD-B776-E62CA4FBC0E7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8ABBE40-7F26-4334-B86C-F59DDCF36F23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54D1529A-4182-4D1A-B33F-AA3A1FDFB928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7607BB8-A369-459E-BCDB-8AEC5598AE91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9EA9B26C-D210-4E1C-BB0F-7797F34A6D32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60CAA22-CFFE-43C5-B8A4-22526E5E5A5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F558D9F7-BBF3-434F-9891-38A612108B22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B33077AA-24C5-41F4-AE39-5D8AA7590C7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5AA32D6F-C84B-4397-8848-04B8362511B9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5866C3E9-076B-47CB-B82C-077AC15A759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73D7E92F-8246-4821-8719-B9534723604C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DEBA70FE-6BA3-4A15-BF2F-CD718A789C7D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B6B3FCF3-573B-4DD2-870B-491F82855B0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0BF8593D-4654-4F88-B781-658138320D4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F2920BC2-BC04-42B6-9730-53BCDBC2D634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1EE09C3-D005-4233-B07E-2BB8131C7442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41BE618-722D-4D5A-BC45-E232E4F3297F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51129631-BC15-47BB-8BF7-D05506B22575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60B638CE-8D33-4475-8AA7-FDA1C053BD7F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19A18A64-458D-4666-86BB-6F0946424DE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0137B0BF-DA84-4924-BE86-10097BE631F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9AED3FC8-6212-4FD7-87E9-53E8FF16CAEA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44C2AC9A-C0BB-4E8F-9E98-5DA4027E556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80D9E3D6-F0BC-4E25-9C34-3D1D66B9A16C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C4FF9F5C-8F47-4075-9F00-4FBEC5B73A28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BD8CD9DF-9568-4A34-A9A9-E0038F8FFDCB}"/>
                </a:ext>
              </a:extLst>
            </p:cNvPr>
            <p:cNvGrpSpPr/>
            <p:nvPr/>
          </p:nvGrpSpPr>
          <p:grpSpPr>
            <a:xfrm>
              <a:off x="2562043" y="4903517"/>
              <a:ext cx="484030" cy="496628"/>
              <a:chOff x="5679550" y="3756554"/>
              <a:chExt cx="1025561" cy="1052253"/>
            </a:xfrm>
          </p:grpSpPr>
          <p:sp>
            <p:nvSpPr>
              <p:cNvPr id="224" name="Cross 223">
                <a:extLst>
                  <a:ext uri="{FF2B5EF4-FFF2-40B4-BE49-F238E27FC236}">
                    <a16:creationId xmlns:a16="http://schemas.microsoft.com/office/drawing/2014/main" id="{950B93BC-1AF0-476B-B917-946E8D8D9978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Cross 224">
                <a:extLst>
                  <a:ext uri="{FF2B5EF4-FFF2-40B4-BE49-F238E27FC236}">
                    <a16:creationId xmlns:a16="http://schemas.microsoft.com/office/drawing/2014/main" id="{69FE642A-86B3-4F6D-945A-7438FF5D763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F167D65-DED9-018A-11B8-F259E4679762}"/>
              </a:ext>
            </a:extLst>
          </p:cNvPr>
          <p:cNvGrpSpPr/>
          <p:nvPr/>
        </p:nvGrpSpPr>
        <p:grpSpPr>
          <a:xfrm>
            <a:off x="4822909" y="541144"/>
            <a:ext cx="1036542" cy="1024128"/>
            <a:chOff x="5574792" y="2145702"/>
            <a:chExt cx="1527048" cy="1508760"/>
          </a:xfrm>
        </p:grpSpPr>
        <p:grpSp>
          <p:nvGrpSpPr>
            <p:cNvPr id="253" name="Group 252">
              <a:extLst>
                <a:ext uri="{FF2B5EF4-FFF2-40B4-BE49-F238E27FC236}">
                  <a16:creationId xmlns:a16="http://schemas.microsoft.com/office/drawing/2014/main" id="{B73EFBD7-32FB-EB83-6680-55BB6F698146}"/>
                </a:ext>
              </a:extLst>
            </p:cNvPr>
            <p:cNvGrpSpPr/>
            <p:nvPr/>
          </p:nvGrpSpPr>
          <p:grpSpPr>
            <a:xfrm>
              <a:off x="6081521" y="2537576"/>
              <a:ext cx="611734" cy="891424"/>
              <a:chOff x="6174367" y="2561804"/>
              <a:chExt cx="611734" cy="891424"/>
            </a:xfrm>
          </p:grpSpPr>
          <p:pic>
            <p:nvPicPr>
              <p:cNvPr id="245" name="Picture 244">
                <a:extLst>
                  <a:ext uri="{FF2B5EF4-FFF2-40B4-BE49-F238E27FC236}">
                    <a16:creationId xmlns:a16="http://schemas.microsoft.com/office/drawing/2014/main" id="{DD50F9A3-3C6A-2245-AF32-BC4EE371F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43" name="Picture 242">
                <a:extLst>
                  <a:ext uri="{FF2B5EF4-FFF2-40B4-BE49-F238E27FC236}">
                    <a16:creationId xmlns:a16="http://schemas.microsoft.com/office/drawing/2014/main" id="{CB52BC6B-068C-BB48-4AC5-0710EA0576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00F8974E-1DC0-3FA4-3A5C-5A14CB3BB044}"/>
                </a:ext>
              </a:extLst>
            </p:cNvPr>
            <p:cNvGrpSpPr/>
            <p:nvPr/>
          </p:nvGrpSpPr>
          <p:grpSpPr>
            <a:xfrm>
              <a:off x="5574792" y="2145702"/>
              <a:ext cx="1527048" cy="1508760"/>
              <a:chOff x="516782" y="905612"/>
              <a:chExt cx="1530220" cy="1504560"/>
            </a:xfrm>
          </p:grpSpPr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26998D05-6FB9-2069-B771-98B29E80C158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Wave 251">
                <a:extLst>
                  <a:ext uri="{FF2B5EF4-FFF2-40B4-BE49-F238E27FC236}">
                    <a16:creationId xmlns:a16="http://schemas.microsoft.com/office/drawing/2014/main" id="{94FAA9ED-2B49-4E86-C049-8879A682911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0279EDA-B1AB-C037-1C79-FA6D1C75067B}"/>
              </a:ext>
            </a:extLst>
          </p:cNvPr>
          <p:cNvGrpSpPr/>
          <p:nvPr/>
        </p:nvGrpSpPr>
        <p:grpSpPr>
          <a:xfrm>
            <a:off x="6014809" y="540765"/>
            <a:ext cx="1036542" cy="1024128"/>
            <a:chOff x="7720478" y="2145702"/>
            <a:chExt cx="1527048" cy="1508760"/>
          </a:xfrm>
        </p:grpSpPr>
        <p:grpSp>
          <p:nvGrpSpPr>
            <p:cNvPr id="254" name="Group 253">
              <a:extLst>
                <a:ext uri="{FF2B5EF4-FFF2-40B4-BE49-F238E27FC236}">
                  <a16:creationId xmlns:a16="http://schemas.microsoft.com/office/drawing/2014/main" id="{E70E1B02-B965-79A0-2292-34612FCCFAFF}"/>
                </a:ext>
              </a:extLst>
            </p:cNvPr>
            <p:cNvGrpSpPr/>
            <p:nvPr/>
          </p:nvGrpSpPr>
          <p:grpSpPr>
            <a:xfrm>
              <a:off x="8375938" y="2632402"/>
              <a:ext cx="611734" cy="891424"/>
              <a:chOff x="6174367" y="2561804"/>
              <a:chExt cx="611734" cy="891424"/>
            </a:xfrm>
          </p:grpSpPr>
          <p:pic>
            <p:nvPicPr>
              <p:cNvPr id="255" name="Picture 254">
                <a:extLst>
                  <a:ext uri="{FF2B5EF4-FFF2-40B4-BE49-F238E27FC236}">
                    <a16:creationId xmlns:a16="http://schemas.microsoft.com/office/drawing/2014/main" id="{1FB259D5-3680-9B02-B31F-C18EC029BC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56" name="Picture 255">
                <a:extLst>
                  <a:ext uri="{FF2B5EF4-FFF2-40B4-BE49-F238E27FC236}">
                    <a16:creationId xmlns:a16="http://schemas.microsoft.com/office/drawing/2014/main" id="{A7A08CA5-E5A1-9878-9082-C1C7298E3B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6D0AF956-E732-884E-B589-E1C4D6689C09}"/>
                </a:ext>
              </a:extLst>
            </p:cNvPr>
            <p:cNvGrpSpPr/>
            <p:nvPr/>
          </p:nvGrpSpPr>
          <p:grpSpPr>
            <a:xfrm>
              <a:off x="7720478" y="2145702"/>
              <a:ext cx="1527048" cy="1508760"/>
              <a:chOff x="516782" y="905612"/>
              <a:chExt cx="1530220" cy="1504560"/>
            </a:xfrm>
          </p:grpSpPr>
          <p:sp>
            <p:nvSpPr>
              <p:cNvPr id="258" name="Rectangle 257">
                <a:extLst>
                  <a:ext uri="{FF2B5EF4-FFF2-40B4-BE49-F238E27FC236}">
                    <a16:creationId xmlns:a16="http://schemas.microsoft.com/office/drawing/2014/main" id="{A1C7E6F5-C455-2549-4610-D0B6C199AFE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Wave 258">
                <a:extLst>
                  <a:ext uri="{FF2B5EF4-FFF2-40B4-BE49-F238E27FC236}">
                    <a16:creationId xmlns:a16="http://schemas.microsoft.com/office/drawing/2014/main" id="{585EDCB5-3152-DDEA-6E0B-E83B6D1DD610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0" name="Star: 6 Points 259">
              <a:extLst>
                <a:ext uri="{FF2B5EF4-FFF2-40B4-BE49-F238E27FC236}">
                  <a16:creationId xmlns:a16="http://schemas.microsoft.com/office/drawing/2014/main" id="{6315C436-6649-85D7-6E05-B6B3D5626A30}"/>
                </a:ext>
              </a:extLst>
            </p:cNvPr>
            <p:cNvSpPr/>
            <p:nvPr/>
          </p:nvSpPr>
          <p:spPr>
            <a:xfrm>
              <a:off x="8011581" y="2510359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B6A45EE3-A036-C10D-0F98-7998BF9ACBA5}"/>
              </a:ext>
            </a:extLst>
          </p:cNvPr>
          <p:cNvGrpSpPr/>
          <p:nvPr/>
        </p:nvGrpSpPr>
        <p:grpSpPr>
          <a:xfrm>
            <a:off x="64394" y="1775888"/>
            <a:ext cx="1042416" cy="1024128"/>
            <a:chOff x="9259532" y="2676720"/>
            <a:chExt cx="1530220" cy="1504560"/>
          </a:xfrm>
        </p:grpSpPr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E2CCD5CA-538B-C7B0-5629-DF7DDA014A52}"/>
                </a:ext>
              </a:extLst>
            </p:cNvPr>
            <p:cNvGrpSpPr/>
            <p:nvPr/>
          </p:nvGrpSpPr>
          <p:grpSpPr>
            <a:xfrm>
              <a:off x="9259532" y="2676720"/>
              <a:ext cx="1530220" cy="1504560"/>
              <a:chOff x="516782" y="905612"/>
              <a:chExt cx="1530220" cy="1504560"/>
            </a:xfrm>
          </p:grpSpPr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9FDB3617-F240-7C14-A6D5-AB40A9D98C13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Wave 264">
                <a:extLst>
                  <a:ext uri="{FF2B5EF4-FFF2-40B4-BE49-F238E27FC236}">
                    <a16:creationId xmlns:a16="http://schemas.microsoft.com/office/drawing/2014/main" id="{3930F7F3-2AAF-CF5F-962D-A15D48F290C9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63" name="Picture 2" descr="Bear Vector | FreeVectors">
              <a:extLst>
                <a:ext uri="{FF2B5EF4-FFF2-40B4-BE49-F238E27FC236}">
                  <a16:creationId xmlns:a16="http://schemas.microsoft.com/office/drawing/2014/main" id="{2D56BE71-5B00-891E-588F-54B9F3C20E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4150" y="3281691"/>
              <a:ext cx="940984" cy="5425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08CD5C-4802-AE45-AD96-735E9FE73531}"/>
              </a:ext>
            </a:extLst>
          </p:cNvPr>
          <p:cNvGrpSpPr/>
          <p:nvPr/>
        </p:nvGrpSpPr>
        <p:grpSpPr>
          <a:xfrm>
            <a:off x="1252712" y="1772554"/>
            <a:ext cx="1036542" cy="1024128"/>
            <a:chOff x="4257878" y="2269979"/>
            <a:chExt cx="1527048" cy="150876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C2CB6EA-9347-49DE-8FBA-CAC2DB97B9CD}"/>
                </a:ext>
              </a:extLst>
            </p:cNvPr>
            <p:cNvGrpSpPr/>
            <p:nvPr/>
          </p:nvGrpSpPr>
          <p:grpSpPr>
            <a:xfrm>
              <a:off x="4257878" y="2269979"/>
              <a:ext cx="1527048" cy="1508760"/>
              <a:chOff x="516782" y="905612"/>
              <a:chExt cx="1530220" cy="1504560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EC6B4E01-8F2B-49A1-8DAA-80F367C2C1C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Wave 39">
                <a:extLst>
                  <a:ext uri="{FF2B5EF4-FFF2-40B4-BE49-F238E27FC236}">
                    <a16:creationId xmlns:a16="http://schemas.microsoft.com/office/drawing/2014/main" id="{0A89417A-61FF-4924-8D89-216824DCD571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30EBD19-D4EC-1CBE-13FB-9C4ED47F732A}"/>
                </a:ext>
              </a:extLst>
            </p:cNvPr>
            <p:cNvGrpSpPr/>
            <p:nvPr/>
          </p:nvGrpSpPr>
          <p:grpSpPr>
            <a:xfrm>
              <a:off x="4540378" y="2906572"/>
              <a:ext cx="975152" cy="503237"/>
              <a:chOff x="4540378" y="2906572"/>
              <a:chExt cx="975152" cy="503237"/>
            </a:xfrm>
          </p:grpSpPr>
          <p:pic>
            <p:nvPicPr>
              <p:cNvPr id="155" name="Picture 2" descr="Bear Vector | FreeVectors">
                <a:extLst>
                  <a:ext uri="{FF2B5EF4-FFF2-40B4-BE49-F238E27FC236}">
                    <a16:creationId xmlns:a16="http://schemas.microsoft.com/office/drawing/2014/main" id="{79E6EE7A-3C78-4F06-8E04-B9551A33BE8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66" name="Picture 265">
                <a:extLst>
                  <a:ext uri="{FF2B5EF4-FFF2-40B4-BE49-F238E27FC236}">
                    <a16:creationId xmlns:a16="http://schemas.microsoft.com/office/drawing/2014/main" id="{50DDE4A6-D08C-5696-89EF-7A554D789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7E793A3-17FE-C368-462A-EBA67B819BC9}"/>
              </a:ext>
            </a:extLst>
          </p:cNvPr>
          <p:cNvGrpSpPr/>
          <p:nvPr/>
        </p:nvGrpSpPr>
        <p:grpSpPr>
          <a:xfrm>
            <a:off x="2459934" y="1776143"/>
            <a:ext cx="1036542" cy="1024128"/>
            <a:chOff x="6393519" y="2255691"/>
            <a:chExt cx="1527048" cy="1508760"/>
          </a:xfrm>
        </p:grpSpPr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1EE5CE19-4B23-6D04-602C-C9DECAE58FA8}"/>
                </a:ext>
              </a:extLst>
            </p:cNvPr>
            <p:cNvGrpSpPr/>
            <p:nvPr/>
          </p:nvGrpSpPr>
          <p:grpSpPr>
            <a:xfrm>
              <a:off x="6393519" y="2255691"/>
              <a:ext cx="1527048" cy="1508760"/>
              <a:chOff x="516782" y="905612"/>
              <a:chExt cx="1530220" cy="1504560"/>
            </a:xfrm>
          </p:grpSpPr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1C1F9158-AA23-EA33-10C7-AE85BC341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Wave 272">
                <a:extLst>
                  <a:ext uri="{FF2B5EF4-FFF2-40B4-BE49-F238E27FC236}">
                    <a16:creationId xmlns:a16="http://schemas.microsoft.com/office/drawing/2014/main" id="{AD2CD81C-C758-2953-C8E4-F46AEA46980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69" name="Group 268">
              <a:extLst>
                <a:ext uri="{FF2B5EF4-FFF2-40B4-BE49-F238E27FC236}">
                  <a16:creationId xmlns:a16="http://schemas.microsoft.com/office/drawing/2014/main" id="{7E58D3A5-A661-4AD3-CA0F-290510DFAB8E}"/>
                </a:ext>
              </a:extLst>
            </p:cNvPr>
            <p:cNvGrpSpPr/>
            <p:nvPr/>
          </p:nvGrpSpPr>
          <p:grpSpPr>
            <a:xfrm>
              <a:off x="6669467" y="2987554"/>
              <a:ext cx="975152" cy="503237"/>
              <a:chOff x="4540378" y="2906572"/>
              <a:chExt cx="975152" cy="503237"/>
            </a:xfrm>
          </p:grpSpPr>
          <p:pic>
            <p:nvPicPr>
              <p:cNvPr id="270" name="Picture 2" descr="Bear Vector | FreeVectors">
                <a:extLst>
                  <a:ext uri="{FF2B5EF4-FFF2-40B4-BE49-F238E27FC236}">
                    <a16:creationId xmlns:a16="http://schemas.microsoft.com/office/drawing/2014/main" id="{C6BD8582-94F1-5917-423B-03A3D6FEE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71" name="Picture 270">
                <a:extLst>
                  <a:ext uri="{FF2B5EF4-FFF2-40B4-BE49-F238E27FC236}">
                    <a16:creationId xmlns:a16="http://schemas.microsoft.com/office/drawing/2014/main" id="{1E06583F-D28F-2929-BA94-65E15EA613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  <p:sp>
          <p:nvSpPr>
            <p:cNvPr id="289" name="Star: 6 Points 288">
              <a:extLst>
                <a:ext uri="{FF2B5EF4-FFF2-40B4-BE49-F238E27FC236}">
                  <a16:creationId xmlns:a16="http://schemas.microsoft.com/office/drawing/2014/main" id="{10A6F934-96C9-951B-37C3-A8BC79A37247}"/>
                </a:ext>
              </a:extLst>
            </p:cNvPr>
            <p:cNvSpPr/>
            <p:nvPr/>
          </p:nvSpPr>
          <p:spPr>
            <a:xfrm>
              <a:off x="6710315" y="256493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9E4A1E9C-F981-CEEB-D77A-853D4A9DBA1B}"/>
              </a:ext>
            </a:extLst>
          </p:cNvPr>
          <p:cNvGrpSpPr/>
          <p:nvPr/>
        </p:nvGrpSpPr>
        <p:grpSpPr>
          <a:xfrm>
            <a:off x="1365199" y="703390"/>
            <a:ext cx="1039477" cy="1022046"/>
            <a:chOff x="1716894" y="703390"/>
            <a:chExt cx="1039477" cy="1022046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DDE1510-05C9-9B8A-0829-D80FFE2E7A4C}"/>
                </a:ext>
              </a:extLst>
            </p:cNvPr>
            <p:cNvGrpSpPr/>
            <p:nvPr/>
          </p:nvGrpSpPr>
          <p:grpSpPr>
            <a:xfrm>
              <a:off x="2015733" y="921542"/>
              <a:ext cx="435583" cy="561416"/>
              <a:chOff x="1837717" y="50257"/>
              <a:chExt cx="453113" cy="584010"/>
            </a:xfrm>
          </p:grpSpPr>
          <p:pic>
            <p:nvPicPr>
              <p:cNvPr id="172" name="Picture 171">
                <a:extLst>
                  <a:ext uri="{FF2B5EF4-FFF2-40B4-BE49-F238E27FC236}">
                    <a16:creationId xmlns:a16="http://schemas.microsoft.com/office/drawing/2014/main" id="{806B7A2A-58E8-E423-5EAD-2980515FDA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3" name="Picture 172">
                <a:extLst>
                  <a:ext uri="{FF2B5EF4-FFF2-40B4-BE49-F238E27FC236}">
                    <a16:creationId xmlns:a16="http://schemas.microsoft.com/office/drawing/2014/main" id="{F1F5B3FF-CC03-EAF7-DEED-A570F22D02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FCA5378-8C34-4BF7-B4F2-007BBA1CA996}"/>
                </a:ext>
              </a:extLst>
            </p:cNvPr>
            <p:cNvGrpSpPr/>
            <p:nvPr/>
          </p:nvGrpSpPr>
          <p:grpSpPr>
            <a:xfrm>
              <a:off x="1716894" y="703390"/>
              <a:ext cx="1039477" cy="1022046"/>
              <a:chOff x="2429071" y="342901"/>
              <a:chExt cx="1530220" cy="1504560"/>
            </a:xfrm>
          </p:grpSpPr>
          <p:sp>
            <p:nvSpPr>
              <p:cNvPr id="14" name="Arrow: Pentagon 13">
                <a:extLst>
                  <a:ext uri="{FF2B5EF4-FFF2-40B4-BE49-F238E27FC236}">
                    <a16:creationId xmlns:a16="http://schemas.microsoft.com/office/drawing/2014/main" id="{F6980E12-086E-4EB4-AF19-B6D38B207A09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078BF35-302B-4B06-958E-5B2C0EB2A4C0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117473" y="1902664"/>
            <a:ext cx="1039477" cy="1022046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49235" y="723686"/>
            <a:ext cx="1039477" cy="1022046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2560948" y="1909660"/>
            <a:ext cx="1039477" cy="1022046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5048475" y="723686"/>
            <a:ext cx="1039477" cy="1022046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123B24E-6FC1-149E-D9B4-D4ACDC49647F}"/>
              </a:ext>
            </a:extLst>
          </p:cNvPr>
          <p:cNvGrpSpPr/>
          <p:nvPr/>
        </p:nvGrpSpPr>
        <p:grpSpPr>
          <a:xfrm>
            <a:off x="375148" y="5643587"/>
            <a:ext cx="1039477" cy="1022046"/>
            <a:chOff x="6222860" y="2939566"/>
            <a:chExt cx="1530220" cy="150456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CEFA8C13-48BE-45A2-966E-C74FDBD076BC}"/>
                </a:ext>
              </a:extLst>
            </p:cNvPr>
            <p:cNvGrpSpPr/>
            <p:nvPr/>
          </p:nvGrpSpPr>
          <p:grpSpPr>
            <a:xfrm>
              <a:off x="6485940" y="3237698"/>
              <a:ext cx="1004057" cy="694061"/>
              <a:chOff x="4408730" y="3718330"/>
              <a:chExt cx="2603249" cy="1799514"/>
            </a:xfrm>
          </p:grpSpPr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1396FBAE-4EE6-4CF1-81E0-4CE6673D7414}"/>
                  </a:ext>
                </a:extLst>
              </p:cNvPr>
              <p:cNvGrpSpPr/>
              <p:nvPr/>
            </p:nvGrpSpPr>
            <p:grpSpPr>
              <a:xfrm>
                <a:off x="4595122" y="4287572"/>
                <a:ext cx="2289255" cy="720969"/>
                <a:chOff x="4247860" y="4659923"/>
                <a:chExt cx="2418618" cy="720969"/>
              </a:xfrm>
            </p:grpSpPr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BEF673D2-858F-40E4-8B28-F154D7054661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6E9C2B30-6CAF-42D8-87F5-FDFE89E504CF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ight Triangle 92">
                  <a:extLst>
                    <a:ext uri="{FF2B5EF4-FFF2-40B4-BE49-F238E27FC236}">
                      <a16:creationId xmlns:a16="http://schemas.microsoft.com/office/drawing/2014/main" id="{D58AF32C-6207-42F2-B3CA-F206D4FBDDAA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16081ED-814C-4FA1-9A06-60B846A71B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62435" y="5006944"/>
                <a:ext cx="2349544" cy="510900"/>
              </a:xfrm>
              <a:prstGeom prst="rect">
                <a:avLst/>
              </a:prstGeom>
            </p:spPr>
          </p:pic>
          <p:sp>
            <p:nvSpPr>
              <p:cNvPr id="85" name="Flowchart: Terminator 84">
                <a:extLst>
                  <a:ext uri="{FF2B5EF4-FFF2-40B4-BE49-F238E27FC236}">
                    <a16:creationId xmlns:a16="http://schemas.microsoft.com/office/drawing/2014/main" id="{2EEC8717-7692-467A-8526-ED76B8BF58EA}"/>
                  </a:ext>
                </a:extLst>
              </p:cNvPr>
              <p:cNvSpPr/>
              <p:nvPr/>
            </p:nvSpPr>
            <p:spPr>
              <a:xfrm>
                <a:off x="6200725" y="4257015"/>
                <a:ext cx="720274" cy="305591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35F6163F-B806-4943-985E-DDE3BDEB8B3E}"/>
                  </a:ext>
                </a:extLst>
              </p:cNvPr>
              <p:cNvSpPr/>
              <p:nvPr/>
            </p:nvSpPr>
            <p:spPr>
              <a:xfrm>
                <a:off x="5961387" y="393954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31B4634-A515-42B2-A967-AC2664103998}"/>
                  </a:ext>
                </a:extLst>
              </p:cNvPr>
              <p:cNvSpPr/>
              <p:nvPr/>
            </p:nvSpPr>
            <p:spPr>
              <a:xfrm rot="2402351">
                <a:off x="6038191" y="371833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5AF64F16-83A8-4593-BEA4-ED740D975664}"/>
                  </a:ext>
                </a:extLst>
              </p:cNvPr>
              <p:cNvSpPr/>
              <p:nvPr/>
            </p:nvSpPr>
            <p:spPr>
              <a:xfrm rot="17535441">
                <a:off x="4630679" y="4217679"/>
                <a:ext cx="202716" cy="51900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777F4C5-D192-49DA-B6AF-EA7BB6118228}"/>
                  </a:ext>
                </a:extLst>
              </p:cNvPr>
              <p:cNvSpPr/>
              <p:nvPr/>
            </p:nvSpPr>
            <p:spPr>
              <a:xfrm>
                <a:off x="4967104" y="4398926"/>
                <a:ext cx="601980" cy="571644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3E2E4285-7C3F-4A9C-9CA1-6E47BC6B9FC2}"/>
                  </a:ext>
                </a:extLst>
              </p:cNvPr>
              <p:cNvSpPr/>
              <p:nvPr/>
            </p:nvSpPr>
            <p:spPr>
              <a:xfrm rot="12147540">
                <a:off x="4408730" y="4195605"/>
                <a:ext cx="87941" cy="3179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9A9F587-9E0F-4233-96A8-571F13FAFFD3}"/>
                </a:ext>
              </a:extLst>
            </p:cNvPr>
            <p:cNvGrpSpPr/>
            <p:nvPr/>
          </p:nvGrpSpPr>
          <p:grpSpPr>
            <a:xfrm>
              <a:off x="6222860" y="2939566"/>
              <a:ext cx="1530220" cy="1504560"/>
              <a:chOff x="2429071" y="342901"/>
              <a:chExt cx="1530220" cy="1504560"/>
            </a:xfrm>
          </p:grpSpPr>
          <p:sp>
            <p:nvSpPr>
              <p:cNvPr id="43" name="Arrow: Pentagon 42">
                <a:extLst>
                  <a:ext uri="{FF2B5EF4-FFF2-40B4-BE49-F238E27FC236}">
                    <a16:creationId xmlns:a16="http://schemas.microsoft.com/office/drawing/2014/main" id="{7F316F00-A7E9-4622-82FC-D83E84078C7B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10F3BF44-CAFC-45C7-B90E-48732040700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7467925" y="723686"/>
            <a:ext cx="1039477" cy="1022046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1306052" y="1889364"/>
            <a:ext cx="1039477" cy="1022046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22030" y="138877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1633909" y="5625353"/>
            <a:ext cx="1039477" cy="1022046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1117737-F929-F4DA-B7EA-2F85EC64C801}"/>
              </a:ext>
            </a:extLst>
          </p:cNvPr>
          <p:cNvGrpSpPr/>
          <p:nvPr/>
        </p:nvGrpSpPr>
        <p:grpSpPr>
          <a:xfrm>
            <a:off x="124167" y="703390"/>
            <a:ext cx="1039477" cy="1022046"/>
            <a:chOff x="475862" y="703390"/>
            <a:chExt cx="1039477" cy="1022046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39FFC28-1B60-4BC7-BF13-2AA834DC5109}"/>
                </a:ext>
              </a:extLst>
            </p:cNvPr>
            <p:cNvGrpSpPr/>
            <p:nvPr/>
          </p:nvGrpSpPr>
          <p:grpSpPr>
            <a:xfrm>
              <a:off x="475862" y="703390"/>
              <a:ext cx="1039477" cy="1022046"/>
              <a:chOff x="475862" y="342901"/>
              <a:chExt cx="1530220" cy="1504560"/>
            </a:xfrm>
          </p:grpSpPr>
          <p:sp>
            <p:nvSpPr>
              <p:cNvPr id="4" name="Arrow: Pentagon 3">
                <a:extLst>
                  <a:ext uri="{FF2B5EF4-FFF2-40B4-BE49-F238E27FC236}">
                    <a16:creationId xmlns:a16="http://schemas.microsoft.com/office/drawing/2014/main" id="{FA655A97-2218-4107-AC84-5B475C7A3BC4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BE52B01-F7B4-422D-A02D-1BEC8BFD221E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3F04CE1A-8BE9-42ED-9871-D19ABD798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82255" y="934349"/>
              <a:ext cx="198962" cy="584010"/>
            </a:xfrm>
            <a:prstGeom prst="rect">
              <a:avLst/>
            </a:prstGeom>
          </p:spPr>
        </p:pic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160F80-9853-41E8-BC49-DD12718B12DA}"/>
              </a:ext>
            </a:extLst>
          </p:cNvPr>
          <p:cNvGrpSpPr/>
          <p:nvPr/>
        </p:nvGrpSpPr>
        <p:grpSpPr>
          <a:xfrm>
            <a:off x="2876647" y="5654768"/>
            <a:ext cx="1039477" cy="1022046"/>
            <a:chOff x="2429071" y="2939566"/>
            <a:chExt cx="1530220" cy="1504560"/>
          </a:xfrm>
        </p:grpSpPr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700C5FA-1D31-442F-B4DC-7D5B511903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2AFF8F27-6CD2-451D-B7AC-EFC0E0752E33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138" name="Arrow: Pentagon 137">
                <a:extLst>
                  <a:ext uri="{FF2B5EF4-FFF2-40B4-BE49-F238E27FC236}">
                    <a16:creationId xmlns:a16="http://schemas.microsoft.com/office/drawing/2014/main" id="{87113B03-C404-4054-B67B-9E5149466B1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C492D8-FC9F-4D29-B1C3-C32DDFA3843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DA267C5-0DAE-36F8-0B47-964268E7B19E}"/>
              </a:ext>
            </a:extLst>
          </p:cNvPr>
          <p:cNvGrpSpPr/>
          <p:nvPr/>
        </p:nvGrpSpPr>
        <p:grpSpPr>
          <a:xfrm>
            <a:off x="4119385" y="5633994"/>
            <a:ext cx="1039477" cy="1022046"/>
            <a:chOff x="7042006" y="498866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E036C27-545F-44D4-8B11-5D4DAF37BA6C}"/>
                </a:ext>
              </a:extLst>
            </p:cNvPr>
            <p:cNvGrpSpPr/>
            <p:nvPr/>
          </p:nvGrpSpPr>
          <p:grpSpPr>
            <a:xfrm>
              <a:off x="7042006" y="4988662"/>
              <a:ext cx="1530220" cy="1504560"/>
              <a:chOff x="2429071" y="342901"/>
              <a:chExt cx="1530220" cy="1504560"/>
            </a:xfrm>
          </p:grpSpPr>
          <p:sp>
            <p:nvSpPr>
              <p:cNvPr id="141" name="Arrow: Pentagon 140">
                <a:extLst>
                  <a:ext uri="{FF2B5EF4-FFF2-40B4-BE49-F238E27FC236}">
                    <a16:creationId xmlns:a16="http://schemas.microsoft.com/office/drawing/2014/main" id="{405C458B-5A37-4183-9C88-9F4CA0902D6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9579F432-B940-43AE-AE78-F930E4D70AD1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2B3C94F6-1FE1-4DB6-9533-B9CE007613CD}"/>
                </a:ext>
              </a:extLst>
            </p:cNvPr>
            <p:cNvGrpSpPr/>
            <p:nvPr/>
          </p:nvGrpSpPr>
          <p:grpSpPr>
            <a:xfrm>
              <a:off x="7404969" y="5447905"/>
              <a:ext cx="794720" cy="525140"/>
              <a:chOff x="7009704" y="3352146"/>
              <a:chExt cx="3690533" cy="2438650"/>
            </a:xfrm>
          </p:grpSpPr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461CEC6E-8C69-49AD-8255-D0718341F27B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1ACAB2FC-278B-4223-BBF9-E023914EBB37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F1285859-786F-4BA6-BD51-499AA919CBF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45" name="Isosceles Triangle 144">
                <a:extLst>
                  <a:ext uri="{FF2B5EF4-FFF2-40B4-BE49-F238E27FC236}">
                    <a16:creationId xmlns:a16="http://schemas.microsoft.com/office/drawing/2014/main" id="{29D5DD58-16D1-4756-83CF-BF82B36B8DC9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41E2DDC4-9253-4CED-BAF4-D04BD1F5000F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14DCA6CC-51AB-4024-A850-81283C6A6A0C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35A3074E-201A-4DF1-8D58-36FCB4B92E9D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A907DEFB-79C8-484E-AA36-8B0D1DACF2D7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CC0DB094-2470-46B7-801F-F7E884006B88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7EF1436-25D2-6577-484D-4045264178C1}"/>
              </a:ext>
            </a:extLst>
          </p:cNvPr>
          <p:cNvGrpSpPr/>
          <p:nvPr/>
        </p:nvGrpSpPr>
        <p:grpSpPr>
          <a:xfrm>
            <a:off x="2595052" y="712293"/>
            <a:ext cx="1039477" cy="1022046"/>
            <a:chOff x="2946747" y="712293"/>
            <a:chExt cx="1039477" cy="1022046"/>
          </a:xfrm>
        </p:grpSpPr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90395E44-5578-A739-EBF2-4054B787170D}"/>
                </a:ext>
              </a:extLst>
            </p:cNvPr>
            <p:cNvGrpSpPr/>
            <p:nvPr/>
          </p:nvGrpSpPr>
          <p:grpSpPr>
            <a:xfrm>
              <a:off x="3216843" y="967871"/>
              <a:ext cx="401119" cy="516996"/>
              <a:chOff x="1837717" y="50257"/>
              <a:chExt cx="453113" cy="584010"/>
            </a:xfrm>
          </p:grpSpPr>
          <p:pic>
            <p:nvPicPr>
              <p:cNvPr id="176" name="Picture 175">
                <a:extLst>
                  <a:ext uri="{FF2B5EF4-FFF2-40B4-BE49-F238E27FC236}">
                    <a16:creationId xmlns:a16="http://schemas.microsoft.com/office/drawing/2014/main" id="{E625946E-19FC-E94D-FDD2-63EEF11A1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7" name="Picture 176">
                <a:extLst>
                  <a:ext uri="{FF2B5EF4-FFF2-40B4-BE49-F238E27FC236}">
                    <a16:creationId xmlns:a16="http://schemas.microsoft.com/office/drawing/2014/main" id="{ADA6FEC9-0B5F-5869-B750-C426CD80B7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sp>
          <p:nvSpPr>
            <p:cNvPr id="132" name="Star: 6 Points 131">
              <a:extLst>
                <a:ext uri="{FF2B5EF4-FFF2-40B4-BE49-F238E27FC236}">
                  <a16:creationId xmlns:a16="http://schemas.microsoft.com/office/drawing/2014/main" id="{E01351FC-2BF9-4997-896B-65FA3D2A1577}"/>
                </a:ext>
              </a:extLst>
            </p:cNvPr>
            <p:cNvSpPr/>
            <p:nvPr/>
          </p:nvSpPr>
          <p:spPr>
            <a:xfrm>
              <a:off x="3581626" y="942961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9C1F97A4-E3D1-4992-B128-897E38BB06EB}"/>
                </a:ext>
              </a:extLst>
            </p:cNvPr>
            <p:cNvGrpSpPr/>
            <p:nvPr/>
          </p:nvGrpSpPr>
          <p:grpSpPr>
            <a:xfrm>
              <a:off x="2946747" y="712293"/>
              <a:ext cx="1039477" cy="1022046"/>
              <a:chOff x="2429071" y="342901"/>
              <a:chExt cx="1530220" cy="1504560"/>
            </a:xfrm>
          </p:grpSpPr>
          <p:sp>
            <p:nvSpPr>
              <p:cNvPr id="153" name="Arrow: Pentagon 152">
                <a:extLst>
                  <a:ext uri="{FF2B5EF4-FFF2-40B4-BE49-F238E27FC236}">
                    <a16:creationId xmlns:a16="http://schemas.microsoft.com/office/drawing/2014/main" id="{67C05A93-BC5B-4859-956A-3018E06B6A5A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49590B0-0A31-45AB-A8F9-67C483EC57F6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53F4CE4-0805-EFBB-CB1D-EED10BA5F197}"/>
              </a:ext>
            </a:extLst>
          </p:cNvPr>
          <p:cNvGrpSpPr/>
          <p:nvPr/>
        </p:nvGrpSpPr>
        <p:grpSpPr>
          <a:xfrm>
            <a:off x="8632622" y="723686"/>
            <a:ext cx="1039477" cy="1022046"/>
            <a:chOff x="6039305" y="902965"/>
            <a:chExt cx="1530220" cy="1504560"/>
          </a:xfrm>
        </p:grpSpPr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75FA9608-B127-4835-944D-78CA37F661CB}"/>
                </a:ext>
              </a:extLst>
            </p:cNvPr>
            <p:cNvGrpSpPr/>
            <p:nvPr/>
          </p:nvGrpSpPr>
          <p:grpSpPr>
            <a:xfrm>
              <a:off x="6439367" y="1314630"/>
              <a:ext cx="485929" cy="721679"/>
              <a:chOff x="7320415" y="4817987"/>
              <a:chExt cx="624134" cy="926934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ECC173EE-FEEA-4C14-95EB-1DFEEF3C000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594D9451-C76F-48E9-9A61-76F0E98A23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F82ED33-036C-4A95-B571-1F3887EF6528}"/>
                </a:ext>
              </a:extLst>
            </p:cNvPr>
            <p:cNvGrpSpPr/>
            <p:nvPr/>
          </p:nvGrpSpPr>
          <p:grpSpPr>
            <a:xfrm>
              <a:off x="6039305" y="902965"/>
              <a:ext cx="1530220" cy="1504560"/>
              <a:chOff x="2429071" y="342901"/>
              <a:chExt cx="1530220" cy="1504560"/>
            </a:xfrm>
          </p:grpSpPr>
          <p:sp>
            <p:nvSpPr>
              <p:cNvPr id="158" name="Arrow: Pentagon 157">
                <a:extLst>
                  <a:ext uri="{FF2B5EF4-FFF2-40B4-BE49-F238E27FC236}">
                    <a16:creationId xmlns:a16="http://schemas.microsoft.com/office/drawing/2014/main" id="{3A12320F-9416-44D4-865F-ED0ACE89653C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A70A0EB0-39A3-45A5-A6A9-97040E8513FC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A4074387-B1CC-4E9E-A33B-D7C6331A88A6}"/>
                </a:ext>
              </a:extLst>
            </p:cNvPr>
            <p:cNvSpPr/>
            <p:nvPr/>
          </p:nvSpPr>
          <p:spPr>
            <a:xfrm>
              <a:off x="6963681" y="1256517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E8727AF-2305-8BFD-FFCF-498EC87032D0}"/>
              </a:ext>
            </a:extLst>
          </p:cNvPr>
          <p:cNvGrpSpPr/>
          <p:nvPr/>
        </p:nvGrpSpPr>
        <p:grpSpPr>
          <a:xfrm>
            <a:off x="3795846" y="1909660"/>
            <a:ext cx="1034434" cy="1022046"/>
            <a:chOff x="2946676" y="1909660"/>
            <a:chExt cx="1039477" cy="1022046"/>
          </a:xfrm>
        </p:grpSpPr>
        <p:pic>
          <p:nvPicPr>
            <p:cNvPr id="167" name="Picture 166">
              <a:extLst>
                <a:ext uri="{FF2B5EF4-FFF2-40B4-BE49-F238E27FC236}">
                  <a16:creationId xmlns:a16="http://schemas.microsoft.com/office/drawing/2014/main" id="{8E68D8FB-9186-080F-1EB9-29B516980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8905671">
              <a:off x="3420145" y="2301521"/>
              <a:ext cx="280318" cy="285879"/>
            </a:xfrm>
            <a:prstGeom prst="rect">
              <a:avLst/>
            </a:prstGeom>
          </p:spPr>
        </p:pic>
        <p:pic>
          <p:nvPicPr>
            <p:cNvPr id="168" name="Picture 6" descr="Chess, knight, game icon - Download on Iconfinder">
              <a:extLst>
                <a:ext uri="{FF2B5EF4-FFF2-40B4-BE49-F238E27FC236}">
                  <a16:creationId xmlns:a16="http://schemas.microsoft.com/office/drawing/2014/main" id="{7FFDA16A-E117-512A-7A80-9EA8A76472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3230361" y="2244276"/>
              <a:ext cx="279326" cy="40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5" name="Arrow: Pentagon 164">
              <a:extLst>
                <a:ext uri="{FF2B5EF4-FFF2-40B4-BE49-F238E27FC236}">
                  <a16:creationId xmlns:a16="http://schemas.microsoft.com/office/drawing/2014/main" id="{1D3472FE-19AF-05FB-9713-C77AD47E5E11}"/>
                </a:ext>
              </a:extLst>
            </p:cNvPr>
            <p:cNvSpPr/>
            <p:nvPr/>
          </p:nvSpPr>
          <p:spPr>
            <a:xfrm rot="5400000">
              <a:off x="3054032" y="2112810"/>
              <a:ext cx="824763" cy="751322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F18123F6-4FCF-6548-75B8-63AD56AC0125}"/>
                </a:ext>
              </a:extLst>
            </p:cNvPr>
            <p:cNvSpPr/>
            <p:nvPr/>
          </p:nvSpPr>
          <p:spPr>
            <a:xfrm>
              <a:off x="2946676" y="1909660"/>
              <a:ext cx="1039477" cy="1022046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Star: 6 Points 168">
              <a:extLst>
                <a:ext uri="{FF2B5EF4-FFF2-40B4-BE49-F238E27FC236}">
                  <a16:creationId xmlns:a16="http://schemas.microsoft.com/office/drawing/2014/main" id="{21CB8A72-4B58-113E-8C76-81618A4D84A2}"/>
                </a:ext>
              </a:extLst>
            </p:cNvPr>
            <p:cNvSpPr/>
            <p:nvPr/>
          </p:nvSpPr>
          <p:spPr>
            <a:xfrm>
              <a:off x="3591127" y="2119208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866F0E-83E8-F67D-388E-619CCC194D23}"/>
              </a:ext>
            </a:extLst>
          </p:cNvPr>
          <p:cNvGrpSpPr/>
          <p:nvPr/>
        </p:nvGrpSpPr>
        <p:grpSpPr>
          <a:xfrm>
            <a:off x="3811561" y="703479"/>
            <a:ext cx="1039477" cy="1022046"/>
            <a:chOff x="4163256" y="703479"/>
            <a:chExt cx="1039477" cy="102204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163256" y="703479"/>
              <a:ext cx="1039477" cy="1022046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D30BD39-244C-D119-35AA-2A83DB9181BC}"/>
                </a:ext>
              </a:extLst>
            </p:cNvPr>
            <p:cNvGrpSpPr/>
            <p:nvPr/>
          </p:nvGrpSpPr>
          <p:grpSpPr>
            <a:xfrm rot="20278686">
              <a:off x="4525915" y="923104"/>
              <a:ext cx="256790" cy="607821"/>
              <a:chOff x="4551437" y="917259"/>
              <a:chExt cx="256790" cy="607821"/>
            </a:xfrm>
          </p:grpSpPr>
          <p:pic>
            <p:nvPicPr>
              <p:cNvPr id="198" name="Picture 197">
                <a:extLst>
                  <a:ext uri="{FF2B5EF4-FFF2-40B4-BE49-F238E27FC236}">
                    <a16:creationId xmlns:a16="http://schemas.microsoft.com/office/drawing/2014/main" id="{A2C44AD5-6D29-E573-DE9C-A6D17A13C1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551437" y="918871"/>
                <a:ext cx="56738" cy="606209"/>
              </a:xfrm>
              <a:prstGeom prst="rect">
                <a:avLst/>
              </a:prstGeom>
            </p:spPr>
          </p:pic>
          <p:pic>
            <p:nvPicPr>
              <p:cNvPr id="199" name="Picture 198">
                <a:extLst>
                  <a:ext uri="{FF2B5EF4-FFF2-40B4-BE49-F238E27FC236}">
                    <a16:creationId xmlns:a16="http://schemas.microsoft.com/office/drawing/2014/main" id="{6A4CDDDF-43C4-C2C1-AB11-965002FF88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751489" y="917259"/>
                <a:ext cx="56738" cy="606209"/>
              </a:xfrm>
              <a:prstGeom prst="rect">
                <a:avLst/>
              </a:prstGeom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14D7741-75E4-9DAF-3E70-0A4C213167F8}"/>
              </a:ext>
            </a:extLst>
          </p:cNvPr>
          <p:cNvGrpSpPr/>
          <p:nvPr/>
        </p:nvGrpSpPr>
        <p:grpSpPr>
          <a:xfrm>
            <a:off x="9787324" y="730303"/>
            <a:ext cx="1039477" cy="1022046"/>
            <a:chOff x="5014784" y="3394739"/>
            <a:chExt cx="1039477" cy="1022046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3B83CDD-6281-53A6-0966-72F329AFB80E}"/>
                </a:ext>
              </a:extLst>
            </p:cNvPr>
            <p:cNvGrpSpPr/>
            <p:nvPr/>
          </p:nvGrpSpPr>
          <p:grpSpPr>
            <a:xfrm>
              <a:off x="5277056" y="3648297"/>
              <a:ext cx="514930" cy="514930"/>
              <a:chOff x="6791479" y="4800533"/>
              <a:chExt cx="514930" cy="514930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F49964B4-C132-7328-3F84-DC56F8ADFF5A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F3B573B4-4328-3670-DF26-F12DCC1D6E8E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23D91CD4-6201-70B3-59F8-17C2ECDE7F48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Rectangle: Rounded Corners 207">
                <a:extLst>
                  <a:ext uri="{FF2B5EF4-FFF2-40B4-BE49-F238E27FC236}">
                    <a16:creationId xmlns:a16="http://schemas.microsoft.com/office/drawing/2014/main" id="{AD241743-B58B-4742-1A40-0BC0A5A33FFB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DD4AC53B-C223-9858-3D19-AC3C5B6FE838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434CA5B1-6C66-14C0-1308-8967449C7C99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581D0DDA-F2CF-1F94-CE18-2FE119612370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2" name="Group 221">
              <a:extLst>
                <a:ext uri="{FF2B5EF4-FFF2-40B4-BE49-F238E27FC236}">
                  <a16:creationId xmlns:a16="http://schemas.microsoft.com/office/drawing/2014/main" id="{DECEB2F9-11D0-9BF1-B6CB-1ED64E6C90ED}"/>
                </a:ext>
              </a:extLst>
            </p:cNvPr>
            <p:cNvGrpSpPr/>
            <p:nvPr/>
          </p:nvGrpSpPr>
          <p:grpSpPr>
            <a:xfrm>
              <a:off x="5014784" y="3394739"/>
              <a:ext cx="1039477" cy="1022046"/>
              <a:chOff x="475862" y="342901"/>
              <a:chExt cx="1530220" cy="1504560"/>
            </a:xfrm>
          </p:grpSpPr>
          <p:sp>
            <p:nvSpPr>
              <p:cNvPr id="224" name="Arrow: Pentagon 223">
                <a:extLst>
                  <a:ext uri="{FF2B5EF4-FFF2-40B4-BE49-F238E27FC236}">
                    <a16:creationId xmlns:a16="http://schemas.microsoft.com/office/drawing/2014/main" id="{15E9D7BA-AC6F-6E85-3517-83228317D71F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72EF084B-F572-820E-9EAC-0B5D7B8DDD5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AA3A47F-08F0-30F4-8C56-3F7A05016C88}"/>
              </a:ext>
            </a:extLst>
          </p:cNvPr>
          <p:cNvGrpSpPr/>
          <p:nvPr/>
        </p:nvGrpSpPr>
        <p:grpSpPr>
          <a:xfrm>
            <a:off x="10954849" y="730303"/>
            <a:ext cx="1039477" cy="1022046"/>
            <a:chOff x="7557348" y="3418032"/>
            <a:chExt cx="1039477" cy="1022046"/>
          </a:xfrm>
        </p:grpSpPr>
        <p:pic>
          <p:nvPicPr>
            <p:cNvPr id="237" name="Picture 236">
              <a:extLst>
                <a:ext uri="{FF2B5EF4-FFF2-40B4-BE49-F238E27FC236}">
                  <a16:creationId xmlns:a16="http://schemas.microsoft.com/office/drawing/2014/main" id="{DC4A1E38-F4B8-0DD7-DBC0-4E071F936C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8611" y="3621541"/>
              <a:ext cx="299663" cy="396772"/>
            </a:xfrm>
            <a:prstGeom prst="rect">
              <a:avLst/>
            </a:prstGeom>
          </p:spPr>
        </p:pic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6B74AD60-E0C4-1E97-C47B-4E271B8177DE}"/>
                </a:ext>
              </a:extLst>
            </p:cNvPr>
            <p:cNvGrpSpPr/>
            <p:nvPr/>
          </p:nvGrpSpPr>
          <p:grpSpPr>
            <a:xfrm>
              <a:off x="7752391" y="3794465"/>
              <a:ext cx="460961" cy="460961"/>
              <a:chOff x="6791479" y="4800533"/>
              <a:chExt cx="514930" cy="514930"/>
            </a:xfrm>
          </p:grpSpPr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ECC49C82-1E0E-0056-4A5C-E05357241B90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FFCAEFAA-52E6-5F8C-FA3D-2CA1BF07EA9B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Rectangle: Rounded Corners 228">
                <a:extLst>
                  <a:ext uri="{FF2B5EF4-FFF2-40B4-BE49-F238E27FC236}">
                    <a16:creationId xmlns:a16="http://schemas.microsoft.com/office/drawing/2014/main" id="{29A21042-443A-F0D4-4482-0DFB4F548051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Rectangle: Rounded Corners 229">
                <a:extLst>
                  <a:ext uri="{FF2B5EF4-FFF2-40B4-BE49-F238E27FC236}">
                    <a16:creationId xmlns:a16="http://schemas.microsoft.com/office/drawing/2014/main" id="{E3CA4EA9-B401-8EF6-7361-A0F65B8BAE2C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31" name="Group 230">
                <a:extLst>
                  <a:ext uri="{FF2B5EF4-FFF2-40B4-BE49-F238E27FC236}">
                    <a16:creationId xmlns:a16="http://schemas.microsoft.com/office/drawing/2014/main" id="{8595BDB1-25A9-1845-108B-5EC23D20A4C9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E854A161-D85C-465F-072A-2B5C95902F9D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B469763C-34CF-794D-ACC9-8277A06E6C5A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9F92DC9F-691D-12D0-D1BD-13527A29FCEA}"/>
                </a:ext>
              </a:extLst>
            </p:cNvPr>
            <p:cNvGrpSpPr/>
            <p:nvPr/>
          </p:nvGrpSpPr>
          <p:grpSpPr>
            <a:xfrm>
              <a:off x="7557348" y="3418032"/>
              <a:ext cx="1039477" cy="1022046"/>
              <a:chOff x="475862" y="342901"/>
              <a:chExt cx="1530220" cy="1504560"/>
            </a:xfrm>
          </p:grpSpPr>
          <p:sp>
            <p:nvSpPr>
              <p:cNvPr id="235" name="Arrow: Pentagon 234">
                <a:extLst>
                  <a:ext uri="{FF2B5EF4-FFF2-40B4-BE49-F238E27FC236}">
                    <a16:creationId xmlns:a16="http://schemas.microsoft.com/office/drawing/2014/main" id="{8AA80966-2BC9-F1D0-C850-9A5A50601F92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5FD16F00-9516-0202-11C9-432D66A9804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D90D1F-A768-4D39-7322-6DEE4C096919}"/>
              </a:ext>
            </a:extLst>
          </p:cNvPr>
          <p:cNvGrpSpPr/>
          <p:nvPr/>
        </p:nvGrpSpPr>
        <p:grpSpPr>
          <a:xfrm>
            <a:off x="1312090" y="555028"/>
            <a:ext cx="1042416" cy="1024128"/>
            <a:chOff x="2307593" y="905612"/>
            <a:chExt cx="1530220" cy="1504560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35FF562C-2F7B-458D-A2EB-6780F0C4DFCF}"/>
                </a:ext>
              </a:extLst>
            </p:cNvPr>
            <p:cNvGrpSpPr/>
            <p:nvPr/>
          </p:nvGrpSpPr>
          <p:grpSpPr>
            <a:xfrm>
              <a:off x="2664423" y="1244833"/>
              <a:ext cx="1003753" cy="919340"/>
              <a:chOff x="1814970" y="864745"/>
              <a:chExt cx="1085793" cy="994481"/>
            </a:xfrm>
          </p:grpSpPr>
          <p:pic>
            <p:nvPicPr>
              <p:cNvPr id="12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3E8B57BF-A170-40F3-B458-E82F05FDEC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1814970" y="864745"/>
                <a:ext cx="1085793" cy="9749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BE2BB978-6C9D-41A1-82D7-424467E673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4970" y="1275135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BE12DDF-2D29-F573-64E6-2FBDDEFD813A}"/>
              </a:ext>
            </a:extLst>
          </p:cNvPr>
          <p:cNvGrpSpPr/>
          <p:nvPr/>
        </p:nvGrpSpPr>
        <p:grpSpPr>
          <a:xfrm>
            <a:off x="125191" y="540032"/>
            <a:ext cx="1042416" cy="1024128"/>
            <a:chOff x="516782" y="905612"/>
            <a:chExt cx="1530220" cy="1504560"/>
          </a:xfrm>
        </p:grpSpPr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33267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376E50D-1EEE-40DB-AEB5-2D03C5199970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2307593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DEDBE9A3-FF54-4271-A021-CFD119EA496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: Diagonal Corners Snipped 46">
                <a:extLst>
                  <a:ext uri="{FF2B5EF4-FFF2-40B4-BE49-F238E27FC236}">
                    <a16:creationId xmlns:a16="http://schemas.microsoft.com/office/drawing/2014/main" id="{72C453EB-C0C6-4AA8-B26F-404C22BEC12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6107406" y="540032"/>
            <a:ext cx="1042416" cy="1024128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3794908" y="543733"/>
            <a:ext cx="1036542" cy="1024128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305238" y="549566"/>
            <a:ext cx="1042416" cy="1024128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2569306" y="5624834"/>
            <a:ext cx="1042416" cy="1024128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ACCF6D-D631-1C09-063E-16C741D426A4}"/>
              </a:ext>
            </a:extLst>
          </p:cNvPr>
          <p:cNvGrpSpPr/>
          <p:nvPr/>
        </p:nvGrpSpPr>
        <p:grpSpPr>
          <a:xfrm>
            <a:off x="8489225" y="554278"/>
            <a:ext cx="1042416" cy="1024128"/>
            <a:chOff x="7768406" y="472274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CAA5CA15-8DF7-4782-BDBB-062A0A5FC673}"/>
                </a:ext>
              </a:extLst>
            </p:cNvPr>
            <p:cNvGrpSpPr/>
            <p:nvPr/>
          </p:nvGrpSpPr>
          <p:grpSpPr>
            <a:xfrm>
              <a:off x="7768406" y="4722741"/>
              <a:ext cx="1530220" cy="1504560"/>
              <a:chOff x="2307593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4D5CDCC-77D0-4AEF-B79C-7A45C91144A2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: Diagonal Corners Snipped 55">
                <a:extLst>
                  <a:ext uri="{FF2B5EF4-FFF2-40B4-BE49-F238E27FC236}">
                    <a16:creationId xmlns:a16="http://schemas.microsoft.com/office/drawing/2014/main" id="{8EA2186D-7A46-4A24-840F-95AB7BE645E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438B3787-A014-4CC3-B211-7A55122774BA}"/>
                </a:ext>
              </a:extLst>
            </p:cNvPr>
            <p:cNvGrpSpPr/>
            <p:nvPr/>
          </p:nvGrpSpPr>
          <p:grpSpPr>
            <a:xfrm>
              <a:off x="8115013" y="5121610"/>
              <a:ext cx="868585" cy="907769"/>
              <a:chOff x="2189444" y="4586095"/>
              <a:chExt cx="1002523" cy="1047750"/>
            </a:xfrm>
          </p:grpSpPr>
          <p:pic>
            <p:nvPicPr>
              <p:cNvPr id="92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329093DF-4B2E-4D50-8C71-80F84C82B8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5B4D0619-B841-4529-B1CB-3C5DDF838A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4B22EB7-8803-CA14-D7F5-C52B6B3A50D6}"/>
              </a:ext>
            </a:extLst>
          </p:cNvPr>
          <p:cNvGrpSpPr/>
          <p:nvPr/>
        </p:nvGrpSpPr>
        <p:grpSpPr>
          <a:xfrm>
            <a:off x="188462" y="5639830"/>
            <a:ext cx="1042416" cy="1024128"/>
            <a:chOff x="5889215" y="2832151"/>
            <a:chExt cx="1530220" cy="1504560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BB64FCA7-9810-44ED-880D-FB82A9DAEB69}"/>
                </a:ext>
              </a:extLst>
            </p:cNvPr>
            <p:cNvGrpSpPr/>
            <p:nvPr/>
          </p:nvGrpSpPr>
          <p:grpSpPr>
            <a:xfrm>
              <a:off x="5889215" y="2832151"/>
              <a:ext cx="1530220" cy="1504560"/>
              <a:chOff x="2307593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6B710D9-B670-4FBE-8AC0-A9AAD07914A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Rectangle: Diagonal Corners Snipped 67">
                <a:extLst>
                  <a:ext uri="{FF2B5EF4-FFF2-40B4-BE49-F238E27FC236}">
                    <a16:creationId xmlns:a16="http://schemas.microsoft.com/office/drawing/2014/main" id="{CEF10075-2F74-4A94-8349-77D619DBBA7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2F600ABF-70A4-45E1-948F-9F382B243621}"/>
                </a:ext>
              </a:extLst>
            </p:cNvPr>
            <p:cNvGrpSpPr/>
            <p:nvPr/>
          </p:nvGrpSpPr>
          <p:grpSpPr>
            <a:xfrm>
              <a:off x="6228970" y="3208212"/>
              <a:ext cx="880507" cy="949977"/>
              <a:chOff x="3478591" y="4575175"/>
              <a:chExt cx="1004261" cy="1083495"/>
            </a:xfrm>
          </p:grpSpPr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F4798580-7EA1-4AB0-BF27-EBDA252B1329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A55C0B9A-D03E-4EF0-95C6-3CE143C4A970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347EED1F-C27C-498C-87BC-16295549A435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058E406A-EF09-45F1-BC00-6E2DD2D9881D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ED05CDFC-7600-4A6A-8954-F3F449B442C5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0BB47D4B-64F9-42A0-B012-B02D307ACB87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EA2412D6-D746-4432-85C2-6915FBBA6DAF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F9F99F91-BCC1-4178-9EB6-1A32E63065C2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80D60CCE-AF6D-4304-B03E-E33FF3342AD6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3BD93ABD-F3CA-492B-8423-31748FD7DEFB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0BBF8DEE-05CA-4F8C-AE41-D9F13BED9FC9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9C199894-92FA-4D69-B03B-EE99BCD35EC0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DC63914F-F4D9-41D3-BCCC-AFBAB72F1251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5738A70-47D7-4DDF-96B4-ABBFA8BDBEF0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26E41EC1-0907-41CC-854C-599FA54C5A41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289BD004-8DFD-43D3-ABB0-CD53BE91EC2E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CCB5054-A22C-16DB-E96F-C167CB1109C7}"/>
              </a:ext>
            </a:extLst>
          </p:cNvPr>
          <p:cNvGrpSpPr/>
          <p:nvPr/>
        </p:nvGrpSpPr>
        <p:grpSpPr>
          <a:xfrm>
            <a:off x="2555967" y="1766262"/>
            <a:ext cx="1042416" cy="1024128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975704" y="3476235"/>
              <a:ext cx="659664" cy="577697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804747D1-DE8A-47C5-A4A2-03864EAC3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77627" y="3179124"/>
              <a:ext cx="298536" cy="472801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936137-DC6F-1CFD-6934-3937A91257A3}"/>
              </a:ext>
            </a:extLst>
          </p:cNvPr>
          <p:cNvGrpSpPr/>
          <p:nvPr/>
        </p:nvGrpSpPr>
        <p:grpSpPr>
          <a:xfrm>
            <a:off x="3746768" y="1770848"/>
            <a:ext cx="1042416" cy="1024128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0816" y="3604557"/>
              <a:ext cx="335419" cy="444116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BB5A80E4-1115-4115-8B8D-C21C91932754}"/>
                </a:ext>
              </a:extLst>
            </p:cNvPr>
            <p:cNvGrpSpPr/>
            <p:nvPr/>
          </p:nvGrpSpPr>
          <p:grpSpPr>
            <a:xfrm>
              <a:off x="2572538" y="3464317"/>
              <a:ext cx="659664" cy="577697"/>
              <a:chOff x="3741815" y="4973520"/>
              <a:chExt cx="1685668" cy="1310075"/>
            </a:xfrm>
          </p:grpSpPr>
          <p:pic>
            <p:nvPicPr>
              <p:cNvPr id="131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87FD14B-081B-40A4-8E83-FA66422D65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2" name="Arrow: Up 131">
                <a:extLst>
                  <a:ext uri="{FF2B5EF4-FFF2-40B4-BE49-F238E27FC236}">
                    <a16:creationId xmlns:a16="http://schemas.microsoft.com/office/drawing/2014/main" id="{2AF42F16-E8BE-4C5A-B5D4-689AA03B47A8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21B07E6B-5BE2-4A96-9FE7-42E5918B4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572223" y="3157282"/>
              <a:ext cx="298536" cy="472801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334A7B-3FAE-9741-5510-A12B39A1B792}"/>
              </a:ext>
            </a:extLst>
          </p:cNvPr>
          <p:cNvGrpSpPr/>
          <p:nvPr/>
        </p:nvGrpSpPr>
        <p:grpSpPr>
          <a:xfrm>
            <a:off x="4970233" y="1784547"/>
            <a:ext cx="1042416" cy="1024128"/>
            <a:chOff x="7746989" y="2832151"/>
            <a:chExt cx="1530220" cy="1504560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ACF57C6C-313C-4FC7-A649-366C3E5FFE1E}"/>
                </a:ext>
              </a:extLst>
            </p:cNvPr>
            <p:cNvGrpSpPr/>
            <p:nvPr/>
          </p:nvGrpSpPr>
          <p:grpSpPr>
            <a:xfrm>
              <a:off x="7746989" y="2832151"/>
              <a:ext cx="1530220" cy="1504560"/>
              <a:chOff x="2307593" y="905612"/>
              <a:chExt cx="1530220" cy="1504560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02239135-859E-43A9-BD55-97B59219A06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: Diagonal Corners Snipped 76">
                <a:extLst>
                  <a:ext uri="{FF2B5EF4-FFF2-40B4-BE49-F238E27FC236}">
                    <a16:creationId xmlns:a16="http://schemas.microsoft.com/office/drawing/2014/main" id="{D555D047-323E-4868-9EE8-FC07C8B09D78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5BDD27C8-7358-4FD7-801D-7B396098AA4A}"/>
                </a:ext>
              </a:extLst>
            </p:cNvPr>
            <p:cNvGrpSpPr/>
            <p:nvPr/>
          </p:nvGrpSpPr>
          <p:grpSpPr>
            <a:xfrm>
              <a:off x="7983595" y="3206154"/>
              <a:ext cx="659664" cy="577697"/>
              <a:chOff x="3741815" y="4973520"/>
              <a:chExt cx="1685668" cy="1310075"/>
            </a:xfrm>
          </p:grpSpPr>
          <p:pic>
            <p:nvPicPr>
              <p:cNvPr id="136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15786A9-42BB-438F-A383-226ADA5422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7" name="Arrow: Up 136">
                <a:extLst>
                  <a:ext uri="{FF2B5EF4-FFF2-40B4-BE49-F238E27FC236}">
                    <a16:creationId xmlns:a16="http://schemas.microsoft.com/office/drawing/2014/main" id="{C650AF9B-FF02-420E-A121-DF986C84ECCD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82376DA7-DFE4-4796-B221-DA3508EB9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517588" y="3706667"/>
              <a:ext cx="494234" cy="499163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20CFF58-0DEE-6EEF-D07C-FEDE4699EEC3}"/>
              </a:ext>
            </a:extLst>
          </p:cNvPr>
          <p:cNvGrpSpPr/>
          <p:nvPr/>
        </p:nvGrpSpPr>
        <p:grpSpPr>
          <a:xfrm>
            <a:off x="1375361" y="5624834"/>
            <a:ext cx="1042416" cy="1024128"/>
            <a:chOff x="516780" y="4702646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A99BE90F-70E2-475C-9A4A-EE47A4700058}"/>
                </a:ext>
              </a:extLst>
            </p:cNvPr>
            <p:cNvGrpSpPr/>
            <p:nvPr/>
          </p:nvGrpSpPr>
          <p:grpSpPr>
            <a:xfrm>
              <a:off x="516780" y="4702646"/>
              <a:ext cx="1530220" cy="1504560"/>
              <a:chOff x="2307593" y="905612"/>
              <a:chExt cx="1530220" cy="1504560"/>
            </a:xfrm>
          </p:grpSpPr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B3B106CB-10DD-4130-BFCC-73FA57F2C27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Rectangle: Diagonal Corners Snipped 125">
                <a:extLst>
                  <a:ext uri="{FF2B5EF4-FFF2-40B4-BE49-F238E27FC236}">
                    <a16:creationId xmlns:a16="http://schemas.microsoft.com/office/drawing/2014/main" id="{3DE9A7E3-52A8-495A-93DE-94AFFEBB4A0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D6C2FC14-0DC4-4705-97D3-8FBC821565EC}"/>
                </a:ext>
              </a:extLst>
            </p:cNvPr>
            <p:cNvGrpSpPr/>
            <p:nvPr/>
          </p:nvGrpSpPr>
          <p:grpSpPr>
            <a:xfrm>
              <a:off x="897610" y="5105027"/>
              <a:ext cx="880507" cy="949977"/>
              <a:chOff x="3478591" y="4575175"/>
              <a:chExt cx="1004261" cy="1083495"/>
            </a:xfrm>
          </p:grpSpPr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1D7629E5-3D9F-4383-8464-479113B85352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B169515D-E60A-4DC6-900D-10A8955C2583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1F08F85C-9D1A-46D4-9A0D-B2C1354507FB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2A24438B-8998-4BEA-B753-3D22BFF1D793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AAC5BF55-0071-4113-900E-F3A84070F7D2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8FF51E79-9880-4C69-8526-1F2A4645FCFC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1B830815-C6DD-401B-B159-BF422CF930DB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FA193965-BF0A-4569-9191-47D20A66A14D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5B861759-102D-4A4E-B8A1-1C867E2471CB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DEC76EEA-AE8E-4286-8C19-D5D6F78EC98E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D522A523-80D1-4FC8-AAA8-95F6521C41FE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E664B11E-B5EE-45B7-BC18-59417F943145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2631F725-0AC8-4620-B30D-856484C6D22D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82D1FA6A-EB05-46C8-9666-6257328A6615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EF80B893-DF2B-4CFA-831B-418E0DD83E5F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F4D8E34-6D54-43E3-AB90-467CF525EE53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E0F5914E-CF94-46EA-900A-32691405FF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7242" y="5014852"/>
              <a:ext cx="221501" cy="350798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D79D8BA-CA9B-D7E1-0AB6-0E3C70C8915B}"/>
              </a:ext>
            </a:extLst>
          </p:cNvPr>
          <p:cNvGrpSpPr/>
          <p:nvPr/>
        </p:nvGrpSpPr>
        <p:grpSpPr>
          <a:xfrm>
            <a:off x="3765619" y="5636868"/>
            <a:ext cx="1042416" cy="1024128"/>
            <a:chOff x="9537800" y="2832151"/>
            <a:chExt cx="1530220" cy="1504560"/>
          </a:xfrm>
        </p:grpSpPr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2F72A420-EB6D-4746-A3A2-FB5559A1A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905514" y="3419483"/>
              <a:ext cx="900481" cy="622531"/>
            </a:xfrm>
            <a:prstGeom prst="rect">
              <a:avLst/>
            </a:prstGeom>
          </p:spPr>
        </p:pic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8460EC5-D327-4469-8453-28B1A5F6438C}"/>
                </a:ext>
              </a:extLst>
            </p:cNvPr>
            <p:cNvGrpSpPr/>
            <p:nvPr/>
          </p:nvGrpSpPr>
          <p:grpSpPr>
            <a:xfrm>
              <a:off x="9537800" y="2832151"/>
              <a:ext cx="1530220" cy="1504560"/>
              <a:chOff x="2307593" y="905612"/>
              <a:chExt cx="1530220" cy="1504560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76955E1-C096-4A08-BAD6-D96F681445F7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Rectangle: Diagonal Corners Snipped 73">
                <a:extLst>
                  <a:ext uri="{FF2B5EF4-FFF2-40B4-BE49-F238E27FC236}">
                    <a16:creationId xmlns:a16="http://schemas.microsoft.com/office/drawing/2014/main" id="{D6CB01D4-E4B9-4256-AF1E-03B6FDE8764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AE8D43CF-C443-473E-949A-6E72BCA50D85}"/>
                </a:ext>
              </a:extLst>
            </p:cNvPr>
            <p:cNvGrpSpPr/>
            <p:nvPr/>
          </p:nvGrpSpPr>
          <p:grpSpPr>
            <a:xfrm>
              <a:off x="9855587" y="3184517"/>
              <a:ext cx="553014" cy="416070"/>
              <a:chOff x="4159039" y="1783037"/>
              <a:chExt cx="1173327" cy="882773"/>
            </a:xfrm>
          </p:grpSpPr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EC427E02-3A37-4C66-8D59-021AA179A362}"/>
                  </a:ext>
                </a:extLst>
              </p:cNvPr>
              <p:cNvCxnSpPr/>
              <p:nvPr/>
            </p:nvCxnSpPr>
            <p:spPr>
              <a:xfrm>
                <a:off x="4370638" y="1797365"/>
                <a:ext cx="169273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A5B71193-66B6-4A81-BE00-D02F95D6AB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6868" y="1783037"/>
                <a:ext cx="0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4FA0E24F-09CF-42BF-B898-B13A5EFBAE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51510" y="1854676"/>
                <a:ext cx="221201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066F8A03-9A39-40B4-A1ED-510E6A0E4B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93826" y="2173084"/>
                <a:ext cx="538540" cy="492726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7423EC4A-BA9A-4B2A-9778-42A01AB80A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9039" y="1995854"/>
                <a:ext cx="353163" cy="631024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0B6F846-C4F9-E401-8896-CD8FFE9BD462}"/>
              </a:ext>
            </a:extLst>
          </p:cNvPr>
          <p:cNvGrpSpPr/>
          <p:nvPr/>
        </p:nvGrpSpPr>
        <p:grpSpPr>
          <a:xfrm>
            <a:off x="2555967" y="538105"/>
            <a:ext cx="1036542" cy="1024128"/>
            <a:chOff x="4077215" y="3324394"/>
            <a:chExt cx="1527048" cy="1508760"/>
          </a:xfrm>
        </p:grpSpPr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54B36780-C553-B7D8-4E49-8FECE4228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80530" y="3982521"/>
              <a:ext cx="618854" cy="628074"/>
            </a:xfrm>
            <a:prstGeom prst="rect">
              <a:avLst/>
            </a:prstGeom>
          </p:spPr>
        </p:pic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4B400873-0C9E-4423-9AA0-BC020058D37B}"/>
                </a:ext>
              </a:extLst>
            </p:cNvPr>
            <p:cNvGrpSpPr/>
            <p:nvPr/>
          </p:nvGrpSpPr>
          <p:grpSpPr>
            <a:xfrm>
              <a:off x="4077215" y="3324394"/>
              <a:ext cx="1527048" cy="1508760"/>
              <a:chOff x="2307593" y="905612"/>
              <a:chExt cx="1530220" cy="1504560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DB82B7C9-BC14-44C9-A9C4-1D02CCD99AC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: Diagonal Corners Snipped 168">
                <a:extLst>
                  <a:ext uri="{FF2B5EF4-FFF2-40B4-BE49-F238E27FC236}">
                    <a16:creationId xmlns:a16="http://schemas.microsoft.com/office/drawing/2014/main" id="{C7387397-DBAE-4625-9B0F-19A78A36DF3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87B569F2-038D-455E-9BD7-549E5D91B3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8909646">
              <a:off x="4185806" y="3743727"/>
              <a:ext cx="712237" cy="7157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7B2A0EF-1979-E35C-2879-1FA7BBC58F57}"/>
              </a:ext>
            </a:extLst>
          </p:cNvPr>
          <p:cNvGrpSpPr/>
          <p:nvPr/>
        </p:nvGrpSpPr>
        <p:grpSpPr>
          <a:xfrm>
            <a:off x="9686565" y="549566"/>
            <a:ext cx="1042416" cy="1029932"/>
            <a:chOff x="7752478" y="874175"/>
            <a:chExt cx="1530220" cy="1504560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EB014950-C56C-42CE-BAF5-D856BA2EEDC7}"/>
                </a:ext>
              </a:extLst>
            </p:cNvPr>
            <p:cNvGrpSpPr/>
            <p:nvPr/>
          </p:nvGrpSpPr>
          <p:grpSpPr>
            <a:xfrm>
              <a:off x="7752478" y="874175"/>
              <a:ext cx="1530220" cy="1504560"/>
              <a:chOff x="2307593" y="905612"/>
              <a:chExt cx="1530220" cy="1504560"/>
            </a:xfrm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AA349387-05FA-40A6-A796-C09715BB636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Rectangle: Diagonal Corners Snipped 177">
                <a:extLst>
                  <a:ext uri="{FF2B5EF4-FFF2-40B4-BE49-F238E27FC236}">
                    <a16:creationId xmlns:a16="http://schemas.microsoft.com/office/drawing/2014/main" id="{CE70C793-C9DF-4169-916F-FF7BCCE53387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8482768B-D691-46A1-A3B0-C988BAF266CB}"/>
                </a:ext>
              </a:extLst>
            </p:cNvPr>
            <p:cNvGrpSpPr/>
            <p:nvPr/>
          </p:nvGrpSpPr>
          <p:grpSpPr>
            <a:xfrm>
              <a:off x="8299938" y="1482958"/>
              <a:ext cx="667732" cy="697855"/>
              <a:chOff x="2189444" y="4586095"/>
              <a:chExt cx="1002523" cy="1047750"/>
            </a:xfrm>
          </p:grpSpPr>
          <p:pic>
            <p:nvPicPr>
              <p:cNvPr id="180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4A75F85F-2C81-498D-8756-40D31B81A30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1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C8034F9E-4A49-482F-A8DF-41DFA26F61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2" name="Star: 6 Points 181">
              <a:extLst>
                <a:ext uri="{FF2B5EF4-FFF2-40B4-BE49-F238E27FC236}">
                  <a16:creationId xmlns:a16="http://schemas.microsoft.com/office/drawing/2014/main" id="{CDC117B5-D619-4705-9961-FB144DA207D5}"/>
                </a:ext>
              </a:extLst>
            </p:cNvPr>
            <p:cNvSpPr/>
            <p:nvPr/>
          </p:nvSpPr>
          <p:spPr>
            <a:xfrm>
              <a:off x="8035114" y="1178155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219C5F-BD55-A0D1-E3CB-44166440B4E7}"/>
              </a:ext>
            </a:extLst>
          </p:cNvPr>
          <p:cNvGrpSpPr/>
          <p:nvPr/>
        </p:nvGrpSpPr>
        <p:grpSpPr>
          <a:xfrm>
            <a:off x="4968695" y="540032"/>
            <a:ext cx="1036542" cy="1024128"/>
            <a:chOff x="6755432" y="3347201"/>
            <a:chExt cx="1527048" cy="1508760"/>
          </a:xfrm>
        </p:grpSpPr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6B3BE90A-6584-667F-B1B9-332D085ECD0A}"/>
                </a:ext>
              </a:extLst>
            </p:cNvPr>
            <p:cNvGrpSpPr/>
            <p:nvPr/>
          </p:nvGrpSpPr>
          <p:grpSpPr>
            <a:xfrm>
              <a:off x="6755432" y="3347201"/>
              <a:ext cx="1527048" cy="1508760"/>
              <a:chOff x="2307593" y="905612"/>
              <a:chExt cx="1530220" cy="1504560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4DCA3667-67FD-E94F-A217-FBE7D7B6EAD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: Diagonal Corners Snipped 188">
                <a:extLst>
                  <a:ext uri="{FF2B5EF4-FFF2-40B4-BE49-F238E27FC236}">
                    <a16:creationId xmlns:a16="http://schemas.microsoft.com/office/drawing/2014/main" id="{026CDF47-0BA5-7AA2-8565-2CE692A6367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7466285-6FF7-828C-F0FF-296A094B8D03}"/>
                </a:ext>
              </a:extLst>
            </p:cNvPr>
            <p:cNvGrpSpPr/>
            <p:nvPr/>
          </p:nvGrpSpPr>
          <p:grpSpPr>
            <a:xfrm>
              <a:off x="6946781" y="3888939"/>
              <a:ext cx="1005880" cy="783030"/>
              <a:chOff x="6864023" y="3766534"/>
              <a:chExt cx="1113578" cy="866868"/>
            </a:xfrm>
          </p:grpSpPr>
          <p:pic>
            <p:nvPicPr>
              <p:cNvPr id="185" name="Picture 184">
                <a:extLst>
                  <a:ext uri="{FF2B5EF4-FFF2-40B4-BE49-F238E27FC236}">
                    <a16:creationId xmlns:a16="http://schemas.microsoft.com/office/drawing/2014/main" id="{C99FAF2C-A1E0-506D-083D-3C1BB46810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58747" y="4005328"/>
                <a:ext cx="618854" cy="628074"/>
              </a:xfrm>
              <a:prstGeom prst="rect">
                <a:avLst/>
              </a:prstGeom>
            </p:spPr>
          </p:pic>
          <p:pic>
            <p:nvPicPr>
              <p:cNvPr id="187" name="Picture 2" descr="Ax, halberd, knight, medieval, spear, warrior, weapon icon - Download on  Iconfinder">
                <a:extLst>
                  <a:ext uri="{FF2B5EF4-FFF2-40B4-BE49-F238E27FC236}">
                    <a16:creationId xmlns:a16="http://schemas.microsoft.com/office/drawing/2014/main" id="{A8CA8B41-6F98-597D-07EE-89F50BA9B5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909646">
                <a:off x="6864023" y="3766534"/>
                <a:ext cx="712237" cy="71570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92" name="Star: 6 Points 191">
              <a:extLst>
                <a:ext uri="{FF2B5EF4-FFF2-40B4-BE49-F238E27FC236}">
                  <a16:creationId xmlns:a16="http://schemas.microsoft.com/office/drawing/2014/main" id="{A9E9074A-4C64-B572-F51D-616B8A7767E6}"/>
                </a:ext>
              </a:extLst>
            </p:cNvPr>
            <p:cNvSpPr/>
            <p:nvPr/>
          </p:nvSpPr>
          <p:spPr>
            <a:xfrm>
              <a:off x="7428862" y="363496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AC38CB9-2FDB-36A5-6613-60D377392D8E}"/>
              </a:ext>
            </a:extLst>
          </p:cNvPr>
          <p:cNvGrpSpPr/>
          <p:nvPr/>
        </p:nvGrpSpPr>
        <p:grpSpPr>
          <a:xfrm>
            <a:off x="125191" y="1753958"/>
            <a:ext cx="1036542" cy="1024128"/>
            <a:chOff x="2577342" y="3201375"/>
            <a:chExt cx="1527048" cy="1508760"/>
          </a:xfrm>
        </p:grpSpPr>
        <p:pic>
          <p:nvPicPr>
            <p:cNvPr id="193" name="Picture 6" descr="Chess, knight, game icon - Download on Iconfinder">
              <a:extLst>
                <a:ext uri="{FF2B5EF4-FFF2-40B4-BE49-F238E27FC236}">
                  <a16:creationId xmlns:a16="http://schemas.microsoft.com/office/drawing/2014/main" id="{B753F50D-9737-C90C-51B3-0CF77899D0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978515" y="3762278"/>
              <a:ext cx="416591" cy="5971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B8857A9E-4287-9889-AAA5-D6D226CF5184}"/>
                </a:ext>
              </a:extLst>
            </p:cNvPr>
            <p:cNvGrpSpPr/>
            <p:nvPr/>
          </p:nvGrpSpPr>
          <p:grpSpPr>
            <a:xfrm>
              <a:off x="2577342" y="3201375"/>
              <a:ext cx="1527048" cy="1508760"/>
              <a:chOff x="2307593" y="905612"/>
              <a:chExt cx="1530220" cy="1504560"/>
            </a:xfrm>
          </p:grpSpPr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3807ACBD-613C-9A30-0D82-465363A40E2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: Diagonal Corners Snipped 200">
                <a:extLst>
                  <a:ext uri="{FF2B5EF4-FFF2-40B4-BE49-F238E27FC236}">
                    <a16:creationId xmlns:a16="http://schemas.microsoft.com/office/drawing/2014/main" id="{0B82E183-5845-F2A3-1CE2-F698D1FA4F6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2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6F80209F-6188-53CE-64A7-C9E7934B0C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400210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77F2DD2-99B8-A51B-1F05-7A4F9B65644E}"/>
              </a:ext>
            </a:extLst>
          </p:cNvPr>
          <p:cNvGrpSpPr/>
          <p:nvPr/>
        </p:nvGrpSpPr>
        <p:grpSpPr>
          <a:xfrm>
            <a:off x="1322275" y="1743532"/>
            <a:ext cx="1036542" cy="1024128"/>
            <a:chOff x="5723088" y="3201375"/>
            <a:chExt cx="1527048" cy="1508760"/>
          </a:xfrm>
        </p:grpSpPr>
        <p:pic>
          <p:nvPicPr>
            <p:cNvPr id="21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524415A-C058-E6E4-B74D-470BA7EF46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583826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8958A2D4-C364-7FD9-EA9F-F5AC8B2CEE74}"/>
                </a:ext>
              </a:extLst>
            </p:cNvPr>
            <p:cNvGrpSpPr/>
            <p:nvPr/>
          </p:nvGrpSpPr>
          <p:grpSpPr>
            <a:xfrm>
              <a:off x="5723088" y="3201375"/>
              <a:ext cx="1527048" cy="1508760"/>
              <a:chOff x="2307593" y="905612"/>
              <a:chExt cx="1530220" cy="1504560"/>
            </a:xfrm>
          </p:grpSpPr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E1A21FB0-F04D-2652-9169-E17D4EF89A0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Rectangle: Diagonal Corners Snipped 209">
                <a:extLst>
                  <a:ext uri="{FF2B5EF4-FFF2-40B4-BE49-F238E27FC236}">
                    <a16:creationId xmlns:a16="http://schemas.microsoft.com/office/drawing/2014/main" id="{0E53F9B4-C7A7-D75A-4D0D-FA3F256DD79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247AAE13-D0C7-BC58-3CD3-982E215DEF3E}"/>
                </a:ext>
              </a:extLst>
            </p:cNvPr>
            <p:cNvGrpSpPr/>
            <p:nvPr/>
          </p:nvGrpSpPr>
          <p:grpSpPr>
            <a:xfrm>
              <a:off x="5978396" y="3765146"/>
              <a:ext cx="658297" cy="579310"/>
              <a:chOff x="3741815" y="4973520"/>
              <a:chExt cx="1685668" cy="1310075"/>
            </a:xfrm>
          </p:grpSpPr>
          <p:pic>
            <p:nvPicPr>
              <p:cNvPr id="207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BEC3A530-FD1B-2C49-DDB5-ACFCA29896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08" name="Arrow: Up 207">
                <a:extLst>
                  <a:ext uri="{FF2B5EF4-FFF2-40B4-BE49-F238E27FC236}">
                    <a16:creationId xmlns:a16="http://schemas.microsoft.com/office/drawing/2014/main" id="{9B75D54C-7D6D-588D-DB65-65B9A63198F4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096000" y="601563"/>
            <a:ext cx="1042416" cy="1024128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8524294" y="601563"/>
            <a:ext cx="1042416" cy="1024128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1331317" y="1823019"/>
            <a:ext cx="1042416" cy="1024128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118611" y="5679557"/>
            <a:ext cx="1042416" cy="1024128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3A97069-E485-FFB9-0066-EF5D36A82AE5}"/>
              </a:ext>
            </a:extLst>
          </p:cNvPr>
          <p:cNvGrpSpPr/>
          <p:nvPr/>
        </p:nvGrpSpPr>
        <p:grpSpPr>
          <a:xfrm>
            <a:off x="132119" y="623474"/>
            <a:ext cx="1036542" cy="1024128"/>
            <a:chOff x="4575230" y="2860750"/>
            <a:chExt cx="1527048" cy="1508760"/>
          </a:xfrm>
        </p:grpSpPr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931B3616-A87C-48CE-AD81-6675201FF79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2306956" flipV="1">
              <a:off x="5242348" y="3156333"/>
              <a:ext cx="235359" cy="1174676"/>
            </a:xfrm>
            <a:prstGeom prst="rect">
              <a:avLst/>
            </a:prstGeom>
          </p:spPr>
        </p:pic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4575230" y="2860750"/>
              <a:ext cx="1527048" cy="15087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42CF1B-1557-CB9F-9DC8-5ADEDA6CE660}"/>
              </a:ext>
            </a:extLst>
          </p:cNvPr>
          <p:cNvGrpSpPr/>
          <p:nvPr/>
        </p:nvGrpSpPr>
        <p:grpSpPr>
          <a:xfrm>
            <a:off x="2498107" y="593551"/>
            <a:ext cx="1036542" cy="1024128"/>
            <a:chOff x="7624606" y="2847147"/>
            <a:chExt cx="1527048" cy="15087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8254539" y="3286664"/>
              <a:ext cx="429684" cy="859996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7624606" y="2847147"/>
              <a:ext cx="1527048" cy="15087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7761947" y="3094293"/>
              <a:ext cx="1252364" cy="121753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126245" y="1811481"/>
            <a:ext cx="1042416" cy="1024128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7320264" y="609725"/>
            <a:ext cx="1042416" cy="1024128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20497FF-6E49-8F80-CFEE-02580E0A27FB}"/>
              </a:ext>
            </a:extLst>
          </p:cNvPr>
          <p:cNvGrpSpPr/>
          <p:nvPr/>
        </p:nvGrpSpPr>
        <p:grpSpPr>
          <a:xfrm>
            <a:off x="3698743" y="595430"/>
            <a:ext cx="1042416" cy="1024128"/>
            <a:chOff x="423110" y="896820"/>
            <a:chExt cx="1530220" cy="1504560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4C20D85B-0CDB-4BF3-8765-FB7EE0D21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912575" y="1298130"/>
              <a:ext cx="319021" cy="857602"/>
            </a:xfrm>
            <a:prstGeom prst="rect">
              <a:avLst/>
            </a:prstGeom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634A5BA-B184-46C0-84E0-3FDAFA6678C5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896820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Hexagon 2">
                <a:extLst>
                  <a:ext uri="{FF2B5EF4-FFF2-40B4-BE49-F238E27FC236}">
                    <a16:creationId xmlns:a16="http://schemas.microsoft.com/office/drawing/2014/main" id="{EE130065-50E4-439E-8308-F148837AE96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DAFD0C5D-89D8-4FC9-8EF3-67565193686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54089" y="1529141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E38F3A-F8BD-609B-FADA-75F739972FA2}"/>
              </a:ext>
            </a:extLst>
          </p:cNvPr>
          <p:cNvGrpSpPr/>
          <p:nvPr/>
        </p:nvGrpSpPr>
        <p:grpSpPr>
          <a:xfrm>
            <a:off x="2551069" y="4495474"/>
            <a:ext cx="1042416" cy="1024128"/>
            <a:chOff x="423110" y="4691028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76130B37-6AF5-435A-925E-84B3E53619DF}"/>
                </a:ext>
              </a:extLst>
            </p:cNvPr>
            <p:cNvGrpSpPr/>
            <p:nvPr/>
          </p:nvGrpSpPr>
          <p:grpSpPr>
            <a:xfrm>
              <a:off x="423110" y="4691028"/>
              <a:ext cx="1530220" cy="1504560"/>
              <a:chOff x="8347910" y="2832646"/>
              <a:chExt cx="1530220" cy="1504560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80F6FE31-4BB0-4EF7-8A9E-7EF04D6F8524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Hexagon 85">
                <a:extLst>
                  <a:ext uri="{FF2B5EF4-FFF2-40B4-BE49-F238E27FC236}">
                    <a16:creationId xmlns:a16="http://schemas.microsoft.com/office/drawing/2014/main" id="{EBF52E89-3C24-45F6-A26F-25C60888D96C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34B4D528-5748-466F-BDC6-7D198DBEAA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4544" y="5282538"/>
              <a:ext cx="484951" cy="770217"/>
            </a:xfrm>
            <a:prstGeom prst="rect">
              <a:avLst/>
            </a:prstGeom>
          </p:spPr>
        </p:pic>
        <p:sp>
          <p:nvSpPr>
            <p:cNvPr id="89" name="Arrow: Right 88">
              <a:extLst>
                <a:ext uri="{FF2B5EF4-FFF2-40B4-BE49-F238E27FC236}">
                  <a16:creationId xmlns:a16="http://schemas.microsoft.com/office/drawing/2014/main" id="{D541E215-E630-48DB-8C23-113AA90B5CDA}"/>
                </a:ext>
              </a:extLst>
            </p:cNvPr>
            <p:cNvSpPr/>
            <p:nvPr/>
          </p:nvSpPr>
          <p:spPr>
            <a:xfrm rot="16200000">
              <a:off x="575443" y="5416038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Arrow: Right 91">
              <a:extLst>
                <a:ext uri="{FF2B5EF4-FFF2-40B4-BE49-F238E27FC236}">
                  <a16:creationId xmlns:a16="http://schemas.microsoft.com/office/drawing/2014/main" id="{059624F5-16FD-4DA1-900D-DAA19A1268F0}"/>
                </a:ext>
              </a:extLst>
            </p:cNvPr>
            <p:cNvSpPr/>
            <p:nvPr/>
          </p:nvSpPr>
          <p:spPr>
            <a:xfrm rot="16200000">
              <a:off x="1305485" y="5420596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70A228-D207-413C-D9C9-1466B059F31F}"/>
              </a:ext>
            </a:extLst>
          </p:cNvPr>
          <p:cNvGrpSpPr/>
          <p:nvPr/>
        </p:nvGrpSpPr>
        <p:grpSpPr>
          <a:xfrm>
            <a:off x="1340134" y="4495474"/>
            <a:ext cx="1042416" cy="1024128"/>
            <a:chOff x="4247882" y="4754087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8DBD9CA-F49B-442D-80D0-26762F879A86}"/>
                </a:ext>
              </a:extLst>
            </p:cNvPr>
            <p:cNvGrpSpPr/>
            <p:nvPr/>
          </p:nvGrpSpPr>
          <p:grpSpPr>
            <a:xfrm>
              <a:off x="4247882" y="4754087"/>
              <a:ext cx="1530220" cy="1504560"/>
              <a:chOff x="10329110" y="2832646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D3A86894-D7BE-4082-B6D0-AD2CBA3E5DFF}"/>
                  </a:ext>
                </a:extLst>
              </p:cNvPr>
              <p:cNvSpPr/>
              <p:nvPr/>
            </p:nvSpPr>
            <p:spPr>
              <a:xfrm>
                <a:off x="103291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Hexagon 95">
                <a:extLst>
                  <a:ext uri="{FF2B5EF4-FFF2-40B4-BE49-F238E27FC236}">
                    <a16:creationId xmlns:a16="http://schemas.microsoft.com/office/drawing/2014/main" id="{695AA67E-A43D-43B6-B8DD-E14F6FE99E89}"/>
                  </a:ext>
                </a:extLst>
              </p:cNvPr>
              <p:cNvSpPr/>
              <p:nvPr/>
            </p:nvSpPr>
            <p:spPr>
              <a:xfrm>
                <a:off x="104667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2AC90511-F3A1-4F79-87BD-63039FAE9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70515" y="5405639"/>
              <a:ext cx="484951" cy="770217"/>
            </a:xfrm>
            <a:prstGeom prst="rect">
              <a:avLst/>
            </a:prstGeom>
          </p:spPr>
        </p:pic>
        <p:pic>
          <p:nvPicPr>
            <p:cNvPr id="9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99F18AB-4251-40DA-AC02-3D47E4A2077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4786857" y="5168877"/>
              <a:ext cx="415752" cy="2125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0AD3B6C-EE6E-4138-87C1-63AB02585C51}"/>
              </a:ext>
            </a:extLst>
          </p:cNvPr>
          <p:cNvGrpSpPr/>
          <p:nvPr/>
        </p:nvGrpSpPr>
        <p:grpSpPr>
          <a:xfrm>
            <a:off x="117406" y="4495474"/>
            <a:ext cx="1042416" cy="1024128"/>
            <a:chOff x="2266682" y="4754087"/>
            <a:chExt cx="1530220" cy="1504560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7D755EBB-1A7C-4654-9026-1B908325A443}"/>
                </a:ext>
              </a:extLst>
            </p:cNvPr>
            <p:cNvGrpSpPr/>
            <p:nvPr/>
          </p:nvGrpSpPr>
          <p:grpSpPr>
            <a:xfrm>
              <a:off x="2266682" y="4754087"/>
              <a:ext cx="1530220" cy="1504560"/>
              <a:chOff x="8347910" y="2832646"/>
              <a:chExt cx="1530220" cy="1504560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DC979E96-18A7-4B6F-8D3E-3095D66BF81E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Hexagon 92">
                <a:extLst>
                  <a:ext uri="{FF2B5EF4-FFF2-40B4-BE49-F238E27FC236}">
                    <a16:creationId xmlns:a16="http://schemas.microsoft.com/office/drawing/2014/main" id="{B4AA2BA3-1F47-49EC-A8D2-16ECF4F4CAB4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C7C083E6-9B66-4500-A760-18B7C0AC10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798116" y="5407143"/>
              <a:ext cx="484951" cy="770217"/>
            </a:xfrm>
            <a:prstGeom prst="rect">
              <a:avLst/>
            </a:prstGeom>
          </p:spPr>
        </p:pic>
        <p:pic>
          <p:nvPicPr>
            <p:cNvPr id="100" name="Picture 99" descr="Shape&#10;&#10;Description automatically generated">
              <a:extLst>
                <a:ext uri="{FF2B5EF4-FFF2-40B4-BE49-F238E27FC236}">
                  <a16:creationId xmlns:a16="http://schemas.microsoft.com/office/drawing/2014/main" id="{C8B610A7-6C05-4E83-B701-E1157EB6E6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922792" y="5050091"/>
              <a:ext cx="257669" cy="319725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BE58107-0F92-C885-4539-23F958ED23AC}"/>
              </a:ext>
            </a:extLst>
          </p:cNvPr>
          <p:cNvGrpSpPr/>
          <p:nvPr/>
        </p:nvGrpSpPr>
        <p:grpSpPr>
          <a:xfrm>
            <a:off x="2529720" y="5679557"/>
            <a:ext cx="1042416" cy="1024128"/>
            <a:chOff x="8333265" y="2827036"/>
            <a:chExt cx="1530220" cy="1504560"/>
          </a:xfrm>
        </p:grpSpPr>
        <p:pic>
          <p:nvPicPr>
            <p:cNvPr id="114" name="Picture 6" descr="Coffin Clipart - 330x596 PNG Download - PNGkit">
              <a:extLst>
                <a:ext uri="{FF2B5EF4-FFF2-40B4-BE49-F238E27FC236}">
                  <a16:creationId xmlns:a16="http://schemas.microsoft.com/office/drawing/2014/main" id="{C3D7D028-C255-4EFE-8759-9978643E2D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8757446" y="329251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1CFB94EE-A7A5-4C63-B3D0-9E8147F28594}"/>
                </a:ext>
              </a:extLst>
            </p:cNvPr>
            <p:cNvSpPr/>
            <p:nvPr/>
          </p:nvSpPr>
          <p:spPr>
            <a:xfrm>
              <a:off x="8333265" y="282703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Hexagon 110">
              <a:extLst>
                <a:ext uri="{FF2B5EF4-FFF2-40B4-BE49-F238E27FC236}">
                  <a16:creationId xmlns:a16="http://schemas.microsoft.com/office/drawing/2014/main" id="{39E9B5D6-F14E-4437-9A4B-4FE2915A8C49}"/>
                </a:ext>
              </a:extLst>
            </p:cNvPr>
            <p:cNvSpPr/>
            <p:nvPr/>
          </p:nvSpPr>
          <p:spPr>
            <a:xfrm>
              <a:off x="8470892" y="307349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A920BA-8A61-4E33-89EE-C08FBB6B088E}"/>
                </a:ext>
              </a:extLst>
            </p:cNvPr>
            <p:cNvGrpSpPr/>
            <p:nvPr/>
          </p:nvGrpSpPr>
          <p:grpSpPr>
            <a:xfrm>
              <a:off x="9034558" y="3255517"/>
              <a:ext cx="471940" cy="529861"/>
              <a:chOff x="6769985" y="4937487"/>
              <a:chExt cx="1288965" cy="1447161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250097F1-0E90-41EA-BFE1-562C79ED3FA0}"/>
                  </a:ext>
                </a:extLst>
              </p:cNvPr>
              <p:cNvSpPr/>
              <p:nvPr/>
            </p:nvSpPr>
            <p:spPr>
              <a:xfrm>
                <a:off x="6844190" y="525081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B99E504C-CD7C-4B28-8777-D61821999C1A}"/>
                  </a:ext>
                </a:extLst>
              </p:cNvPr>
              <p:cNvSpPr/>
              <p:nvPr/>
            </p:nvSpPr>
            <p:spPr>
              <a:xfrm>
                <a:off x="6952244" y="4975773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FCD392BF-B0EC-4DF4-907C-0B1528A6B1CC}"/>
                  </a:ext>
                </a:extLst>
              </p:cNvPr>
              <p:cNvSpPr/>
              <p:nvPr/>
            </p:nvSpPr>
            <p:spPr>
              <a:xfrm>
                <a:off x="7604077" y="510347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3E7B3FA2-0D85-4D87-A43F-43C899D2865E}"/>
                  </a:ext>
                </a:extLst>
              </p:cNvPr>
              <p:cNvSpPr/>
              <p:nvPr/>
            </p:nvSpPr>
            <p:spPr>
              <a:xfrm>
                <a:off x="7967268" y="528539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Oval 162">
                <a:extLst>
                  <a:ext uri="{FF2B5EF4-FFF2-40B4-BE49-F238E27FC236}">
                    <a16:creationId xmlns:a16="http://schemas.microsoft.com/office/drawing/2014/main" id="{E3F66915-4D1F-49A0-ADCC-49DECAF43E7A}"/>
                  </a:ext>
                </a:extLst>
              </p:cNvPr>
              <p:cNvSpPr/>
              <p:nvPr/>
            </p:nvSpPr>
            <p:spPr>
              <a:xfrm>
                <a:off x="7910046" y="556043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574638C9-479A-439A-809A-9CE98E4153C6}"/>
                  </a:ext>
                </a:extLst>
              </p:cNvPr>
              <p:cNvSpPr/>
              <p:nvPr/>
            </p:nvSpPr>
            <p:spPr>
              <a:xfrm>
                <a:off x="6789618" y="552586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Oval 164">
                <a:extLst>
                  <a:ext uri="{FF2B5EF4-FFF2-40B4-BE49-F238E27FC236}">
                    <a16:creationId xmlns:a16="http://schemas.microsoft.com/office/drawing/2014/main" id="{42E56137-A3DC-4F11-87A9-62FF0289628E}"/>
                  </a:ext>
                </a:extLst>
              </p:cNvPr>
              <p:cNvSpPr/>
              <p:nvPr/>
            </p:nvSpPr>
            <p:spPr>
              <a:xfrm>
                <a:off x="6769985" y="57574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1D80907F-D687-4FD2-926F-2B9E46D4C106}"/>
                  </a:ext>
                </a:extLst>
              </p:cNvPr>
              <p:cNvSpPr/>
              <p:nvPr/>
            </p:nvSpPr>
            <p:spPr>
              <a:xfrm>
                <a:off x="7064467" y="585572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E2E1AF44-A748-492E-9462-C05E6B90E62D}"/>
                  </a:ext>
                </a:extLst>
              </p:cNvPr>
              <p:cNvSpPr/>
              <p:nvPr/>
            </p:nvSpPr>
            <p:spPr>
              <a:xfrm>
                <a:off x="7716300" y="605873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33FD94E7-743C-466E-A382-DB3F0B4BA967}"/>
                  </a:ext>
                </a:extLst>
              </p:cNvPr>
              <p:cNvSpPr/>
              <p:nvPr/>
            </p:nvSpPr>
            <p:spPr>
              <a:xfrm>
                <a:off x="7913357" y="574295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2BF55299-E09C-49D5-8345-28249F9D7B91}"/>
                  </a:ext>
                </a:extLst>
              </p:cNvPr>
              <p:cNvSpPr/>
              <p:nvPr/>
            </p:nvSpPr>
            <p:spPr>
              <a:xfrm>
                <a:off x="7292569" y="493748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Oval 169">
                <a:extLst>
                  <a:ext uri="{FF2B5EF4-FFF2-40B4-BE49-F238E27FC236}">
                    <a16:creationId xmlns:a16="http://schemas.microsoft.com/office/drawing/2014/main" id="{00B0B233-0018-4A73-A9EA-DF0C0167B272}"/>
                  </a:ext>
                </a:extLst>
              </p:cNvPr>
              <p:cNvSpPr/>
              <p:nvPr/>
            </p:nvSpPr>
            <p:spPr>
              <a:xfrm>
                <a:off x="7826446" y="50702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1" name="Oval 170">
                <a:extLst>
                  <a:ext uri="{FF2B5EF4-FFF2-40B4-BE49-F238E27FC236}">
                    <a16:creationId xmlns:a16="http://schemas.microsoft.com/office/drawing/2014/main" id="{51F6C144-99EA-428C-810E-3DD08A6811DB}"/>
                  </a:ext>
                </a:extLst>
              </p:cNvPr>
              <p:cNvSpPr/>
              <p:nvPr/>
            </p:nvSpPr>
            <p:spPr>
              <a:xfrm>
                <a:off x="7068019" y="533115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79D74D58-A8DC-4CAF-9C96-0DB561A6444D}"/>
                  </a:ext>
                </a:extLst>
              </p:cNvPr>
              <p:cNvSpPr/>
              <p:nvPr/>
            </p:nvSpPr>
            <p:spPr>
              <a:xfrm>
                <a:off x="7651923" y="547850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45D16E55-1546-4975-B7B8-B9FF89217B5C}"/>
                  </a:ext>
                </a:extLst>
              </p:cNvPr>
              <p:cNvSpPr/>
              <p:nvPr/>
            </p:nvSpPr>
            <p:spPr>
              <a:xfrm>
                <a:off x="7594701" y="575354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D5CC9EEC-0904-467F-BA05-357D294B62E2}"/>
                  </a:ext>
                </a:extLst>
              </p:cNvPr>
              <p:cNvSpPr/>
              <p:nvPr/>
            </p:nvSpPr>
            <p:spPr>
              <a:xfrm>
                <a:off x="7180242" y="628641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C3CA105E-938D-48DE-8F50-98F1C21D74E2}"/>
                  </a:ext>
                </a:extLst>
              </p:cNvPr>
              <p:cNvSpPr/>
              <p:nvPr/>
            </p:nvSpPr>
            <p:spPr>
              <a:xfrm>
                <a:off x="7598012" y="593606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Oval 175">
                <a:extLst>
                  <a:ext uri="{FF2B5EF4-FFF2-40B4-BE49-F238E27FC236}">
                    <a16:creationId xmlns:a16="http://schemas.microsoft.com/office/drawing/2014/main" id="{1706AF6B-EAF8-4F98-BFD5-02D1AF442237}"/>
                  </a:ext>
                </a:extLst>
              </p:cNvPr>
              <p:cNvSpPr/>
              <p:nvPr/>
            </p:nvSpPr>
            <p:spPr>
              <a:xfrm>
                <a:off x="7511101" y="526340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Oval 176">
                <a:extLst>
                  <a:ext uri="{FF2B5EF4-FFF2-40B4-BE49-F238E27FC236}">
                    <a16:creationId xmlns:a16="http://schemas.microsoft.com/office/drawing/2014/main" id="{410CE187-4474-45B0-96BA-6B24EB939493}"/>
                  </a:ext>
                </a:extLst>
              </p:cNvPr>
              <p:cNvSpPr/>
              <p:nvPr/>
            </p:nvSpPr>
            <p:spPr>
              <a:xfrm>
                <a:off x="7410201" y="572050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Oval 177">
                <a:extLst>
                  <a:ext uri="{FF2B5EF4-FFF2-40B4-BE49-F238E27FC236}">
                    <a16:creationId xmlns:a16="http://schemas.microsoft.com/office/drawing/2014/main" id="{0B501D21-E352-4EA0-A969-674742B0035B}"/>
                  </a:ext>
                </a:extLst>
              </p:cNvPr>
              <p:cNvSpPr/>
              <p:nvPr/>
            </p:nvSpPr>
            <p:spPr>
              <a:xfrm>
                <a:off x="7373520" y="583425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CDDAD5A6-A62B-4016-B831-600563968B50}"/>
                  </a:ext>
                </a:extLst>
              </p:cNvPr>
              <p:cNvSpPr/>
              <p:nvPr/>
            </p:nvSpPr>
            <p:spPr>
              <a:xfrm>
                <a:off x="7356290" y="617806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5D2443AB-DE1D-4F36-8F61-F6C2ECF476F1}"/>
                  </a:ext>
                </a:extLst>
              </p:cNvPr>
              <p:cNvSpPr/>
              <p:nvPr/>
            </p:nvSpPr>
            <p:spPr>
              <a:xfrm>
                <a:off x="7269379" y="550540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0479BC6-8FF8-4E26-85F4-42359281C320}"/>
              </a:ext>
            </a:extLst>
          </p:cNvPr>
          <p:cNvGrpSpPr/>
          <p:nvPr/>
        </p:nvGrpSpPr>
        <p:grpSpPr>
          <a:xfrm>
            <a:off x="1323209" y="5679557"/>
            <a:ext cx="1042416" cy="1024128"/>
            <a:chOff x="6366710" y="2832646"/>
            <a:chExt cx="1530220" cy="1504560"/>
          </a:xfrm>
        </p:grpSpPr>
        <p:pic>
          <p:nvPicPr>
            <p:cNvPr id="150" name="Picture 6" descr="Coffin Clipart - 330x596 PNG Download - PNGkit">
              <a:extLst>
                <a:ext uri="{FF2B5EF4-FFF2-40B4-BE49-F238E27FC236}">
                  <a16:creationId xmlns:a16="http://schemas.microsoft.com/office/drawing/2014/main" id="{FEBDD44B-8971-4F88-A0B2-E2D086C98F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6790891" y="329812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70D133E-A69B-4618-AA15-2F5D1ADA4654}"/>
                </a:ext>
              </a:extLst>
            </p:cNvPr>
            <p:cNvGrpSpPr/>
            <p:nvPr/>
          </p:nvGrpSpPr>
          <p:grpSpPr>
            <a:xfrm>
              <a:off x="7121050" y="3141983"/>
              <a:ext cx="495706" cy="678908"/>
              <a:chOff x="6315874" y="4974224"/>
              <a:chExt cx="560399" cy="767510"/>
            </a:xfrm>
          </p:grpSpPr>
          <p:pic>
            <p:nvPicPr>
              <p:cNvPr id="18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A8C94898-2DC4-4842-B72E-33D8187ED0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67825">
                <a:off x="6181218" y="5108880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B093AD5C-3F0E-44E8-A80A-74AEB351C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25135">
                <a:off x="6459945" y="5325406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7FDE39C-CA18-2C28-946A-3149CB172E3B}"/>
              </a:ext>
            </a:extLst>
          </p:cNvPr>
          <p:cNvGrpSpPr/>
          <p:nvPr/>
        </p:nvGrpSpPr>
        <p:grpSpPr>
          <a:xfrm>
            <a:off x="1315113" y="604813"/>
            <a:ext cx="1036542" cy="1024128"/>
            <a:chOff x="6065291" y="2424995"/>
            <a:chExt cx="1527048" cy="1508760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CEE037DF-06C7-D190-66C8-1B5B1A82B8E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V="1">
              <a:off x="6511301" y="2810062"/>
              <a:ext cx="176688" cy="881848"/>
            </a:xfrm>
            <a:prstGeom prst="rect">
              <a:avLst/>
            </a:prstGeom>
          </p:spPr>
        </p:pic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F0EC155E-18B6-1BF2-D01B-96A401F79670}"/>
                </a:ext>
              </a:extLst>
            </p:cNvPr>
            <p:cNvGrpSpPr/>
            <p:nvPr/>
          </p:nvGrpSpPr>
          <p:grpSpPr>
            <a:xfrm>
              <a:off x="6065291" y="2424995"/>
              <a:ext cx="1527048" cy="1508760"/>
              <a:chOff x="423110" y="896820"/>
              <a:chExt cx="1530220" cy="1504560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886D669B-9449-5DF7-3DA6-119731ECE124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Hexagon 141">
                <a:extLst>
                  <a:ext uri="{FF2B5EF4-FFF2-40B4-BE49-F238E27FC236}">
                    <a16:creationId xmlns:a16="http://schemas.microsoft.com/office/drawing/2014/main" id="{35989830-60D9-DE78-B470-BE818A81CDC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BB090794-4EE1-29D4-25DB-AE4942204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687989" y="3017932"/>
              <a:ext cx="472588" cy="625243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BD5CA34-242F-0D49-DB22-2B1AD52B93A2}"/>
              </a:ext>
            </a:extLst>
          </p:cNvPr>
          <p:cNvGrpSpPr/>
          <p:nvPr/>
        </p:nvGrpSpPr>
        <p:grpSpPr>
          <a:xfrm>
            <a:off x="4921240" y="593551"/>
            <a:ext cx="1036542" cy="1024128"/>
            <a:chOff x="8329987" y="3967519"/>
            <a:chExt cx="1527048" cy="1508760"/>
          </a:xfrm>
        </p:grpSpPr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8F0EA342-4E04-B121-C627-8DA774875479}"/>
                </a:ext>
              </a:extLst>
            </p:cNvPr>
            <p:cNvGrpSpPr/>
            <p:nvPr/>
          </p:nvGrpSpPr>
          <p:grpSpPr>
            <a:xfrm>
              <a:off x="8329987" y="3967519"/>
              <a:ext cx="1527048" cy="1508760"/>
              <a:chOff x="423110" y="896820"/>
              <a:chExt cx="1530220" cy="1504560"/>
            </a:xfrm>
          </p:grpSpPr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48449D3E-5217-4B2C-A8ED-13EE03B62129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Hexagon 184">
                <a:extLst>
                  <a:ext uri="{FF2B5EF4-FFF2-40B4-BE49-F238E27FC236}">
                    <a16:creationId xmlns:a16="http://schemas.microsoft.com/office/drawing/2014/main" id="{802CA337-578B-5123-F1C5-29072F22015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2E85A7F-AF65-34D6-59C3-4A871B3F67C0}"/>
                </a:ext>
              </a:extLst>
            </p:cNvPr>
            <p:cNvGrpSpPr/>
            <p:nvPr/>
          </p:nvGrpSpPr>
          <p:grpSpPr>
            <a:xfrm>
              <a:off x="8837928" y="4580792"/>
              <a:ext cx="547739" cy="810146"/>
              <a:chOff x="8818437" y="4369949"/>
              <a:chExt cx="581442" cy="859996"/>
            </a:xfrm>
          </p:grpSpPr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48671309-83F2-8629-5874-7A1EAED7C4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8818437" y="4369949"/>
                <a:ext cx="318360" cy="859996"/>
              </a:xfrm>
              <a:prstGeom prst="rect">
                <a:avLst/>
              </a:prstGeom>
            </p:spPr>
          </p:pic>
          <p:pic>
            <p:nvPicPr>
              <p:cNvPr id="183" name="Picture 182">
                <a:extLst>
                  <a:ext uri="{FF2B5EF4-FFF2-40B4-BE49-F238E27FC236}">
                    <a16:creationId xmlns:a16="http://schemas.microsoft.com/office/drawing/2014/main" id="{DFADDC6C-B193-744E-2052-C962828575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959658" y="4601605"/>
                <a:ext cx="440221" cy="585721"/>
              </a:xfrm>
              <a:prstGeom prst="rect">
                <a:avLst/>
              </a:prstGeom>
            </p:spPr>
          </p:pic>
        </p:grpSp>
        <p:sp>
          <p:nvSpPr>
            <p:cNvPr id="186" name="Star: 6 Points 185">
              <a:extLst>
                <a:ext uri="{FF2B5EF4-FFF2-40B4-BE49-F238E27FC236}">
                  <a16:creationId xmlns:a16="http://schemas.microsoft.com/office/drawing/2014/main" id="{8E09FD5D-50BC-2E8D-5E17-F9AC0C962613}"/>
                </a:ext>
              </a:extLst>
            </p:cNvPr>
            <p:cNvSpPr/>
            <p:nvPr/>
          </p:nvSpPr>
          <p:spPr>
            <a:xfrm>
              <a:off x="8937248" y="426345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08256C7-451E-975D-C2DF-03313ED5DD46}"/>
              </a:ext>
            </a:extLst>
          </p:cNvPr>
          <p:cNvGrpSpPr/>
          <p:nvPr/>
        </p:nvGrpSpPr>
        <p:grpSpPr>
          <a:xfrm>
            <a:off x="3754971" y="5687017"/>
            <a:ext cx="1042416" cy="1024128"/>
            <a:chOff x="4830786" y="3216590"/>
            <a:chExt cx="1527048" cy="1508760"/>
          </a:xfrm>
        </p:grpSpPr>
        <p:pic>
          <p:nvPicPr>
            <p:cNvPr id="187" name="Picture 186">
              <a:extLst>
                <a:ext uri="{FF2B5EF4-FFF2-40B4-BE49-F238E27FC236}">
                  <a16:creationId xmlns:a16="http://schemas.microsoft.com/office/drawing/2014/main" id="{5FC93E4D-C996-480F-4D2E-4369B5EDC8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349824" y="3695529"/>
              <a:ext cx="506556" cy="753944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F33EB9B-21B2-8C88-1A9F-73FA478DAE31}"/>
                </a:ext>
              </a:extLst>
            </p:cNvPr>
            <p:cNvGrpSpPr/>
            <p:nvPr/>
          </p:nvGrpSpPr>
          <p:grpSpPr>
            <a:xfrm>
              <a:off x="4830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E36FFE52-2020-6F2D-A69E-4A031D04B720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Hexagon 190">
                <a:extLst>
                  <a:ext uri="{FF2B5EF4-FFF2-40B4-BE49-F238E27FC236}">
                    <a16:creationId xmlns:a16="http://schemas.microsoft.com/office/drawing/2014/main" id="{CF78259B-5F38-A42A-A964-330680CDE1B8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A26B1D-25EC-3590-3660-05206C894B97}"/>
              </a:ext>
            </a:extLst>
          </p:cNvPr>
          <p:cNvGrpSpPr/>
          <p:nvPr/>
        </p:nvGrpSpPr>
        <p:grpSpPr>
          <a:xfrm>
            <a:off x="4959569" y="5694890"/>
            <a:ext cx="1042416" cy="1024128"/>
            <a:chOff x="6543786" y="3216590"/>
            <a:chExt cx="1527048" cy="1508760"/>
          </a:xfrm>
        </p:grpSpPr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7B008BC2-FAE3-69EC-A1F0-0E076F616B9D}"/>
                </a:ext>
              </a:extLst>
            </p:cNvPr>
            <p:cNvGrpSpPr/>
            <p:nvPr/>
          </p:nvGrpSpPr>
          <p:grpSpPr>
            <a:xfrm>
              <a:off x="6543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448C1752-F588-98B4-8ACC-46A9FC3F1CAC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Hexagon 194">
                <a:extLst>
                  <a:ext uri="{FF2B5EF4-FFF2-40B4-BE49-F238E27FC236}">
                    <a16:creationId xmlns:a16="http://schemas.microsoft.com/office/drawing/2014/main" id="{00140BE6-D7F5-424C-9D5A-FBAF761B2F1A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pic>
          <p:nvPicPr>
            <p:cNvPr id="196" name="Picture 4" descr="Werewolf Icon - Download Werewolf Icon 1390109 | Noun Project">
              <a:extLst>
                <a:ext uri="{FF2B5EF4-FFF2-40B4-BE49-F238E27FC236}">
                  <a16:creationId xmlns:a16="http://schemas.microsoft.com/office/drawing/2014/main" id="{9A57BD3E-07B1-3205-D1C1-EE025D0703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19341" y="3555988"/>
              <a:ext cx="1033025" cy="1033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1416046" y="553741"/>
            <a:ext cx="1042416" cy="1024128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7425857" y="529903"/>
            <a:ext cx="1042416" cy="1024128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156482" y="5680052"/>
            <a:ext cx="1042416" cy="1024128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1BA2F168-E6C3-E462-40D8-7F1D3E79D44E}"/>
              </a:ext>
            </a:extLst>
          </p:cNvPr>
          <p:cNvGrpSpPr/>
          <p:nvPr/>
        </p:nvGrpSpPr>
        <p:grpSpPr>
          <a:xfrm>
            <a:off x="1387084" y="4402899"/>
            <a:ext cx="1042416" cy="1024128"/>
            <a:chOff x="8048970" y="2832151"/>
            <a:chExt cx="1530220" cy="150456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842C5829-5FB2-4C51-9015-A75160883E9F}"/>
                </a:ext>
              </a:extLst>
            </p:cNvPr>
            <p:cNvGrpSpPr/>
            <p:nvPr/>
          </p:nvGrpSpPr>
          <p:grpSpPr>
            <a:xfrm>
              <a:off x="8457831" y="3150641"/>
              <a:ext cx="808009" cy="989668"/>
              <a:chOff x="6194360" y="2439332"/>
              <a:chExt cx="808009" cy="989668"/>
            </a:xfrm>
          </p:grpSpPr>
          <p:pic>
            <p:nvPicPr>
              <p:cNvPr id="116" name="Picture 115" descr="Gear Vector Art, Icons, and Graphics for Free Download">
                <a:extLst>
                  <a:ext uri="{FF2B5EF4-FFF2-40B4-BE49-F238E27FC236}">
                    <a16:creationId xmlns:a16="http://schemas.microsoft.com/office/drawing/2014/main" id="{ED18A0FA-B566-4D92-A0EF-2F2FC0C5069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36731" y="2863362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7" name="Picture 116">
                <a:extLst>
                  <a:ext uri="{FF2B5EF4-FFF2-40B4-BE49-F238E27FC236}">
                    <a16:creationId xmlns:a16="http://schemas.microsoft.com/office/drawing/2014/main" id="{3ED4A9E3-B125-4E26-B47B-2A87DC8741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8672860">
                <a:off x="5964883" y="2668809"/>
                <a:ext cx="832263" cy="373310"/>
              </a:xfrm>
              <a:prstGeom prst="rect">
                <a:avLst/>
              </a:prstGeom>
            </p:spPr>
          </p:pic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9E0E6789-8912-43FC-9CDE-860152B71925}"/>
                </a:ext>
              </a:extLst>
            </p:cNvPr>
            <p:cNvGrpSpPr/>
            <p:nvPr/>
          </p:nvGrpSpPr>
          <p:grpSpPr>
            <a:xfrm>
              <a:off x="8048970" y="2832151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17D737D-331C-4C04-97E8-B910A13DAB2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Flowchart: Display 41">
                <a:extLst>
                  <a:ext uri="{FF2B5EF4-FFF2-40B4-BE49-F238E27FC236}">
                    <a16:creationId xmlns:a16="http://schemas.microsoft.com/office/drawing/2014/main" id="{02546407-0209-4C07-8CD3-CCD4DE1EA51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7B48751-E6E6-121F-75A4-B7CFB71A4F8D}"/>
              </a:ext>
            </a:extLst>
          </p:cNvPr>
          <p:cNvGrpSpPr/>
          <p:nvPr/>
        </p:nvGrpSpPr>
        <p:grpSpPr>
          <a:xfrm>
            <a:off x="2647866" y="4402899"/>
            <a:ext cx="1042416" cy="1024128"/>
            <a:chOff x="9942247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EF2B564C-D851-4665-9D00-C4437B27A824}"/>
                </a:ext>
              </a:extLst>
            </p:cNvPr>
            <p:cNvGrpSpPr/>
            <p:nvPr/>
          </p:nvGrpSpPr>
          <p:grpSpPr>
            <a:xfrm>
              <a:off x="10380858" y="3227233"/>
              <a:ext cx="837375" cy="913076"/>
              <a:chOff x="7972517" y="3380162"/>
              <a:chExt cx="837375" cy="913076"/>
            </a:xfrm>
          </p:grpSpPr>
          <p:pic>
            <p:nvPicPr>
              <p:cNvPr id="119" name="Picture 118" descr="Gear Vector Art, Icons, and Graphics for Free Download">
                <a:extLst>
                  <a:ext uri="{FF2B5EF4-FFF2-40B4-BE49-F238E27FC236}">
                    <a16:creationId xmlns:a16="http://schemas.microsoft.com/office/drawing/2014/main" id="{CB083FE5-4D6D-4523-AEFA-0A592C03A9B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244254" y="3727600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0" name="Picture 119">
                <a:extLst>
                  <a:ext uri="{FF2B5EF4-FFF2-40B4-BE49-F238E27FC236}">
                    <a16:creationId xmlns:a16="http://schemas.microsoft.com/office/drawing/2014/main" id="{12A84DB4-1CA6-4C5B-8F53-00F0B900AC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6193">
                <a:off x="7972517" y="3380162"/>
                <a:ext cx="342429" cy="864423"/>
              </a:xfrm>
              <a:prstGeom prst="rect">
                <a:avLst/>
              </a:prstGeom>
            </p:spPr>
          </p:pic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3819D254-AD91-4719-A489-813A757E9EE9}"/>
                </a:ext>
              </a:extLst>
            </p:cNvPr>
            <p:cNvGrpSpPr/>
            <p:nvPr/>
          </p:nvGrpSpPr>
          <p:grpSpPr>
            <a:xfrm>
              <a:off x="9942247" y="2832151"/>
              <a:ext cx="1530220" cy="1504560"/>
              <a:chOff x="475862" y="905612"/>
              <a:chExt cx="1530220" cy="1504560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177DF15-DC35-4934-8498-6391A30BFE8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Flowchart: Display 44">
                <a:extLst>
                  <a:ext uri="{FF2B5EF4-FFF2-40B4-BE49-F238E27FC236}">
                    <a16:creationId xmlns:a16="http://schemas.microsoft.com/office/drawing/2014/main" id="{E5AFF66E-1CB8-4752-A099-B72F558CD19C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2626244" y="553741"/>
            <a:ext cx="1042416" cy="1024128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5024517" y="540469"/>
            <a:ext cx="1042416" cy="1024128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3839612" y="540469"/>
            <a:ext cx="1042416" cy="1024128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8651013" y="548844"/>
            <a:ext cx="1042416" cy="1024128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6F382F6D-B16E-B38B-6306-59B744FCA320}"/>
              </a:ext>
            </a:extLst>
          </p:cNvPr>
          <p:cNvGrpSpPr/>
          <p:nvPr/>
        </p:nvGrpSpPr>
        <p:grpSpPr>
          <a:xfrm>
            <a:off x="188462" y="553741"/>
            <a:ext cx="1042416" cy="1024128"/>
            <a:chOff x="475862" y="905612"/>
            <a:chExt cx="1530220" cy="150456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888C757-5097-43B5-8B5A-2A2EBC0ABA34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4BD17C1-BB47-4FBB-BC88-30DCDE0EE363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lowchart: Display 7">
                <a:extLst>
                  <a:ext uri="{FF2B5EF4-FFF2-40B4-BE49-F238E27FC236}">
                    <a16:creationId xmlns:a16="http://schemas.microsoft.com/office/drawing/2014/main" id="{0D65B3AF-33D7-4D31-8B9F-C5718CCEC35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1" name="Picture 11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C4DB7CBD-9A4F-4B25-9636-D20A964D7F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027484" y="1333485"/>
              <a:ext cx="433655" cy="9346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7661826-04D1-C607-4ABB-269B45557154}"/>
              </a:ext>
            </a:extLst>
          </p:cNvPr>
          <p:cNvGrpSpPr/>
          <p:nvPr/>
        </p:nvGrpSpPr>
        <p:grpSpPr>
          <a:xfrm>
            <a:off x="3885215" y="4390880"/>
            <a:ext cx="1042416" cy="1024128"/>
            <a:chOff x="450282" y="4768067"/>
            <a:chExt cx="1530220" cy="1504560"/>
          </a:xfrm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2A438CEC-8DDB-49B2-BD43-503EB8B12F80}"/>
                </a:ext>
              </a:extLst>
            </p:cNvPr>
            <p:cNvGrpSpPr/>
            <p:nvPr/>
          </p:nvGrpSpPr>
          <p:grpSpPr>
            <a:xfrm>
              <a:off x="450282" y="4768067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9B7B2AC8-C029-45D7-9C0D-3F63998D81D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isplay 113">
                <a:extLst>
                  <a:ext uri="{FF2B5EF4-FFF2-40B4-BE49-F238E27FC236}">
                    <a16:creationId xmlns:a16="http://schemas.microsoft.com/office/drawing/2014/main" id="{8DC29CD8-0086-4A82-A91C-F3C531F73F2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1F3C2DB5-C265-4EB0-A135-768BB23114F4}"/>
                </a:ext>
              </a:extLst>
            </p:cNvPr>
            <p:cNvGrpSpPr/>
            <p:nvPr/>
          </p:nvGrpSpPr>
          <p:grpSpPr>
            <a:xfrm>
              <a:off x="923913" y="5183379"/>
              <a:ext cx="685437" cy="894020"/>
              <a:chOff x="9047699" y="4554101"/>
              <a:chExt cx="685437" cy="894020"/>
            </a:xfrm>
          </p:grpSpPr>
          <p:pic>
            <p:nvPicPr>
              <p:cNvPr id="122" name="Picture 121" descr="Gear Vector Art, Icons, and Graphics for Free Download">
                <a:extLst>
                  <a:ext uri="{FF2B5EF4-FFF2-40B4-BE49-F238E27FC236}">
                    <a16:creationId xmlns:a16="http://schemas.microsoft.com/office/drawing/2014/main" id="{15164E7F-30D6-4F8F-96D3-1F0745582E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7498" y="4882483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66221B78-3BAA-4E37-A414-CBDB03335F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 rot="2035663">
                <a:off x="9047699" y="4554101"/>
                <a:ext cx="239597" cy="814630"/>
              </a:xfrm>
              <a:prstGeom prst="rect">
                <a:avLst/>
              </a:prstGeom>
            </p:spPr>
          </p:pic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7889890-4A42-DC8A-16D1-4B0715089719}"/>
              </a:ext>
            </a:extLst>
          </p:cNvPr>
          <p:cNvGrpSpPr/>
          <p:nvPr/>
        </p:nvGrpSpPr>
        <p:grpSpPr>
          <a:xfrm>
            <a:off x="9855089" y="563231"/>
            <a:ext cx="1042416" cy="1024128"/>
            <a:chOff x="3604401" y="2419931"/>
            <a:chExt cx="1527048" cy="1508760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DF9D113E-99FF-4CF6-A49D-C6DD3577016A}"/>
                </a:ext>
              </a:extLst>
            </p:cNvPr>
            <p:cNvGrpSpPr/>
            <p:nvPr/>
          </p:nvGrpSpPr>
          <p:grpSpPr>
            <a:xfrm>
              <a:off x="4224069" y="3174311"/>
              <a:ext cx="513474" cy="529408"/>
              <a:chOff x="5679550" y="3756554"/>
              <a:chExt cx="1025561" cy="1052253"/>
            </a:xfrm>
          </p:grpSpPr>
          <p:sp>
            <p:nvSpPr>
              <p:cNvPr id="136" name="Cross 135">
                <a:extLst>
                  <a:ext uri="{FF2B5EF4-FFF2-40B4-BE49-F238E27FC236}">
                    <a16:creationId xmlns:a16="http://schemas.microsoft.com/office/drawing/2014/main" id="{B3664B08-10F4-49EB-A5A8-7705D0FF560C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7" name="Cross 136">
                <a:extLst>
                  <a:ext uri="{FF2B5EF4-FFF2-40B4-BE49-F238E27FC236}">
                    <a16:creationId xmlns:a16="http://schemas.microsoft.com/office/drawing/2014/main" id="{3701F42C-231F-41D9-9F98-4889F0EE6594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365B0D05-E493-4899-9B57-B2F9DF66EBE9}"/>
                </a:ext>
              </a:extLst>
            </p:cNvPr>
            <p:cNvGrpSpPr/>
            <p:nvPr/>
          </p:nvGrpSpPr>
          <p:grpSpPr>
            <a:xfrm>
              <a:off x="3604401" y="2419931"/>
              <a:ext cx="1527048" cy="1508760"/>
              <a:chOff x="475862" y="905612"/>
              <a:chExt cx="1530220" cy="1504560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645BEC30-FA6A-428D-94D2-3205D5EAF1D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lowchart: Display 133">
                <a:extLst>
                  <a:ext uri="{FF2B5EF4-FFF2-40B4-BE49-F238E27FC236}">
                    <a16:creationId xmlns:a16="http://schemas.microsoft.com/office/drawing/2014/main" id="{B76E0E44-4E29-413C-A122-413C3DFF446F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4" descr="Injector Icon #428145 - Free Icons Library">
              <a:extLst>
                <a:ext uri="{FF2B5EF4-FFF2-40B4-BE49-F238E27FC236}">
                  <a16:creationId xmlns:a16="http://schemas.microsoft.com/office/drawing/2014/main" id="{A1A4336E-3DCF-4968-A364-4E42951B2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8258" y="2795085"/>
              <a:ext cx="791753" cy="7956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82BC7BB-B197-C0CB-1CA9-E8A6233716A8}"/>
              </a:ext>
            </a:extLst>
          </p:cNvPr>
          <p:cNvGrpSpPr/>
          <p:nvPr/>
        </p:nvGrpSpPr>
        <p:grpSpPr>
          <a:xfrm>
            <a:off x="188461" y="4419894"/>
            <a:ext cx="1042416" cy="1029932"/>
            <a:chOff x="2797196" y="2002402"/>
            <a:chExt cx="1527048" cy="15087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2797196" y="2002402"/>
              <a:ext cx="1527048" cy="15087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30" name="Picture 6" descr="Clipart, Horror, And Png Image - Horror Manga Transparent - (404x501) Png  Clipart Download">
              <a:extLst>
                <a:ext uri="{FF2B5EF4-FFF2-40B4-BE49-F238E27FC236}">
                  <a16:creationId xmlns:a16="http://schemas.microsoft.com/office/drawing/2014/main" id="{347AAB0C-1F28-64C8-B3E8-C169C3FFA9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04002" y="2355068"/>
              <a:ext cx="825843" cy="10241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42C57E1-1020-3350-29D0-1025519181E8}"/>
              </a:ext>
            </a:extLst>
          </p:cNvPr>
          <p:cNvGrpSpPr/>
          <p:nvPr/>
        </p:nvGrpSpPr>
        <p:grpSpPr>
          <a:xfrm>
            <a:off x="6193843" y="529903"/>
            <a:ext cx="1042416" cy="1024128"/>
            <a:chOff x="9942247" y="90561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0F381B39-B409-C116-E808-2EBBEAE9F24F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144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301B63CA-E0A0-38EE-2748-2B644111BA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5BFE45EB-BED0-F4A3-2520-D6A268FE66B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871748B3-D368-C46E-6BD8-724780365534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6B594630-B8E8-AEB6-55AC-1B006ED1B00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lowchart: Display 142">
                <a:extLst>
                  <a:ext uri="{FF2B5EF4-FFF2-40B4-BE49-F238E27FC236}">
                    <a16:creationId xmlns:a16="http://schemas.microsoft.com/office/drawing/2014/main" id="{4CB17FBF-D6B4-193D-3D99-05D8F73290D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0C96108C-BFF9-7F34-6A69-E460C166E631}"/>
              </a:ext>
            </a:extLst>
          </p:cNvPr>
          <p:cNvGrpSpPr/>
          <p:nvPr/>
        </p:nvGrpSpPr>
        <p:grpSpPr>
          <a:xfrm>
            <a:off x="2567859" y="1694568"/>
            <a:ext cx="1036542" cy="1024128"/>
            <a:chOff x="6877238" y="2582272"/>
            <a:chExt cx="1527048" cy="1508760"/>
          </a:xfrm>
        </p:grpSpPr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CC3CB38E-5C6E-07C7-7B5C-28893A1C01DD}"/>
                </a:ext>
              </a:extLst>
            </p:cNvPr>
            <p:cNvGrpSpPr/>
            <p:nvPr/>
          </p:nvGrpSpPr>
          <p:grpSpPr>
            <a:xfrm>
              <a:off x="6877238" y="2582272"/>
              <a:ext cx="1527048" cy="1508760"/>
              <a:chOff x="475862" y="905612"/>
              <a:chExt cx="1530220" cy="1504560"/>
            </a:xfrm>
          </p:grpSpPr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3D615075-9FB9-A9D6-E1E9-5088E01573E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isplay 163">
                <a:extLst>
                  <a:ext uri="{FF2B5EF4-FFF2-40B4-BE49-F238E27FC236}">
                    <a16:creationId xmlns:a16="http://schemas.microsoft.com/office/drawing/2014/main" id="{92401D48-C43B-60F1-70E9-BB58FC62B92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D1454361-F72C-26FB-2E89-A85BBC4A4ED4}"/>
                </a:ext>
              </a:extLst>
            </p:cNvPr>
            <p:cNvGrpSpPr/>
            <p:nvPr/>
          </p:nvGrpSpPr>
          <p:grpSpPr>
            <a:xfrm rot="20273403">
              <a:off x="7209012" y="3223131"/>
              <a:ext cx="978518" cy="582085"/>
              <a:chOff x="2784071" y="2614136"/>
              <a:chExt cx="1814967" cy="1074420"/>
            </a:xfrm>
          </p:grpSpPr>
          <p:pic>
            <p:nvPicPr>
              <p:cNvPr id="160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277C1C2D-A62F-7572-A865-439318B13A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1" name="Flowchart: Terminator 160">
                <a:extLst>
                  <a:ext uri="{FF2B5EF4-FFF2-40B4-BE49-F238E27FC236}">
                    <a16:creationId xmlns:a16="http://schemas.microsoft.com/office/drawing/2014/main" id="{2D9F387F-CD48-4CAE-E661-D4E4B52B8169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8B4ED742-13E4-F693-C265-9D663DA63AFE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5" name="Star: 6 Points 164">
              <a:extLst>
                <a:ext uri="{FF2B5EF4-FFF2-40B4-BE49-F238E27FC236}">
                  <a16:creationId xmlns:a16="http://schemas.microsoft.com/office/drawing/2014/main" id="{04433AF7-C56E-395E-BBF2-0D4085311BD0}"/>
                </a:ext>
              </a:extLst>
            </p:cNvPr>
            <p:cNvSpPr/>
            <p:nvPr/>
          </p:nvSpPr>
          <p:spPr>
            <a:xfrm>
              <a:off x="7484498" y="290309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01308CE-765E-AA7A-C133-C6EAC796C8DA}"/>
              </a:ext>
            </a:extLst>
          </p:cNvPr>
          <p:cNvGrpSpPr/>
          <p:nvPr/>
        </p:nvGrpSpPr>
        <p:grpSpPr>
          <a:xfrm>
            <a:off x="188477" y="1709845"/>
            <a:ext cx="1036542" cy="1024128"/>
            <a:chOff x="2040946" y="2420382"/>
            <a:chExt cx="1527048" cy="15087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2448801" y="3156186"/>
              <a:ext cx="783395" cy="545628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2040946" y="2420382"/>
              <a:ext cx="1527048" cy="15087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6" name="Star: 6 Points 165">
              <a:extLst>
                <a:ext uri="{FF2B5EF4-FFF2-40B4-BE49-F238E27FC236}">
                  <a16:creationId xmlns:a16="http://schemas.microsoft.com/office/drawing/2014/main" id="{A0638658-CCB0-6AFF-4BB1-001F95EEDF53}"/>
                </a:ext>
              </a:extLst>
            </p:cNvPr>
            <p:cNvSpPr/>
            <p:nvPr/>
          </p:nvSpPr>
          <p:spPr>
            <a:xfrm>
              <a:off x="2646975" y="2730002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68F062E-9742-A6FA-F9DD-6037E14EB1B1}"/>
              </a:ext>
            </a:extLst>
          </p:cNvPr>
          <p:cNvGrpSpPr/>
          <p:nvPr/>
        </p:nvGrpSpPr>
        <p:grpSpPr>
          <a:xfrm>
            <a:off x="1387648" y="1701450"/>
            <a:ext cx="1036542" cy="1024128"/>
            <a:chOff x="4383560" y="2572782"/>
            <a:chExt cx="1527048" cy="15087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68B3DF28-099E-D4D0-9E66-9B69932FE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649055" y="3369208"/>
              <a:ext cx="1022140" cy="427288"/>
            </a:xfrm>
            <a:prstGeom prst="rect">
              <a:avLst/>
            </a:prstGeom>
          </p:spPr>
        </p:pic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E3AF8773-C677-61E7-F348-DE9BCDB34D1B}"/>
                </a:ext>
              </a:extLst>
            </p:cNvPr>
            <p:cNvGrpSpPr/>
            <p:nvPr/>
          </p:nvGrpSpPr>
          <p:grpSpPr>
            <a:xfrm>
              <a:off x="4383560" y="2572782"/>
              <a:ext cx="1527048" cy="1508760"/>
              <a:chOff x="475862" y="905612"/>
              <a:chExt cx="1530220" cy="150456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9D532140-3C79-6E11-5230-2132CFD99F3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lowchart: Display 149">
                <a:extLst>
                  <a:ext uri="{FF2B5EF4-FFF2-40B4-BE49-F238E27FC236}">
                    <a16:creationId xmlns:a16="http://schemas.microsoft.com/office/drawing/2014/main" id="{369A368D-DE77-0A4C-8173-2AC2425FBB1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7" name="Star: 6 Points 166">
              <a:extLst>
                <a:ext uri="{FF2B5EF4-FFF2-40B4-BE49-F238E27FC236}">
                  <a16:creationId xmlns:a16="http://schemas.microsoft.com/office/drawing/2014/main" id="{0A9EB618-9809-A32A-40D0-F1015516C931}"/>
                </a:ext>
              </a:extLst>
            </p:cNvPr>
            <p:cNvSpPr/>
            <p:nvPr/>
          </p:nvSpPr>
          <p:spPr>
            <a:xfrm>
              <a:off x="4986789" y="289592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B1F8DF6F-2BD6-534C-247B-2F22492A81CB}"/>
              </a:ext>
            </a:extLst>
          </p:cNvPr>
          <p:cNvGrpSpPr/>
          <p:nvPr/>
        </p:nvGrpSpPr>
        <p:grpSpPr>
          <a:xfrm>
            <a:off x="1364187" y="5697686"/>
            <a:ext cx="1036542" cy="1024128"/>
            <a:chOff x="6193843" y="2678461"/>
            <a:chExt cx="1527048" cy="1508760"/>
          </a:xfrm>
        </p:grpSpPr>
        <p:pic>
          <p:nvPicPr>
            <p:cNvPr id="173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A729820D-6DB7-9BB8-2F51-E4C5D93889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86613" y="3555158"/>
              <a:ext cx="737386" cy="4640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85FBDE45-A5B4-D7E5-D256-0F511B4F11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74794" y="3173836"/>
              <a:ext cx="301249" cy="381322"/>
            </a:xfrm>
            <a:prstGeom prst="rect">
              <a:avLst/>
            </a:prstGeom>
          </p:spPr>
        </p:pic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A4CEC4A4-CE7E-24CA-8E32-D5E82E7ACA7C}"/>
                </a:ext>
              </a:extLst>
            </p:cNvPr>
            <p:cNvGrpSpPr/>
            <p:nvPr/>
          </p:nvGrpSpPr>
          <p:grpSpPr>
            <a:xfrm>
              <a:off x="6193843" y="2678461"/>
              <a:ext cx="1527048" cy="1508760"/>
              <a:chOff x="475862" y="905612"/>
              <a:chExt cx="1530220" cy="1504560"/>
            </a:xfrm>
          </p:grpSpPr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40059697-1B63-1CC0-D963-8C439EF3528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lowchart: Display 171">
                <a:extLst>
                  <a:ext uri="{FF2B5EF4-FFF2-40B4-BE49-F238E27FC236}">
                    <a16:creationId xmlns:a16="http://schemas.microsoft.com/office/drawing/2014/main" id="{3138847E-1DEC-59D5-F5E3-F3AE6E98782E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5" name="Picture 174">
              <a:extLst>
                <a:ext uri="{FF2B5EF4-FFF2-40B4-BE49-F238E27FC236}">
                  <a16:creationId xmlns:a16="http://schemas.microsoft.com/office/drawing/2014/main" id="{F9010965-9DE7-D1BC-F3F5-F6689D2BB1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04681" y="3041077"/>
              <a:ext cx="301249" cy="381322"/>
            </a:xfrm>
            <a:prstGeom prst="rect">
              <a:avLst/>
            </a:prstGeom>
          </p:spPr>
        </p:pic>
        <p:pic>
          <p:nvPicPr>
            <p:cNvPr id="176" name="Picture 175">
              <a:extLst>
                <a:ext uri="{FF2B5EF4-FFF2-40B4-BE49-F238E27FC236}">
                  <a16:creationId xmlns:a16="http://schemas.microsoft.com/office/drawing/2014/main" id="{EE2B94A9-C7BD-71B5-5C8F-756EE0CE0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48159" y="3161869"/>
              <a:ext cx="301249" cy="38132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C24828A-BA0D-A190-F477-DEBAFEF19C7F}"/>
              </a:ext>
            </a:extLst>
          </p:cNvPr>
          <p:cNvGrpSpPr/>
          <p:nvPr/>
        </p:nvGrpSpPr>
        <p:grpSpPr>
          <a:xfrm>
            <a:off x="3682169" y="568879"/>
            <a:ext cx="1042416" cy="1024128"/>
            <a:chOff x="475862" y="905612"/>
            <a:chExt cx="1530220" cy="1504560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2DD32CF-2EAD-4B5B-98F2-FC72A50853CF}"/>
                </a:ext>
              </a:extLst>
            </p:cNvPr>
            <p:cNvGrpSpPr/>
            <p:nvPr/>
          </p:nvGrpSpPr>
          <p:grpSpPr>
            <a:xfrm>
              <a:off x="774039" y="1504363"/>
              <a:ext cx="933865" cy="571883"/>
              <a:chOff x="4447504" y="5363930"/>
              <a:chExt cx="933865" cy="571883"/>
            </a:xfrm>
          </p:grpSpPr>
          <p:pic>
            <p:nvPicPr>
              <p:cNvPr id="89" name="Picture 88">
                <a:extLst>
                  <a:ext uri="{FF2B5EF4-FFF2-40B4-BE49-F238E27FC236}">
                    <a16:creationId xmlns:a16="http://schemas.microsoft.com/office/drawing/2014/main" id="{36E8A8F8-B73A-466B-93C7-B7DA50BDFA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18906" y="5515504"/>
                <a:ext cx="416158" cy="420309"/>
              </a:xfrm>
              <a:prstGeom prst="rect">
                <a:avLst/>
              </a:prstGeom>
            </p:spPr>
          </p:pic>
          <p:pic>
            <p:nvPicPr>
              <p:cNvPr id="91" name="Picture 90">
                <a:extLst>
                  <a:ext uri="{FF2B5EF4-FFF2-40B4-BE49-F238E27FC236}">
                    <a16:creationId xmlns:a16="http://schemas.microsoft.com/office/drawing/2014/main" id="{365CC09C-B1F1-4835-891D-0449D5217C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52926" y="5467091"/>
                <a:ext cx="228443" cy="468722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BB10F60A-9D0E-404F-AFBF-595B9308DF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47504" y="5363930"/>
                <a:ext cx="271402" cy="571883"/>
              </a:xfrm>
              <a:prstGeom prst="rect">
                <a:avLst/>
              </a:prstGeom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2E2F6DC-BAB1-4318-9359-E713FEB28636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entagon 7">
                <a:extLst>
                  <a:ext uri="{FF2B5EF4-FFF2-40B4-BE49-F238E27FC236}">
                    <a16:creationId xmlns:a16="http://schemas.microsoft.com/office/drawing/2014/main" id="{C0D5D7A2-F33C-4641-87A9-8D58981011A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84243" y="568879"/>
            <a:ext cx="1042416" cy="1024128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FE1D310-E4A9-61C2-A902-BB29A2AF238F}"/>
              </a:ext>
            </a:extLst>
          </p:cNvPr>
          <p:cNvGrpSpPr/>
          <p:nvPr/>
        </p:nvGrpSpPr>
        <p:grpSpPr>
          <a:xfrm>
            <a:off x="1278990" y="568879"/>
            <a:ext cx="1042416" cy="1024128"/>
            <a:chOff x="4367922" y="905612"/>
            <a:chExt cx="1530220" cy="1504560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998F44E-BE29-49F0-8D1A-2C332E9CE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711493" y="1444303"/>
              <a:ext cx="792492" cy="792492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EA0D26E-A5B4-4B1E-AE22-168F74976C5F}"/>
                </a:ext>
              </a:extLst>
            </p:cNvPr>
            <p:cNvGrpSpPr/>
            <p:nvPr/>
          </p:nvGrpSpPr>
          <p:grpSpPr>
            <a:xfrm>
              <a:off x="4367922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CE8712C-06D9-44CE-B21B-D46DCD0955E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Pentagon 14">
                <a:extLst>
                  <a:ext uri="{FF2B5EF4-FFF2-40B4-BE49-F238E27FC236}">
                    <a16:creationId xmlns:a16="http://schemas.microsoft.com/office/drawing/2014/main" id="{A48227F4-0774-4863-9D15-906F3A80178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4432AB5-FBC1-DFF9-8625-DF277B5393E7}"/>
              </a:ext>
            </a:extLst>
          </p:cNvPr>
          <p:cNvGrpSpPr/>
          <p:nvPr/>
        </p:nvGrpSpPr>
        <p:grpSpPr>
          <a:xfrm>
            <a:off x="2472034" y="568879"/>
            <a:ext cx="1042416" cy="1024128"/>
            <a:chOff x="6313952" y="905612"/>
            <a:chExt cx="1530220" cy="1504560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2F4FE4E-B446-4973-BA82-BB7E3B2447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620769" y="1472636"/>
              <a:ext cx="929088" cy="735826"/>
            </a:xfrm>
            <a:prstGeom prst="rect">
              <a:avLst/>
            </a:prstGeom>
          </p:spPr>
        </p:pic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2AC5827-55FF-4943-9A19-450DADA1282A}"/>
                </a:ext>
              </a:extLst>
            </p:cNvPr>
            <p:cNvGrpSpPr/>
            <p:nvPr/>
          </p:nvGrpSpPr>
          <p:grpSpPr>
            <a:xfrm>
              <a:off x="6313952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6ED9052-56F2-4F38-88AD-A3E9F6AE04B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Pentagon 17">
                <a:extLst>
                  <a:ext uri="{FF2B5EF4-FFF2-40B4-BE49-F238E27FC236}">
                    <a16:creationId xmlns:a16="http://schemas.microsoft.com/office/drawing/2014/main" id="{3D2709C9-AA2F-4B1B-99D6-038175530A8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6044734" y="579271"/>
            <a:ext cx="1042416" cy="1024128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8448108" y="577677"/>
            <a:ext cx="1042416" cy="1024128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84243" y="1752759"/>
            <a:ext cx="1042416" cy="1024128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8BEBB44-7912-E18A-0F2E-786DB8A5E07B}"/>
              </a:ext>
            </a:extLst>
          </p:cNvPr>
          <p:cNvGrpSpPr/>
          <p:nvPr/>
        </p:nvGrpSpPr>
        <p:grpSpPr>
          <a:xfrm>
            <a:off x="94579" y="5719571"/>
            <a:ext cx="1042416" cy="1024128"/>
            <a:chOff x="4367922" y="2832151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69FC3F41-AA97-418F-BDAA-AA826DA0002C}"/>
                </a:ext>
              </a:extLst>
            </p:cNvPr>
            <p:cNvGrpSpPr/>
            <p:nvPr/>
          </p:nvGrpSpPr>
          <p:grpSpPr>
            <a:xfrm>
              <a:off x="4821190" y="3208453"/>
              <a:ext cx="631076" cy="1000141"/>
              <a:chOff x="6506167" y="3616847"/>
              <a:chExt cx="1337615" cy="2119878"/>
            </a:xfrm>
          </p:grpSpPr>
          <p:pic>
            <p:nvPicPr>
              <p:cNvPr id="79" name="Picture 2" descr="Church Organ Stock Illustrations – 171 Church Organ Stock Illustrations,  Vectors &amp;amp; Clipart - Dreamstime">
                <a:extLst>
                  <a:ext uri="{FF2B5EF4-FFF2-40B4-BE49-F238E27FC236}">
                    <a16:creationId xmlns:a16="http://schemas.microsoft.com/office/drawing/2014/main" id="{9FBA4C2E-1EF0-4187-8248-32928B88FC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31900"/>
              <a:stretch/>
            </p:blipFill>
            <p:spPr bwMode="auto">
              <a:xfrm>
                <a:off x="6609949" y="3616847"/>
                <a:ext cx="1130052" cy="155861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8DCDEF0B-6A43-4F35-A8B0-EC9BA8C0D2E1}"/>
                  </a:ext>
                </a:extLst>
              </p:cNvPr>
              <p:cNvSpPr/>
              <p:nvPr/>
            </p:nvSpPr>
            <p:spPr>
              <a:xfrm>
                <a:off x="6506167" y="5050089"/>
                <a:ext cx="1337615" cy="6866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EE3E0716-C0D1-49F4-B816-8211C746DA53}"/>
                  </a:ext>
                </a:extLst>
              </p:cNvPr>
              <p:cNvSpPr/>
              <p:nvPr/>
            </p:nvSpPr>
            <p:spPr>
              <a:xfrm>
                <a:off x="6656512" y="5175457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D1CA96A0-C713-4F63-A449-9DD4C7971C6C}"/>
                  </a:ext>
                </a:extLst>
              </p:cNvPr>
              <p:cNvSpPr/>
              <p:nvPr/>
            </p:nvSpPr>
            <p:spPr>
              <a:xfrm>
                <a:off x="7395917" y="5179353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0DF1E89F-5E22-4DF1-BEFE-165F6AC623D5}"/>
                  </a:ext>
                </a:extLst>
              </p:cNvPr>
              <p:cNvSpPr/>
              <p:nvPr/>
            </p:nvSpPr>
            <p:spPr>
              <a:xfrm>
                <a:off x="7023933" y="5259625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6C5AD18-E33E-4B18-A147-23424B726AFC}"/>
                  </a:ext>
                </a:extLst>
              </p:cNvPr>
              <p:cNvSpPr/>
              <p:nvPr/>
            </p:nvSpPr>
            <p:spPr>
              <a:xfrm>
                <a:off x="6655167" y="5428420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192B0B89-2F77-4457-B90D-3C9131EA32BA}"/>
                  </a:ext>
                </a:extLst>
              </p:cNvPr>
              <p:cNvSpPr/>
              <p:nvPr/>
            </p:nvSpPr>
            <p:spPr>
              <a:xfrm>
                <a:off x="7394572" y="5432316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344DD83-34DC-4B18-882F-3ECC80CFB21C}"/>
                </a:ext>
              </a:extLst>
            </p:cNvPr>
            <p:cNvGrpSpPr/>
            <p:nvPr/>
          </p:nvGrpSpPr>
          <p:grpSpPr>
            <a:xfrm>
              <a:off x="4367922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78D3EB7-0AD6-4508-BAD5-4C354D3E126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Pentagon 32">
                <a:extLst>
                  <a:ext uri="{FF2B5EF4-FFF2-40B4-BE49-F238E27FC236}">
                    <a16:creationId xmlns:a16="http://schemas.microsoft.com/office/drawing/2014/main" id="{963EE18A-CBCB-40E6-8F54-04841635B12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4845816" y="5728372"/>
            <a:ext cx="1042416" cy="1024128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094D661-9B56-C35C-C4B6-853DC94B4FB1}"/>
              </a:ext>
            </a:extLst>
          </p:cNvPr>
          <p:cNvGrpSpPr/>
          <p:nvPr/>
        </p:nvGrpSpPr>
        <p:grpSpPr>
          <a:xfrm>
            <a:off x="1286995" y="5728372"/>
            <a:ext cx="1042416" cy="1024128"/>
            <a:chOff x="8239890" y="2836685"/>
            <a:chExt cx="1530220" cy="15045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62C8765A-BD00-4ADA-846E-0A9AB274900A}"/>
                </a:ext>
              </a:extLst>
            </p:cNvPr>
            <p:cNvGrpSpPr/>
            <p:nvPr/>
          </p:nvGrpSpPr>
          <p:grpSpPr>
            <a:xfrm>
              <a:off x="8239890" y="2836685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1A2D98A5-D198-4FE4-8305-3B2435D18A9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Pentagon 38">
                <a:extLst>
                  <a:ext uri="{FF2B5EF4-FFF2-40B4-BE49-F238E27FC236}">
                    <a16:creationId xmlns:a16="http://schemas.microsoft.com/office/drawing/2014/main" id="{DD9C3BFB-6B79-4CD3-A009-2CA50FBD5104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E3D609C-1709-4F04-8102-DABEAFA03057}"/>
                </a:ext>
              </a:extLst>
            </p:cNvPr>
            <p:cNvGrpSpPr/>
            <p:nvPr/>
          </p:nvGrpSpPr>
          <p:grpSpPr>
            <a:xfrm>
              <a:off x="8784050" y="3269298"/>
              <a:ext cx="441899" cy="897919"/>
              <a:chOff x="2336221" y="3379711"/>
              <a:chExt cx="1561840" cy="3173589"/>
            </a:xfrm>
          </p:grpSpPr>
          <p:pic>
            <p:nvPicPr>
              <p:cNvPr id="94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8889D13-23A8-4304-ABEE-7D436CE674D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143162" y="3900994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5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F8625F20-13C6-4005-8DA2-517876159A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461799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BDBD0F-D19A-4BF3-97D7-63F661AECF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780436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5625CB38-85B6-4AB0-89AC-34571EB4869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3142529" y="3932952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98" name="Group 97">
                <a:extLst>
                  <a:ext uri="{FF2B5EF4-FFF2-40B4-BE49-F238E27FC236}">
                    <a16:creationId xmlns:a16="http://schemas.microsoft.com/office/drawing/2014/main" id="{FC58DD12-F21B-49DE-BCF7-2C31A4E2462B}"/>
                  </a:ext>
                </a:extLst>
              </p:cNvPr>
              <p:cNvGrpSpPr/>
              <p:nvPr/>
            </p:nvGrpSpPr>
            <p:grpSpPr>
              <a:xfrm>
                <a:off x="2336221" y="4342941"/>
                <a:ext cx="1561840" cy="2210359"/>
                <a:chOff x="2505808" y="3487056"/>
                <a:chExt cx="1561840" cy="2210359"/>
              </a:xfrm>
            </p:grpSpPr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3C0C43AF-4352-47BB-A79C-4A6DD7AFF34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 101">
                  <a:extLst>
                    <a:ext uri="{FF2B5EF4-FFF2-40B4-BE49-F238E27FC236}">
                      <a16:creationId xmlns:a16="http://schemas.microsoft.com/office/drawing/2014/main" id="{67C0FDFC-1203-4C1F-979A-B7E78F8E7597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ACE0C032-97C0-49D9-8ACD-D2B71F0393FD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6ECCBFED-255D-46AD-8BB2-36FC8D39AD7E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E7D3CC22-F3A5-4CD5-9D19-F4626A7098C7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17E89E46-E52C-4F58-8EFF-0962F3E6134F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6FBA5968-0870-457C-850E-F83FC6791A00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40B572BF-8348-4DEC-8957-AFDBE2066E78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354B41C-A504-478F-A672-40A3506F2018}"/>
                  </a:ext>
                </a:extLst>
              </p:cNvPr>
              <p:cNvSpPr/>
              <p:nvPr/>
            </p:nvSpPr>
            <p:spPr>
              <a:xfrm>
                <a:off x="2989385" y="3437792"/>
                <a:ext cx="44044" cy="202223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39CBB595-C51B-4F4A-ACD8-9CE5B3DF810E}"/>
                  </a:ext>
                </a:extLst>
              </p:cNvPr>
              <p:cNvSpPr/>
              <p:nvPr/>
            </p:nvSpPr>
            <p:spPr>
              <a:xfrm>
                <a:off x="2637692" y="3771900"/>
                <a:ext cx="101042" cy="202223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739BED-A955-B525-2DCD-99CFBEDAAA1A}"/>
              </a:ext>
            </a:extLst>
          </p:cNvPr>
          <p:cNvGrpSpPr/>
          <p:nvPr/>
        </p:nvGrpSpPr>
        <p:grpSpPr>
          <a:xfrm>
            <a:off x="1286995" y="1752759"/>
            <a:ext cx="1042416" cy="1024128"/>
            <a:chOff x="10185920" y="2836685"/>
            <a:chExt cx="1530220" cy="1504560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E9FEBFF-3050-4341-A771-78B7C1C46623}"/>
                </a:ext>
              </a:extLst>
            </p:cNvPr>
            <p:cNvGrpSpPr/>
            <p:nvPr/>
          </p:nvGrpSpPr>
          <p:grpSpPr>
            <a:xfrm>
              <a:off x="10185920" y="2836685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49F976D-C902-4A1B-A017-A07E2E35B9E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Pentagon 41">
                <a:extLst>
                  <a:ext uri="{FF2B5EF4-FFF2-40B4-BE49-F238E27FC236}">
                    <a16:creationId xmlns:a16="http://schemas.microsoft.com/office/drawing/2014/main" id="{BE63CD70-170A-4CC6-AC2F-7596CA86ACE5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2F158E1A-59FC-4AF0-B876-BE3306D9AAC2}"/>
                </a:ext>
              </a:extLst>
            </p:cNvPr>
            <p:cNvGrpSpPr/>
            <p:nvPr/>
          </p:nvGrpSpPr>
          <p:grpSpPr>
            <a:xfrm rot="19570164">
              <a:off x="10837808" y="3173072"/>
              <a:ext cx="326885" cy="690701"/>
              <a:chOff x="4175671" y="3350868"/>
              <a:chExt cx="584643" cy="1235338"/>
            </a:xfrm>
          </p:grpSpPr>
          <p:pic>
            <p:nvPicPr>
              <p:cNvPr id="110" name="Picture 109">
                <a:extLst>
                  <a:ext uri="{FF2B5EF4-FFF2-40B4-BE49-F238E27FC236}">
                    <a16:creationId xmlns:a16="http://schemas.microsoft.com/office/drawing/2014/main" id="{9EED8C3F-83BE-4E19-8603-F0C3EBA8EC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7E7AB92D-A0BF-491B-9582-26167B2113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2" name="Picture 111">
                <a:extLst>
                  <a:ext uri="{FF2B5EF4-FFF2-40B4-BE49-F238E27FC236}">
                    <a16:creationId xmlns:a16="http://schemas.microsoft.com/office/drawing/2014/main" id="{5C5B39F3-A95C-44E0-899A-3ED3ABB0D9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C73DBD47-59D4-4008-B87E-A6561A770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664165" y="3728392"/>
              <a:ext cx="573730" cy="529992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206BD2B-B22F-3C97-A0DF-EE9D50BB6FD4}"/>
              </a:ext>
            </a:extLst>
          </p:cNvPr>
          <p:cNvGrpSpPr/>
          <p:nvPr/>
        </p:nvGrpSpPr>
        <p:grpSpPr>
          <a:xfrm>
            <a:off x="3656351" y="5739618"/>
            <a:ext cx="1042416" cy="1024128"/>
            <a:chOff x="6798085" y="4819749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595B3DD2-E29B-4C01-BFC8-22B7D7203871}"/>
                </a:ext>
              </a:extLst>
            </p:cNvPr>
            <p:cNvGrpSpPr/>
            <p:nvPr/>
          </p:nvGrpSpPr>
          <p:grpSpPr>
            <a:xfrm>
              <a:off x="6798085" y="4819749"/>
              <a:ext cx="1530220" cy="1504560"/>
              <a:chOff x="475862" y="905612"/>
              <a:chExt cx="1530220" cy="1504560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562DEC3F-B2FE-44BE-9262-80F372DDDBD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Pentagon 87">
                <a:extLst>
                  <a:ext uri="{FF2B5EF4-FFF2-40B4-BE49-F238E27FC236}">
                    <a16:creationId xmlns:a16="http://schemas.microsoft.com/office/drawing/2014/main" id="{D2FEB3E6-4730-41CE-A367-1ECFAC070EB0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CEEB7B01-4767-4DDE-838E-CA77EBC51D31}"/>
                </a:ext>
              </a:extLst>
            </p:cNvPr>
            <p:cNvGrpSpPr/>
            <p:nvPr/>
          </p:nvGrpSpPr>
          <p:grpSpPr>
            <a:xfrm>
              <a:off x="7173784" y="5417888"/>
              <a:ext cx="794720" cy="525140"/>
              <a:chOff x="7009704" y="3352146"/>
              <a:chExt cx="3690533" cy="243865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66BDCF09-B951-4378-BF51-6EBB90A89A3E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FF5936D4-63D3-4C4A-9CE8-80878E9D4B50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D2E18B66-3720-4B63-8322-1E083028459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6" name="Isosceles Triangle 115">
                <a:extLst>
                  <a:ext uri="{FF2B5EF4-FFF2-40B4-BE49-F238E27FC236}">
                    <a16:creationId xmlns:a16="http://schemas.microsoft.com/office/drawing/2014/main" id="{C527E551-9E9E-4279-9FF5-9E92E570F17F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29ED9E6D-8AB7-409F-909E-A37944016031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A1EACB47-478D-46E8-B6C9-8683E103D401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A56B90E7-43C2-4017-9957-EBF1AA36D4B5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C925BAA4-EDB1-4C85-916B-F07A283154EF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3244C87-2A9A-486F-B663-8342E300F5C3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90B8981-DFC6-4C04-895C-3B8D1D55B629}"/>
              </a:ext>
            </a:extLst>
          </p:cNvPr>
          <p:cNvGrpSpPr/>
          <p:nvPr/>
        </p:nvGrpSpPr>
        <p:grpSpPr>
          <a:xfrm>
            <a:off x="9688769" y="579330"/>
            <a:ext cx="1042416" cy="1024128"/>
            <a:chOff x="2450766" y="2851147"/>
            <a:chExt cx="1530220" cy="1504560"/>
          </a:xfrm>
        </p:grpSpPr>
        <p:pic>
          <p:nvPicPr>
            <p:cNvPr id="125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4B7E78E-98D2-4AAB-A6E4-EC7455F423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2771916" y="3379321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A8A92C0F-48C8-421F-A849-9DA91CF4D177}"/>
                </a:ext>
              </a:extLst>
            </p:cNvPr>
            <p:cNvGrpSpPr/>
            <p:nvPr/>
          </p:nvGrpSpPr>
          <p:grpSpPr>
            <a:xfrm>
              <a:off x="2450766" y="2851147"/>
              <a:ext cx="1530220" cy="1504560"/>
              <a:chOff x="475862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0C49B024-0157-490E-8B5A-BE091E6C89A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entagon 128">
                <a:extLst>
                  <a:ext uri="{FF2B5EF4-FFF2-40B4-BE49-F238E27FC236}">
                    <a16:creationId xmlns:a16="http://schemas.microsoft.com/office/drawing/2014/main" id="{B16A1FEF-FD72-41A3-85FA-F41C250A3FC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8EB6662-C646-4797-B09D-55A83B926B16}"/>
                </a:ext>
              </a:extLst>
            </p:cNvPr>
            <p:cNvGrpSpPr/>
            <p:nvPr/>
          </p:nvGrpSpPr>
          <p:grpSpPr>
            <a:xfrm rot="2544502">
              <a:off x="3210651" y="3425186"/>
              <a:ext cx="353705" cy="822645"/>
              <a:chOff x="6253973" y="5546706"/>
              <a:chExt cx="445761" cy="10367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B0D9FE4-5420-452F-A274-CD9F8EF1D1F4}"/>
                  </a:ext>
                </a:extLst>
              </p:cNvPr>
              <p:cNvSpPr/>
              <p:nvPr/>
            </p:nvSpPr>
            <p:spPr>
              <a:xfrm>
                <a:off x="6392917" y="6058567"/>
                <a:ext cx="177104" cy="5248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0E0E7EE9-EA00-4DF6-8186-5DCBA0BC6CF7}"/>
                  </a:ext>
                </a:extLst>
              </p:cNvPr>
              <p:cNvSpPr/>
              <p:nvPr/>
            </p:nvSpPr>
            <p:spPr>
              <a:xfrm rot="16200000">
                <a:off x="6409816" y="6293536"/>
                <a:ext cx="134076" cy="44576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D2D8EA5E-D06F-4DE3-8247-103D079589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220785" y="5663916"/>
                <a:ext cx="479599" cy="2451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33E49205-7528-879D-317C-C6578EB1016F}"/>
              </a:ext>
            </a:extLst>
          </p:cNvPr>
          <p:cNvGrpSpPr/>
          <p:nvPr/>
        </p:nvGrpSpPr>
        <p:grpSpPr>
          <a:xfrm>
            <a:off x="4851690" y="579271"/>
            <a:ext cx="1036542" cy="1024128"/>
            <a:chOff x="1063169" y="3338444"/>
            <a:chExt cx="1527048" cy="1508760"/>
          </a:xfrm>
        </p:grpSpPr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70E5ADF3-0940-CDD9-167D-4D706A8B3C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2391" y="4025282"/>
              <a:ext cx="927162" cy="737880"/>
            </a:xfrm>
            <a:prstGeom prst="rect">
              <a:avLst/>
            </a:prstGeom>
          </p:spPr>
        </p:pic>
        <p:sp>
          <p:nvSpPr>
            <p:cNvPr id="130" name="Star: 6 Points 129">
              <a:extLst>
                <a:ext uri="{FF2B5EF4-FFF2-40B4-BE49-F238E27FC236}">
                  <a16:creationId xmlns:a16="http://schemas.microsoft.com/office/drawing/2014/main" id="{024023C3-FD6F-28F6-3BB4-C393872F8A0A}"/>
                </a:ext>
              </a:extLst>
            </p:cNvPr>
            <p:cNvSpPr/>
            <p:nvPr/>
          </p:nvSpPr>
          <p:spPr>
            <a:xfrm>
              <a:off x="1668501" y="3634605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58DC64B6-19A0-1F1F-F60B-FC722B54B823}"/>
                </a:ext>
              </a:extLst>
            </p:cNvPr>
            <p:cNvGrpSpPr/>
            <p:nvPr/>
          </p:nvGrpSpPr>
          <p:grpSpPr>
            <a:xfrm>
              <a:off x="1063169" y="3338444"/>
              <a:ext cx="1527048" cy="1508760"/>
              <a:chOff x="475862" y="905612"/>
              <a:chExt cx="1530220" cy="1504560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29E0FA7C-2F9A-680A-1CF7-169AFD9C592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Pentagon 134">
                <a:extLst>
                  <a:ext uri="{FF2B5EF4-FFF2-40B4-BE49-F238E27FC236}">
                    <a16:creationId xmlns:a16="http://schemas.microsoft.com/office/drawing/2014/main" id="{D558C71D-0663-C075-5311-241EDE963BA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79DAE1E-49DD-1F34-4D70-F2489CB7732A}"/>
              </a:ext>
            </a:extLst>
          </p:cNvPr>
          <p:cNvGrpSpPr/>
          <p:nvPr/>
        </p:nvGrpSpPr>
        <p:grpSpPr>
          <a:xfrm>
            <a:off x="7230933" y="579537"/>
            <a:ext cx="1047208" cy="1034667"/>
            <a:chOff x="6094898" y="2582408"/>
            <a:chExt cx="1527048" cy="1508760"/>
          </a:xfrm>
        </p:grpSpPr>
        <p:pic>
          <p:nvPicPr>
            <p:cNvPr id="1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CB8DEFB-6C61-1B31-0C61-52AA62B56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6415382" y="3112056"/>
              <a:ext cx="563868" cy="5628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6495295" y="3439061"/>
              <a:ext cx="933151" cy="2811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865FAF08-C53A-E6BD-C661-4B0EEA9386E5}"/>
                </a:ext>
              </a:extLst>
            </p:cNvPr>
            <p:cNvSpPr/>
            <p:nvPr/>
          </p:nvSpPr>
          <p:spPr>
            <a:xfrm>
              <a:off x="6094898" y="2582408"/>
              <a:ext cx="1527048" cy="15087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Pentagon 156">
              <a:extLst>
                <a:ext uri="{FF2B5EF4-FFF2-40B4-BE49-F238E27FC236}">
                  <a16:creationId xmlns:a16="http://schemas.microsoft.com/office/drawing/2014/main" id="{8A8238A0-918F-0872-413D-1901B0D63879}"/>
                </a:ext>
              </a:extLst>
            </p:cNvPr>
            <p:cNvSpPr/>
            <p:nvPr/>
          </p:nvSpPr>
          <p:spPr>
            <a:xfrm>
              <a:off x="6271635" y="2825005"/>
              <a:ext cx="1173574" cy="1217528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730A41DC-2AB6-FA4A-6C35-83C0F2E380EC}"/>
              </a:ext>
            </a:extLst>
          </p:cNvPr>
          <p:cNvGrpSpPr/>
          <p:nvPr/>
        </p:nvGrpSpPr>
        <p:grpSpPr>
          <a:xfrm>
            <a:off x="10910263" y="568879"/>
            <a:ext cx="1036542" cy="1024128"/>
            <a:chOff x="3480736" y="3338444"/>
            <a:chExt cx="1527048" cy="1508760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0465F1E6-2795-CA61-6F40-B5391D97935A}"/>
                </a:ext>
              </a:extLst>
            </p:cNvPr>
            <p:cNvGrpSpPr/>
            <p:nvPr/>
          </p:nvGrpSpPr>
          <p:grpSpPr>
            <a:xfrm>
              <a:off x="3817803" y="4034253"/>
              <a:ext cx="811757" cy="618653"/>
              <a:chOff x="4638485" y="4014555"/>
              <a:chExt cx="1121232" cy="841513"/>
            </a:xfrm>
          </p:grpSpPr>
          <p:pic>
            <p:nvPicPr>
              <p:cNvPr id="143" name="Picture 142">
                <a:extLst>
                  <a:ext uri="{FF2B5EF4-FFF2-40B4-BE49-F238E27FC236}">
                    <a16:creationId xmlns:a16="http://schemas.microsoft.com/office/drawing/2014/main" id="{40208AC7-17B6-E621-B493-DC719E92E3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144" name="Picture 143">
                <a:extLst>
                  <a:ext uri="{FF2B5EF4-FFF2-40B4-BE49-F238E27FC236}">
                    <a16:creationId xmlns:a16="http://schemas.microsoft.com/office/drawing/2014/main" id="{EF25AF5B-9156-9D70-D8EE-7E685DA5FB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FD4AF955-2685-B100-7C80-0ACBAD167EA1}"/>
                </a:ext>
              </a:extLst>
            </p:cNvPr>
            <p:cNvGrpSpPr/>
            <p:nvPr/>
          </p:nvGrpSpPr>
          <p:grpSpPr>
            <a:xfrm>
              <a:off x="3480736" y="3338444"/>
              <a:ext cx="1527048" cy="1508760"/>
              <a:chOff x="475862" y="905612"/>
              <a:chExt cx="1530220" cy="1504560"/>
            </a:xfrm>
          </p:grpSpPr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DA61E00D-CAC9-DD2C-D9E5-DD5AE19F145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Pentagon 141">
                <a:extLst>
                  <a:ext uri="{FF2B5EF4-FFF2-40B4-BE49-F238E27FC236}">
                    <a16:creationId xmlns:a16="http://schemas.microsoft.com/office/drawing/2014/main" id="{2E7AD201-4511-C7BB-1C7D-1884D1869BA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BA6F68FC-7772-7BF0-4588-E0C64D96E139}"/>
                </a:ext>
              </a:extLst>
            </p:cNvPr>
            <p:cNvSpPr/>
            <p:nvPr/>
          </p:nvSpPr>
          <p:spPr>
            <a:xfrm>
              <a:off x="4083288" y="3634605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09060A16-9789-69C3-EFF2-A6CACB951B25}"/>
              </a:ext>
            </a:extLst>
          </p:cNvPr>
          <p:cNvGrpSpPr/>
          <p:nvPr/>
        </p:nvGrpSpPr>
        <p:grpSpPr>
          <a:xfrm>
            <a:off x="10921203" y="1781053"/>
            <a:ext cx="1036542" cy="1024128"/>
            <a:chOff x="5707651" y="3267755"/>
            <a:chExt cx="1527048" cy="1508760"/>
          </a:xfrm>
        </p:grpSpPr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ADB332A5-D6DA-AF7F-98FC-FA822CF6CDE2}"/>
                </a:ext>
              </a:extLst>
            </p:cNvPr>
            <p:cNvGrpSpPr/>
            <p:nvPr/>
          </p:nvGrpSpPr>
          <p:grpSpPr>
            <a:xfrm>
              <a:off x="5707651" y="3267755"/>
              <a:ext cx="1527048" cy="1508760"/>
              <a:chOff x="475862" y="905612"/>
              <a:chExt cx="1530220" cy="150456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126F8D72-FD8C-9E87-B54E-5FEAB9605F9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Pentagon 152">
                <a:extLst>
                  <a:ext uri="{FF2B5EF4-FFF2-40B4-BE49-F238E27FC236}">
                    <a16:creationId xmlns:a16="http://schemas.microsoft.com/office/drawing/2014/main" id="{110D2C90-0EDE-5B6E-F3C2-5300A9DCC17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0ACC4DFC-06EC-9034-2EEB-6762796A442C}"/>
                </a:ext>
              </a:extLst>
            </p:cNvPr>
            <p:cNvGrpSpPr/>
            <p:nvPr/>
          </p:nvGrpSpPr>
          <p:grpSpPr>
            <a:xfrm>
              <a:off x="6096000" y="3957871"/>
              <a:ext cx="668504" cy="736247"/>
              <a:chOff x="6028135" y="3797403"/>
              <a:chExt cx="790798" cy="870934"/>
            </a:xfrm>
          </p:grpSpPr>
          <p:pic>
            <p:nvPicPr>
              <p:cNvPr id="146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4E1F6612-D81A-1D97-37DE-56341C1E314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20150930">
                <a:off x="6028135" y="3797403"/>
                <a:ext cx="563868" cy="5628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48" name="Group 147">
                <a:extLst>
                  <a:ext uri="{FF2B5EF4-FFF2-40B4-BE49-F238E27FC236}">
                    <a16:creationId xmlns:a16="http://schemas.microsoft.com/office/drawing/2014/main" id="{33A0F344-D008-5F0C-1DEF-4C1D200AE84E}"/>
                  </a:ext>
                </a:extLst>
              </p:cNvPr>
              <p:cNvGrpSpPr/>
              <p:nvPr/>
            </p:nvGrpSpPr>
            <p:grpSpPr>
              <a:xfrm rot="2544502">
                <a:off x="6465961" y="3843396"/>
                <a:ext cx="352972" cy="824941"/>
                <a:chOff x="6253973" y="5546706"/>
                <a:chExt cx="445761" cy="1036749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8050A620-4BEF-2CBF-C34E-CDAF959C822C}"/>
                    </a:ext>
                  </a:extLst>
                </p:cNvPr>
                <p:cNvSpPr/>
                <p:nvPr/>
              </p:nvSpPr>
              <p:spPr>
                <a:xfrm>
                  <a:off x="6392917" y="6058567"/>
                  <a:ext cx="177104" cy="524888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BE7A10A5-AAE6-53E1-AB91-2B41E16EBB0E}"/>
                    </a:ext>
                  </a:extLst>
                </p:cNvPr>
                <p:cNvSpPr/>
                <p:nvPr/>
              </p:nvSpPr>
              <p:spPr>
                <a:xfrm rot="16200000">
                  <a:off x="6409816" y="6293536"/>
                  <a:ext cx="134076" cy="445761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151" name="Picture 10" descr="✓ flamethrower free vector eps, cdr, ai, svg vector illustration graphic art">
                  <a:extLst>
                    <a:ext uri="{FF2B5EF4-FFF2-40B4-BE49-F238E27FC236}">
                      <a16:creationId xmlns:a16="http://schemas.microsoft.com/office/drawing/2014/main" id="{98D7FB29-921B-81F0-BC99-97A2F00CA66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9258" b="25887"/>
                <a:stretch/>
              </p:blipFill>
              <p:spPr bwMode="auto">
                <a:xfrm rot="16200000">
                  <a:off x="6220785" y="5663916"/>
                  <a:ext cx="479599" cy="24517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sp>
          <p:nvSpPr>
            <p:cNvPr id="163" name="Star: 6 Points 162">
              <a:extLst>
                <a:ext uri="{FF2B5EF4-FFF2-40B4-BE49-F238E27FC236}">
                  <a16:creationId xmlns:a16="http://schemas.microsoft.com/office/drawing/2014/main" id="{C17F7DF7-BD8B-38B4-E1B3-14ECF0E5D1B2}"/>
                </a:ext>
              </a:extLst>
            </p:cNvPr>
            <p:cNvSpPr/>
            <p:nvPr/>
          </p:nvSpPr>
          <p:spPr>
            <a:xfrm>
              <a:off x="6314912" y="355788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3D26A01-2689-804C-F04E-3F9DF6CCD404}"/>
              </a:ext>
            </a:extLst>
          </p:cNvPr>
          <p:cNvGrpSpPr/>
          <p:nvPr/>
        </p:nvGrpSpPr>
        <p:grpSpPr>
          <a:xfrm>
            <a:off x="2470212" y="5734211"/>
            <a:ext cx="1036542" cy="1024128"/>
            <a:chOff x="4219845" y="2709281"/>
            <a:chExt cx="1527048" cy="15087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0C6B9B8D-A384-C2E1-D811-DE60B1398F78}"/>
                </a:ext>
              </a:extLst>
            </p:cNvPr>
            <p:cNvGrpSpPr/>
            <p:nvPr/>
          </p:nvGrpSpPr>
          <p:grpSpPr>
            <a:xfrm>
              <a:off x="4592566" y="3055014"/>
              <a:ext cx="758182" cy="1122430"/>
              <a:chOff x="6688184" y="2757638"/>
              <a:chExt cx="2587470" cy="3830549"/>
            </a:xfrm>
          </p:grpSpPr>
          <p:pic>
            <p:nvPicPr>
              <p:cNvPr id="170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079897D4-62CE-C056-2FEA-1BDFD29785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731195" y="3576017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B489CC6-8677-6EDE-FAEB-9BAA7DFE3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057978" y="3270678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318D090-AA37-9A8D-C06E-695E39EC767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384760" y="3270678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9E01A4A-1535-B4BF-32CB-E59105F151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756107" y="3608949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0F464C76-E2B4-4BAF-9551-C725DEE728A8}"/>
                  </a:ext>
                </a:extLst>
              </p:cNvPr>
              <p:cNvGrpSpPr/>
              <p:nvPr/>
            </p:nvGrpSpPr>
            <p:grpSpPr>
              <a:xfrm>
                <a:off x="7211479" y="4310279"/>
                <a:ext cx="1601761" cy="2277908"/>
                <a:chOff x="2505808" y="3487056"/>
                <a:chExt cx="1561840" cy="2210359"/>
              </a:xfrm>
            </p:grpSpPr>
            <p:sp>
              <p:nvSpPr>
                <p:cNvPr id="177" name="Rectangle 176">
                  <a:extLst>
                    <a:ext uri="{FF2B5EF4-FFF2-40B4-BE49-F238E27FC236}">
                      <a16:creationId xmlns:a16="http://schemas.microsoft.com/office/drawing/2014/main" id="{D2360386-0916-5423-64BE-108788E13DA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" name="Rectangle 177">
                  <a:extLst>
                    <a:ext uri="{FF2B5EF4-FFF2-40B4-BE49-F238E27FC236}">
                      <a16:creationId xmlns:a16="http://schemas.microsoft.com/office/drawing/2014/main" id="{D0D2C2AF-AEEB-A9F1-A20D-E8664365F051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 178">
                  <a:extLst>
                    <a:ext uri="{FF2B5EF4-FFF2-40B4-BE49-F238E27FC236}">
                      <a16:creationId xmlns:a16="http://schemas.microsoft.com/office/drawing/2014/main" id="{1142E202-0C46-842D-DE65-18F4EF820359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 179">
                  <a:extLst>
                    <a:ext uri="{FF2B5EF4-FFF2-40B4-BE49-F238E27FC236}">
                      <a16:creationId xmlns:a16="http://schemas.microsoft.com/office/drawing/2014/main" id="{77055D3D-BA23-DC7E-046D-98EEB4301855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Rectangle 180">
                  <a:extLst>
                    <a:ext uri="{FF2B5EF4-FFF2-40B4-BE49-F238E27FC236}">
                      <a16:creationId xmlns:a16="http://schemas.microsoft.com/office/drawing/2014/main" id="{F6A1314A-A947-A8DC-9B3E-46B588CA7D42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Rectangle 181">
                  <a:extLst>
                    <a:ext uri="{FF2B5EF4-FFF2-40B4-BE49-F238E27FC236}">
                      <a16:creationId xmlns:a16="http://schemas.microsoft.com/office/drawing/2014/main" id="{A2EBA4D0-8F95-5DCC-1DB1-80EAA6BC018A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28F83060-9FBA-6FAD-C5A9-B6D7C692EDB8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BD7C5441-67C4-A44A-46D7-146A7FF440C5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6EC21C5-BEB6-D91C-6921-D665C142D9B7}"/>
                  </a:ext>
                </a:extLst>
              </p:cNvPr>
              <p:cNvSpPr/>
              <p:nvPr/>
            </p:nvSpPr>
            <p:spPr>
              <a:xfrm>
                <a:off x="7881338" y="3254472"/>
                <a:ext cx="45171" cy="331405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B285014-8660-254A-759C-2000C516443D}"/>
                  </a:ext>
                </a:extLst>
              </p:cNvPr>
              <p:cNvSpPr/>
              <p:nvPr/>
            </p:nvSpPr>
            <p:spPr>
              <a:xfrm>
                <a:off x="7520652" y="3598795"/>
                <a:ext cx="103625" cy="331405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8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10E47656-4459-A3FB-225E-388C23D5509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5108690">
                <a:off x="6175144" y="4634344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8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84C278-78F5-ABA2-483D-0E9058EB2F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987515">
                <a:off x="8279935" y="4654096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68" name="Group 167">
              <a:extLst>
                <a:ext uri="{FF2B5EF4-FFF2-40B4-BE49-F238E27FC236}">
                  <a16:creationId xmlns:a16="http://schemas.microsoft.com/office/drawing/2014/main" id="{DCA5A048-6188-AA47-7D23-053C5BE9DCE8}"/>
                </a:ext>
              </a:extLst>
            </p:cNvPr>
            <p:cNvGrpSpPr/>
            <p:nvPr/>
          </p:nvGrpSpPr>
          <p:grpSpPr>
            <a:xfrm>
              <a:off x="4219845" y="2709281"/>
              <a:ext cx="1527048" cy="1508760"/>
              <a:chOff x="475862" y="905612"/>
              <a:chExt cx="1530220" cy="1504560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24995515-F153-2333-8D9E-D75E69F978B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Pentagon 185">
                <a:extLst>
                  <a:ext uri="{FF2B5EF4-FFF2-40B4-BE49-F238E27FC236}">
                    <a16:creationId xmlns:a16="http://schemas.microsoft.com/office/drawing/2014/main" id="{40049FB7-A1E5-6613-55E0-731F0C8435FD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1344878" y="572002"/>
            <a:ext cx="1042416" cy="1024128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6066627" y="572002"/>
            <a:ext cx="1042416" cy="1024128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BD95AA5-79D9-6D12-1DED-57364B801B3F}"/>
              </a:ext>
            </a:extLst>
          </p:cNvPr>
          <p:cNvGrpSpPr/>
          <p:nvPr/>
        </p:nvGrpSpPr>
        <p:grpSpPr>
          <a:xfrm>
            <a:off x="7269260" y="572002"/>
            <a:ext cx="1042416" cy="1024128"/>
            <a:chOff x="423110" y="2832151"/>
            <a:chExt cx="1530220" cy="150456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37BB9C2-FD5E-4F59-A139-B9C37BB18AB6}"/>
                </a:ext>
              </a:extLst>
            </p:cNvPr>
            <p:cNvGrpSpPr/>
            <p:nvPr/>
          </p:nvGrpSpPr>
          <p:grpSpPr>
            <a:xfrm>
              <a:off x="781933" y="3250400"/>
              <a:ext cx="730501" cy="772306"/>
              <a:chOff x="781933" y="3250400"/>
              <a:chExt cx="730501" cy="772306"/>
            </a:xfrm>
          </p:grpSpPr>
          <p:pic>
            <p:nvPicPr>
              <p:cNvPr id="92" name="Picture 91">
                <a:extLst>
                  <a:ext uri="{FF2B5EF4-FFF2-40B4-BE49-F238E27FC236}">
                    <a16:creationId xmlns:a16="http://schemas.microsoft.com/office/drawing/2014/main" id="{015F1320-F7B1-4665-BDA0-E0040CDD2F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9689919">
                <a:off x="781933" y="3335830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6848A236-7FC1-435C-A496-412F209F19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0525F58-B1E9-43DE-9055-0BA3C5832805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23110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61D4C8C-ED27-4A35-B0DA-2C9936D6C93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767AE809-CD89-4614-AD20-65FBA93D5CC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CAFA248-4A5C-AB09-6814-4191196CB423}"/>
              </a:ext>
            </a:extLst>
          </p:cNvPr>
          <p:cNvGrpSpPr/>
          <p:nvPr/>
        </p:nvGrpSpPr>
        <p:grpSpPr>
          <a:xfrm>
            <a:off x="1277082" y="5719571"/>
            <a:ext cx="1042416" cy="1024128"/>
            <a:chOff x="6080575" y="4836630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2E60A83-3CE2-4E8C-B496-01841FBFCCEC}"/>
                </a:ext>
              </a:extLst>
            </p:cNvPr>
            <p:cNvGrpSpPr/>
            <p:nvPr/>
          </p:nvGrpSpPr>
          <p:grpSpPr>
            <a:xfrm>
              <a:off x="6461358" y="5176855"/>
              <a:ext cx="797279" cy="944970"/>
              <a:chOff x="8505112" y="3172376"/>
              <a:chExt cx="797279" cy="944970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FAAEC6B3-E8EB-47C2-ACFE-245D731874C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97" t="6516" r="6170" b="7206"/>
              <a:stretch/>
            </p:blipFill>
            <p:spPr>
              <a:xfrm>
                <a:off x="8505112" y="3534131"/>
                <a:ext cx="774510" cy="583215"/>
              </a:xfrm>
              <a:prstGeom prst="rect">
                <a:avLst/>
              </a:prstGeom>
            </p:spPr>
          </p:pic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F6B9ECA-A822-41FE-A59C-DA33E06D9777}"/>
                  </a:ext>
                </a:extLst>
              </p:cNvPr>
              <p:cNvGrpSpPr/>
              <p:nvPr/>
            </p:nvGrpSpPr>
            <p:grpSpPr>
              <a:xfrm rot="900000">
                <a:off x="8530085" y="3172376"/>
                <a:ext cx="772306" cy="362588"/>
                <a:chOff x="5768349" y="5013941"/>
                <a:chExt cx="1241151" cy="582705"/>
              </a:xfrm>
            </p:grpSpPr>
            <p:pic>
              <p:nvPicPr>
                <p:cNvPr id="104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CE7E45D4-01A9-43FA-98F6-E0DFFCAB5AD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945453" y="5013941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5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102CD741-7E8A-470F-92C3-50FE412375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768349" y="5230072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30062497-5637-455A-BF76-397A3EDDB55F}"/>
                </a:ext>
              </a:extLst>
            </p:cNvPr>
            <p:cNvGrpSpPr/>
            <p:nvPr/>
          </p:nvGrpSpPr>
          <p:grpSpPr>
            <a:xfrm>
              <a:off x="6080575" y="4836630"/>
              <a:ext cx="1530220" cy="1504560"/>
              <a:chOff x="423110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7264E5AC-FC24-4AF1-B033-5A191E9E38D5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Plaque 58">
                <a:extLst>
                  <a:ext uri="{FF2B5EF4-FFF2-40B4-BE49-F238E27FC236}">
                    <a16:creationId xmlns:a16="http://schemas.microsoft.com/office/drawing/2014/main" id="{DCEA8976-04A6-4D20-A3E0-51651129E8D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B19DF63-1187-C619-B6E5-BAFA497B3F1C}"/>
              </a:ext>
            </a:extLst>
          </p:cNvPr>
          <p:cNvGrpSpPr/>
          <p:nvPr/>
        </p:nvGrpSpPr>
        <p:grpSpPr>
          <a:xfrm>
            <a:off x="98683" y="5719571"/>
            <a:ext cx="1042416" cy="1024128"/>
            <a:chOff x="2360348" y="4817472"/>
            <a:chExt cx="1530220" cy="1504560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8069-781E-4DF4-9B5A-D178563F9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2737068" y="5414321"/>
              <a:ext cx="774510" cy="583215"/>
            </a:xfrm>
            <a:prstGeom prst="rect">
              <a:avLst/>
            </a:prstGeom>
          </p:spPr>
        </p:pic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367BFF6-6407-45B9-8019-8C9E60C7B014}"/>
                </a:ext>
              </a:extLst>
            </p:cNvPr>
            <p:cNvGrpSpPr/>
            <p:nvPr/>
          </p:nvGrpSpPr>
          <p:grpSpPr>
            <a:xfrm>
              <a:off x="2360348" y="4817472"/>
              <a:ext cx="1530220" cy="1504560"/>
              <a:chOff x="423110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734894B-A946-426B-998C-8CB12C22484F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Plaque 67">
                <a:extLst>
                  <a:ext uri="{FF2B5EF4-FFF2-40B4-BE49-F238E27FC236}">
                    <a16:creationId xmlns:a16="http://schemas.microsoft.com/office/drawing/2014/main" id="{6988BB72-D32B-4106-87D3-04001F0AFAA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122739" y="572002"/>
            <a:ext cx="1042416" cy="1024128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2534875" y="572002"/>
            <a:ext cx="1042416" cy="1024128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4863994" y="572002"/>
            <a:ext cx="1042416" cy="1024128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8497279" y="572002"/>
            <a:ext cx="1042416" cy="1024128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C1CCD3D-46DD-1FF1-E9FD-F4C5004DE18C}"/>
              </a:ext>
            </a:extLst>
          </p:cNvPr>
          <p:cNvGrpSpPr/>
          <p:nvPr/>
        </p:nvGrpSpPr>
        <p:grpSpPr>
          <a:xfrm>
            <a:off x="4887092" y="5730578"/>
            <a:ext cx="1042416" cy="1024128"/>
            <a:chOff x="4191070" y="4836630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A87C093-AD9E-4735-9C4C-68C8D1C2ACC0}"/>
                </a:ext>
              </a:extLst>
            </p:cNvPr>
            <p:cNvGrpSpPr/>
            <p:nvPr/>
          </p:nvGrpSpPr>
          <p:grpSpPr>
            <a:xfrm>
              <a:off x="4191070" y="4836630"/>
              <a:ext cx="1530220" cy="1504560"/>
              <a:chOff x="423110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AEFE256-3948-447E-BE75-435AF28009A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Plaque 55">
                <a:extLst>
                  <a:ext uri="{FF2B5EF4-FFF2-40B4-BE49-F238E27FC236}">
                    <a16:creationId xmlns:a16="http://schemas.microsoft.com/office/drawing/2014/main" id="{34C64E3E-8376-4C80-B36D-6D1CBD11359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CD1F4EB-ADB1-40BC-8E30-39448E197F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536538" y="5415688"/>
              <a:ext cx="839282" cy="548935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32F80A3-0430-FF64-E030-D69831E05C09}"/>
              </a:ext>
            </a:extLst>
          </p:cNvPr>
          <p:cNvGrpSpPr/>
          <p:nvPr/>
        </p:nvGrpSpPr>
        <p:grpSpPr>
          <a:xfrm>
            <a:off x="2523341" y="4565546"/>
            <a:ext cx="1042416" cy="1024128"/>
            <a:chOff x="423109" y="4767482"/>
            <a:chExt cx="1530220" cy="1504560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E2D233AA-A24D-450E-BFBF-805A7FE8789F}"/>
                </a:ext>
              </a:extLst>
            </p:cNvPr>
            <p:cNvGrpSpPr/>
            <p:nvPr/>
          </p:nvGrpSpPr>
          <p:grpSpPr>
            <a:xfrm>
              <a:off x="423109" y="4767482"/>
              <a:ext cx="1530220" cy="1504560"/>
              <a:chOff x="423110" y="905612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8F7499F-4F37-4FE9-9886-F65D15709D0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Plaque 100">
                <a:extLst>
                  <a:ext uri="{FF2B5EF4-FFF2-40B4-BE49-F238E27FC236}">
                    <a16:creationId xmlns:a16="http://schemas.microsoft.com/office/drawing/2014/main" id="{4D245748-5A28-4EB6-91DD-0BC70234DE67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E8D9DD6-2EB6-4943-B3DF-E9CAFBCC0621}"/>
                </a:ext>
              </a:extLst>
            </p:cNvPr>
            <p:cNvGrpSpPr/>
            <p:nvPr/>
          </p:nvGrpSpPr>
          <p:grpSpPr>
            <a:xfrm>
              <a:off x="852305" y="5122716"/>
              <a:ext cx="660129" cy="953301"/>
              <a:chOff x="664466" y="3345800"/>
              <a:chExt cx="1751197" cy="2528925"/>
            </a:xfrm>
          </p:grpSpPr>
          <p:pic>
            <p:nvPicPr>
              <p:cNvPr id="107" name="Picture 106">
                <a:extLst>
                  <a:ext uri="{FF2B5EF4-FFF2-40B4-BE49-F238E27FC236}">
                    <a16:creationId xmlns:a16="http://schemas.microsoft.com/office/drawing/2014/main" id="{5170FCC8-50F8-4D8A-99CB-5A1D0456A8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428800">
                <a:off x="1547765" y="3345800"/>
                <a:ext cx="403801" cy="2382441"/>
              </a:xfrm>
              <a:prstGeom prst="rect">
                <a:avLst/>
              </a:prstGeom>
            </p:spPr>
          </p:pic>
          <p:pic>
            <p:nvPicPr>
              <p:cNvPr id="108" name="Picture 2" descr="Medusa Icon - Download in Glyph Style">
                <a:extLst>
                  <a:ext uri="{FF2B5EF4-FFF2-40B4-BE49-F238E27FC236}">
                    <a16:creationId xmlns:a16="http://schemas.microsoft.com/office/drawing/2014/main" id="{F9AE4CE1-0806-4866-A63E-B4E5E53A23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664466" y="3523031"/>
                <a:ext cx="1751197" cy="23516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4C648C2-2383-694B-34BD-02365A783814}"/>
              </a:ext>
            </a:extLst>
          </p:cNvPr>
          <p:cNvGrpSpPr/>
          <p:nvPr/>
        </p:nvGrpSpPr>
        <p:grpSpPr>
          <a:xfrm>
            <a:off x="98683" y="4565546"/>
            <a:ext cx="1042416" cy="1024128"/>
            <a:chOff x="423110" y="896820"/>
            <a:chExt cx="1530220" cy="1504560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139F4959-7917-4123-A818-94BE849B98A7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905612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Plaque 77">
                <a:extLst>
                  <a:ext uri="{FF2B5EF4-FFF2-40B4-BE49-F238E27FC236}">
                    <a16:creationId xmlns:a16="http://schemas.microsoft.com/office/drawing/2014/main" id="{53B8051C-91F7-451D-80F0-0ED133E79B1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2" name="Picture 2" descr="Medusa Icon - Download in Glyph Style">
              <a:extLst>
                <a:ext uri="{FF2B5EF4-FFF2-40B4-BE49-F238E27FC236}">
                  <a16:creationId xmlns:a16="http://schemas.microsoft.com/office/drawing/2014/main" id="{DBFA95F1-F296-4198-9EA1-EB461B498A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852305" y="1297145"/>
              <a:ext cx="660129" cy="886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5EEB21F-742F-F035-64BF-C8FA1EDAD166}"/>
              </a:ext>
            </a:extLst>
          </p:cNvPr>
          <p:cNvGrpSpPr/>
          <p:nvPr/>
        </p:nvGrpSpPr>
        <p:grpSpPr>
          <a:xfrm>
            <a:off x="10890560" y="564476"/>
            <a:ext cx="1036542" cy="1024128"/>
            <a:chOff x="3237864" y="2405218"/>
            <a:chExt cx="1527048" cy="1508760"/>
          </a:xfrm>
        </p:grpSpPr>
        <p:sp>
          <p:nvSpPr>
            <p:cNvPr id="100" name="Star: 6 Points 99">
              <a:extLst>
                <a:ext uri="{FF2B5EF4-FFF2-40B4-BE49-F238E27FC236}">
                  <a16:creationId xmlns:a16="http://schemas.microsoft.com/office/drawing/2014/main" id="{1F39C370-E05F-601D-B8C4-23A5A021DA34}"/>
                </a:ext>
              </a:extLst>
            </p:cNvPr>
            <p:cNvSpPr/>
            <p:nvPr/>
          </p:nvSpPr>
          <p:spPr>
            <a:xfrm>
              <a:off x="3652600" y="268576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98E2AC5F-5F19-EBD4-05DC-8165D4CAE56B}"/>
                </a:ext>
              </a:extLst>
            </p:cNvPr>
            <p:cNvGrpSpPr/>
            <p:nvPr/>
          </p:nvGrpSpPr>
          <p:grpSpPr>
            <a:xfrm>
              <a:off x="3688699" y="3016995"/>
              <a:ext cx="728987" cy="774462"/>
              <a:chOff x="781933" y="3250400"/>
              <a:chExt cx="730501" cy="772306"/>
            </a:xfrm>
          </p:grpSpPr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9EA9ABE4-071E-081C-D86E-02D8D111C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9689919">
                <a:off x="781933" y="3335830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131" name="Picture 130">
                <a:extLst>
                  <a:ext uri="{FF2B5EF4-FFF2-40B4-BE49-F238E27FC236}">
                    <a16:creationId xmlns:a16="http://schemas.microsoft.com/office/drawing/2014/main" id="{7C86C31B-2F44-6C16-FA74-B96DAE1B6A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B15E208F-6263-8AC0-C2BF-4CB7133A35C2}"/>
                </a:ext>
              </a:extLst>
            </p:cNvPr>
            <p:cNvGrpSpPr/>
            <p:nvPr/>
          </p:nvGrpSpPr>
          <p:grpSpPr>
            <a:xfrm>
              <a:off x="3237864" y="2405218"/>
              <a:ext cx="1527048" cy="1508760"/>
              <a:chOff x="423110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7C3601B7-81C4-1494-9C9B-B160D41A19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laque 128">
                <a:extLst>
                  <a:ext uri="{FF2B5EF4-FFF2-40B4-BE49-F238E27FC236}">
                    <a16:creationId xmlns:a16="http://schemas.microsoft.com/office/drawing/2014/main" id="{97D874AB-D702-5B35-1FCA-A77B622B83F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B6BD763-2ABB-CFF3-6975-B934FF94C4AB}"/>
              </a:ext>
            </a:extLst>
          </p:cNvPr>
          <p:cNvGrpSpPr/>
          <p:nvPr/>
        </p:nvGrpSpPr>
        <p:grpSpPr>
          <a:xfrm>
            <a:off x="1290999" y="4555620"/>
            <a:ext cx="1036542" cy="1024128"/>
            <a:chOff x="5641158" y="2352140"/>
            <a:chExt cx="1527048" cy="1508760"/>
          </a:xfrm>
        </p:grpSpPr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28305184-43BD-2A62-760E-788E51A9731E}"/>
                </a:ext>
              </a:extLst>
            </p:cNvPr>
            <p:cNvGrpSpPr/>
            <p:nvPr/>
          </p:nvGrpSpPr>
          <p:grpSpPr>
            <a:xfrm>
              <a:off x="5641158" y="2352140"/>
              <a:ext cx="1527048" cy="1508760"/>
              <a:chOff x="423110" y="905612"/>
              <a:chExt cx="1530220" cy="150456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C8799D1-90B4-10EF-C4B1-FED7F19C3B70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Plaque 137">
                <a:extLst>
                  <a:ext uri="{FF2B5EF4-FFF2-40B4-BE49-F238E27FC236}">
                    <a16:creationId xmlns:a16="http://schemas.microsoft.com/office/drawing/2014/main" id="{3B4058C8-7F19-0084-437A-6524C8806CBC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9466988-215C-8C2D-780D-DC629B89F270}"/>
                </a:ext>
              </a:extLst>
            </p:cNvPr>
            <p:cNvGrpSpPr/>
            <p:nvPr/>
          </p:nvGrpSpPr>
          <p:grpSpPr>
            <a:xfrm>
              <a:off x="6083345" y="2773173"/>
              <a:ext cx="708348" cy="869758"/>
              <a:chOff x="4692416" y="4836461"/>
              <a:chExt cx="1397339" cy="1715748"/>
            </a:xfrm>
          </p:grpSpPr>
          <p:pic>
            <p:nvPicPr>
              <p:cNvPr id="13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354BB72E-0469-E027-34D2-DA40610C1D7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 rot="20513004">
                <a:off x="5530101" y="4846853"/>
                <a:ext cx="559654" cy="9691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6" name="Picture 2" descr="Medusa Icon - Download in Glyph Style">
                <a:extLst>
                  <a:ext uri="{FF2B5EF4-FFF2-40B4-BE49-F238E27FC236}">
                    <a16:creationId xmlns:a16="http://schemas.microsoft.com/office/drawing/2014/main" id="{46905BC0-0F17-8013-DCC2-29F3121839B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4692416" y="4836461"/>
                <a:ext cx="1271440" cy="171574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98DC168-DDE4-959B-BDD4-65FF37F5B5AD}"/>
              </a:ext>
            </a:extLst>
          </p:cNvPr>
          <p:cNvGrpSpPr/>
          <p:nvPr/>
        </p:nvGrpSpPr>
        <p:grpSpPr>
          <a:xfrm>
            <a:off x="2507468" y="5730578"/>
            <a:ext cx="1036542" cy="1024128"/>
            <a:chOff x="7676427" y="2416751"/>
            <a:chExt cx="1527048" cy="1508760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E0A0789-6536-3D9A-9A3B-06C89E09CCB3}"/>
                </a:ext>
              </a:extLst>
            </p:cNvPr>
            <p:cNvGrpSpPr/>
            <p:nvPr/>
          </p:nvGrpSpPr>
          <p:grpSpPr>
            <a:xfrm>
              <a:off x="8044452" y="2746509"/>
              <a:ext cx="770059" cy="939306"/>
              <a:chOff x="5641158" y="4442006"/>
              <a:chExt cx="1673129" cy="2040855"/>
            </a:xfrm>
          </p:grpSpPr>
          <p:pic>
            <p:nvPicPr>
              <p:cNvPr id="144" name="Picture 143">
                <a:extLst>
                  <a:ext uri="{FF2B5EF4-FFF2-40B4-BE49-F238E27FC236}">
                    <a16:creationId xmlns:a16="http://schemas.microsoft.com/office/drawing/2014/main" id="{304A591B-1410-6EDF-A534-4C91BA440FD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97" t="6516" r="6170" b="7206"/>
              <a:stretch/>
            </p:blipFill>
            <p:spPr>
              <a:xfrm>
                <a:off x="5641158" y="5216833"/>
                <a:ext cx="1673129" cy="1266028"/>
              </a:xfrm>
              <a:prstGeom prst="rect">
                <a:avLst/>
              </a:prstGeom>
            </p:spPr>
          </p:pic>
          <p:pic>
            <p:nvPicPr>
              <p:cNvPr id="1026" name="Picture 2" descr="Keg Clip Art Png">
                <a:extLst>
                  <a:ext uri="{FF2B5EF4-FFF2-40B4-BE49-F238E27FC236}">
                    <a16:creationId xmlns:a16="http://schemas.microsoft.com/office/drawing/2014/main" id="{9AD562C0-AD04-2ABB-11D3-AD5440077A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87616" y="4681931"/>
                <a:ext cx="517065" cy="5170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0" name="Picture 2" descr="Keg Clip Art Png">
                <a:extLst>
                  <a:ext uri="{FF2B5EF4-FFF2-40B4-BE49-F238E27FC236}">
                    <a16:creationId xmlns:a16="http://schemas.microsoft.com/office/drawing/2014/main" id="{82BB0029-BB99-A185-D40C-B7BA213B705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234479" y="4442006"/>
                <a:ext cx="756990" cy="7569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FFF4FBAB-91B6-88CD-DE7F-87D38DE329B2}"/>
                </a:ext>
              </a:extLst>
            </p:cNvPr>
            <p:cNvGrpSpPr/>
            <p:nvPr/>
          </p:nvGrpSpPr>
          <p:grpSpPr>
            <a:xfrm>
              <a:off x="7676427" y="2416751"/>
              <a:ext cx="1527048" cy="1508760"/>
              <a:chOff x="423110" y="905612"/>
              <a:chExt cx="1530220" cy="1504560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F82D9C02-59A1-102B-6A2D-A8C1B69F7A4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Plaque 142">
                <a:extLst>
                  <a:ext uri="{FF2B5EF4-FFF2-40B4-BE49-F238E27FC236}">
                    <a16:creationId xmlns:a16="http://schemas.microsoft.com/office/drawing/2014/main" id="{90376DF8-CBAC-CA40-154A-2D10DBFCD1C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C4F841-A28E-CD74-FB29-E58C5EE307E6}"/>
              </a:ext>
            </a:extLst>
          </p:cNvPr>
          <p:cNvGrpSpPr/>
          <p:nvPr/>
        </p:nvGrpSpPr>
        <p:grpSpPr>
          <a:xfrm>
            <a:off x="9703752" y="551606"/>
            <a:ext cx="1036542" cy="1024128"/>
            <a:chOff x="1208754" y="2476487"/>
            <a:chExt cx="1527048" cy="150876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B092D275-F724-EB3D-F243-79DCF9458899}"/>
                </a:ext>
              </a:extLst>
            </p:cNvPr>
            <p:cNvGrpSpPr/>
            <p:nvPr/>
          </p:nvGrpSpPr>
          <p:grpSpPr>
            <a:xfrm>
              <a:off x="1516955" y="3099450"/>
              <a:ext cx="863538" cy="731728"/>
              <a:chOff x="2810832" y="3154414"/>
              <a:chExt cx="935768" cy="789087"/>
            </a:xfrm>
          </p:grpSpPr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2F075CC4-03BE-A3A6-0C4C-57A1F39961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124" name="Picture 123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476CBDB1-2C20-7604-7DFF-1E4D3BD8E1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1DBBC5D4-283C-D1BA-094B-83BEE954AA6D}"/>
                </a:ext>
              </a:extLst>
            </p:cNvPr>
            <p:cNvGrpSpPr/>
            <p:nvPr/>
          </p:nvGrpSpPr>
          <p:grpSpPr>
            <a:xfrm>
              <a:off x="1208754" y="2476487"/>
              <a:ext cx="1527048" cy="1508760"/>
              <a:chOff x="423110" y="905612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32435CA9-9918-7439-88FD-8F26215B4DB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2" name="Plaque 121">
                <a:extLst>
                  <a:ext uri="{FF2B5EF4-FFF2-40B4-BE49-F238E27FC236}">
                    <a16:creationId xmlns:a16="http://schemas.microsoft.com/office/drawing/2014/main" id="{1E1C7EDB-B106-1B88-9323-76C5B4BDFB18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8" name="Star: 6 Points 147">
              <a:extLst>
                <a:ext uri="{FF2B5EF4-FFF2-40B4-BE49-F238E27FC236}">
                  <a16:creationId xmlns:a16="http://schemas.microsoft.com/office/drawing/2014/main" id="{7C6A4101-E444-DAEE-5CDA-273C7DBB786B}"/>
                </a:ext>
              </a:extLst>
            </p:cNvPr>
            <p:cNvSpPr/>
            <p:nvPr/>
          </p:nvSpPr>
          <p:spPr>
            <a:xfrm>
              <a:off x="1606864" y="2762170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230B5A2-462E-7D77-CF8C-10D373C1ABA9}"/>
              </a:ext>
            </a:extLst>
          </p:cNvPr>
          <p:cNvGrpSpPr/>
          <p:nvPr/>
        </p:nvGrpSpPr>
        <p:grpSpPr>
          <a:xfrm>
            <a:off x="3703286" y="5730578"/>
            <a:ext cx="1036542" cy="1024128"/>
            <a:chOff x="9569800" y="2392865"/>
            <a:chExt cx="1527048" cy="1508760"/>
          </a:xfrm>
        </p:grpSpPr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B9E14335-A2E4-A607-A56A-1B7189F365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9937825" y="3079238"/>
              <a:ext cx="770059" cy="582691"/>
            </a:xfrm>
            <a:prstGeom prst="rect">
              <a:avLst/>
            </a:prstGeom>
          </p:spPr>
        </p:pic>
        <p:pic>
          <p:nvPicPr>
            <p:cNvPr id="1028" name="Picture 4" descr="pirate flag Icon - Download pirate flag Icon 166439 | Noun Project">
              <a:extLst>
                <a:ext uri="{FF2B5EF4-FFF2-40B4-BE49-F238E27FC236}">
                  <a16:creationId xmlns:a16="http://schemas.microsoft.com/office/drawing/2014/main" id="{898C2630-3021-3A30-4C5F-7BB2E86C3C7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14787" y="2570209"/>
              <a:ext cx="693097" cy="6930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59D6995A-7644-9297-2334-089BB6FDA796}"/>
                </a:ext>
              </a:extLst>
            </p:cNvPr>
            <p:cNvGrpSpPr/>
            <p:nvPr/>
          </p:nvGrpSpPr>
          <p:grpSpPr>
            <a:xfrm>
              <a:off x="9569800" y="2392865"/>
              <a:ext cx="1527048" cy="1508760"/>
              <a:chOff x="423110" y="905612"/>
              <a:chExt cx="1530220" cy="1504560"/>
            </a:xfrm>
          </p:grpSpPr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B03D1637-BF2C-1B28-569D-D1C8840A7918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7" name="Plaque 156">
                <a:extLst>
                  <a:ext uri="{FF2B5EF4-FFF2-40B4-BE49-F238E27FC236}">
                    <a16:creationId xmlns:a16="http://schemas.microsoft.com/office/drawing/2014/main" id="{CD09EEE7-244F-3D07-FC8C-EE47575F8A7E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27DB645-2203-4FF4-3A6E-90D15E371309}"/>
              </a:ext>
            </a:extLst>
          </p:cNvPr>
          <p:cNvGrpSpPr/>
          <p:nvPr/>
        </p:nvGrpSpPr>
        <p:grpSpPr>
          <a:xfrm>
            <a:off x="3707487" y="572002"/>
            <a:ext cx="1036541" cy="1024128"/>
            <a:chOff x="4532259" y="4432114"/>
            <a:chExt cx="1527047" cy="1508760"/>
          </a:xfrm>
        </p:grpSpPr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1FCA48C0-CB24-87CD-3EA6-D322C1EEEC07}"/>
                </a:ext>
              </a:extLst>
            </p:cNvPr>
            <p:cNvGrpSpPr/>
            <p:nvPr/>
          </p:nvGrpSpPr>
          <p:grpSpPr>
            <a:xfrm>
              <a:off x="4532259" y="4432114"/>
              <a:ext cx="1527047" cy="1508760"/>
              <a:chOff x="423110" y="905612"/>
              <a:chExt cx="1530220" cy="150456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CC160FB9-4314-F55B-7D59-A7414B4747D5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Plaque 162">
                <a:extLst>
                  <a:ext uri="{FF2B5EF4-FFF2-40B4-BE49-F238E27FC236}">
                    <a16:creationId xmlns:a16="http://schemas.microsoft.com/office/drawing/2014/main" id="{41C47939-7A68-5F52-EBC5-58974EC90AA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73A87FD9-0293-1EEB-70E0-FD921DB128D0}"/>
                </a:ext>
              </a:extLst>
            </p:cNvPr>
            <p:cNvGrpSpPr/>
            <p:nvPr/>
          </p:nvGrpSpPr>
          <p:grpSpPr>
            <a:xfrm>
              <a:off x="4815918" y="5119514"/>
              <a:ext cx="959727" cy="673460"/>
              <a:chOff x="4758323" y="4972648"/>
              <a:chExt cx="1061841" cy="745116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BF5A534-46F3-3DA0-609B-F9C9E806C3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4758323" y="4972648"/>
                <a:ext cx="1061841" cy="36759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E841E289-9F93-F1AD-2747-EE435A52A5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5066502" y="5222708"/>
                <a:ext cx="398551" cy="5915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64" name="Star: 6 Points 163">
              <a:extLst>
                <a:ext uri="{FF2B5EF4-FFF2-40B4-BE49-F238E27FC236}">
                  <a16:creationId xmlns:a16="http://schemas.microsoft.com/office/drawing/2014/main" id="{876D6211-20D9-C788-F4CB-B743F88BEC61}"/>
                </a:ext>
              </a:extLst>
            </p:cNvPr>
            <p:cNvSpPr/>
            <p:nvPr/>
          </p:nvSpPr>
          <p:spPr>
            <a:xfrm>
              <a:off x="4952147" y="470114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452ABAA-4BD0-C9DA-7EC1-8FF112C9C316}"/>
              </a:ext>
            </a:extLst>
          </p:cNvPr>
          <p:cNvGrpSpPr/>
          <p:nvPr/>
        </p:nvGrpSpPr>
        <p:grpSpPr>
          <a:xfrm>
            <a:off x="129413" y="568104"/>
            <a:ext cx="1042416" cy="1024128"/>
            <a:chOff x="352772" y="769658"/>
            <a:chExt cx="1530220" cy="1504560"/>
          </a:xfrm>
        </p:grpSpPr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36168C40-9624-44D9-AD50-633421B20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096" y="1254902"/>
              <a:ext cx="929088" cy="735826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DBF4AE1-086C-43B1-BBA1-7F1558D6099D}"/>
                </a:ext>
              </a:extLst>
            </p:cNvPr>
            <p:cNvGrpSpPr/>
            <p:nvPr/>
          </p:nvGrpSpPr>
          <p:grpSpPr>
            <a:xfrm>
              <a:off x="352772" y="769658"/>
              <a:ext cx="1530220" cy="1504560"/>
              <a:chOff x="352772" y="769658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66CACF6B-01BF-4CF6-B10C-B69DC97EA4B0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ardrop 11">
                <a:extLst>
                  <a:ext uri="{FF2B5EF4-FFF2-40B4-BE49-F238E27FC236}">
                    <a16:creationId xmlns:a16="http://schemas.microsoft.com/office/drawing/2014/main" id="{E311E711-EDA8-429A-817D-3323BD141562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4915398" y="587995"/>
            <a:ext cx="1042416" cy="1024128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1330858" y="5684617"/>
            <a:ext cx="1042416" cy="1024128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E688281-1937-B739-7B42-E2B4F871AF24}"/>
              </a:ext>
            </a:extLst>
          </p:cNvPr>
          <p:cNvGrpSpPr/>
          <p:nvPr/>
        </p:nvGrpSpPr>
        <p:grpSpPr>
          <a:xfrm>
            <a:off x="2515710" y="5684617"/>
            <a:ext cx="1042416" cy="1024128"/>
            <a:chOff x="352772" y="2676720"/>
            <a:chExt cx="1530220" cy="1504560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023F660A-8776-4259-B59B-F460203E82E7}"/>
                </a:ext>
              </a:extLst>
            </p:cNvPr>
            <p:cNvGrpSpPr/>
            <p:nvPr/>
          </p:nvGrpSpPr>
          <p:grpSpPr>
            <a:xfrm>
              <a:off x="686320" y="3101642"/>
              <a:ext cx="961295" cy="845164"/>
              <a:chOff x="6194169" y="5424303"/>
              <a:chExt cx="961295" cy="84516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C398983D-9324-4EA2-AB41-F7189A151E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4169" y="5424303"/>
                <a:ext cx="321197" cy="845164"/>
              </a:xfrm>
              <a:prstGeom prst="rect">
                <a:avLst/>
              </a:prstGeom>
            </p:spPr>
          </p:pic>
          <p:pic>
            <p:nvPicPr>
              <p:cNvPr id="83" name="Picture 82" descr="Icon&#10;&#10;Description automatically generated">
                <a:extLst>
                  <a:ext uri="{FF2B5EF4-FFF2-40B4-BE49-F238E27FC236}">
                    <a16:creationId xmlns:a16="http://schemas.microsoft.com/office/drawing/2014/main" id="{F67915E7-8EF8-45F4-9D1B-63252046C9E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88"/>
              <a:stretch/>
            </p:blipFill>
            <p:spPr>
              <a:xfrm>
                <a:off x="6507956" y="5567381"/>
                <a:ext cx="647508" cy="681505"/>
              </a:xfrm>
              <a:prstGeom prst="rect">
                <a:avLst/>
              </a:prstGeom>
            </p:spPr>
          </p:pic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82F898E-F156-4070-AB85-FC8678F5EFDF}"/>
                </a:ext>
              </a:extLst>
            </p:cNvPr>
            <p:cNvGrpSpPr/>
            <p:nvPr/>
          </p:nvGrpSpPr>
          <p:grpSpPr>
            <a:xfrm>
              <a:off x="352772" y="2676720"/>
              <a:ext cx="1530220" cy="1504560"/>
              <a:chOff x="352772" y="769658"/>
              <a:chExt cx="1530220" cy="150456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8542BF9A-11F8-469D-9C67-C3449A292604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ardrop 48">
                <a:extLst>
                  <a:ext uri="{FF2B5EF4-FFF2-40B4-BE49-F238E27FC236}">
                    <a16:creationId xmlns:a16="http://schemas.microsoft.com/office/drawing/2014/main" id="{D7D4067E-0164-496A-AB4E-DB612D0BB96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F2750D5-F7C1-04D2-12FB-4B643C75E3FA}"/>
              </a:ext>
            </a:extLst>
          </p:cNvPr>
          <p:cNvGrpSpPr/>
          <p:nvPr/>
        </p:nvGrpSpPr>
        <p:grpSpPr>
          <a:xfrm>
            <a:off x="8478166" y="589886"/>
            <a:ext cx="1042416" cy="1024128"/>
            <a:chOff x="4097762" y="4572232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B20EDF07-ABEC-4D99-AFD3-F4A653C25825}"/>
                </a:ext>
              </a:extLst>
            </p:cNvPr>
            <p:cNvGrpSpPr/>
            <p:nvPr/>
          </p:nvGrpSpPr>
          <p:grpSpPr>
            <a:xfrm>
              <a:off x="4392672" y="4974910"/>
              <a:ext cx="1007494" cy="939822"/>
              <a:chOff x="5330919" y="4897904"/>
              <a:chExt cx="1007494" cy="939822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0AB0F92-3A99-4434-AFE3-A89672E662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330919" y="5133416"/>
                <a:ext cx="648998" cy="704310"/>
              </a:xfrm>
              <a:prstGeom prst="rect">
                <a:avLst/>
              </a:prstGeom>
            </p:spPr>
          </p:pic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16B5D48B-17D4-409E-B487-966E14BC1A06}"/>
                  </a:ext>
                </a:extLst>
              </p:cNvPr>
              <p:cNvGrpSpPr/>
              <p:nvPr/>
            </p:nvGrpSpPr>
            <p:grpSpPr>
              <a:xfrm rot="16533413">
                <a:off x="5722767" y="4873085"/>
                <a:ext cx="590827" cy="640465"/>
                <a:chOff x="4052911" y="4937513"/>
                <a:chExt cx="1077055" cy="1167544"/>
              </a:xfrm>
            </p:grpSpPr>
            <p:pic>
              <p:nvPicPr>
                <p:cNvPr id="91" name="Picture 2" descr="Lance Icon #332107 - Free Icons Library">
                  <a:extLst>
                    <a:ext uri="{FF2B5EF4-FFF2-40B4-BE49-F238E27FC236}">
                      <a16:creationId xmlns:a16="http://schemas.microsoft.com/office/drawing/2014/main" id="{36600687-4174-4ED9-8200-D2DF3400D10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52911" y="49375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2" descr="Lance Icon #332107 - Free Icons Library">
                  <a:extLst>
                    <a:ext uri="{FF2B5EF4-FFF2-40B4-BE49-F238E27FC236}">
                      <a16:creationId xmlns:a16="http://schemas.microsoft.com/office/drawing/2014/main" id="{CA2AC811-6885-4824-9757-72E31174BD4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317022" y="5010105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2" descr="Lance Icon #332107 - Free Icons Library">
                  <a:extLst>
                    <a:ext uri="{FF2B5EF4-FFF2-40B4-BE49-F238E27FC236}">
                      <a16:creationId xmlns:a16="http://schemas.microsoft.com/office/drawing/2014/main" id="{5C8EB19D-B0ED-4943-8AB4-926D556F17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211343" y="52921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8CD8C3D4-B16E-415E-A11E-86B7F408E189}"/>
                </a:ext>
              </a:extLst>
            </p:cNvPr>
            <p:cNvGrpSpPr/>
            <p:nvPr/>
          </p:nvGrpSpPr>
          <p:grpSpPr>
            <a:xfrm>
              <a:off x="4097762" y="4572232"/>
              <a:ext cx="1530220" cy="1504560"/>
              <a:chOff x="2228464" y="769658"/>
              <a:chExt cx="1530220" cy="150456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6F9E373-F494-4A64-94D4-A1978CB86B0F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ardrop 57">
                <a:extLst>
                  <a:ext uri="{FF2B5EF4-FFF2-40B4-BE49-F238E27FC236}">
                    <a16:creationId xmlns:a16="http://schemas.microsoft.com/office/drawing/2014/main" id="{137246EC-676C-4426-8DB7-D3C1758B618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437FCA6-7624-0F53-503C-C8437C562FC9}"/>
              </a:ext>
            </a:extLst>
          </p:cNvPr>
          <p:cNvGrpSpPr/>
          <p:nvPr/>
        </p:nvGrpSpPr>
        <p:grpSpPr>
          <a:xfrm>
            <a:off x="4875435" y="5684617"/>
            <a:ext cx="1042416" cy="1024128"/>
            <a:chOff x="352772" y="4591705"/>
            <a:chExt cx="1530220" cy="1504560"/>
          </a:xfrm>
        </p:grpSpPr>
        <p:pic>
          <p:nvPicPr>
            <p:cNvPr id="80" name="Picture 79" descr="A black dog running&#10;&#10;Description automatically generated with low confidence">
              <a:extLst>
                <a:ext uri="{FF2B5EF4-FFF2-40B4-BE49-F238E27FC236}">
                  <a16:creationId xmlns:a16="http://schemas.microsoft.com/office/drawing/2014/main" id="{54B2D537-8E47-4FBA-9C27-C9FB91C85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4512" y="4932274"/>
              <a:ext cx="1024584" cy="1024584"/>
            </a:xfrm>
            <a:prstGeom prst="rect">
              <a:avLst/>
            </a:prstGeom>
          </p:spPr>
        </p:pic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06F4695A-992C-43DE-8DF7-95F632AF5AF5}"/>
                </a:ext>
              </a:extLst>
            </p:cNvPr>
            <p:cNvGrpSpPr/>
            <p:nvPr/>
          </p:nvGrpSpPr>
          <p:grpSpPr>
            <a:xfrm>
              <a:off x="352772" y="4591705"/>
              <a:ext cx="1530220" cy="1504560"/>
              <a:chOff x="352772" y="769658"/>
              <a:chExt cx="1530220" cy="1504560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E743758-DB4C-4612-9354-CD469FCDA46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Teardrop 66">
                <a:extLst>
                  <a:ext uri="{FF2B5EF4-FFF2-40B4-BE49-F238E27FC236}">
                    <a16:creationId xmlns:a16="http://schemas.microsoft.com/office/drawing/2014/main" id="{5561F6FA-6BDB-4004-8EB6-FA354CC9D255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7C8B39A-08BB-9FCA-3903-E17D07D602D1}"/>
              </a:ext>
            </a:extLst>
          </p:cNvPr>
          <p:cNvGrpSpPr/>
          <p:nvPr/>
        </p:nvGrpSpPr>
        <p:grpSpPr>
          <a:xfrm>
            <a:off x="1333182" y="579654"/>
            <a:ext cx="1042416" cy="1024128"/>
            <a:chOff x="2228464" y="769658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95E676-6F86-466E-B850-E997863AC062}"/>
                </a:ext>
              </a:extLst>
            </p:cNvPr>
            <p:cNvGrpSpPr/>
            <p:nvPr/>
          </p:nvGrpSpPr>
          <p:grpSpPr>
            <a:xfrm>
              <a:off x="2228464" y="769658"/>
              <a:ext cx="1530220" cy="1504560"/>
              <a:chOff x="2228464" y="769658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F117E808-8A94-408E-80C8-021AD555741D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ardrop 13">
                <a:extLst>
                  <a:ext uri="{FF2B5EF4-FFF2-40B4-BE49-F238E27FC236}">
                    <a16:creationId xmlns:a16="http://schemas.microsoft.com/office/drawing/2014/main" id="{9F841645-CDC5-4F2C-8C9B-7576F2C86001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70DD3B4B-C93D-48CE-843C-42D1BFAFABE7}"/>
                </a:ext>
              </a:extLst>
            </p:cNvPr>
            <p:cNvGrpSpPr/>
            <p:nvPr/>
          </p:nvGrpSpPr>
          <p:grpSpPr>
            <a:xfrm>
              <a:off x="2501689" y="1177784"/>
              <a:ext cx="976948" cy="812944"/>
              <a:chOff x="3594680" y="5038390"/>
              <a:chExt cx="976948" cy="812944"/>
            </a:xfrm>
          </p:grpSpPr>
          <p:pic>
            <p:nvPicPr>
              <p:cNvPr id="69" name="Picture 2" descr="Lance Icon #332107 - Free Icons Library">
                <a:extLst>
                  <a:ext uri="{FF2B5EF4-FFF2-40B4-BE49-F238E27FC236}">
                    <a16:creationId xmlns:a16="http://schemas.microsoft.com/office/drawing/2014/main" id="{0DBF0E08-A868-4346-BE3C-20FD81F6CF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94680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2" descr="Lance Icon #332107 - Free Icons Library">
                <a:extLst>
                  <a:ext uri="{FF2B5EF4-FFF2-40B4-BE49-F238E27FC236}">
                    <a16:creationId xmlns:a16="http://schemas.microsoft.com/office/drawing/2014/main" id="{E6DC9AD1-0D15-4FA7-A657-FD8C601FF5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3758684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DDD4286-2B27-9566-E989-3613B29703F8}"/>
              </a:ext>
            </a:extLst>
          </p:cNvPr>
          <p:cNvGrpSpPr/>
          <p:nvPr/>
        </p:nvGrpSpPr>
        <p:grpSpPr>
          <a:xfrm>
            <a:off x="2517595" y="575047"/>
            <a:ext cx="1042416" cy="1024128"/>
            <a:chOff x="4104156" y="769658"/>
            <a:chExt cx="1530220" cy="150456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B3E87B3-5A12-4019-BB45-079F9DD001BC}"/>
                </a:ext>
              </a:extLst>
            </p:cNvPr>
            <p:cNvGrpSpPr/>
            <p:nvPr/>
          </p:nvGrpSpPr>
          <p:grpSpPr>
            <a:xfrm>
              <a:off x="4104156" y="769658"/>
              <a:ext cx="1530220" cy="1504560"/>
              <a:chOff x="352772" y="769658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6D75A91-62F4-43D2-AA77-781AA4CAF8C2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ardrop 18">
                <a:extLst>
                  <a:ext uri="{FF2B5EF4-FFF2-40B4-BE49-F238E27FC236}">
                    <a16:creationId xmlns:a16="http://schemas.microsoft.com/office/drawing/2014/main" id="{C78D89A9-F8D3-4771-A077-65787E4FC40E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1793951-60EE-416E-97BC-FD54A857293F}"/>
                </a:ext>
              </a:extLst>
            </p:cNvPr>
            <p:cNvGrpSpPr/>
            <p:nvPr/>
          </p:nvGrpSpPr>
          <p:grpSpPr>
            <a:xfrm>
              <a:off x="4392672" y="1011115"/>
              <a:ext cx="1077055" cy="1167544"/>
              <a:chOff x="4052911" y="4937513"/>
              <a:chExt cx="1077055" cy="1167544"/>
            </a:xfrm>
          </p:grpSpPr>
          <p:pic>
            <p:nvPicPr>
              <p:cNvPr id="72" name="Picture 2" descr="Lance Icon #332107 - Free Icons Library">
                <a:extLst>
                  <a:ext uri="{FF2B5EF4-FFF2-40B4-BE49-F238E27FC236}">
                    <a16:creationId xmlns:a16="http://schemas.microsoft.com/office/drawing/2014/main" id="{062F49E8-C7DE-4EE5-A04D-0ED6178CC0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2" descr="Lance Icon #332107 - Free Icons Library">
                <a:extLst>
                  <a:ext uri="{FF2B5EF4-FFF2-40B4-BE49-F238E27FC236}">
                    <a16:creationId xmlns:a16="http://schemas.microsoft.com/office/drawing/2014/main" id="{F50473B2-6B1C-4B02-B6F0-2FBF1E6F75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2" descr="Lance Icon #332107 - Free Icons Library">
                <a:extLst>
                  <a:ext uri="{FF2B5EF4-FFF2-40B4-BE49-F238E27FC236}">
                    <a16:creationId xmlns:a16="http://schemas.microsoft.com/office/drawing/2014/main" id="{780F8B70-19B5-4C7A-83FC-87DA55D4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127089" y="5677674"/>
            <a:ext cx="1042416" cy="1024128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A9E654B-B284-90EA-3E2D-B0F3FBCA15DC}"/>
              </a:ext>
            </a:extLst>
          </p:cNvPr>
          <p:cNvGrpSpPr/>
          <p:nvPr/>
        </p:nvGrpSpPr>
        <p:grpSpPr>
          <a:xfrm>
            <a:off x="7270616" y="582334"/>
            <a:ext cx="1042416" cy="1024128"/>
            <a:chOff x="2222070" y="4572232"/>
            <a:chExt cx="1530220" cy="150456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1FC00529-23CE-4FCF-A50C-AA3AC5589DB0}"/>
                </a:ext>
              </a:extLst>
            </p:cNvPr>
            <p:cNvGrpSpPr/>
            <p:nvPr/>
          </p:nvGrpSpPr>
          <p:grpSpPr>
            <a:xfrm>
              <a:off x="2222070" y="4572232"/>
              <a:ext cx="1530220" cy="1504560"/>
              <a:chOff x="352772" y="769658"/>
              <a:chExt cx="1530220" cy="150456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CBDC72C-4EFD-4B41-832D-96B950A562D1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ardrop 54">
                <a:extLst>
                  <a:ext uri="{FF2B5EF4-FFF2-40B4-BE49-F238E27FC236}">
                    <a16:creationId xmlns:a16="http://schemas.microsoft.com/office/drawing/2014/main" id="{811C71B9-307D-4216-BB63-5F451D2640CD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8E909E2-06E2-4FA9-A98F-BB951140B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59270" y="5092666"/>
              <a:ext cx="648998" cy="70431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4E5E77-E6BB-E278-31B5-A62B2471D117}"/>
              </a:ext>
            </a:extLst>
          </p:cNvPr>
          <p:cNvGrpSpPr/>
          <p:nvPr/>
        </p:nvGrpSpPr>
        <p:grpSpPr>
          <a:xfrm>
            <a:off x="2507926" y="1712623"/>
            <a:ext cx="1042416" cy="1024128"/>
            <a:chOff x="9731232" y="2676720"/>
            <a:chExt cx="1530220" cy="1504560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8292B91-F03C-4590-94F5-41F22747A8E2}"/>
                </a:ext>
              </a:extLst>
            </p:cNvPr>
            <p:cNvGrpSpPr/>
            <p:nvPr/>
          </p:nvGrpSpPr>
          <p:grpSpPr>
            <a:xfrm>
              <a:off x="9731232" y="2676720"/>
              <a:ext cx="1530220" cy="1504560"/>
              <a:chOff x="2228464" y="769658"/>
              <a:chExt cx="1530220" cy="150456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FE2E93B-D854-4C4B-968B-14061D22E4B3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Teardrop 63">
                <a:extLst>
                  <a:ext uri="{FF2B5EF4-FFF2-40B4-BE49-F238E27FC236}">
                    <a16:creationId xmlns:a16="http://schemas.microsoft.com/office/drawing/2014/main" id="{C9FB5D00-DE57-4CCA-B2A9-F0D18C3345C3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8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1E8B8732-C418-4E1B-A18A-C4A0FB0470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>
              <a:off x="10428205" y="3015261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FAEE4A56-EE82-47C1-9109-8574C46EAD8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10000658" y="3391528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F6003A9-8951-9B8F-6195-9F8D658DB331}"/>
              </a:ext>
            </a:extLst>
          </p:cNvPr>
          <p:cNvGrpSpPr/>
          <p:nvPr/>
        </p:nvGrpSpPr>
        <p:grpSpPr>
          <a:xfrm>
            <a:off x="145211" y="1716953"/>
            <a:ext cx="1042416" cy="1024128"/>
            <a:chOff x="5544656" y="2694908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FA2C1872-4D5B-4ED1-9410-6D70FAA115FC}"/>
                </a:ext>
              </a:extLst>
            </p:cNvPr>
            <p:cNvGrpSpPr/>
            <p:nvPr/>
          </p:nvGrpSpPr>
          <p:grpSpPr>
            <a:xfrm>
              <a:off x="5544656" y="2694908"/>
              <a:ext cx="1530220" cy="1504560"/>
              <a:chOff x="352772" y="769658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D017239-42A7-4AB2-B856-5E513DBE9043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Teardrop 96">
                <a:extLst>
                  <a:ext uri="{FF2B5EF4-FFF2-40B4-BE49-F238E27FC236}">
                    <a16:creationId xmlns:a16="http://schemas.microsoft.com/office/drawing/2014/main" id="{5C0D4A88-0239-40BD-9B0C-CBA7BDD41D7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310AFD29-02F3-454D-8BB6-CD109FF333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5878807" y="3196702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6C31A61-BA4B-9AD6-EE30-4DAC0A1102E2}"/>
              </a:ext>
            </a:extLst>
          </p:cNvPr>
          <p:cNvGrpSpPr/>
          <p:nvPr/>
        </p:nvGrpSpPr>
        <p:grpSpPr>
          <a:xfrm>
            <a:off x="1333262" y="1712623"/>
            <a:ext cx="1042416" cy="1024128"/>
            <a:chOff x="7637944" y="2676720"/>
            <a:chExt cx="1530220" cy="150456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C1F0D551-45BF-4CDD-8F99-E2B349392D24}"/>
                </a:ext>
              </a:extLst>
            </p:cNvPr>
            <p:cNvGrpSpPr/>
            <p:nvPr/>
          </p:nvGrpSpPr>
          <p:grpSpPr>
            <a:xfrm>
              <a:off x="7637944" y="2676720"/>
              <a:ext cx="1530220" cy="1504560"/>
              <a:chOff x="352772" y="769658"/>
              <a:chExt cx="1530220" cy="150456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4E351B2A-3565-44BD-9E25-E72A95F711CA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ardrop 60">
                <a:extLst>
                  <a:ext uri="{FF2B5EF4-FFF2-40B4-BE49-F238E27FC236}">
                    <a16:creationId xmlns:a16="http://schemas.microsoft.com/office/drawing/2014/main" id="{C2727429-F34B-476D-AB34-AD9E65C3646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29834DED-EA34-43D8-88DA-BED7F90B652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7972096" y="3289583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9C3B3DA8-C68F-419E-B57D-AEA41DA598D6}"/>
                </a:ext>
              </a:extLst>
            </p:cNvPr>
            <p:cNvGrpSpPr/>
            <p:nvPr/>
          </p:nvGrpSpPr>
          <p:grpSpPr>
            <a:xfrm>
              <a:off x="8153264" y="3019446"/>
              <a:ext cx="356803" cy="366090"/>
              <a:chOff x="5679550" y="3756554"/>
              <a:chExt cx="1025561" cy="1052253"/>
            </a:xfrm>
          </p:grpSpPr>
          <p:sp>
            <p:nvSpPr>
              <p:cNvPr id="100" name="Cross 99">
                <a:extLst>
                  <a:ext uri="{FF2B5EF4-FFF2-40B4-BE49-F238E27FC236}">
                    <a16:creationId xmlns:a16="http://schemas.microsoft.com/office/drawing/2014/main" id="{B88D9770-7D38-49BC-8EA6-5A23CA2044CB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Cross 105">
                <a:extLst>
                  <a:ext uri="{FF2B5EF4-FFF2-40B4-BE49-F238E27FC236}">
                    <a16:creationId xmlns:a16="http://schemas.microsoft.com/office/drawing/2014/main" id="{278EDF28-2D31-4678-A971-D3DD001DEEAB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502942D-CD1D-B11D-7B5F-42837340AB50}"/>
              </a:ext>
            </a:extLst>
          </p:cNvPr>
          <p:cNvGrpSpPr/>
          <p:nvPr/>
        </p:nvGrpSpPr>
        <p:grpSpPr>
          <a:xfrm>
            <a:off x="3709974" y="576978"/>
            <a:ext cx="1042416" cy="1029932"/>
            <a:chOff x="2700560" y="3187959"/>
            <a:chExt cx="1527048" cy="1508760"/>
          </a:xfrm>
        </p:grpSpPr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65B11F03-FEBD-3393-DF13-2BB7EB471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8695" y="3478924"/>
              <a:ext cx="368103" cy="456756"/>
            </a:xfrm>
            <a:prstGeom prst="rect">
              <a:avLst/>
            </a:prstGeom>
          </p:spPr>
        </p:pic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41978C7E-247C-9C1C-5BEE-4DD1CA214177}"/>
                </a:ext>
              </a:extLst>
            </p:cNvPr>
            <p:cNvGrpSpPr/>
            <p:nvPr/>
          </p:nvGrpSpPr>
          <p:grpSpPr>
            <a:xfrm>
              <a:off x="2700560" y="3187959"/>
              <a:ext cx="1527048" cy="1508760"/>
              <a:chOff x="352772" y="769658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4A430893-8B99-DDA4-1920-A52C8DE8F7E4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Teardrop 128">
                <a:extLst>
                  <a:ext uri="{FF2B5EF4-FFF2-40B4-BE49-F238E27FC236}">
                    <a16:creationId xmlns:a16="http://schemas.microsoft.com/office/drawing/2014/main" id="{B1020F04-FBE1-B5F8-CCED-6299913C1A61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329F49C2-A811-6585-53BE-C2BE096C96B3}"/>
                </a:ext>
              </a:extLst>
            </p:cNvPr>
            <p:cNvGrpSpPr/>
            <p:nvPr/>
          </p:nvGrpSpPr>
          <p:grpSpPr>
            <a:xfrm>
              <a:off x="3062988" y="3557795"/>
              <a:ext cx="962737" cy="1048709"/>
              <a:chOff x="4052911" y="4937513"/>
              <a:chExt cx="1077055" cy="1167544"/>
            </a:xfrm>
          </p:grpSpPr>
          <p:pic>
            <p:nvPicPr>
              <p:cNvPr id="125" name="Picture 2" descr="Lance Icon #332107 - Free Icons Library">
                <a:extLst>
                  <a:ext uri="{FF2B5EF4-FFF2-40B4-BE49-F238E27FC236}">
                    <a16:creationId xmlns:a16="http://schemas.microsoft.com/office/drawing/2014/main" id="{C5023C68-621B-5FA2-D504-473697D827F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2" descr="Lance Icon #332107 - Free Icons Library">
                <a:extLst>
                  <a:ext uri="{FF2B5EF4-FFF2-40B4-BE49-F238E27FC236}">
                    <a16:creationId xmlns:a16="http://schemas.microsoft.com/office/drawing/2014/main" id="{A2A34F44-1C0D-E54D-E8FF-3CDEB029E0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7" name="Picture 2" descr="Lance Icon #332107 - Free Icons Library">
                <a:extLst>
                  <a:ext uri="{FF2B5EF4-FFF2-40B4-BE49-F238E27FC236}">
                    <a16:creationId xmlns:a16="http://schemas.microsoft.com/office/drawing/2014/main" id="{60900903-1874-F432-CB0A-D4DAF4C6048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5D03E22-289B-4A9C-BB06-2E1098E41E22}"/>
              </a:ext>
            </a:extLst>
          </p:cNvPr>
          <p:cNvGrpSpPr/>
          <p:nvPr/>
        </p:nvGrpSpPr>
        <p:grpSpPr>
          <a:xfrm>
            <a:off x="9670988" y="589886"/>
            <a:ext cx="1042416" cy="1029932"/>
            <a:chOff x="6544843" y="3392408"/>
            <a:chExt cx="1527048" cy="1508760"/>
          </a:xfrm>
        </p:grpSpPr>
        <p:pic>
          <p:nvPicPr>
            <p:cNvPr id="147" name="Picture 146" descr="Shape&#10;&#10;Description automatically generated">
              <a:extLst>
                <a:ext uri="{FF2B5EF4-FFF2-40B4-BE49-F238E27FC236}">
                  <a16:creationId xmlns:a16="http://schemas.microsoft.com/office/drawing/2014/main" id="{5FB3AE46-08B7-8D2B-2DE4-02FB63C682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7817" y="3687706"/>
              <a:ext cx="368103" cy="456756"/>
            </a:xfrm>
            <a:prstGeom prst="rect">
              <a:avLst/>
            </a:prstGeom>
          </p:spPr>
        </p:pic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D4AF062F-E146-AA86-15A3-600A40F2F00B}"/>
                </a:ext>
              </a:extLst>
            </p:cNvPr>
            <p:cNvGrpSpPr/>
            <p:nvPr/>
          </p:nvGrpSpPr>
          <p:grpSpPr>
            <a:xfrm>
              <a:off x="6912553" y="3927524"/>
              <a:ext cx="949608" cy="890142"/>
              <a:chOff x="5330919" y="4897904"/>
              <a:chExt cx="1007494" cy="93982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9587A3ED-3F5F-CBC7-C05E-4F1C2DCC1A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330919" y="5133416"/>
                <a:ext cx="648998" cy="704310"/>
              </a:xfrm>
              <a:prstGeom prst="rect">
                <a:avLst/>
              </a:prstGeom>
            </p:spPr>
          </p:pic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CF4AFF06-233E-5734-AE65-197E81BAD87B}"/>
                  </a:ext>
                </a:extLst>
              </p:cNvPr>
              <p:cNvGrpSpPr/>
              <p:nvPr/>
            </p:nvGrpSpPr>
            <p:grpSpPr>
              <a:xfrm rot="16533413">
                <a:off x="5722767" y="4873085"/>
                <a:ext cx="590827" cy="640465"/>
                <a:chOff x="4052911" y="4937513"/>
                <a:chExt cx="1077055" cy="1167544"/>
              </a:xfrm>
            </p:grpSpPr>
            <p:pic>
              <p:nvPicPr>
                <p:cNvPr id="137" name="Picture 2" descr="Lance Icon #332107 - Free Icons Library">
                  <a:extLst>
                    <a:ext uri="{FF2B5EF4-FFF2-40B4-BE49-F238E27FC236}">
                      <a16:creationId xmlns:a16="http://schemas.microsoft.com/office/drawing/2014/main" id="{D8D5E26E-8733-55E8-7329-07A2CF2C8AE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52911" y="49375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8" name="Picture 2" descr="Lance Icon #332107 - Free Icons Library">
                  <a:extLst>
                    <a:ext uri="{FF2B5EF4-FFF2-40B4-BE49-F238E27FC236}">
                      <a16:creationId xmlns:a16="http://schemas.microsoft.com/office/drawing/2014/main" id="{9095CEAE-57D2-DA1B-08DB-D0B198B8F56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317022" y="5010105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9" name="Picture 2" descr="Lance Icon #332107 - Free Icons Library">
                  <a:extLst>
                    <a:ext uri="{FF2B5EF4-FFF2-40B4-BE49-F238E27FC236}">
                      <a16:creationId xmlns:a16="http://schemas.microsoft.com/office/drawing/2014/main" id="{90DD3BDC-B3B2-C703-6734-622FD1346D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211343" y="52921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49BBD9FA-F7FE-850B-9D17-0EF3AE9901A1}"/>
                </a:ext>
              </a:extLst>
            </p:cNvPr>
            <p:cNvGrpSpPr/>
            <p:nvPr/>
          </p:nvGrpSpPr>
          <p:grpSpPr>
            <a:xfrm>
              <a:off x="6544843" y="3392408"/>
              <a:ext cx="1527048" cy="1508760"/>
              <a:chOff x="2228464" y="769658"/>
              <a:chExt cx="1530220" cy="1504560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82C8811A-3F69-5420-F1BF-6512E625DFF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Teardrop 133">
                <a:extLst>
                  <a:ext uri="{FF2B5EF4-FFF2-40B4-BE49-F238E27FC236}">
                    <a16:creationId xmlns:a16="http://schemas.microsoft.com/office/drawing/2014/main" id="{C6AE28E3-9F9E-D70B-6D6D-565F992661ED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AD4E474-90F1-0601-2DFF-121A6A0368A6}"/>
              </a:ext>
            </a:extLst>
          </p:cNvPr>
          <p:cNvGrpSpPr/>
          <p:nvPr/>
        </p:nvGrpSpPr>
        <p:grpSpPr>
          <a:xfrm>
            <a:off x="6102280" y="584730"/>
            <a:ext cx="1042416" cy="1033855"/>
            <a:chOff x="4521760" y="3327989"/>
            <a:chExt cx="1527048" cy="1514507"/>
          </a:xfrm>
        </p:grpSpPr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DFF8014D-E4A5-7AC0-B30E-5398F1009EBD}"/>
                </a:ext>
              </a:extLst>
            </p:cNvPr>
            <p:cNvGrpSpPr/>
            <p:nvPr/>
          </p:nvGrpSpPr>
          <p:grpSpPr>
            <a:xfrm>
              <a:off x="4973755" y="3818368"/>
              <a:ext cx="491516" cy="1024128"/>
              <a:chOff x="4175671" y="3350868"/>
              <a:chExt cx="584643" cy="1235338"/>
            </a:xfrm>
          </p:grpSpPr>
          <p:pic>
            <p:nvPicPr>
              <p:cNvPr id="114" name="Picture 113">
                <a:extLst>
                  <a:ext uri="{FF2B5EF4-FFF2-40B4-BE49-F238E27FC236}">
                    <a16:creationId xmlns:a16="http://schemas.microsoft.com/office/drawing/2014/main" id="{F5E0ECD4-18E4-EF42-D2E3-C17BF7D1E4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5" name="Picture 114">
                <a:extLst>
                  <a:ext uri="{FF2B5EF4-FFF2-40B4-BE49-F238E27FC236}">
                    <a16:creationId xmlns:a16="http://schemas.microsoft.com/office/drawing/2014/main" id="{9EADFC0E-BC2E-325B-453C-70BCF8488D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6" name="Picture 115">
                <a:extLst>
                  <a:ext uri="{FF2B5EF4-FFF2-40B4-BE49-F238E27FC236}">
                    <a16:creationId xmlns:a16="http://schemas.microsoft.com/office/drawing/2014/main" id="{E3827633-7D8F-F575-5AEF-7E642FCD27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EAF5063E-3CAC-D42B-1237-8BA14205B86C}"/>
                </a:ext>
              </a:extLst>
            </p:cNvPr>
            <p:cNvGrpSpPr/>
            <p:nvPr/>
          </p:nvGrpSpPr>
          <p:grpSpPr>
            <a:xfrm>
              <a:off x="4521760" y="3327989"/>
              <a:ext cx="1527048" cy="1480573"/>
              <a:chOff x="2228464" y="769658"/>
              <a:chExt cx="1530220" cy="1504560"/>
            </a:xfrm>
          </p:grpSpPr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290E313-6BF1-F597-55B3-7CD78C1B8AE3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Teardrop 112">
                <a:extLst>
                  <a:ext uri="{FF2B5EF4-FFF2-40B4-BE49-F238E27FC236}">
                    <a16:creationId xmlns:a16="http://schemas.microsoft.com/office/drawing/2014/main" id="{F660B670-B2FB-7E45-D7BE-48B585B3EBB3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0" name="Star: 6 Points 139">
              <a:extLst>
                <a:ext uri="{FF2B5EF4-FFF2-40B4-BE49-F238E27FC236}">
                  <a16:creationId xmlns:a16="http://schemas.microsoft.com/office/drawing/2014/main" id="{EAE95B56-C843-A961-7690-B3A4193839B6}"/>
                </a:ext>
              </a:extLst>
            </p:cNvPr>
            <p:cNvSpPr/>
            <p:nvPr/>
          </p:nvSpPr>
          <p:spPr>
            <a:xfrm>
              <a:off x="5520471" y="360020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6F8B437-3F20-F8EC-5BCB-82B8F2F5F2F9}"/>
              </a:ext>
            </a:extLst>
          </p:cNvPr>
          <p:cNvGrpSpPr/>
          <p:nvPr/>
        </p:nvGrpSpPr>
        <p:grpSpPr>
          <a:xfrm>
            <a:off x="6051169" y="5674772"/>
            <a:ext cx="1042416" cy="1029932"/>
            <a:chOff x="8602038" y="3327755"/>
            <a:chExt cx="1527048" cy="1508760"/>
          </a:xfrm>
        </p:grpSpPr>
        <p:pic>
          <p:nvPicPr>
            <p:cNvPr id="118" name="Picture 117" descr="A black dog running&#10;&#10;Description automatically generated with low confidence">
              <a:extLst>
                <a:ext uri="{FF2B5EF4-FFF2-40B4-BE49-F238E27FC236}">
                  <a16:creationId xmlns:a16="http://schemas.microsoft.com/office/drawing/2014/main" id="{899FECA8-A4E3-C708-39B0-4EF656F7A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1287" y="3713235"/>
              <a:ext cx="1022460" cy="1027444"/>
            </a:xfrm>
            <a:prstGeom prst="rect">
              <a:avLst/>
            </a:prstGeom>
          </p:spPr>
        </p:pic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70271C5C-D0FB-8152-4135-2E57EC3E96A0}"/>
                </a:ext>
              </a:extLst>
            </p:cNvPr>
            <p:cNvGrpSpPr/>
            <p:nvPr/>
          </p:nvGrpSpPr>
          <p:grpSpPr>
            <a:xfrm>
              <a:off x="8602038" y="3327755"/>
              <a:ext cx="1527048" cy="1508760"/>
              <a:chOff x="352772" y="769658"/>
              <a:chExt cx="1530220" cy="1504560"/>
            </a:xfrm>
          </p:grpSpPr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24AF4D2A-CC1A-0A06-FA53-8CD27BFAE793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Teardrop 120">
                <a:extLst>
                  <a:ext uri="{FF2B5EF4-FFF2-40B4-BE49-F238E27FC236}">
                    <a16:creationId xmlns:a16="http://schemas.microsoft.com/office/drawing/2014/main" id="{5DFEFE5F-F32C-0289-95F1-A7DF6ED6C732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1EEB34E6-3E64-8370-3616-9C34A5A1D182}"/>
                </a:ext>
              </a:extLst>
            </p:cNvPr>
            <p:cNvGrpSpPr/>
            <p:nvPr/>
          </p:nvGrpSpPr>
          <p:grpSpPr>
            <a:xfrm>
              <a:off x="9436061" y="3618843"/>
              <a:ext cx="468635" cy="413537"/>
              <a:chOff x="9550162" y="3618843"/>
              <a:chExt cx="354534" cy="312851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BD23CD47-9D57-C92E-F586-714AC86A6AE4}"/>
                  </a:ext>
                </a:extLst>
              </p:cNvPr>
              <p:cNvSpPr/>
              <p:nvPr/>
            </p:nvSpPr>
            <p:spPr>
              <a:xfrm>
                <a:off x="9639611" y="3618843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247A5CA3-FF47-BA0F-CF4D-28A0AA5E08F6}"/>
                  </a:ext>
                </a:extLst>
              </p:cNvPr>
              <p:cNvSpPr/>
              <p:nvPr/>
            </p:nvSpPr>
            <p:spPr>
              <a:xfrm>
                <a:off x="9550162" y="3757752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E676FA24-0200-748E-DD30-3EFA08035E4E}"/>
                  </a:ext>
                </a:extLst>
              </p:cNvPr>
              <p:cNvSpPr/>
              <p:nvPr/>
            </p:nvSpPr>
            <p:spPr>
              <a:xfrm>
                <a:off x="9727973" y="3762396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22C1ABE-E776-F56A-BBA4-E840B9065F10}"/>
              </a:ext>
            </a:extLst>
          </p:cNvPr>
          <p:cNvGrpSpPr/>
          <p:nvPr/>
        </p:nvGrpSpPr>
        <p:grpSpPr>
          <a:xfrm>
            <a:off x="3699701" y="5684617"/>
            <a:ext cx="1042416" cy="1029932"/>
            <a:chOff x="8237686" y="657232"/>
            <a:chExt cx="1527048" cy="1508760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A3D8BE7B-3987-533A-971D-1249259E662B}"/>
                </a:ext>
              </a:extLst>
            </p:cNvPr>
            <p:cNvGrpSpPr/>
            <p:nvPr/>
          </p:nvGrpSpPr>
          <p:grpSpPr>
            <a:xfrm>
              <a:off x="8523300" y="1155952"/>
              <a:ext cx="959302" cy="847523"/>
              <a:chOff x="6194169" y="5424303"/>
              <a:chExt cx="961295" cy="845164"/>
            </a:xfrm>
          </p:grpSpPr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BBA97008-F0D0-BE5E-84AA-88B18F9C7A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4169" y="5424303"/>
                <a:ext cx="321197" cy="845164"/>
              </a:xfrm>
              <a:prstGeom prst="rect">
                <a:avLst/>
              </a:prstGeom>
            </p:spPr>
          </p:pic>
          <p:pic>
            <p:nvPicPr>
              <p:cNvPr id="154" name="Picture 153" descr="Icon&#10;&#10;Description automatically generated">
                <a:extLst>
                  <a:ext uri="{FF2B5EF4-FFF2-40B4-BE49-F238E27FC236}">
                    <a16:creationId xmlns:a16="http://schemas.microsoft.com/office/drawing/2014/main" id="{239CE77C-7512-EAF3-A90A-611D267D683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88"/>
              <a:stretch/>
            </p:blipFill>
            <p:spPr>
              <a:xfrm>
                <a:off x="6507956" y="5567381"/>
                <a:ext cx="647508" cy="681505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A6B5F7F-F798-12BA-9B8C-86BA8F745EFD}"/>
                </a:ext>
              </a:extLst>
            </p:cNvPr>
            <p:cNvGrpSpPr/>
            <p:nvPr/>
          </p:nvGrpSpPr>
          <p:grpSpPr>
            <a:xfrm>
              <a:off x="8237686" y="657232"/>
              <a:ext cx="1527048" cy="1508760"/>
              <a:chOff x="352772" y="769658"/>
              <a:chExt cx="1530220" cy="1504560"/>
            </a:xfrm>
          </p:grpSpPr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77990203-92E3-3C98-1553-9B1A32368C9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Teardrop 151">
                <a:extLst>
                  <a:ext uri="{FF2B5EF4-FFF2-40B4-BE49-F238E27FC236}">
                    <a16:creationId xmlns:a16="http://schemas.microsoft.com/office/drawing/2014/main" id="{6EE39D6D-E677-8674-863C-95AA36E0F974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5" name="Star: 6 Points 154">
              <a:extLst>
                <a:ext uri="{FF2B5EF4-FFF2-40B4-BE49-F238E27FC236}">
                  <a16:creationId xmlns:a16="http://schemas.microsoft.com/office/drawing/2014/main" id="{20C57EFE-292A-8E90-2853-35F071F5B924}"/>
                </a:ext>
              </a:extLst>
            </p:cNvPr>
            <p:cNvSpPr/>
            <p:nvPr/>
          </p:nvSpPr>
          <p:spPr>
            <a:xfrm>
              <a:off x="9254804" y="930858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77F85BC3-E016-44F9-940A-36673CD21FA5}"/>
              </a:ext>
            </a:extLst>
          </p:cNvPr>
          <p:cNvGrpSpPr/>
          <p:nvPr/>
        </p:nvGrpSpPr>
        <p:grpSpPr>
          <a:xfrm>
            <a:off x="6096000" y="3908350"/>
            <a:ext cx="356803" cy="366090"/>
            <a:chOff x="5679550" y="3756554"/>
            <a:chExt cx="1025561" cy="1052253"/>
          </a:xfrm>
        </p:grpSpPr>
        <p:sp>
          <p:nvSpPr>
            <p:cNvPr id="72" name="Cross 71">
              <a:extLst>
                <a:ext uri="{FF2B5EF4-FFF2-40B4-BE49-F238E27FC236}">
                  <a16:creationId xmlns:a16="http://schemas.microsoft.com/office/drawing/2014/main" id="{F1E41016-64DC-4027-92F5-743AF21216E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ross 84">
              <a:extLst>
                <a:ext uri="{FF2B5EF4-FFF2-40B4-BE49-F238E27FC236}">
                  <a16:creationId xmlns:a16="http://schemas.microsoft.com/office/drawing/2014/main" id="{348FA164-77D2-41B1-925D-61372ABFF391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4A89F24-265B-4784-A5B5-10025DBC352A}"/>
              </a:ext>
            </a:extLst>
          </p:cNvPr>
          <p:cNvGrpSpPr/>
          <p:nvPr/>
        </p:nvGrpSpPr>
        <p:grpSpPr>
          <a:xfrm>
            <a:off x="5429581" y="4834283"/>
            <a:ext cx="913393" cy="682777"/>
            <a:chOff x="5429581" y="4834283"/>
            <a:chExt cx="913393" cy="682777"/>
          </a:xfrm>
        </p:grpSpPr>
        <p:pic>
          <p:nvPicPr>
            <p:cNvPr id="80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0B332E83-E1E6-418F-99E6-E19C68564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0197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4F845E28-5862-4921-B5FB-1481C821E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429581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4" name="Picture 4" descr="Injector Icon #428145 - Free Icons Library">
            <a:extLst>
              <a:ext uri="{FF2B5EF4-FFF2-40B4-BE49-F238E27FC236}">
                <a16:creationId xmlns:a16="http://schemas.microsoft.com/office/drawing/2014/main" id="{BC0C8E6B-21B3-4419-B1F2-3895907F6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6953" y="4363054"/>
            <a:ext cx="749371" cy="749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3" name="Star: 6 Points 82">
            <a:extLst>
              <a:ext uri="{FF2B5EF4-FFF2-40B4-BE49-F238E27FC236}">
                <a16:creationId xmlns:a16="http://schemas.microsoft.com/office/drawing/2014/main" id="{9F31FF51-88BC-4570-9476-84D902EB734F}"/>
              </a:ext>
            </a:extLst>
          </p:cNvPr>
          <p:cNvSpPr/>
          <p:nvPr/>
        </p:nvSpPr>
        <p:spPr>
          <a:xfrm>
            <a:off x="9603361" y="4961724"/>
            <a:ext cx="914400" cy="1128348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2" name="Star: 6 Points 91">
            <a:extLst>
              <a:ext uri="{FF2B5EF4-FFF2-40B4-BE49-F238E27FC236}">
                <a16:creationId xmlns:a16="http://schemas.microsoft.com/office/drawing/2014/main" id="{0ECA931E-5DE6-9FD4-A7CD-A4DAA4568BC7}"/>
              </a:ext>
            </a:extLst>
          </p:cNvPr>
          <p:cNvSpPr/>
          <p:nvPr/>
        </p:nvSpPr>
        <p:spPr>
          <a:xfrm>
            <a:off x="315032" y="1997026"/>
            <a:ext cx="312526" cy="387530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E592E74-3B2A-4E8C-A2D6-A603990EC62C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7229314" y="1534371"/>
            <a:chExt cx="745310" cy="652959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9314" y="1552476"/>
              <a:ext cx="701954" cy="631759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7295797" y="168254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7346895" y="155247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7655143" y="161286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7931268" y="168254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7904208" y="181261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7269990" y="1812610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7250992" y="1998422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7390251" y="2044875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7698499" y="2140877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7896060" y="197519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7507833" y="153437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7864674" y="158082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38AEAFF4-B5AF-435F-97A5-1FFA75A355BC}"/>
              </a:ext>
            </a:extLst>
          </p:cNvPr>
          <p:cNvGrpSpPr/>
          <p:nvPr/>
        </p:nvGrpSpPr>
        <p:grpSpPr>
          <a:xfrm>
            <a:off x="9914173" y="4085927"/>
            <a:ext cx="224894" cy="458529"/>
            <a:chOff x="1671579" y="3879426"/>
            <a:chExt cx="609600" cy="896782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D4E4B994-68A7-4916-AA63-0A6018FFDB09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9927CEF7-1D85-424D-A1B6-C996EE3B56D6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Arrow: Right 105">
              <a:extLst>
                <a:ext uri="{FF2B5EF4-FFF2-40B4-BE49-F238E27FC236}">
                  <a16:creationId xmlns:a16="http://schemas.microsoft.com/office/drawing/2014/main" id="{62D1CE95-D439-45AC-BC21-7BBE6909A7EA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0F9AD695-3277-40E1-A647-747BD7625D0A}"/>
              </a:ext>
            </a:extLst>
          </p:cNvPr>
          <p:cNvGrpSpPr/>
          <p:nvPr/>
        </p:nvGrpSpPr>
        <p:grpSpPr>
          <a:xfrm>
            <a:off x="10156208" y="4207512"/>
            <a:ext cx="790222" cy="910095"/>
            <a:chOff x="4336171" y="5052482"/>
            <a:chExt cx="790222" cy="910095"/>
          </a:xfrm>
        </p:grpSpPr>
        <p:pic>
          <p:nvPicPr>
            <p:cNvPr id="102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A730B49B-33AE-4E33-BBC3-E8DD9283B3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4704274" y="5235122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7913E8A-8EC2-4046-ABA2-58C24679BB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4336171" y="5052482"/>
              <a:ext cx="368103" cy="617171"/>
            </a:xfrm>
            <a:prstGeom prst="rect">
              <a:avLst/>
            </a:prstGeom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3967" y="4031882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76" name="Group 2075">
            <a:extLst>
              <a:ext uri="{FF2B5EF4-FFF2-40B4-BE49-F238E27FC236}">
                <a16:creationId xmlns:a16="http://schemas.microsoft.com/office/drawing/2014/main" id="{B4FF8251-B7E4-9B35-ADB2-D0361956D93A}"/>
              </a:ext>
            </a:extLst>
          </p:cNvPr>
          <p:cNvGrpSpPr/>
          <p:nvPr/>
        </p:nvGrpSpPr>
        <p:grpSpPr>
          <a:xfrm>
            <a:off x="6262946" y="5781189"/>
            <a:ext cx="1005249" cy="761549"/>
            <a:chOff x="6262946" y="5781189"/>
            <a:chExt cx="1005249" cy="761549"/>
          </a:xfrm>
        </p:grpSpPr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029A724A-C046-1674-D467-D682884AF1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20006">
              <a:off x="6262946" y="5781189"/>
              <a:ext cx="746736" cy="761549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32C606CE-E14C-4C80-33C7-428C9594C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27060" y="5938696"/>
              <a:ext cx="441135" cy="5840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A1447F0-97C7-E22E-F429-4862D2D8D7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187274">
            <a:off x="410395" y="558006"/>
            <a:ext cx="845384" cy="3259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A1E2C4C-C804-1541-2484-B62F07DF45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501" y="3276599"/>
            <a:ext cx="231012" cy="4286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2B228A-105A-2857-417B-7A1B80AF4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941" y="1858962"/>
            <a:ext cx="1543050" cy="295275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DBF548C-208F-9C31-2AA7-BC028869294E}"/>
              </a:ext>
            </a:extLst>
          </p:cNvPr>
          <p:cNvGrpSpPr/>
          <p:nvPr/>
        </p:nvGrpSpPr>
        <p:grpSpPr>
          <a:xfrm>
            <a:off x="1602601" y="402718"/>
            <a:ext cx="1027992" cy="796156"/>
            <a:chOff x="2872601" y="2994794"/>
            <a:chExt cx="1027992" cy="79615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8170197-213F-8278-5C2F-BA65E63025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47940-990D-201D-7278-8357BBDBAB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17ACAF2-DB74-698C-1807-A6ABDE6D2B4E}"/>
              </a:ext>
            </a:extLst>
          </p:cNvPr>
          <p:cNvGrpSpPr/>
          <p:nvPr/>
        </p:nvGrpSpPr>
        <p:grpSpPr>
          <a:xfrm>
            <a:off x="2954573" y="1450677"/>
            <a:ext cx="224894" cy="458529"/>
            <a:chOff x="1671579" y="3879426"/>
            <a:chExt cx="609600" cy="89678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BF11373-EEA0-7BA8-8B18-0B088F9AB4C6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3467FB-D889-6711-D836-566577176A81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228DB636-93E8-A21C-C0E2-B172D48BC998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22B18FE4-31C8-8A8B-7B7C-CD0DFA567623}"/>
              </a:ext>
            </a:extLst>
          </p:cNvPr>
          <p:cNvGrpSpPr/>
          <p:nvPr/>
        </p:nvGrpSpPr>
        <p:grpSpPr>
          <a:xfrm>
            <a:off x="546541" y="2727815"/>
            <a:ext cx="813727" cy="477825"/>
            <a:chOff x="3243145" y="3555274"/>
            <a:chExt cx="2506443" cy="147179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B05038E1-13DA-DD3A-19D0-B7C2FD53436C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CCF48D29-BF3A-FA92-9C5C-194068FD4906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66B3F4BA-F128-4DE6-12BF-05C51911410E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Single Corner Snipped 4">
              <a:extLst>
                <a:ext uri="{FF2B5EF4-FFF2-40B4-BE49-F238E27FC236}">
                  <a16:creationId xmlns:a16="http://schemas.microsoft.com/office/drawing/2014/main" id="{6D44BDEE-AC4D-6F4D-8E92-663DA327FE44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5354914" y="2339923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3554998" y="2350615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3863560" y="2643031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5734570" y="2597437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1328</TotalTime>
  <Words>12</Words>
  <Application>Microsoft Office PowerPoint</Application>
  <PresentationFormat>Widescreen</PresentationFormat>
  <Paragraphs>11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97</cp:revision>
  <dcterms:created xsi:type="dcterms:W3CDTF">2022-01-10T19:03:27Z</dcterms:created>
  <dcterms:modified xsi:type="dcterms:W3CDTF">2022-06-01T18:27:04Z</dcterms:modified>
</cp:coreProperties>
</file>