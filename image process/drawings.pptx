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21" d="100"/>
          <a:sy n="121" d="100"/>
        </p:scale>
        <p:origin x="132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e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4.jpe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32.png"/><Relationship Id="rId5" Type="http://schemas.openxmlformats.org/officeDocument/2006/relationships/image" Target="../media/image27.jpe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jpe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4.png"/><Relationship Id="rId3" Type="http://schemas.openxmlformats.org/officeDocument/2006/relationships/image" Target="../media/image6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6.png"/><Relationship Id="rId12" Type="http://schemas.openxmlformats.org/officeDocument/2006/relationships/image" Target="../media/image54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49.png"/><Relationship Id="rId10" Type="http://schemas.openxmlformats.org/officeDocument/2006/relationships/image" Target="../media/image52.jpeg"/><Relationship Id="rId4" Type="http://schemas.openxmlformats.org/officeDocument/2006/relationships/image" Target="../media/image48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13.png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59.png"/><Relationship Id="rId5" Type="http://schemas.openxmlformats.org/officeDocument/2006/relationships/image" Target="../media/image28.jpeg"/><Relationship Id="rId10" Type="http://schemas.openxmlformats.org/officeDocument/2006/relationships/image" Target="../media/image49.png"/><Relationship Id="rId4" Type="http://schemas.openxmlformats.org/officeDocument/2006/relationships/image" Target="../media/image27.jpeg"/><Relationship Id="rId9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2.png"/><Relationship Id="rId7" Type="http://schemas.openxmlformats.org/officeDocument/2006/relationships/image" Target="../media/image65.jpeg"/><Relationship Id="rId12" Type="http://schemas.openxmlformats.org/officeDocument/2006/relationships/image" Target="../media/image2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34.jpeg"/><Relationship Id="rId5" Type="http://schemas.openxmlformats.org/officeDocument/2006/relationships/image" Target="../media/image63.jpeg"/><Relationship Id="rId10" Type="http://schemas.openxmlformats.org/officeDocument/2006/relationships/image" Target="../media/image66.png"/><Relationship Id="rId4" Type="http://schemas.openxmlformats.org/officeDocument/2006/relationships/image" Target="../media/image47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68.png"/><Relationship Id="rId7" Type="http://schemas.openxmlformats.org/officeDocument/2006/relationships/image" Target="../media/image71.png"/><Relationship Id="rId12" Type="http://schemas.openxmlformats.org/officeDocument/2006/relationships/image" Target="../media/image17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1" Type="http://schemas.openxmlformats.org/officeDocument/2006/relationships/image" Target="../media/image73.png"/><Relationship Id="rId5" Type="http://schemas.openxmlformats.org/officeDocument/2006/relationships/image" Target="../media/image50.png"/><Relationship Id="rId10" Type="http://schemas.openxmlformats.org/officeDocument/2006/relationships/image" Target="../media/image72.png"/><Relationship Id="rId4" Type="http://schemas.openxmlformats.org/officeDocument/2006/relationships/image" Target="../media/image69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9.png"/><Relationship Id="rId18" Type="http://schemas.openxmlformats.org/officeDocument/2006/relationships/image" Target="../media/image68.png"/><Relationship Id="rId3" Type="http://schemas.openxmlformats.org/officeDocument/2006/relationships/image" Target="../media/image9.png"/><Relationship Id="rId21" Type="http://schemas.openxmlformats.org/officeDocument/2006/relationships/image" Target="../media/image72.png"/><Relationship Id="rId7" Type="http://schemas.openxmlformats.org/officeDocument/2006/relationships/image" Target="../media/image24.jpeg"/><Relationship Id="rId12" Type="http://schemas.openxmlformats.org/officeDocument/2006/relationships/image" Target="../media/image45.png"/><Relationship Id="rId17" Type="http://schemas.openxmlformats.org/officeDocument/2006/relationships/image" Target="../media/image20.png"/><Relationship Id="rId25" Type="http://schemas.openxmlformats.org/officeDocument/2006/relationships/image" Target="../media/image17.jpeg"/><Relationship Id="rId2" Type="http://schemas.openxmlformats.org/officeDocument/2006/relationships/image" Target="../media/image1.png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34.jpeg"/><Relationship Id="rId24" Type="http://schemas.openxmlformats.org/officeDocument/2006/relationships/image" Target="../media/image67.png"/><Relationship Id="rId5" Type="http://schemas.openxmlformats.org/officeDocument/2006/relationships/image" Target="../media/image6.png"/><Relationship Id="rId15" Type="http://schemas.openxmlformats.org/officeDocument/2006/relationships/image" Target="../media/image13.png"/><Relationship Id="rId23" Type="http://schemas.openxmlformats.org/officeDocument/2006/relationships/image" Target="../media/image74.jpeg"/><Relationship Id="rId10" Type="http://schemas.openxmlformats.org/officeDocument/2006/relationships/image" Target="../media/image25.png"/><Relationship Id="rId19" Type="http://schemas.openxmlformats.org/officeDocument/2006/relationships/image" Target="../media/image71.png"/><Relationship Id="rId4" Type="http://schemas.openxmlformats.org/officeDocument/2006/relationships/image" Target="../media/image12.png"/><Relationship Id="rId9" Type="http://schemas.openxmlformats.org/officeDocument/2006/relationships/image" Target="../media/image36.png"/><Relationship Id="rId14" Type="http://schemas.openxmlformats.org/officeDocument/2006/relationships/image" Target="../media/image60.png"/><Relationship Id="rId22" Type="http://schemas.openxmlformats.org/officeDocument/2006/relationships/image" Target="../media/image7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53.png"/><Relationship Id="rId21" Type="http://schemas.openxmlformats.org/officeDocument/2006/relationships/image" Target="../media/image64.png"/><Relationship Id="rId7" Type="http://schemas.openxmlformats.org/officeDocument/2006/relationships/image" Target="../media/image76.jpeg"/><Relationship Id="rId12" Type="http://schemas.openxmlformats.org/officeDocument/2006/relationships/image" Target="../media/image19.png"/><Relationship Id="rId17" Type="http://schemas.openxmlformats.org/officeDocument/2006/relationships/image" Target="../media/image7.png"/><Relationship Id="rId25" Type="http://schemas.openxmlformats.org/officeDocument/2006/relationships/image" Target="../media/image79.png"/><Relationship Id="rId2" Type="http://schemas.openxmlformats.org/officeDocument/2006/relationships/image" Target="../media/image75.jpeg"/><Relationship Id="rId16" Type="http://schemas.openxmlformats.org/officeDocument/2006/relationships/image" Target="../media/image49.png"/><Relationship Id="rId20" Type="http://schemas.openxmlformats.org/officeDocument/2006/relationships/image" Target="../media/image6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28.jpeg"/><Relationship Id="rId24" Type="http://schemas.openxmlformats.org/officeDocument/2006/relationships/image" Target="../media/image78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77.png"/><Relationship Id="rId10" Type="http://schemas.openxmlformats.org/officeDocument/2006/relationships/image" Target="../media/image27.jpeg"/><Relationship Id="rId19" Type="http://schemas.openxmlformats.org/officeDocument/2006/relationships/image" Target="../media/image62.png"/><Relationship Id="rId4" Type="http://schemas.openxmlformats.org/officeDocument/2006/relationships/image" Target="../media/image48.jpeg"/><Relationship Id="rId9" Type="http://schemas.openxmlformats.org/officeDocument/2006/relationships/image" Target="../media/image3.jpeg"/><Relationship Id="rId14" Type="http://schemas.openxmlformats.org/officeDocument/2006/relationships/image" Target="../media/image58.png"/><Relationship Id="rId22" Type="http://schemas.openxmlformats.org/officeDocument/2006/relationships/image" Target="../media/image65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40.png"/><Relationship Id="rId18" Type="http://schemas.openxmlformats.org/officeDocument/2006/relationships/image" Target="../media/image15.jpeg"/><Relationship Id="rId26" Type="http://schemas.openxmlformats.org/officeDocument/2006/relationships/image" Target="../media/image52.jpeg"/><Relationship Id="rId3" Type="http://schemas.openxmlformats.org/officeDocument/2006/relationships/image" Target="../media/image27.jpeg"/><Relationship Id="rId21" Type="http://schemas.openxmlformats.org/officeDocument/2006/relationships/image" Target="../media/image38.jpeg"/><Relationship Id="rId7" Type="http://schemas.openxmlformats.org/officeDocument/2006/relationships/image" Target="../media/image28.jpeg"/><Relationship Id="rId12" Type="http://schemas.openxmlformats.org/officeDocument/2006/relationships/image" Target="../media/image30.jpeg"/><Relationship Id="rId17" Type="http://schemas.openxmlformats.org/officeDocument/2006/relationships/image" Target="../media/image42.png"/><Relationship Id="rId25" Type="http://schemas.openxmlformats.org/officeDocument/2006/relationships/image" Target="../media/image51.png"/><Relationship Id="rId2" Type="http://schemas.openxmlformats.org/officeDocument/2006/relationships/image" Target="../media/image21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1.png"/><Relationship Id="rId24" Type="http://schemas.openxmlformats.org/officeDocument/2006/relationships/image" Target="../media/image50.png"/><Relationship Id="rId5" Type="http://schemas.openxmlformats.org/officeDocument/2006/relationships/image" Target="../media/image32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5.png"/><Relationship Id="rId19" Type="http://schemas.openxmlformats.org/officeDocument/2006/relationships/image" Target="../media/image43.png"/><Relationship Id="rId4" Type="http://schemas.openxmlformats.org/officeDocument/2006/relationships/image" Target="../media/image6.png"/><Relationship Id="rId9" Type="http://schemas.openxmlformats.org/officeDocument/2006/relationships/image" Target="../media/image34.jpeg"/><Relationship Id="rId14" Type="http://schemas.openxmlformats.org/officeDocument/2006/relationships/image" Target="../media/image39.png"/><Relationship Id="rId22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8.jpeg"/><Relationship Id="rId12" Type="http://schemas.openxmlformats.org/officeDocument/2006/relationships/image" Target="../media/image10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80.png"/><Relationship Id="rId19" Type="http://schemas.openxmlformats.org/officeDocument/2006/relationships/image" Target="../media/image7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81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2356162" y="2747920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D75422F-32BA-45FA-AE3B-ED880B2BD09A}"/>
              </a:ext>
            </a:extLst>
          </p:cNvPr>
          <p:cNvGrpSpPr/>
          <p:nvPr/>
        </p:nvGrpSpPr>
        <p:grpSpPr>
          <a:xfrm>
            <a:off x="4309371" y="2760640"/>
            <a:ext cx="1530220" cy="1504560"/>
            <a:chOff x="2429071" y="4932973"/>
            <a:chExt cx="1530220" cy="1504560"/>
          </a:xfrm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4163F50B-2277-4C81-98F7-9B80FA34B047}"/>
                </a:ext>
              </a:extLst>
            </p:cNvPr>
            <p:cNvGrpSpPr/>
            <p:nvPr/>
          </p:nvGrpSpPr>
          <p:grpSpPr>
            <a:xfrm>
              <a:off x="2846685" y="5495305"/>
              <a:ext cx="610151" cy="519643"/>
              <a:chOff x="2025344" y="4153673"/>
              <a:chExt cx="918521" cy="782270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57FD4895-3C6A-48BB-8F43-063DC87BB6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54D2710-5487-4694-A3E9-CD36A0B5D55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9EBD0C-95F1-4A39-8A7B-0A2F40090464}"/>
                </a:ext>
              </a:extLst>
            </p:cNvPr>
            <p:cNvGrpSpPr/>
            <p:nvPr/>
          </p:nvGrpSpPr>
          <p:grpSpPr>
            <a:xfrm>
              <a:off x="2429071" y="4932973"/>
              <a:ext cx="1530220" cy="1504560"/>
              <a:chOff x="475862" y="342901"/>
              <a:chExt cx="1530220" cy="1504560"/>
            </a:xfrm>
          </p:grpSpPr>
          <p:sp>
            <p:nvSpPr>
              <p:cNvPr id="128" name="Arrow: Pentagon 127">
                <a:extLst>
                  <a:ext uri="{FF2B5EF4-FFF2-40B4-BE49-F238E27FC236}">
                    <a16:creationId xmlns:a16="http://schemas.microsoft.com/office/drawing/2014/main" id="{065FEE0C-6200-44FF-B272-292ED1668E81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48DD285C-0262-4BB5-A1D0-AC04E6FCD133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C20DDA31-0F73-47DA-ADB6-2E7C87A59FF9}"/>
                </a:ext>
              </a:extLst>
            </p:cNvPr>
            <p:cNvGrpSpPr/>
            <p:nvPr/>
          </p:nvGrpSpPr>
          <p:grpSpPr>
            <a:xfrm>
              <a:off x="3328625" y="5225514"/>
              <a:ext cx="356803" cy="366090"/>
              <a:chOff x="5679550" y="3756554"/>
              <a:chExt cx="1025561" cy="1052253"/>
            </a:xfrm>
          </p:grpSpPr>
          <p:sp>
            <p:nvSpPr>
              <p:cNvPr id="133" name="Cross 132">
                <a:extLst>
                  <a:ext uri="{FF2B5EF4-FFF2-40B4-BE49-F238E27FC236}">
                    <a16:creationId xmlns:a16="http://schemas.microsoft.com/office/drawing/2014/main" id="{4C58A584-5C6E-45C3-8E4A-52A7E2C78210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Cross 133">
                <a:extLst>
                  <a:ext uri="{FF2B5EF4-FFF2-40B4-BE49-F238E27FC236}">
                    <a16:creationId xmlns:a16="http://schemas.microsoft.com/office/drawing/2014/main" id="{63844C26-7B3D-4849-807C-1ADF4E06D86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5088797" y="4988662"/>
            <a:ext cx="1530220" cy="1504560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E036C27-545F-44D4-8B11-5D4DAF37BA6C}"/>
              </a:ext>
            </a:extLst>
          </p:cNvPr>
          <p:cNvGrpSpPr/>
          <p:nvPr/>
        </p:nvGrpSpPr>
        <p:grpSpPr>
          <a:xfrm>
            <a:off x="7042006" y="4988662"/>
            <a:ext cx="1530220" cy="1504560"/>
            <a:chOff x="2429071" y="342901"/>
            <a:chExt cx="1530220" cy="1504560"/>
          </a:xfrm>
        </p:grpSpPr>
        <p:sp>
          <p:nvSpPr>
            <p:cNvPr id="141" name="Arrow: Pentagon 140">
              <a:extLst>
                <a:ext uri="{FF2B5EF4-FFF2-40B4-BE49-F238E27FC236}">
                  <a16:creationId xmlns:a16="http://schemas.microsoft.com/office/drawing/2014/main" id="{405C458B-5A37-4183-9C88-9F4CA0902D6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9579F432-B940-43AE-AE78-F930E4D70AD1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2B3C94F6-1FE1-4DB6-9533-B9CE007613CD}"/>
              </a:ext>
            </a:extLst>
          </p:cNvPr>
          <p:cNvGrpSpPr/>
          <p:nvPr/>
        </p:nvGrpSpPr>
        <p:grpSpPr>
          <a:xfrm>
            <a:off x="7404969" y="5447905"/>
            <a:ext cx="794720" cy="525140"/>
            <a:chOff x="7009704" y="3352146"/>
            <a:chExt cx="3690533" cy="243865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461CEC6E-8C69-49AD-8255-D0718341F27B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ACAB2FC-278B-4223-BBF9-E023914EBB37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F1285859-786F-4BA6-BD51-499AA919CBF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5" name="Isosceles Triangle 144">
              <a:extLst>
                <a:ext uri="{FF2B5EF4-FFF2-40B4-BE49-F238E27FC236}">
                  <a16:creationId xmlns:a16="http://schemas.microsoft.com/office/drawing/2014/main" id="{29D5DD58-16D1-4756-83CF-BF82B36B8DC9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41E2DDC4-9253-4CED-BAF4-D04BD1F5000F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14DCA6CC-51AB-4024-A850-81283C6A6A0C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35A3074E-201A-4DF1-8D58-36FCB4B92E9D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907DEFB-79C8-484E-AA36-8B0D1DACF2D7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CC0DB094-2470-46B7-801F-F7E884006B88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5187381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4685144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5788179" y="2676720"/>
            <a:ext cx="1530220" cy="1504560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451099" y="4721515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826798" y="5319654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8505112" y="3172376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92" name="Picture 91">
            <a:extLst>
              <a:ext uri="{FF2B5EF4-FFF2-40B4-BE49-F238E27FC236}">
                <a16:creationId xmlns:a16="http://schemas.microsoft.com/office/drawing/2014/main" id="{015F1320-F7B1-4665-BDA0-E0040CDD2F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689919">
            <a:off x="781933" y="3335830"/>
            <a:ext cx="198963" cy="36950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848A236-7FC1-435C-A496-412F209F19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239" y="3250400"/>
            <a:ext cx="549195" cy="772306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4693819" y="3429000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0292" y="3411209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D755EBB-1A7C-4654-9026-1B908325A443}"/>
              </a:ext>
            </a:extLst>
          </p:cNvPr>
          <p:cNvGrpSpPr/>
          <p:nvPr/>
        </p:nvGrpSpPr>
        <p:grpSpPr>
          <a:xfrm>
            <a:off x="2266682" y="4754087"/>
            <a:ext cx="1530220" cy="1504560"/>
            <a:chOff x="8347910" y="2832646"/>
            <a:chExt cx="1530220" cy="15045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C979E96-18A7-4B6F-8D3E-3095D66BF81E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Hexagon 92">
              <a:extLst>
                <a:ext uri="{FF2B5EF4-FFF2-40B4-BE49-F238E27FC236}">
                  <a16:creationId xmlns:a16="http://schemas.microsoft.com/office/drawing/2014/main" id="{B4AA2BA3-1F47-49EC-A8D2-16ECF4F4CAB4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8DBD9CA-F49B-442D-80D0-26762F879A86}"/>
              </a:ext>
            </a:extLst>
          </p:cNvPr>
          <p:cNvGrpSpPr/>
          <p:nvPr/>
        </p:nvGrpSpPr>
        <p:grpSpPr>
          <a:xfrm>
            <a:off x="4247882" y="4754087"/>
            <a:ext cx="1530220" cy="1504560"/>
            <a:chOff x="10329110" y="2832646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3A86894-D7BE-4082-B6D0-AD2CBA3E5DFF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>
              <a:extLst>
                <a:ext uri="{FF2B5EF4-FFF2-40B4-BE49-F238E27FC236}">
                  <a16:creationId xmlns:a16="http://schemas.microsoft.com/office/drawing/2014/main" id="{695AA67E-A43D-43B6-B8DD-E14F6FE99E89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7" name="Picture 96">
            <a:extLst>
              <a:ext uri="{FF2B5EF4-FFF2-40B4-BE49-F238E27FC236}">
                <a16:creationId xmlns:a16="http://schemas.microsoft.com/office/drawing/2014/main" id="{C7C083E6-9B66-4500-A760-18B7C0AC1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116" y="5407143"/>
            <a:ext cx="484951" cy="77021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AC90511-F3A1-4F79-87BD-63039FAE97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0515" y="5405639"/>
            <a:ext cx="484951" cy="770217"/>
          </a:xfrm>
          <a:prstGeom prst="rect">
            <a:avLst/>
          </a:prstGeom>
        </p:spPr>
      </p:pic>
      <p:pic>
        <p:nvPicPr>
          <p:cNvPr id="99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599F18AB-4251-40DA-AC02-3D47E4A207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4786857" y="5168877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Shape&#10;&#10;Description automatically generated">
            <a:extLst>
              <a:ext uri="{FF2B5EF4-FFF2-40B4-BE49-F238E27FC236}">
                <a16:creationId xmlns:a16="http://schemas.microsoft.com/office/drawing/2014/main" id="{C8B610A7-6C05-4E83-B701-E1157EB6E6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22792" y="5050091"/>
            <a:ext cx="257669" cy="319725"/>
          </a:xfrm>
          <a:prstGeom prst="rect">
            <a:avLst/>
          </a:prstGeom>
        </p:spPr>
      </p:pic>
      <p:pic>
        <p:nvPicPr>
          <p:cNvPr id="114" name="Picture 6" descr="Coffin Clipart - 330x596 PNG Download - PNGkit">
            <a:extLst>
              <a:ext uri="{FF2B5EF4-FFF2-40B4-BE49-F238E27FC236}">
                <a16:creationId xmlns:a16="http://schemas.microsoft.com/office/drawing/2014/main" id="{C3D7D028-C255-4EFE-8759-9978643E2D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 rot="19958873">
            <a:off x="8757446" y="3292514"/>
            <a:ext cx="484323" cy="959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CFB94EE-A7A5-4C63-B3D0-9E8147F28594}"/>
              </a:ext>
            </a:extLst>
          </p:cNvPr>
          <p:cNvSpPr/>
          <p:nvPr/>
        </p:nvSpPr>
        <p:spPr>
          <a:xfrm>
            <a:off x="8333265" y="2827036"/>
            <a:ext cx="1530220" cy="150456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39E9B5D6-F14E-4437-9A4B-4FE2915A8C49}"/>
              </a:ext>
            </a:extLst>
          </p:cNvPr>
          <p:cNvSpPr/>
          <p:nvPr/>
        </p:nvSpPr>
        <p:spPr>
          <a:xfrm>
            <a:off x="8470892" y="3073495"/>
            <a:ext cx="1254965" cy="1214141"/>
          </a:xfrm>
          <a:prstGeom prst="hexagon">
            <a:avLst>
              <a:gd name="adj" fmla="val 26761"/>
              <a:gd name="vf" fmla="val 115470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A920BA-8A61-4E33-89EE-C08FBB6B088E}"/>
              </a:ext>
            </a:extLst>
          </p:cNvPr>
          <p:cNvGrpSpPr/>
          <p:nvPr/>
        </p:nvGrpSpPr>
        <p:grpSpPr>
          <a:xfrm>
            <a:off x="9034558" y="3255517"/>
            <a:ext cx="471940" cy="529861"/>
            <a:chOff x="6769985" y="4937487"/>
            <a:chExt cx="1288965" cy="1447161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50097F1-0E90-41EA-BFE1-562C79ED3FA0}"/>
                </a:ext>
              </a:extLst>
            </p:cNvPr>
            <p:cNvSpPr/>
            <p:nvPr/>
          </p:nvSpPr>
          <p:spPr>
            <a:xfrm>
              <a:off x="6844190" y="525081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99E504C-CD7C-4B28-8777-D61821999C1A}"/>
                </a:ext>
              </a:extLst>
            </p:cNvPr>
            <p:cNvSpPr/>
            <p:nvPr/>
          </p:nvSpPr>
          <p:spPr>
            <a:xfrm>
              <a:off x="6952244" y="4975773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FCD392BF-B0EC-4DF4-907C-0B1528A6B1CC}"/>
                </a:ext>
              </a:extLst>
            </p:cNvPr>
            <p:cNvSpPr/>
            <p:nvPr/>
          </p:nvSpPr>
          <p:spPr>
            <a:xfrm>
              <a:off x="7604077" y="510347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3E7B3FA2-0D85-4D87-A43F-43C899D2865E}"/>
                </a:ext>
              </a:extLst>
            </p:cNvPr>
            <p:cNvSpPr/>
            <p:nvPr/>
          </p:nvSpPr>
          <p:spPr>
            <a:xfrm>
              <a:off x="7967268" y="528539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3F66915-4D1F-49A0-ADCC-49DECAF43E7A}"/>
                </a:ext>
              </a:extLst>
            </p:cNvPr>
            <p:cNvSpPr/>
            <p:nvPr/>
          </p:nvSpPr>
          <p:spPr>
            <a:xfrm>
              <a:off x="7910046" y="556043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74638C9-479A-439A-809A-9CE98E4153C6}"/>
                </a:ext>
              </a:extLst>
            </p:cNvPr>
            <p:cNvSpPr/>
            <p:nvPr/>
          </p:nvSpPr>
          <p:spPr>
            <a:xfrm>
              <a:off x="6789618" y="552586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42E56137-A3DC-4F11-87A9-62FF0289628E}"/>
                </a:ext>
              </a:extLst>
            </p:cNvPr>
            <p:cNvSpPr/>
            <p:nvPr/>
          </p:nvSpPr>
          <p:spPr>
            <a:xfrm>
              <a:off x="6769985" y="57574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1D80907F-D687-4FD2-926F-2B9E46D4C106}"/>
                </a:ext>
              </a:extLst>
            </p:cNvPr>
            <p:cNvSpPr/>
            <p:nvPr/>
          </p:nvSpPr>
          <p:spPr>
            <a:xfrm>
              <a:off x="7064467" y="585572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E2E1AF44-A748-492E-9462-C05E6B90E62D}"/>
                </a:ext>
              </a:extLst>
            </p:cNvPr>
            <p:cNvSpPr/>
            <p:nvPr/>
          </p:nvSpPr>
          <p:spPr>
            <a:xfrm>
              <a:off x="7716300" y="605873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3FD94E7-743C-466E-A382-DB3F0B4BA967}"/>
                </a:ext>
              </a:extLst>
            </p:cNvPr>
            <p:cNvSpPr/>
            <p:nvPr/>
          </p:nvSpPr>
          <p:spPr>
            <a:xfrm>
              <a:off x="7913357" y="574295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2BF55299-E09C-49D5-8345-28249F9D7B91}"/>
                </a:ext>
              </a:extLst>
            </p:cNvPr>
            <p:cNvSpPr/>
            <p:nvPr/>
          </p:nvSpPr>
          <p:spPr>
            <a:xfrm>
              <a:off x="7292569" y="493748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0B0B233-0018-4A73-A9EA-DF0C0167B272}"/>
                </a:ext>
              </a:extLst>
            </p:cNvPr>
            <p:cNvSpPr/>
            <p:nvPr/>
          </p:nvSpPr>
          <p:spPr>
            <a:xfrm>
              <a:off x="7826446" y="50702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1F6C144-99EA-428C-810E-3DD08A6811DB}"/>
                </a:ext>
              </a:extLst>
            </p:cNvPr>
            <p:cNvSpPr/>
            <p:nvPr/>
          </p:nvSpPr>
          <p:spPr>
            <a:xfrm>
              <a:off x="7068019" y="533115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79D74D58-A8DC-4CAF-9C96-0DB561A6444D}"/>
                </a:ext>
              </a:extLst>
            </p:cNvPr>
            <p:cNvSpPr/>
            <p:nvPr/>
          </p:nvSpPr>
          <p:spPr>
            <a:xfrm>
              <a:off x="7651923" y="547850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45D16E55-1546-4975-B7B8-B9FF89217B5C}"/>
                </a:ext>
              </a:extLst>
            </p:cNvPr>
            <p:cNvSpPr/>
            <p:nvPr/>
          </p:nvSpPr>
          <p:spPr>
            <a:xfrm>
              <a:off x="7594701" y="575354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5CC9EEC-0904-467F-BA05-357D294B62E2}"/>
                </a:ext>
              </a:extLst>
            </p:cNvPr>
            <p:cNvSpPr/>
            <p:nvPr/>
          </p:nvSpPr>
          <p:spPr>
            <a:xfrm>
              <a:off x="7180242" y="628641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C3CA105E-938D-48DE-8F50-98F1C21D74E2}"/>
                </a:ext>
              </a:extLst>
            </p:cNvPr>
            <p:cNvSpPr/>
            <p:nvPr/>
          </p:nvSpPr>
          <p:spPr>
            <a:xfrm>
              <a:off x="7598012" y="593606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1706AF6B-EAF8-4F98-BFD5-02D1AF442237}"/>
                </a:ext>
              </a:extLst>
            </p:cNvPr>
            <p:cNvSpPr/>
            <p:nvPr/>
          </p:nvSpPr>
          <p:spPr>
            <a:xfrm>
              <a:off x="7511101" y="526340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10CE187-4474-45B0-96BA-6B24EB939493}"/>
                </a:ext>
              </a:extLst>
            </p:cNvPr>
            <p:cNvSpPr/>
            <p:nvPr/>
          </p:nvSpPr>
          <p:spPr>
            <a:xfrm>
              <a:off x="7410201" y="572050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B501D21-E352-4EA0-A969-674742B0035B}"/>
                </a:ext>
              </a:extLst>
            </p:cNvPr>
            <p:cNvSpPr/>
            <p:nvPr/>
          </p:nvSpPr>
          <p:spPr>
            <a:xfrm>
              <a:off x="7373520" y="583425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CDDAD5A6-A62B-4016-B831-600563968B50}"/>
                </a:ext>
              </a:extLst>
            </p:cNvPr>
            <p:cNvSpPr/>
            <p:nvPr/>
          </p:nvSpPr>
          <p:spPr>
            <a:xfrm>
              <a:off x="7356290" y="617806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5D2443AB-DE1D-4F36-8F61-F6C2ECF476F1}"/>
                </a:ext>
              </a:extLst>
            </p:cNvPr>
            <p:cNvSpPr/>
            <p:nvPr/>
          </p:nvSpPr>
          <p:spPr>
            <a:xfrm>
              <a:off x="7269379" y="550540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4392672" y="4974910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2222070" y="4572232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4097762" y="4572232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637944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70" y="5092666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7972096" y="3289583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FA2C1872-4D5B-4ED1-9410-6D70FAA115FC}"/>
              </a:ext>
            </a:extLst>
          </p:cNvPr>
          <p:cNvGrpSpPr/>
          <p:nvPr/>
        </p:nvGrpSpPr>
        <p:grpSpPr>
          <a:xfrm>
            <a:off x="5544656" y="2694908"/>
            <a:ext cx="1530220" cy="1504560"/>
            <a:chOff x="352772" y="769658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D017239-42A7-4AB2-B856-5E513DBE9043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ardrop 96">
              <a:extLst>
                <a:ext uri="{FF2B5EF4-FFF2-40B4-BE49-F238E27FC236}">
                  <a16:creationId xmlns:a16="http://schemas.microsoft.com/office/drawing/2014/main" id="{5C0D4A88-0239-40BD-9B0C-CBA7BDD41D7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8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310AFD29-02F3-454D-8BB6-CD109FF333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5878807" y="3196702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9C3B3DA8-C68F-419E-B57D-AEA41DA598D6}"/>
              </a:ext>
            </a:extLst>
          </p:cNvPr>
          <p:cNvGrpSpPr/>
          <p:nvPr/>
        </p:nvGrpSpPr>
        <p:grpSpPr>
          <a:xfrm>
            <a:off x="8153264" y="3019446"/>
            <a:ext cx="356803" cy="366090"/>
            <a:chOff x="5679550" y="3756554"/>
            <a:chExt cx="1025561" cy="1052253"/>
          </a:xfrm>
        </p:grpSpPr>
        <p:sp>
          <p:nvSpPr>
            <p:cNvPr id="100" name="Cross 99">
              <a:extLst>
                <a:ext uri="{FF2B5EF4-FFF2-40B4-BE49-F238E27FC236}">
                  <a16:creationId xmlns:a16="http://schemas.microsoft.com/office/drawing/2014/main" id="{B88D9770-7D38-49BC-8EA6-5A23CA2044CB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ross 105">
              <a:extLst>
                <a:ext uri="{FF2B5EF4-FFF2-40B4-BE49-F238E27FC236}">
                  <a16:creationId xmlns:a16="http://schemas.microsoft.com/office/drawing/2014/main" id="{278EDF28-2D31-4678-A971-D3DD001DEEAB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61</cp:revision>
  <dcterms:created xsi:type="dcterms:W3CDTF">2022-01-10T19:03:27Z</dcterms:created>
  <dcterms:modified xsi:type="dcterms:W3CDTF">2022-03-28T22:50:10Z</dcterms:modified>
</cp:coreProperties>
</file>