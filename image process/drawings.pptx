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59" r:id="rId4"/>
    <p:sldId id="261" r:id="rId5"/>
    <p:sldId id="262" r:id="rId6"/>
    <p:sldId id="263" r:id="rId7"/>
    <p:sldId id="266" r:id="rId8"/>
    <p:sldId id="265" r:id="rId9"/>
    <p:sldId id="268" r:id="rId10"/>
    <p:sldId id="267" r:id="rId11"/>
    <p:sldId id="264" r:id="rId12"/>
    <p:sldId id="260" r:id="rId13"/>
    <p:sldId id="257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40" autoAdjust="0"/>
    <p:restoredTop sz="96196" autoAdjust="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2/26/2022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eg"/><Relationship Id="rId5" Type="http://schemas.openxmlformats.org/officeDocument/2006/relationships/image" Target="../media/image3.jpe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5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4.png"/><Relationship Id="rId4" Type="http://schemas.openxmlformats.org/officeDocument/2006/relationships/image" Target="../media/image7.png"/><Relationship Id="rId9" Type="http://schemas.openxmlformats.org/officeDocument/2006/relationships/image" Target="../media/image17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21.jpeg"/><Relationship Id="rId10" Type="http://schemas.openxmlformats.org/officeDocument/2006/relationships/image" Target="../media/image23.png"/><Relationship Id="rId4" Type="http://schemas.openxmlformats.org/officeDocument/2006/relationships/image" Target="../media/image2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34.jpeg"/><Relationship Id="rId3" Type="http://schemas.openxmlformats.org/officeDocument/2006/relationships/image" Target="../media/image25.png"/><Relationship Id="rId7" Type="http://schemas.openxmlformats.org/officeDocument/2006/relationships/image" Target="../media/image28.jpeg"/><Relationship Id="rId12" Type="http://schemas.openxmlformats.org/officeDocument/2006/relationships/image" Target="../media/image33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32.png"/><Relationship Id="rId5" Type="http://schemas.openxmlformats.org/officeDocument/2006/relationships/image" Target="../media/image27.jpe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4" Type="http://schemas.openxmlformats.org/officeDocument/2006/relationships/image" Target="../media/image26.png"/><Relationship Id="rId9" Type="http://schemas.openxmlformats.org/officeDocument/2006/relationships/image" Target="../media/image30.jpeg"/><Relationship Id="rId14" Type="http://schemas.openxmlformats.org/officeDocument/2006/relationships/image" Target="../media/image3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13" Type="http://schemas.openxmlformats.org/officeDocument/2006/relationships/image" Target="../media/image44.png"/><Relationship Id="rId3" Type="http://schemas.openxmlformats.org/officeDocument/2006/relationships/image" Target="../media/image7.png"/><Relationship Id="rId7" Type="http://schemas.openxmlformats.org/officeDocument/2006/relationships/image" Target="../media/image40.png"/><Relationship Id="rId12" Type="http://schemas.openxmlformats.org/officeDocument/2006/relationships/image" Target="../media/image4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3.jpeg"/><Relationship Id="rId5" Type="http://schemas.openxmlformats.org/officeDocument/2006/relationships/image" Target="../media/image38.jpeg"/><Relationship Id="rId15" Type="http://schemas.openxmlformats.org/officeDocument/2006/relationships/image" Target="../media/image45.png"/><Relationship Id="rId10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41.png"/><Relationship Id="rId14" Type="http://schemas.openxmlformats.org/officeDocument/2006/relationships/image" Target="../media/image3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47.png"/><Relationship Id="rId7" Type="http://schemas.openxmlformats.org/officeDocument/2006/relationships/image" Target="../media/image16.png"/><Relationship Id="rId12" Type="http://schemas.openxmlformats.org/officeDocument/2006/relationships/image" Target="../media/image54.pn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11" Type="http://schemas.openxmlformats.org/officeDocument/2006/relationships/image" Target="../media/image53.png"/><Relationship Id="rId5" Type="http://schemas.openxmlformats.org/officeDocument/2006/relationships/image" Target="../media/image49.png"/><Relationship Id="rId10" Type="http://schemas.openxmlformats.org/officeDocument/2006/relationships/image" Target="../media/image52.jpeg"/><Relationship Id="rId4" Type="http://schemas.openxmlformats.org/officeDocument/2006/relationships/image" Target="../media/image48.jpe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56.png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59.png"/><Relationship Id="rId5" Type="http://schemas.openxmlformats.org/officeDocument/2006/relationships/image" Target="../media/image28.jpeg"/><Relationship Id="rId10" Type="http://schemas.openxmlformats.org/officeDocument/2006/relationships/image" Target="../media/image49.png"/><Relationship Id="rId4" Type="http://schemas.openxmlformats.org/officeDocument/2006/relationships/image" Target="../media/image27.jpeg"/><Relationship Id="rId9" Type="http://schemas.openxmlformats.org/officeDocument/2006/relationships/image" Target="../media/image5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69.png"/><Relationship Id="rId3" Type="http://schemas.openxmlformats.org/officeDocument/2006/relationships/image" Target="../media/image62.png"/><Relationship Id="rId7" Type="http://schemas.openxmlformats.org/officeDocument/2006/relationships/image" Target="../media/image65.jpeg"/><Relationship Id="rId12" Type="http://schemas.openxmlformats.org/officeDocument/2006/relationships/image" Target="../media/image7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8.png"/><Relationship Id="rId5" Type="http://schemas.openxmlformats.org/officeDocument/2006/relationships/image" Target="../media/image63.jpeg"/><Relationship Id="rId15" Type="http://schemas.openxmlformats.org/officeDocument/2006/relationships/image" Target="../media/image20.png"/><Relationship Id="rId10" Type="http://schemas.openxmlformats.org/officeDocument/2006/relationships/image" Target="../media/image67.png"/><Relationship Id="rId4" Type="http://schemas.openxmlformats.org/officeDocument/2006/relationships/image" Target="../media/image47.png"/><Relationship Id="rId9" Type="http://schemas.openxmlformats.org/officeDocument/2006/relationships/image" Target="../media/image66.png"/><Relationship Id="rId14" Type="http://schemas.openxmlformats.org/officeDocument/2006/relationships/image" Target="../media/image3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71.png"/><Relationship Id="rId7" Type="http://schemas.openxmlformats.org/officeDocument/2006/relationships/image" Target="../media/image74.png"/><Relationship Id="rId12" Type="http://schemas.openxmlformats.org/officeDocument/2006/relationships/image" Target="../media/image17.jpe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6.png"/><Relationship Id="rId5" Type="http://schemas.openxmlformats.org/officeDocument/2006/relationships/image" Target="../media/image50.png"/><Relationship Id="rId10" Type="http://schemas.openxmlformats.org/officeDocument/2006/relationships/image" Target="../media/image75.png"/><Relationship Id="rId4" Type="http://schemas.openxmlformats.org/officeDocument/2006/relationships/image" Target="../media/image72.png"/><Relationship Id="rId9" Type="http://schemas.openxmlformats.org/officeDocument/2006/relationships/image" Target="../media/image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9.png"/><Relationship Id="rId18" Type="http://schemas.openxmlformats.org/officeDocument/2006/relationships/image" Target="../media/image71.png"/><Relationship Id="rId3" Type="http://schemas.openxmlformats.org/officeDocument/2006/relationships/image" Target="../media/image10.png"/><Relationship Id="rId21" Type="http://schemas.openxmlformats.org/officeDocument/2006/relationships/image" Target="../media/image75.png"/><Relationship Id="rId7" Type="http://schemas.openxmlformats.org/officeDocument/2006/relationships/image" Target="../media/image24.jpeg"/><Relationship Id="rId12" Type="http://schemas.openxmlformats.org/officeDocument/2006/relationships/image" Target="../media/image45.png"/><Relationship Id="rId17" Type="http://schemas.openxmlformats.org/officeDocument/2006/relationships/image" Target="../media/image20.png"/><Relationship Id="rId25" Type="http://schemas.openxmlformats.org/officeDocument/2006/relationships/image" Target="../media/image17.jpeg"/><Relationship Id="rId2" Type="http://schemas.openxmlformats.org/officeDocument/2006/relationships/image" Target="../media/image1.png"/><Relationship Id="rId16" Type="http://schemas.openxmlformats.org/officeDocument/2006/relationships/image" Target="../media/image69.png"/><Relationship Id="rId20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34.jpeg"/><Relationship Id="rId24" Type="http://schemas.openxmlformats.org/officeDocument/2006/relationships/image" Target="../media/image70.png"/><Relationship Id="rId5" Type="http://schemas.openxmlformats.org/officeDocument/2006/relationships/image" Target="../media/image7.png"/><Relationship Id="rId15" Type="http://schemas.openxmlformats.org/officeDocument/2006/relationships/image" Target="../media/image13.png"/><Relationship Id="rId23" Type="http://schemas.openxmlformats.org/officeDocument/2006/relationships/image" Target="../media/image77.jpeg"/><Relationship Id="rId10" Type="http://schemas.openxmlformats.org/officeDocument/2006/relationships/image" Target="../media/image25.png"/><Relationship Id="rId19" Type="http://schemas.openxmlformats.org/officeDocument/2006/relationships/image" Target="../media/image74.png"/><Relationship Id="rId4" Type="http://schemas.openxmlformats.org/officeDocument/2006/relationships/image" Target="../media/image12.png"/><Relationship Id="rId9" Type="http://schemas.openxmlformats.org/officeDocument/2006/relationships/image" Target="../media/image36.png"/><Relationship Id="rId14" Type="http://schemas.openxmlformats.org/officeDocument/2006/relationships/image" Target="../media/image60.png"/><Relationship Id="rId22" Type="http://schemas.openxmlformats.org/officeDocument/2006/relationships/image" Target="../media/image7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56.png"/><Relationship Id="rId18" Type="http://schemas.openxmlformats.org/officeDocument/2006/relationships/image" Target="../media/image61.png"/><Relationship Id="rId3" Type="http://schemas.openxmlformats.org/officeDocument/2006/relationships/image" Target="../media/image53.png"/><Relationship Id="rId21" Type="http://schemas.openxmlformats.org/officeDocument/2006/relationships/image" Target="../media/image64.png"/><Relationship Id="rId7" Type="http://schemas.openxmlformats.org/officeDocument/2006/relationships/image" Target="../media/image79.jpeg"/><Relationship Id="rId12" Type="http://schemas.openxmlformats.org/officeDocument/2006/relationships/image" Target="../media/image19.png"/><Relationship Id="rId17" Type="http://schemas.openxmlformats.org/officeDocument/2006/relationships/image" Target="../media/image8.png"/><Relationship Id="rId25" Type="http://schemas.openxmlformats.org/officeDocument/2006/relationships/image" Target="../media/image68.png"/><Relationship Id="rId2" Type="http://schemas.openxmlformats.org/officeDocument/2006/relationships/image" Target="../media/image78.jpeg"/><Relationship Id="rId16" Type="http://schemas.openxmlformats.org/officeDocument/2006/relationships/image" Target="../media/image49.png"/><Relationship Id="rId20" Type="http://schemas.openxmlformats.org/officeDocument/2006/relationships/image" Target="../media/image6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jpeg"/><Relationship Id="rId11" Type="http://schemas.openxmlformats.org/officeDocument/2006/relationships/image" Target="../media/image28.jpeg"/><Relationship Id="rId24" Type="http://schemas.openxmlformats.org/officeDocument/2006/relationships/image" Target="../media/image67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6.png"/><Relationship Id="rId10" Type="http://schemas.openxmlformats.org/officeDocument/2006/relationships/image" Target="../media/image27.jpeg"/><Relationship Id="rId19" Type="http://schemas.openxmlformats.org/officeDocument/2006/relationships/image" Target="../media/image62.png"/><Relationship Id="rId4" Type="http://schemas.openxmlformats.org/officeDocument/2006/relationships/image" Target="../media/image48.jpeg"/><Relationship Id="rId9" Type="http://schemas.openxmlformats.org/officeDocument/2006/relationships/image" Target="../media/image3.jpeg"/><Relationship Id="rId14" Type="http://schemas.openxmlformats.org/officeDocument/2006/relationships/image" Target="../media/image58.png"/><Relationship Id="rId22" Type="http://schemas.openxmlformats.org/officeDocument/2006/relationships/image" Target="../media/image65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eg"/><Relationship Id="rId13" Type="http://schemas.openxmlformats.org/officeDocument/2006/relationships/image" Target="../media/image40.png"/><Relationship Id="rId18" Type="http://schemas.openxmlformats.org/officeDocument/2006/relationships/image" Target="../media/image15.jpeg"/><Relationship Id="rId26" Type="http://schemas.openxmlformats.org/officeDocument/2006/relationships/image" Target="../media/image52.jpeg"/><Relationship Id="rId3" Type="http://schemas.openxmlformats.org/officeDocument/2006/relationships/image" Target="../media/image27.jpeg"/><Relationship Id="rId21" Type="http://schemas.openxmlformats.org/officeDocument/2006/relationships/image" Target="../media/image38.jpeg"/><Relationship Id="rId7" Type="http://schemas.openxmlformats.org/officeDocument/2006/relationships/image" Target="../media/image28.jpeg"/><Relationship Id="rId12" Type="http://schemas.openxmlformats.org/officeDocument/2006/relationships/image" Target="../media/image30.jpeg"/><Relationship Id="rId17" Type="http://schemas.openxmlformats.org/officeDocument/2006/relationships/image" Target="../media/image42.png"/><Relationship Id="rId25" Type="http://schemas.openxmlformats.org/officeDocument/2006/relationships/image" Target="../media/image51.png"/><Relationship Id="rId2" Type="http://schemas.openxmlformats.org/officeDocument/2006/relationships/image" Target="../media/image21.jpeg"/><Relationship Id="rId16" Type="http://schemas.openxmlformats.org/officeDocument/2006/relationships/image" Target="../media/image41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1.png"/><Relationship Id="rId24" Type="http://schemas.openxmlformats.org/officeDocument/2006/relationships/image" Target="../media/image50.png"/><Relationship Id="rId5" Type="http://schemas.openxmlformats.org/officeDocument/2006/relationships/image" Target="../media/image32.png"/><Relationship Id="rId15" Type="http://schemas.openxmlformats.org/officeDocument/2006/relationships/image" Target="../media/image5.png"/><Relationship Id="rId23" Type="http://schemas.openxmlformats.org/officeDocument/2006/relationships/image" Target="../media/image12.png"/><Relationship Id="rId10" Type="http://schemas.openxmlformats.org/officeDocument/2006/relationships/image" Target="../media/image35.png"/><Relationship Id="rId19" Type="http://schemas.openxmlformats.org/officeDocument/2006/relationships/image" Target="../media/image43.png"/><Relationship Id="rId4" Type="http://schemas.openxmlformats.org/officeDocument/2006/relationships/image" Target="../media/image7.png"/><Relationship Id="rId9" Type="http://schemas.openxmlformats.org/officeDocument/2006/relationships/image" Target="../media/image34.jpeg"/><Relationship Id="rId14" Type="http://schemas.openxmlformats.org/officeDocument/2006/relationships/image" Target="../media/image39.png"/><Relationship Id="rId22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1.png"/><Relationship Id="rId18" Type="http://schemas.openxmlformats.org/officeDocument/2006/relationships/image" Target="../media/image17.jpeg"/><Relationship Id="rId3" Type="http://schemas.openxmlformats.org/officeDocument/2006/relationships/image" Target="../media/image4.png"/><Relationship Id="rId21" Type="http://schemas.openxmlformats.org/officeDocument/2006/relationships/image" Target="../media/image19.png"/><Relationship Id="rId7" Type="http://schemas.openxmlformats.org/officeDocument/2006/relationships/image" Target="../media/image9.jpeg"/><Relationship Id="rId12" Type="http://schemas.openxmlformats.org/officeDocument/2006/relationships/image" Target="../media/image6.png"/><Relationship Id="rId17" Type="http://schemas.openxmlformats.org/officeDocument/2006/relationships/image" Target="../media/image11.png"/><Relationship Id="rId2" Type="http://schemas.openxmlformats.org/officeDocument/2006/relationships/image" Target="../media/image5.png"/><Relationship Id="rId16" Type="http://schemas.openxmlformats.org/officeDocument/2006/relationships/image" Target="../media/image14.png"/><Relationship Id="rId20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0.png"/><Relationship Id="rId5" Type="http://schemas.openxmlformats.org/officeDocument/2006/relationships/image" Target="../media/image15.jpeg"/><Relationship Id="rId15" Type="http://schemas.openxmlformats.org/officeDocument/2006/relationships/image" Target="../media/image13.png"/><Relationship Id="rId23" Type="http://schemas.openxmlformats.org/officeDocument/2006/relationships/image" Target="../media/image22.png"/><Relationship Id="rId10" Type="http://schemas.openxmlformats.org/officeDocument/2006/relationships/image" Target="../media/image80.png"/><Relationship Id="rId19" Type="http://schemas.openxmlformats.org/officeDocument/2006/relationships/image" Target="../media/image8.png"/><Relationship Id="rId4" Type="http://schemas.openxmlformats.org/officeDocument/2006/relationships/image" Target="../media/image3.jpeg"/><Relationship Id="rId9" Type="http://schemas.openxmlformats.org/officeDocument/2006/relationships/image" Target="../media/image2.png"/><Relationship Id="rId14" Type="http://schemas.openxmlformats.org/officeDocument/2006/relationships/image" Target="../media/image81.jpeg"/><Relationship Id="rId2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CEFA8C13-48BE-45A2-966E-C74FDBD076BC}"/>
              </a:ext>
            </a:extLst>
          </p:cNvPr>
          <p:cNvGrpSpPr/>
          <p:nvPr/>
        </p:nvGrpSpPr>
        <p:grpSpPr>
          <a:xfrm>
            <a:off x="6485940" y="3237698"/>
            <a:ext cx="1004057" cy="694061"/>
            <a:chOff x="4408730" y="3718330"/>
            <a:chExt cx="2603249" cy="1799514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396FBAE-4EE6-4CF1-81E0-4CE6673D7414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BEF673D2-858F-40E4-8B28-F154D7054661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E9C2B30-6CAF-42D8-87F5-FDFE89E504CF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Right Triangle 92">
                <a:extLst>
                  <a:ext uri="{FF2B5EF4-FFF2-40B4-BE49-F238E27FC236}">
                    <a16:creationId xmlns:a16="http://schemas.microsoft.com/office/drawing/2014/main" id="{D58AF32C-6207-42F2-B3CA-F206D4FBDDAA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16081ED-814C-4FA1-9A06-60B846A71B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85" name="Flowchart: Terminator 84">
              <a:extLst>
                <a:ext uri="{FF2B5EF4-FFF2-40B4-BE49-F238E27FC236}">
                  <a16:creationId xmlns:a16="http://schemas.microsoft.com/office/drawing/2014/main" id="{2EEC8717-7692-467A-8526-ED76B8BF58EA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5F6163F-B806-4943-985E-DDE3BDEB8B3E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031B4634-A515-42B2-A967-AC2664103998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5AF64F16-83A8-4593-BEA4-ED740D975664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1777F4C5-D192-49DA-B6AF-EA7BB6118228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3E2E4285-7C3F-4A9C-9CA1-6E47BC6B9FC2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FCE40F8B-C8D5-44E0-BBF7-F0FCA0C72F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1523" y="1185467"/>
            <a:ext cx="525313" cy="101373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939FFC28-1B60-4BC7-BF13-2AA834DC5109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342901"/>
            <a:chExt cx="1530220" cy="1504560"/>
          </a:xfrm>
        </p:grpSpPr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FA655A97-2218-4107-AC84-5B475C7A3BC4}"/>
                </a:ext>
              </a:extLst>
            </p:cNvPr>
            <p:cNvSpPr/>
            <p:nvPr/>
          </p:nvSpPr>
          <p:spPr>
            <a:xfrm rot="5400000">
              <a:off x="633902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BE52B01-F7B4-422D-A02D-1BEC8BFD221E}"/>
                </a:ext>
              </a:extLst>
            </p:cNvPr>
            <p:cNvSpPr/>
            <p:nvPr/>
          </p:nvSpPr>
          <p:spPr>
            <a:xfrm>
              <a:off x="475862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FCA5378-8C34-4BF7-B4F2-007BBA1CA996}"/>
              </a:ext>
            </a:extLst>
          </p:cNvPr>
          <p:cNvGrpSpPr/>
          <p:nvPr/>
        </p:nvGrpSpPr>
        <p:grpSpPr>
          <a:xfrm>
            <a:off x="2429071" y="905612"/>
            <a:ext cx="1530220" cy="1504560"/>
            <a:chOff x="2429071" y="342901"/>
            <a:chExt cx="1530220" cy="1504560"/>
          </a:xfrm>
        </p:grpSpPr>
        <p:sp>
          <p:nvSpPr>
            <p:cNvPr id="14" name="Arrow: Pentagon 13">
              <a:extLst>
                <a:ext uri="{FF2B5EF4-FFF2-40B4-BE49-F238E27FC236}">
                  <a16:creationId xmlns:a16="http://schemas.microsoft.com/office/drawing/2014/main" id="{F6980E12-086E-4EB4-AF19-B6D38B207A09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078BF35-302B-4B06-958E-5B2C0EB2A4C0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8063562" y="905612"/>
            <a:ext cx="1530220" cy="1504560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22860" y="905612"/>
            <a:ext cx="1530220" cy="1504560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475862" y="2939566"/>
            <a:ext cx="1530220" cy="1504560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4DBAE67-C480-4465-85B2-68A0CB30EA2A}"/>
              </a:ext>
            </a:extLst>
          </p:cNvPr>
          <p:cNvGrpSpPr/>
          <p:nvPr/>
        </p:nvGrpSpPr>
        <p:grpSpPr>
          <a:xfrm>
            <a:off x="2429071" y="2939566"/>
            <a:ext cx="1530220" cy="1504560"/>
            <a:chOff x="2429071" y="2939566"/>
            <a:chExt cx="1530220" cy="1504560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17F15C8C-E3F6-4394-85B8-385A5385F81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FE2E2B98-9185-4223-9623-B1270CB5C677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34" name="Arrow: Pentagon 33">
                <a:extLst>
                  <a:ext uri="{FF2B5EF4-FFF2-40B4-BE49-F238E27FC236}">
                    <a16:creationId xmlns:a16="http://schemas.microsoft.com/office/drawing/2014/main" id="{C4EEE783-8CF8-46E4-921D-CBE268834941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F03E358-EFBE-4106-8B93-371E64FF9A23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3FA6F9B-B2E4-4941-845E-B6344D797A06}"/>
              </a:ext>
            </a:extLst>
          </p:cNvPr>
          <p:cNvGrpSpPr/>
          <p:nvPr/>
        </p:nvGrpSpPr>
        <p:grpSpPr>
          <a:xfrm>
            <a:off x="4382280" y="2939566"/>
            <a:ext cx="1530220" cy="1504560"/>
            <a:chOff x="2429071" y="342901"/>
            <a:chExt cx="1530220" cy="1504560"/>
          </a:xfrm>
        </p:grpSpPr>
        <p:sp>
          <p:nvSpPr>
            <p:cNvPr id="37" name="Arrow: Pentagon 36">
              <a:extLst>
                <a:ext uri="{FF2B5EF4-FFF2-40B4-BE49-F238E27FC236}">
                  <a16:creationId xmlns:a16="http://schemas.microsoft.com/office/drawing/2014/main" id="{66B60F16-4825-42A6-BCE4-4525146F1616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F47845B-BD89-4BF6-A9A8-8ECBE435F967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8063562" y="2939566"/>
            <a:ext cx="1530220" cy="1504560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9A9F587-9E0F-4233-96A8-571F13FAFFD3}"/>
              </a:ext>
            </a:extLst>
          </p:cNvPr>
          <p:cNvGrpSpPr/>
          <p:nvPr/>
        </p:nvGrpSpPr>
        <p:grpSpPr>
          <a:xfrm>
            <a:off x="6222860" y="2939566"/>
            <a:ext cx="1530220" cy="1504560"/>
            <a:chOff x="2429071" y="342901"/>
            <a:chExt cx="1530220" cy="1504560"/>
          </a:xfrm>
        </p:grpSpPr>
        <p:sp>
          <p:nvSpPr>
            <p:cNvPr id="43" name="Arrow: Pentagon 42">
              <a:extLst>
                <a:ext uri="{FF2B5EF4-FFF2-40B4-BE49-F238E27FC236}">
                  <a16:creationId xmlns:a16="http://schemas.microsoft.com/office/drawing/2014/main" id="{7F316F00-A7E9-4622-82FC-D83E84078C7B}"/>
                </a:ext>
              </a:extLst>
            </p:cNvPr>
            <p:cNvSpPr/>
            <p:nvPr/>
          </p:nvSpPr>
          <p:spPr>
            <a:xfrm rot="5400000">
              <a:off x="2587111" y="641960"/>
              <a:ext cx="1214139" cy="1106026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0F3BF44-CAFC-45C7-B90E-487320407005}"/>
                </a:ext>
              </a:extLst>
            </p:cNvPr>
            <p:cNvSpPr/>
            <p:nvPr/>
          </p:nvSpPr>
          <p:spPr>
            <a:xfrm>
              <a:off x="2429071" y="342901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9853181" y="2939566"/>
            <a:ext cx="1530220" cy="1504560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B5CB904-50DE-4129-A46A-1793DAE35728}"/>
              </a:ext>
            </a:extLst>
          </p:cNvPr>
          <p:cNvGrpSpPr/>
          <p:nvPr/>
        </p:nvGrpSpPr>
        <p:grpSpPr>
          <a:xfrm>
            <a:off x="4382280" y="905612"/>
            <a:ext cx="1530220" cy="1504560"/>
            <a:chOff x="4382280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382280" y="905612"/>
              <a:ext cx="1530220" cy="1504560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6" name="Picture 2" descr="Spear icon simple style Royalty Free Vector Image">
              <a:extLst>
                <a:ext uri="{FF2B5EF4-FFF2-40B4-BE49-F238E27FC236}">
                  <a16:creationId xmlns:a16="http://schemas.microsoft.com/office/drawing/2014/main" id="{81252AB8-FCBD-44EC-8227-D167F8A2EB5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433"/>
            <a:stretch/>
          </p:blipFill>
          <p:spPr bwMode="auto">
            <a:xfrm>
              <a:off x="4798807" y="1250408"/>
              <a:ext cx="687593" cy="6799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9853181" y="905612"/>
            <a:ext cx="1530220" cy="1504560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47145" y="159114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F5C3725-E6C7-4D73-9703-52D995D3EB74}"/>
              </a:ext>
            </a:extLst>
          </p:cNvPr>
          <p:cNvGrpSpPr/>
          <p:nvPr/>
        </p:nvGrpSpPr>
        <p:grpSpPr>
          <a:xfrm>
            <a:off x="4745243" y="3398809"/>
            <a:ext cx="794720" cy="525140"/>
            <a:chOff x="7009704" y="3352146"/>
            <a:chExt cx="3690533" cy="243865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84DA8F9F-8DEE-40AB-A6DC-F802D9F27638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562C49F-AC87-41B5-946E-858CBB7951FB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E8E5C7CE-0B4E-489F-ADA6-2FAEFE72CFFF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3" name="Isosceles Triangle 72">
              <a:extLst>
                <a:ext uri="{FF2B5EF4-FFF2-40B4-BE49-F238E27FC236}">
                  <a16:creationId xmlns:a16="http://schemas.microsoft.com/office/drawing/2014/main" id="{9A35A481-E078-4AFD-ADFF-58C203B5ACAA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55C3C6BE-00ED-4434-BFFB-D2AB5C9BD705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8AC9DFF-625C-482F-9A7F-12737E2E6BD0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35DAC385-BAFF-476F-8E6F-89E93D9C3500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8115AFCF-B60F-4FF7-B5CD-79F75F71F2C6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B8514CBE-DAFA-4492-A8D6-1B91847F251D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475862" y="4920253"/>
            <a:ext cx="1530220" cy="1504560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27" name="Picture 126">
            <a:extLst>
              <a:ext uri="{FF2B5EF4-FFF2-40B4-BE49-F238E27FC236}">
                <a16:creationId xmlns:a16="http://schemas.microsoft.com/office/drawing/2014/main" id="{3F04CE1A-8BE9-42ED-9871-D19ABD79874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800000">
            <a:off x="1074115" y="1245608"/>
            <a:ext cx="292893" cy="859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Picture 156">
            <a:extLst>
              <a:ext uri="{FF2B5EF4-FFF2-40B4-BE49-F238E27FC236}">
                <a16:creationId xmlns:a16="http://schemas.microsoft.com/office/drawing/2014/main" id="{2F72A420-EB6D-4746-A3A2-FB5559A1A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514" y="3419483"/>
            <a:ext cx="900481" cy="622531"/>
          </a:xfrm>
          <a:prstGeom prst="rect">
            <a:avLst/>
          </a:prstGeom>
        </p:spPr>
      </p:pic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5FF562C-2F7B-458D-A2EB-6780F0C4DFCF}"/>
              </a:ext>
            </a:extLst>
          </p:cNvPr>
          <p:cNvGrpSpPr/>
          <p:nvPr/>
        </p:nvGrpSpPr>
        <p:grpSpPr>
          <a:xfrm>
            <a:off x="2664423" y="1244833"/>
            <a:ext cx="1003753" cy="919340"/>
            <a:chOff x="1814970" y="864745"/>
            <a:chExt cx="1085793" cy="994481"/>
          </a:xfrm>
        </p:grpSpPr>
        <p:pic>
          <p:nvPicPr>
            <p:cNvPr id="128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3E8B57BF-A170-40F3-B458-E82F05FDEC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Picture 128">
              <a:extLst>
                <a:ext uri="{FF2B5EF4-FFF2-40B4-BE49-F238E27FC236}">
                  <a16:creationId xmlns:a16="http://schemas.microsoft.com/office/drawing/2014/main" id="{BE2BB978-6C9D-41A1-82D7-424467E67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EA3AC3-5746-4352-BC03-5E05B8064642}"/>
              </a:ext>
            </a:extLst>
          </p:cNvPr>
          <p:cNvGrpSpPr/>
          <p:nvPr/>
        </p:nvGrpSpPr>
        <p:grpSpPr>
          <a:xfrm>
            <a:off x="2307593" y="905612"/>
            <a:ext cx="1530220" cy="1504560"/>
            <a:chOff x="2307593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C3806B-EEDF-4345-A411-576DDFFF051E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Diagonal Corners Snipped 7">
              <a:extLst>
                <a:ext uri="{FF2B5EF4-FFF2-40B4-BE49-F238E27FC236}">
                  <a16:creationId xmlns:a16="http://schemas.microsoft.com/office/drawing/2014/main" id="{23AE6981-19EB-44B3-B1FF-1DF6F12E3AA4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1" name="Picture 2" descr="Halberd Icon - Download Halberd Icon 2008 | Noun Project">
            <a:extLst>
              <a:ext uri="{FF2B5EF4-FFF2-40B4-BE49-F238E27FC236}">
                <a16:creationId xmlns:a16="http://schemas.microsoft.com/office/drawing/2014/main" id="{EFF4B7A0-08F8-474B-A8FB-953EB8D249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33267" y="1295568"/>
            <a:ext cx="1085793" cy="9749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A376E50D-1EEE-40DB-AEB5-2D03C5199970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2307593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DEDBE9A3-FF54-4271-A021-CFD119EA4968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Diagonal Corners Snipped 46">
              <a:extLst>
                <a:ext uri="{FF2B5EF4-FFF2-40B4-BE49-F238E27FC236}">
                  <a16:creationId xmlns:a16="http://schemas.microsoft.com/office/drawing/2014/main" id="{72C453EB-C0C6-4AA8-B26F-404C22BEC123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5889215" y="905612"/>
            <a:ext cx="1530220" cy="1504560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4098404" y="905612"/>
            <a:ext cx="1530220" cy="1504560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AA5CA15-8DF7-4782-BDBB-062A0A5FC673}"/>
              </a:ext>
            </a:extLst>
          </p:cNvPr>
          <p:cNvGrpSpPr/>
          <p:nvPr/>
        </p:nvGrpSpPr>
        <p:grpSpPr>
          <a:xfrm>
            <a:off x="9537800" y="905612"/>
            <a:ext cx="1530220" cy="1504560"/>
            <a:chOff x="2307593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4D5CDCC-77D0-4AEF-B79C-7A45C91144A2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Diagonal Corners Snipped 55">
              <a:extLst>
                <a:ext uri="{FF2B5EF4-FFF2-40B4-BE49-F238E27FC236}">
                  <a16:creationId xmlns:a16="http://schemas.microsoft.com/office/drawing/2014/main" id="{8EA2186D-7A46-4A24-840F-95AB7BE645E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746989" y="905612"/>
            <a:ext cx="1530220" cy="1504560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B64FCA7-9810-44ED-880D-FB82A9DAEB69}"/>
              </a:ext>
            </a:extLst>
          </p:cNvPr>
          <p:cNvGrpSpPr/>
          <p:nvPr/>
        </p:nvGrpSpPr>
        <p:grpSpPr>
          <a:xfrm>
            <a:off x="5889215" y="2832151"/>
            <a:ext cx="1530220" cy="1504560"/>
            <a:chOff x="2307593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6B710D9-B670-4FBE-8AC0-A9AAD07914A1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: Diagonal Corners Snipped 67">
              <a:extLst>
                <a:ext uri="{FF2B5EF4-FFF2-40B4-BE49-F238E27FC236}">
                  <a16:creationId xmlns:a16="http://schemas.microsoft.com/office/drawing/2014/main" id="{CEF10075-2F74-4A94-8349-77D619DBBA71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4098404" y="2832151"/>
            <a:ext cx="1530220" cy="1504560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8460EC5-D327-4469-8453-28B1A5F6438C}"/>
              </a:ext>
            </a:extLst>
          </p:cNvPr>
          <p:cNvGrpSpPr/>
          <p:nvPr/>
        </p:nvGrpSpPr>
        <p:grpSpPr>
          <a:xfrm>
            <a:off x="9537800" y="2832151"/>
            <a:ext cx="1530220" cy="1504560"/>
            <a:chOff x="2307593" y="905612"/>
            <a:chExt cx="1530220" cy="1504560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E76955E1-C096-4A08-BAD6-D96F681445F7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: Diagonal Corners Snipped 73">
              <a:extLst>
                <a:ext uri="{FF2B5EF4-FFF2-40B4-BE49-F238E27FC236}">
                  <a16:creationId xmlns:a16="http://schemas.microsoft.com/office/drawing/2014/main" id="{D6CB01D4-E4B9-4256-AF1E-03B6FDE8764D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CF57C6C-313C-4FC7-A649-366C3E5FFE1E}"/>
              </a:ext>
            </a:extLst>
          </p:cNvPr>
          <p:cNvGrpSpPr/>
          <p:nvPr/>
        </p:nvGrpSpPr>
        <p:grpSpPr>
          <a:xfrm>
            <a:off x="7746989" y="2832151"/>
            <a:ext cx="1530220" cy="1504560"/>
            <a:chOff x="2307593" y="905612"/>
            <a:chExt cx="1530220" cy="150456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02239135-859E-43A9-BD55-97B59219A06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Rectangle: Diagonal Corners Snipped 76">
              <a:extLst>
                <a:ext uri="{FF2B5EF4-FFF2-40B4-BE49-F238E27FC236}">
                  <a16:creationId xmlns:a16="http://schemas.microsoft.com/office/drawing/2014/main" id="{D555D047-323E-4868-9EE8-FC07C8B09D78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38B3787-A014-4CC3-B211-7A55122774BA}"/>
              </a:ext>
            </a:extLst>
          </p:cNvPr>
          <p:cNvGrpSpPr/>
          <p:nvPr/>
        </p:nvGrpSpPr>
        <p:grpSpPr>
          <a:xfrm>
            <a:off x="9884407" y="1304481"/>
            <a:ext cx="868585" cy="907769"/>
            <a:chOff x="2189444" y="4586095"/>
            <a:chExt cx="1002523" cy="1047750"/>
          </a:xfrm>
        </p:grpSpPr>
        <p:pic>
          <p:nvPicPr>
            <p:cNvPr id="9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329093DF-4B2E-4D50-8C71-80F84C82B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5B4D0619-B841-4529-B1CB-3C5DDF838AE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18B29061-9F62-4015-A6FC-67084A7D8A5E}"/>
              </a:ext>
            </a:extLst>
          </p:cNvPr>
          <p:cNvGrpSpPr/>
          <p:nvPr/>
        </p:nvGrpSpPr>
        <p:grpSpPr>
          <a:xfrm>
            <a:off x="516782" y="2832151"/>
            <a:ext cx="1530220" cy="1504560"/>
            <a:chOff x="2307593" y="905612"/>
            <a:chExt cx="1530220" cy="1504560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8047BAEA-1357-4535-B3BD-5C7B0C989154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Rectangle: Diagonal Corners Snipped 64">
              <a:extLst>
                <a:ext uri="{FF2B5EF4-FFF2-40B4-BE49-F238E27FC236}">
                  <a16:creationId xmlns:a16="http://schemas.microsoft.com/office/drawing/2014/main" id="{6712D7F3-57C0-450B-84DD-390ECE55AF5A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30233DA6-75B6-4D84-BDF9-4F07C71062E6}"/>
              </a:ext>
            </a:extLst>
          </p:cNvPr>
          <p:cNvGrpSpPr/>
          <p:nvPr/>
        </p:nvGrpSpPr>
        <p:grpSpPr>
          <a:xfrm>
            <a:off x="975704" y="3476235"/>
            <a:ext cx="659664" cy="577697"/>
            <a:chOff x="3741815" y="4973520"/>
            <a:chExt cx="1685668" cy="1310075"/>
          </a:xfrm>
        </p:grpSpPr>
        <p:pic>
          <p:nvPicPr>
            <p:cNvPr id="100" name="Picture 6" descr="Chess, knight, game icon - Download on Iconfinder">
              <a:extLst>
                <a:ext uri="{FF2B5EF4-FFF2-40B4-BE49-F238E27FC236}">
                  <a16:creationId xmlns:a16="http://schemas.microsoft.com/office/drawing/2014/main" id="{A7E0C7AA-6336-49D1-A668-C4538513FC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1" name="Arrow: Up 100">
              <a:extLst>
                <a:ext uri="{FF2B5EF4-FFF2-40B4-BE49-F238E27FC236}">
                  <a16:creationId xmlns:a16="http://schemas.microsoft.com/office/drawing/2014/main" id="{270BFECA-BF9C-4CEB-A50A-C5A156C8E296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5" name="Picture 104">
            <a:extLst>
              <a:ext uri="{FF2B5EF4-FFF2-40B4-BE49-F238E27FC236}">
                <a16:creationId xmlns:a16="http://schemas.microsoft.com/office/drawing/2014/main" id="{97B69849-8763-434A-84CA-817478C43B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0816" y="3604557"/>
            <a:ext cx="335419" cy="444116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79A51FD6-06EB-499B-BC1B-29395C298E13}"/>
              </a:ext>
            </a:extLst>
          </p:cNvPr>
          <p:cNvGrpSpPr/>
          <p:nvPr/>
        </p:nvGrpSpPr>
        <p:grpSpPr>
          <a:xfrm>
            <a:off x="2307593" y="2832151"/>
            <a:ext cx="1530220" cy="1504560"/>
            <a:chOff x="2307593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483F825-C2D2-45DD-BAF0-C4B4CD0863B0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Diagonal Corners Snipped 61">
              <a:extLst>
                <a:ext uri="{FF2B5EF4-FFF2-40B4-BE49-F238E27FC236}">
                  <a16:creationId xmlns:a16="http://schemas.microsoft.com/office/drawing/2014/main" id="{CF033908-18A8-4453-9C99-48736DB724A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F600ABF-70A4-45E1-948F-9F382B243621}"/>
              </a:ext>
            </a:extLst>
          </p:cNvPr>
          <p:cNvGrpSpPr/>
          <p:nvPr/>
        </p:nvGrpSpPr>
        <p:grpSpPr>
          <a:xfrm>
            <a:off x="6228970" y="3208212"/>
            <a:ext cx="880507" cy="949977"/>
            <a:chOff x="3478591" y="4575175"/>
            <a:chExt cx="1004261" cy="1083495"/>
          </a:xfrm>
        </p:grpSpPr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F4798580-7EA1-4AB0-BF27-EBDA252B1329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A55C0B9A-D03E-4EF0-95C6-3CE143C4A970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47EED1F-C27C-498C-87BC-16295549A435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058E406A-EF09-45F1-BC00-6E2DD2D9881D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ED05CDFC-7600-4A6A-8954-F3F449B442C5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0BB47D4B-64F9-42A0-B012-B02D307ACB87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A2412D6-D746-4432-85C2-6915FBBA6DAF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F9F99F91-BCC1-4178-9EB6-1A32E63065C2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80D60CCE-AF6D-4304-B03E-E33FF3342AD6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3BD93ABD-F3CA-492B-8423-31748FD7DEF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0BBF8DEE-05CA-4F8C-AE41-D9F13BED9FC9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9C199894-92FA-4D69-B03B-EE99BCD35EC0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C63914F-F4D9-41D3-BCCC-AFBAB72F1251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85738A70-47D7-4DDF-96B4-ABBFA8BDBEF0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26E41EC1-0907-41CC-854C-599FA54C5A41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289BD004-8DFD-43D3-ABB0-CD53BE91EC2E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99BE90F-70E2-475C-9A4A-EE47A4700058}"/>
              </a:ext>
            </a:extLst>
          </p:cNvPr>
          <p:cNvGrpSpPr/>
          <p:nvPr/>
        </p:nvGrpSpPr>
        <p:grpSpPr>
          <a:xfrm>
            <a:off x="516780" y="4702646"/>
            <a:ext cx="1530220" cy="1504560"/>
            <a:chOff x="2307593" y="905612"/>
            <a:chExt cx="1530220" cy="1504560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B3B106CB-10DD-4130-BFCC-73FA57F2C276}"/>
                </a:ext>
              </a:extLst>
            </p:cNvPr>
            <p:cNvSpPr/>
            <p:nvPr/>
          </p:nvSpPr>
          <p:spPr>
            <a:xfrm>
              <a:off x="2307593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Rectangle: Diagonal Corners Snipped 125">
              <a:extLst>
                <a:ext uri="{FF2B5EF4-FFF2-40B4-BE49-F238E27FC236}">
                  <a16:creationId xmlns:a16="http://schemas.microsoft.com/office/drawing/2014/main" id="{3DE9A7E3-52A8-495A-93DE-94AFFEBB4A0F}"/>
                </a:ext>
              </a:extLst>
            </p:cNvPr>
            <p:cNvSpPr/>
            <p:nvPr/>
          </p:nvSpPr>
          <p:spPr>
            <a:xfrm>
              <a:off x="2519688" y="1149593"/>
              <a:ext cx="1106027" cy="1214139"/>
            </a:xfrm>
            <a:prstGeom prst="snip2DiagRect">
              <a:avLst>
                <a:gd name="adj1" fmla="val 0"/>
                <a:gd name="adj2" fmla="val 3653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BB5A80E4-1115-4115-8B8D-C21C91932754}"/>
              </a:ext>
            </a:extLst>
          </p:cNvPr>
          <p:cNvGrpSpPr/>
          <p:nvPr/>
        </p:nvGrpSpPr>
        <p:grpSpPr>
          <a:xfrm>
            <a:off x="2572538" y="3464317"/>
            <a:ext cx="659664" cy="577697"/>
            <a:chOff x="3741815" y="4973520"/>
            <a:chExt cx="1685668" cy="1310075"/>
          </a:xfrm>
        </p:grpSpPr>
        <p:pic>
          <p:nvPicPr>
            <p:cNvPr id="131" name="Picture 6" descr="Chess, knight, game icon - Download on Iconfinder">
              <a:extLst>
                <a:ext uri="{FF2B5EF4-FFF2-40B4-BE49-F238E27FC236}">
                  <a16:creationId xmlns:a16="http://schemas.microsoft.com/office/drawing/2014/main" id="{787FD14B-081B-40A4-8E83-FA66422D65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2" name="Arrow: Up 131">
              <a:extLst>
                <a:ext uri="{FF2B5EF4-FFF2-40B4-BE49-F238E27FC236}">
                  <a16:creationId xmlns:a16="http://schemas.microsoft.com/office/drawing/2014/main" id="{2AF42F16-E8BE-4C5A-B5D4-689AA03B47A8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3" name="Picture 132">
            <a:extLst>
              <a:ext uri="{FF2B5EF4-FFF2-40B4-BE49-F238E27FC236}">
                <a16:creationId xmlns:a16="http://schemas.microsoft.com/office/drawing/2014/main" id="{804747D1-DE8A-47C5-A4A2-03864EAC3B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7627" y="3179124"/>
            <a:ext cx="298536" cy="47280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21B07E6B-5BE2-4A96-9FE7-42E5918B4E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72223" y="3157282"/>
            <a:ext cx="298536" cy="472801"/>
          </a:xfrm>
          <a:prstGeom prst="rect">
            <a:avLst/>
          </a:prstGeom>
        </p:spPr>
      </p:pic>
      <p:grpSp>
        <p:nvGrpSpPr>
          <p:cNvPr id="135" name="Group 134">
            <a:extLst>
              <a:ext uri="{FF2B5EF4-FFF2-40B4-BE49-F238E27FC236}">
                <a16:creationId xmlns:a16="http://schemas.microsoft.com/office/drawing/2014/main" id="{5BDD27C8-7358-4FD7-801D-7B396098AA4A}"/>
              </a:ext>
            </a:extLst>
          </p:cNvPr>
          <p:cNvGrpSpPr/>
          <p:nvPr/>
        </p:nvGrpSpPr>
        <p:grpSpPr>
          <a:xfrm>
            <a:off x="7983595" y="3206154"/>
            <a:ext cx="659664" cy="577697"/>
            <a:chOff x="3741815" y="4973520"/>
            <a:chExt cx="1685668" cy="1310075"/>
          </a:xfrm>
        </p:grpSpPr>
        <p:pic>
          <p:nvPicPr>
            <p:cNvPr id="136" name="Picture 6" descr="Chess, knight, game icon - Download on Iconfinder">
              <a:extLst>
                <a:ext uri="{FF2B5EF4-FFF2-40B4-BE49-F238E27FC236}">
                  <a16:creationId xmlns:a16="http://schemas.microsoft.com/office/drawing/2014/main" id="{715786A9-42BB-438F-A383-226ADA54224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7" name="Arrow: Up 136">
              <a:extLst>
                <a:ext uri="{FF2B5EF4-FFF2-40B4-BE49-F238E27FC236}">
                  <a16:creationId xmlns:a16="http://schemas.microsoft.com/office/drawing/2014/main" id="{C650AF9B-FF02-420E-A121-DF986C84ECCD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2376DA7-DFE4-4796-B221-DA3508EB95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7588" y="3706667"/>
            <a:ext cx="494234" cy="499163"/>
          </a:xfrm>
          <a:prstGeom prst="rect">
            <a:avLst/>
          </a:prstGeom>
        </p:spPr>
      </p:pic>
      <p:grpSp>
        <p:nvGrpSpPr>
          <p:cNvPr id="139" name="Group 138">
            <a:extLst>
              <a:ext uri="{FF2B5EF4-FFF2-40B4-BE49-F238E27FC236}">
                <a16:creationId xmlns:a16="http://schemas.microsoft.com/office/drawing/2014/main" id="{D6C2FC14-0DC4-4705-97D3-8FBC821565EC}"/>
              </a:ext>
            </a:extLst>
          </p:cNvPr>
          <p:cNvGrpSpPr/>
          <p:nvPr/>
        </p:nvGrpSpPr>
        <p:grpSpPr>
          <a:xfrm>
            <a:off x="897610" y="5105027"/>
            <a:ext cx="880507" cy="949977"/>
            <a:chOff x="3478591" y="4575175"/>
            <a:chExt cx="1004261" cy="1083495"/>
          </a:xfrm>
        </p:grpSpPr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1D7629E5-3D9F-4383-8464-479113B85352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B169515D-E60A-4DC6-900D-10A8955C2583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1F08F85C-9D1A-46D4-9A0D-B2C1354507FB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2A24438B-8998-4BEA-B753-3D22BFF1D793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AAC5BF55-0071-4113-900E-F3A84070F7D2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FF51E79-9880-4C69-8526-1F2A4645FCFC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1B830815-C6DD-401B-B159-BF422CF930DB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FA193965-BF0A-4569-9191-47D20A66A14D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5B861759-102D-4A4E-B8A1-1C867E2471CB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DEC76EEA-AE8E-4286-8C19-D5D6F78EC98E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D522A523-80D1-4FC8-AAA8-95F6521C41FE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E664B11E-B5EE-45B7-BC18-59417F943145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2631F725-0AC8-4620-B30D-856484C6D22D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82D1FA6A-EB05-46C8-9666-6257328A6615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EF80B893-DF2B-4CFA-831B-418E0DD83E5F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F4D8E34-6D54-43E3-AB90-467CF525EE53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6" name="Picture 155">
            <a:extLst>
              <a:ext uri="{FF2B5EF4-FFF2-40B4-BE49-F238E27FC236}">
                <a16:creationId xmlns:a16="http://schemas.microsoft.com/office/drawing/2014/main" id="{E0F5914E-CF94-46EA-900A-32691405FF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7242" y="5014852"/>
            <a:ext cx="221501" cy="350798"/>
          </a:xfrm>
          <a:prstGeom prst="rect">
            <a:avLst/>
          </a:prstGeom>
        </p:spPr>
      </p:pic>
      <p:grpSp>
        <p:nvGrpSpPr>
          <p:cNvPr id="158" name="Group 157">
            <a:extLst>
              <a:ext uri="{FF2B5EF4-FFF2-40B4-BE49-F238E27FC236}">
                <a16:creationId xmlns:a16="http://schemas.microsoft.com/office/drawing/2014/main" id="{AE8D43CF-C443-473E-949A-6E72BCA50D85}"/>
              </a:ext>
            </a:extLst>
          </p:cNvPr>
          <p:cNvGrpSpPr/>
          <p:nvPr/>
        </p:nvGrpSpPr>
        <p:grpSpPr>
          <a:xfrm>
            <a:off x="9855587" y="3184517"/>
            <a:ext cx="553014" cy="416070"/>
            <a:chOff x="4159039" y="1783037"/>
            <a:chExt cx="1173327" cy="882773"/>
          </a:xfrm>
        </p:grpSpPr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EC427E02-3A37-4C66-8D59-021AA179A362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A5B71193-66B6-4A81-BE00-D02F95D6AB7D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4FA0E24F-09CF-42BF-B898-B13A5EFBA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66F8A03-9A39-40B4-A1ED-510E6A0E4B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7423EC4A-BA9A-4B2A-9778-42A01AB80ADF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5D0CFA8-969B-4A4A-A080-DB11DF70591B}"/>
              </a:ext>
            </a:extLst>
          </p:cNvPr>
          <p:cNvGrpSpPr/>
          <p:nvPr/>
        </p:nvGrpSpPr>
        <p:grpSpPr>
          <a:xfrm>
            <a:off x="6035574" y="1239332"/>
            <a:ext cx="1020651" cy="1083899"/>
            <a:chOff x="7778607" y="5522158"/>
            <a:chExt cx="1020651" cy="1083899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3F19C9B4-602E-4B35-A755-919E73AED95E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47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1A9F4705-3132-4090-8910-CEAD553DA4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147">
                <a:extLst>
                  <a:ext uri="{FF2B5EF4-FFF2-40B4-BE49-F238E27FC236}">
                    <a16:creationId xmlns:a16="http://schemas.microsoft.com/office/drawing/2014/main" id="{BA0D8A06-EA6B-4F83-B690-628AF0D594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13D9FFEF-154B-4836-8228-6715B91FA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78607" y="5522158"/>
              <a:ext cx="262768" cy="326052"/>
            </a:xfrm>
            <a:prstGeom prst="rect">
              <a:avLst/>
            </a:prstGeom>
          </p:spPr>
        </p:pic>
      </p:grpSp>
      <p:pic>
        <p:nvPicPr>
          <p:cNvPr id="143" name="Picture 2" descr="Ent tree silhouette ancient legend fantasy Vector Image">
            <a:extLst>
              <a:ext uri="{FF2B5EF4-FFF2-40B4-BE49-F238E27FC236}">
                <a16:creationId xmlns:a16="http://schemas.microsoft.com/office/drawing/2014/main" id="{957DBCEE-E94F-4045-BEEA-9F981B7341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6298342" y="3178957"/>
            <a:ext cx="398345" cy="696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8FAFF2-BEB2-49EE-B44B-2C67369C6E96}"/>
              </a:ext>
            </a:extLst>
          </p:cNvPr>
          <p:cNvGrpSpPr/>
          <p:nvPr/>
        </p:nvGrpSpPr>
        <p:grpSpPr>
          <a:xfrm>
            <a:off x="516782" y="905612"/>
            <a:ext cx="1530220" cy="1504560"/>
            <a:chOff x="516782" y="905612"/>
            <a:chExt cx="1530220" cy="150456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F336C9A-2AAF-448E-86B9-EA0E8B7B9A2E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Wave 5">
              <a:extLst>
                <a:ext uri="{FF2B5EF4-FFF2-40B4-BE49-F238E27FC236}">
                  <a16:creationId xmlns:a16="http://schemas.microsoft.com/office/drawing/2014/main" id="{D4223398-8530-45DB-B1EA-0F3E7D034CC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93A3407-9AB8-46F8-A1DD-3D52F4AF752D}"/>
              </a:ext>
            </a:extLst>
          </p:cNvPr>
          <p:cNvGrpSpPr/>
          <p:nvPr/>
        </p:nvGrpSpPr>
        <p:grpSpPr>
          <a:xfrm>
            <a:off x="7785498" y="1295721"/>
            <a:ext cx="1032257" cy="1031680"/>
            <a:chOff x="7785498" y="1295721"/>
            <a:chExt cx="1032257" cy="1031680"/>
          </a:xfrm>
        </p:grpSpPr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27CB458-9343-4653-AA17-183B47D793F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8A568DB-8D87-4C4E-A330-9B47BD5A5D30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BEB9838-ABB0-4514-B995-B5F9DED8ED2D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EE069AC4-4DD3-4C5B-AF84-52A91E3D5655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503DDC9-0A72-45C6-BB39-0BDCC2D0880B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5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CB3C43D7-6DEF-41E9-9CF3-01DF164E92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6" name="Picture 55">
                <a:extLst>
                  <a:ext uri="{FF2B5EF4-FFF2-40B4-BE49-F238E27FC236}">
                    <a16:creationId xmlns:a16="http://schemas.microsoft.com/office/drawing/2014/main" id="{D9F364BE-64F0-488C-A3DB-B391646B96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7E50526-039C-4E3F-B938-804D47D169BD}"/>
              </a:ext>
            </a:extLst>
          </p:cNvPr>
          <p:cNvGrpSpPr/>
          <p:nvPr/>
        </p:nvGrpSpPr>
        <p:grpSpPr>
          <a:xfrm>
            <a:off x="7510982" y="905612"/>
            <a:ext cx="1530220" cy="1504560"/>
            <a:chOff x="516782" y="905612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9B2617-3C1D-4396-91B2-976B412E0B1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Wave 18">
              <a:extLst>
                <a:ext uri="{FF2B5EF4-FFF2-40B4-BE49-F238E27FC236}">
                  <a16:creationId xmlns:a16="http://schemas.microsoft.com/office/drawing/2014/main" id="{DBE0BAB5-3B92-4A6F-B968-22F035954E9E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259532" y="905612"/>
            <a:ext cx="1530220" cy="1504560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516782" y="2676720"/>
            <a:ext cx="1530220" cy="1504560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ED80F5-9281-4F7B-8F4E-7E22D5A249F2}"/>
              </a:ext>
            </a:extLst>
          </p:cNvPr>
          <p:cNvGrpSpPr/>
          <p:nvPr/>
        </p:nvGrpSpPr>
        <p:grpSpPr>
          <a:xfrm>
            <a:off x="5762432" y="2676720"/>
            <a:ext cx="1530220" cy="1504560"/>
            <a:chOff x="516782" y="905612"/>
            <a:chExt cx="1530220" cy="150456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6D9145D-A2D8-4845-BA25-B5BD5186CDB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Wave 33">
              <a:extLst>
                <a:ext uri="{FF2B5EF4-FFF2-40B4-BE49-F238E27FC236}">
                  <a16:creationId xmlns:a16="http://schemas.microsoft.com/office/drawing/2014/main" id="{64A8C90C-F75E-4934-899D-8E87624B0F1B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E9E4283-8D6D-43D7-9EE3-640D80EE2A80}"/>
              </a:ext>
            </a:extLst>
          </p:cNvPr>
          <p:cNvGrpSpPr/>
          <p:nvPr/>
        </p:nvGrpSpPr>
        <p:grpSpPr>
          <a:xfrm>
            <a:off x="7510982" y="2676720"/>
            <a:ext cx="1530220" cy="1504560"/>
            <a:chOff x="516782" y="905612"/>
            <a:chExt cx="1530220" cy="150456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8396D9D-303E-4A18-BB3C-4250BC1F64CD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Wave 36">
              <a:extLst>
                <a:ext uri="{FF2B5EF4-FFF2-40B4-BE49-F238E27FC236}">
                  <a16:creationId xmlns:a16="http://schemas.microsoft.com/office/drawing/2014/main" id="{671D1512-AA6A-4D95-A4E0-92174DE21076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2265332" y="905612"/>
            <a:ext cx="1530220" cy="1504560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C1DA88-3D9E-41A1-ACEF-502ED9E212B4}"/>
              </a:ext>
            </a:extLst>
          </p:cNvPr>
          <p:cNvGrpSpPr/>
          <p:nvPr/>
        </p:nvGrpSpPr>
        <p:grpSpPr>
          <a:xfrm>
            <a:off x="4013882" y="905612"/>
            <a:ext cx="1530220" cy="1504560"/>
            <a:chOff x="516782" y="905612"/>
            <a:chExt cx="1530220" cy="150456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D1A1861-F8E9-4C56-8FDD-137BEE3D3081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Wave 12">
              <a:extLst>
                <a:ext uri="{FF2B5EF4-FFF2-40B4-BE49-F238E27FC236}">
                  <a16:creationId xmlns:a16="http://schemas.microsoft.com/office/drawing/2014/main" id="{D0E1AB78-1DE4-44DF-BF6D-71C5C3C06B65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B3AA3D2-78EA-477F-BB78-8C8BC959C2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4460433" y="1432035"/>
            <a:ext cx="652055" cy="617171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0C2CB6EA-9347-49DE-8FBA-CAC2DB97B9CD}"/>
              </a:ext>
            </a:extLst>
          </p:cNvPr>
          <p:cNvGrpSpPr/>
          <p:nvPr/>
        </p:nvGrpSpPr>
        <p:grpSpPr>
          <a:xfrm>
            <a:off x="9259532" y="2676720"/>
            <a:ext cx="1530220" cy="1504560"/>
            <a:chOff x="516782" y="905612"/>
            <a:chExt cx="1530220" cy="15045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C6B4E01-8F2B-49A1-8DAA-80F367C2C1C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Wave 39">
              <a:extLst>
                <a:ext uri="{FF2B5EF4-FFF2-40B4-BE49-F238E27FC236}">
                  <a16:creationId xmlns:a16="http://schemas.microsoft.com/office/drawing/2014/main" id="{0A89417A-61FF-4924-8D89-216824DCD571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5580C30-D949-4B03-8339-C613812A7ECB}"/>
              </a:ext>
            </a:extLst>
          </p:cNvPr>
          <p:cNvGrpSpPr/>
          <p:nvPr/>
        </p:nvGrpSpPr>
        <p:grpSpPr>
          <a:xfrm>
            <a:off x="5762432" y="905612"/>
            <a:ext cx="1530220" cy="1504560"/>
            <a:chOff x="516782" y="905612"/>
            <a:chExt cx="1530220" cy="150456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298BAC6-9E70-46B3-9F36-A3426A74CF37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Wave 15">
              <a:extLst>
                <a:ext uri="{FF2B5EF4-FFF2-40B4-BE49-F238E27FC236}">
                  <a16:creationId xmlns:a16="http://schemas.microsoft.com/office/drawing/2014/main" id="{E87B33DD-44C8-4274-86E7-5AC7D7FA662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99A3C7-3CA7-431A-954E-06489406F458}"/>
              </a:ext>
            </a:extLst>
          </p:cNvPr>
          <p:cNvGrpSpPr/>
          <p:nvPr/>
        </p:nvGrpSpPr>
        <p:grpSpPr>
          <a:xfrm>
            <a:off x="2265332" y="2676720"/>
            <a:ext cx="1530220" cy="1504560"/>
            <a:chOff x="516782" y="905612"/>
            <a:chExt cx="1530220" cy="150456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073451-0AD3-41CD-B111-FF8556DCF1FC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Wave 27">
              <a:extLst>
                <a:ext uri="{FF2B5EF4-FFF2-40B4-BE49-F238E27FC236}">
                  <a16:creationId xmlns:a16="http://schemas.microsoft.com/office/drawing/2014/main" id="{2562BFAB-009E-4052-B786-4D2EBD51A142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E82492D-D10C-4348-99C9-2441744EDD55}"/>
              </a:ext>
            </a:extLst>
          </p:cNvPr>
          <p:cNvGrpSpPr/>
          <p:nvPr/>
        </p:nvGrpSpPr>
        <p:grpSpPr>
          <a:xfrm>
            <a:off x="2739830" y="3244362"/>
            <a:ext cx="530908" cy="624530"/>
            <a:chOff x="919169" y="747323"/>
            <a:chExt cx="1079599" cy="152054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1FC80D72-EAA2-4ADF-87D9-1FCEB3FCE14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5ACA41C4-5E1F-4291-B4F8-525CD872E350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BE0866F-D40E-4C31-BCE0-7BF517B8A0A5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E208FE03-2A14-4E1C-A800-C7966CD23561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388F2888-3B64-4A50-9D87-16E88B6E967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7F8E6ABA-20BB-4586-99FA-B016C1BCA701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9252F3F-EF66-4E04-B917-FD39106C6629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312904B7-B80E-4AAB-B0B4-F06474BE7932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EC9D80C9-0CFA-4AA9-8065-85B4A5D76428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A871B1E-14CA-4ED8-B9D7-A39835D4E743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39E9FB0-9823-4258-97ED-EE5D3BEB4827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D57613D-4588-4BB1-B103-F58B1BAE54B4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D994E608-F821-4FC5-B3AF-863DBD7EA7EC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BA58C8AB-0BFA-4F19-86AF-8E2DE36DC4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AFCE3A13-040E-432F-8F77-CDA42FC5FE7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8F4A15BA-7168-49E5-8559-3600CA5CCA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5E4A0D4-7BF3-4E48-9C8B-407109ACC69E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F6AE8E7A-4DBD-4E15-A6BA-438A2706F302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A45EFDD2-1DAB-481D-9CD6-2BA43DE1D1F1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608F515E-29A7-4044-862D-D55B2768A1C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C8169C30-FA52-49F7-A0BD-765D4DD7E0C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735755A-465D-40B2-A849-DA00E2B5B1B6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580DD8CA-4B21-471A-AA6B-1EBCF032EFCE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31520D39-9799-46FA-808A-CAEAFE48C41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56B5DDE-37B8-44FF-B9CE-13266579B71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9D8BDC0-7DBC-4739-A1EA-4544E59F8ABA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212DDC4A-2B34-4C9D-89B4-7DBAC2B97B1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BA7A6D74-78C2-4252-A5F5-0D144F793F8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31DD16DA-922E-4D02-BB29-E30E44F66DC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9B5EBDEA-C2C1-4EDB-84B6-283D677C7EE6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4013882" y="2676720"/>
            <a:ext cx="1530220" cy="1504560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36FC774C-6978-4D5C-A4E0-603CE09B6413}"/>
              </a:ext>
            </a:extLst>
          </p:cNvPr>
          <p:cNvGrpSpPr/>
          <p:nvPr/>
        </p:nvGrpSpPr>
        <p:grpSpPr>
          <a:xfrm>
            <a:off x="516782" y="4447828"/>
            <a:ext cx="1530220" cy="1504560"/>
            <a:chOff x="516782" y="905612"/>
            <a:chExt cx="1530220" cy="1504560"/>
          </a:xfrm>
        </p:grpSpPr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89DCDE4A-AE5C-4EFD-99B4-9F510A8C3BC9}"/>
                </a:ext>
              </a:extLst>
            </p:cNvPr>
            <p:cNvSpPr/>
            <p:nvPr/>
          </p:nvSpPr>
          <p:spPr>
            <a:xfrm>
              <a:off x="51678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Wave 150">
              <a:extLst>
                <a:ext uri="{FF2B5EF4-FFF2-40B4-BE49-F238E27FC236}">
                  <a16:creationId xmlns:a16="http://schemas.microsoft.com/office/drawing/2014/main" id="{EE11B8FB-0DAD-4112-8BC4-77F59B8B9BF4}"/>
                </a:ext>
              </a:extLst>
            </p:cNvPr>
            <p:cNvSpPr/>
            <p:nvPr/>
          </p:nvSpPr>
          <p:spPr>
            <a:xfrm>
              <a:off x="735112" y="1152073"/>
              <a:ext cx="1106027" cy="1214139"/>
            </a:xfrm>
            <a:prstGeom prst="wav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D70B001B-8DE9-43A2-B2D7-B7C2DCDB4D0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20675690" flipH="1">
            <a:off x="1223838" y="1288034"/>
            <a:ext cx="84554" cy="903393"/>
          </a:xfrm>
          <a:prstGeom prst="rect">
            <a:avLst/>
          </a:prstGeom>
        </p:spPr>
      </p:pic>
      <p:pic>
        <p:nvPicPr>
          <p:cNvPr id="153" name="Picture 152">
            <a:extLst>
              <a:ext uri="{FF2B5EF4-FFF2-40B4-BE49-F238E27FC236}">
                <a16:creationId xmlns:a16="http://schemas.microsoft.com/office/drawing/2014/main" id="{B451D060-F4C3-4B94-B0F1-3C531894F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18182">
            <a:off x="8069609" y="3263585"/>
            <a:ext cx="652055" cy="617171"/>
          </a:xfrm>
          <a:prstGeom prst="rect">
            <a:avLst/>
          </a:prstGeom>
        </p:spPr>
      </p:pic>
      <p:pic>
        <p:nvPicPr>
          <p:cNvPr id="154" name="Picture 153" descr="Shape&#10;&#10;Description automatically generated">
            <a:extLst>
              <a:ext uri="{FF2B5EF4-FFF2-40B4-BE49-F238E27FC236}">
                <a16:creationId xmlns:a16="http://schemas.microsoft.com/office/drawing/2014/main" id="{93794404-F1F6-4B6A-84D2-DC4CDE61C9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4550" y="3231680"/>
            <a:ext cx="262768" cy="326052"/>
          </a:xfrm>
          <a:prstGeom prst="rect">
            <a:avLst/>
          </a:prstGeom>
        </p:spPr>
      </p:pic>
      <p:pic>
        <p:nvPicPr>
          <p:cNvPr id="155" name="Picture 2" descr="Bear Vector | FreeVectors">
            <a:extLst>
              <a:ext uri="{FF2B5EF4-FFF2-40B4-BE49-F238E27FC236}">
                <a16:creationId xmlns:a16="http://schemas.microsoft.com/office/drawing/2014/main" id="{79E6EE7A-3C78-4F06-8E04-B9551A33B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4150" y="3281691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6" name="Group 155">
            <a:extLst>
              <a:ext uri="{FF2B5EF4-FFF2-40B4-BE49-F238E27FC236}">
                <a16:creationId xmlns:a16="http://schemas.microsoft.com/office/drawing/2014/main" id="{283368C8-0FDB-4216-B5BC-86B4BA0D5D80}"/>
              </a:ext>
            </a:extLst>
          </p:cNvPr>
          <p:cNvGrpSpPr/>
          <p:nvPr/>
        </p:nvGrpSpPr>
        <p:grpSpPr>
          <a:xfrm>
            <a:off x="1187786" y="5086630"/>
            <a:ext cx="530908" cy="624530"/>
            <a:chOff x="919169" y="747323"/>
            <a:chExt cx="1079599" cy="1520540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6285128A-066C-4A63-B794-821CFBBFD10B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F340EA4F-70AB-4077-B020-7856CBAFB37C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43BA8711-FF87-4E39-ACD2-3B2CBFFBF6E8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3E88CCAB-D69B-4810-89BD-11B0E5AF60C3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80BA56A-C8E8-4DE3-88F3-65C0AA3475F6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9BB308EF-CF5E-4F3E-8DAA-991CEE4A3773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632D7A51-7109-4489-9A15-C21E013FB8BE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0F4A439F-ABA2-426F-BDEB-5185AAC1FF0E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9EE95B26-A312-4799-80D1-D0E996EEC170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D66C2D06-BD56-4571-BC0D-EE4F97718958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F6E57D3C-452F-4077-BCEC-EDA04E10020D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74B3BB34-BCC1-4135-AF3C-0E7CD0682EA3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2D8A291D-FC13-4DD9-97C1-295C4C17BC54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595386AC-BD75-4F41-A5B1-B6BF2DD9C327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56EBA8B7-78E9-4A52-AC37-E05E6EB52625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2569BD33-9994-4CC5-AE9E-1AEB53D47E21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08E64895-2C34-4CEE-8BE6-673BD538634C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37D1ED36-4883-4E3B-8229-EA1F26A55171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672EE307-FFE2-4139-BFAD-E22A4D6E215D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A9A2BD71-1638-42B7-8046-7F772FDD9919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5D40676-135D-46E3-B94A-23001B2AD0D0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ED2F1A9-BBF8-4C06-82DC-B718FA89AB5C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7957910F-B6AE-431A-8B1E-53F73833EC3D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EB30E770-D622-4402-BDCF-D6CEFF7BA38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FC7BA3C9-167E-4317-85E4-A959C493782B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4135489A-6EE6-49F9-A545-95C25676236E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22EB478-113F-48B0-BFEF-2A6AD7901F86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A43893B-3D36-47CB-B883-C4BD4CA620BA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584ADC7F-DADE-42B7-AD87-B3A48204EFD7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327F4B8F-30A2-4D65-A334-BB1E042B8D05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5C2015F7-2692-470E-998A-54667439534C}"/>
              </a:ext>
            </a:extLst>
          </p:cNvPr>
          <p:cNvGrpSpPr/>
          <p:nvPr/>
        </p:nvGrpSpPr>
        <p:grpSpPr>
          <a:xfrm>
            <a:off x="802307" y="4861532"/>
            <a:ext cx="419127" cy="368003"/>
            <a:chOff x="3264474" y="4874455"/>
            <a:chExt cx="1288999" cy="1131772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075E54F-E24B-4399-A4F3-7375172EF10C}"/>
                </a:ext>
              </a:extLst>
            </p:cNvPr>
            <p:cNvSpPr/>
            <p:nvPr/>
          </p:nvSpPr>
          <p:spPr>
            <a:xfrm>
              <a:off x="3589688" y="4874455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5B9F9C49-73E5-4ECD-8968-3F13E6517175}"/>
                </a:ext>
              </a:extLst>
            </p:cNvPr>
            <p:cNvSpPr/>
            <p:nvPr/>
          </p:nvSpPr>
          <p:spPr>
            <a:xfrm>
              <a:off x="3264474" y="53769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Oval 187">
              <a:extLst>
                <a:ext uri="{FF2B5EF4-FFF2-40B4-BE49-F238E27FC236}">
                  <a16:creationId xmlns:a16="http://schemas.microsoft.com/office/drawing/2014/main" id="{886E6CEC-337D-4DD4-867E-DC1F395F849A}"/>
                </a:ext>
              </a:extLst>
            </p:cNvPr>
            <p:cNvSpPr/>
            <p:nvPr/>
          </p:nvSpPr>
          <p:spPr>
            <a:xfrm>
              <a:off x="3910950" y="5393774"/>
              <a:ext cx="642523" cy="612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EF2B564C-D851-4665-9D00-C4437B27A824}"/>
              </a:ext>
            </a:extLst>
          </p:cNvPr>
          <p:cNvGrpSpPr/>
          <p:nvPr/>
        </p:nvGrpSpPr>
        <p:grpSpPr>
          <a:xfrm>
            <a:off x="10380858" y="3227233"/>
            <a:ext cx="837375" cy="913076"/>
            <a:chOff x="7972517" y="3380162"/>
            <a:chExt cx="837375" cy="913076"/>
          </a:xfrm>
        </p:grpSpPr>
        <p:pic>
          <p:nvPicPr>
            <p:cNvPr id="119" name="Picture 118" descr="Gear Vector Art, Icons, and Graphics for Free Download">
              <a:extLst>
                <a:ext uri="{FF2B5EF4-FFF2-40B4-BE49-F238E27FC236}">
                  <a16:creationId xmlns:a16="http://schemas.microsoft.com/office/drawing/2014/main" id="{CB083FE5-4D6D-4523-AEFA-0A592C03A9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119">
              <a:extLst>
                <a:ext uri="{FF2B5EF4-FFF2-40B4-BE49-F238E27FC236}">
                  <a16:creationId xmlns:a16="http://schemas.microsoft.com/office/drawing/2014/main" id="{12A84DB4-1CA6-4C5B-8F53-00F0B900A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842C5829-5FB2-4C51-9015-A75160883E9F}"/>
              </a:ext>
            </a:extLst>
          </p:cNvPr>
          <p:cNvGrpSpPr/>
          <p:nvPr/>
        </p:nvGrpSpPr>
        <p:grpSpPr>
          <a:xfrm>
            <a:off x="8457831" y="3150641"/>
            <a:ext cx="808009" cy="989668"/>
            <a:chOff x="6194360" y="2439332"/>
            <a:chExt cx="808009" cy="989668"/>
          </a:xfrm>
        </p:grpSpPr>
        <p:pic>
          <p:nvPicPr>
            <p:cNvPr id="116" name="Picture 115" descr="Gear Vector Art, Icons, and Graphics for Free Download">
              <a:extLst>
                <a:ext uri="{FF2B5EF4-FFF2-40B4-BE49-F238E27FC236}">
                  <a16:creationId xmlns:a16="http://schemas.microsoft.com/office/drawing/2014/main" id="{ED18A0FA-B566-4D92-A0EF-2F2FC0C506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7" name="Picture 116">
              <a:extLst>
                <a:ext uri="{FF2B5EF4-FFF2-40B4-BE49-F238E27FC236}">
                  <a16:creationId xmlns:a16="http://schemas.microsoft.com/office/drawing/2014/main" id="{3ED4A9E3-B125-4E26-B47B-2A87DC87419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8C757-5097-43B5-8B5A-2A2EBC0ABA34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4BD17C1-BB47-4FBB-BC88-30DCDE0EE363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lowchart: Display 7">
              <a:extLst>
                <a:ext uri="{FF2B5EF4-FFF2-40B4-BE49-F238E27FC236}">
                  <a16:creationId xmlns:a16="http://schemas.microsoft.com/office/drawing/2014/main" id="{0D65B3AF-33D7-4D31-8B9F-C5718CCEC35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2369139" y="905612"/>
            <a:ext cx="1530220" cy="1504560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5733DAB-D636-416B-BABC-BFAB09724249}"/>
              </a:ext>
            </a:extLst>
          </p:cNvPr>
          <p:cNvGrpSpPr/>
          <p:nvPr/>
        </p:nvGrpSpPr>
        <p:grpSpPr>
          <a:xfrm>
            <a:off x="9942247" y="905612"/>
            <a:ext cx="1530220" cy="1504560"/>
            <a:chOff x="9942247" y="905612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6155693" y="2832151"/>
            <a:ext cx="1530220" cy="1504560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E0E6789-8912-43FC-9CDE-860152B71925}"/>
              </a:ext>
            </a:extLst>
          </p:cNvPr>
          <p:cNvGrpSpPr/>
          <p:nvPr/>
        </p:nvGrpSpPr>
        <p:grpSpPr>
          <a:xfrm>
            <a:off x="8048970" y="2832151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17D737D-331C-4C04-97E8-B910A13DAB2E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Flowchart: Display 41">
              <a:extLst>
                <a:ext uri="{FF2B5EF4-FFF2-40B4-BE49-F238E27FC236}">
                  <a16:creationId xmlns:a16="http://schemas.microsoft.com/office/drawing/2014/main" id="{02546407-0209-4C07-8CD3-CCD4DE1EA514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819D254-AD91-4719-A489-813A757E9EE9}"/>
              </a:ext>
            </a:extLst>
          </p:cNvPr>
          <p:cNvGrpSpPr/>
          <p:nvPr/>
        </p:nvGrpSpPr>
        <p:grpSpPr>
          <a:xfrm>
            <a:off x="9942247" y="2832151"/>
            <a:ext cx="1530220" cy="1504560"/>
            <a:chOff x="475862" y="905612"/>
            <a:chExt cx="1530220" cy="150456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B177DF15-DC35-4934-8498-6391A30BFE8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lowchart: Display 44">
              <a:extLst>
                <a:ext uri="{FF2B5EF4-FFF2-40B4-BE49-F238E27FC236}">
                  <a16:creationId xmlns:a16="http://schemas.microsoft.com/office/drawing/2014/main" id="{E5AFF66E-1CB8-4752-A099-B72F558CD19C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4262416" y="905612"/>
            <a:ext cx="1530220" cy="1504560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8048970" y="905612"/>
            <a:ext cx="1530220" cy="1504560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6155693" y="905612"/>
            <a:ext cx="1530220" cy="1504560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2369139" y="2832151"/>
            <a:ext cx="1530220" cy="1504560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891C67EF-1C0C-421C-8CFC-817AD627D6F2}"/>
              </a:ext>
            </a:extLst>
          </p:cNvPr>
          <p:cNvGrpSpPr/>
          <p:nvPr/>
        </p:nvGrpSpPr>
        <p:grpSpPr>
          <a:xfrm>
            <a:off x="4262416" y="2832151"/>
            <a:ext cx="1530220" cy="1504560"/>
            <a:chOff x="4262416" y="2832151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4262416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4292BA36-F6FD-41F6-A82C-FE93C85EE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554578" y="3314998"/>
              <a:ext cx="952180" cy="865072"/>
            </a:xfrm>
            <a:prstGeom prst="rect">
              <a:avLst/>
            </a:prstGeom>
          </p:spPr>
        </p:pic>
      </p:grpSp>
      <p:pic>
        <p:nvPicPr>
          <p:cNvPr id="111" name="Picture 110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C4DB7CBD-9A4F-4B25-9636-D20A964D7F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20477473">
            <a:off x="1027484" y="1333485"/>
            <a:ext cx="433655" cy="9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A438CEC-8DDB-49B2-BD43-503EB8B12F80}"/>
              </a:ext>
            </a:extLst>
          </p:cNvPr>
          <p:cNvGrpSpPr/>
          <p:nvPr/>
        </p:nvGrpSpPr>
        <p:grpSpPr>
          <a:xfrm>
            <a:off x="450282" y="4768067"/>
            <a:ext cx="1530220" cy="1504560"/>
            <a:chOff x="475862" y="905612"/>
            <a:chExt cx="1530220" cy="1504560"/>
          </a:xfrm>
        </p:grpSpPr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9B7B2AC8-C029-45D7-9C0D-3F63998D81D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Flowchart: Display 113">
              <a:extLst>
                <a:ext uri="{FF2B5EF4-FFF2-40B4-BE49-F238E27FC236}">
                  <a16:creationId xmlns:a16="http://schemas.microsoft.com/office/drawing/2014/main" id="{8DC29CD8-0086-4A82-A91C-F3C531F73F27}"/>
                </a:ext>
              </a:extLst>
            </p:cNvPr>
            <p:cNvSpPr/>
            <p:nvPr/>
          </p:nvSpPr>
          <p:spPr>
            <a:xfrm rot="5400000">
              <a:off x="633902" y="1214921"/>
              <a:ext cx="1214139" cy="1106027"/>
            </a:xfrm>
            <a:prstGeom prst="flowChartDisp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F3C2DB5-C265-4EB0-A135-768BB23114F4}"/>
              </a:ext>
            </a:extLst>
          </p:cNvPr>
          <p:cNvGrpSpPr/>
          <p:nvPr/>
        </p:nvGrpSpPr>
        <p:grpSpPr>
          <a:xfrm>
            <a:off x="923913" y="5183379"/>
            <a:ext cx="685437" cy="894020"/>
            <a:chOff x="9047699" y="4554101"/>
            <a:chExt cx="685437" cy="894020"/>
          </a:xfrm>
        </p:grpSpPr>
        <p:pic>
          <p:nvPicPr>
            <p:cNvPr id="122" name="Picture 121" descr="Gear Vector Art, Icons, and Graphics for Free Download">
              <a:extLst>
                <a:ext uri="{FF2B5EF4-FFF2-40B4-BE49-F238E27FC236}">
                  <a16:creationId xmlns:a16="http://schemas.microsoft.com/office/drawing/2014/main" id="{15164E7F-30D6-4F8F-96D3-1F0745582E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6221B78-3BAA-4E37-A414-CBDB03335F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82DD32CF-2EAD-4B5B-98F2-FC72A50853CF}"/>
              </a:ext>
            </a:extLst>
          </p:cNvPr>
          <p:cNvGrpSpPr/>
          <p:nvPr/>
        </p:nvGrpSpPr>
        <p:grpSpPr>
          <a:xfrm>
            <a:off x="774039" y="1504363"/>
            <a:ext cx="933865" cy="571883"/>
            <a:chOff x="4447504" y="5363930"/>
            <a:chExt cx="933865" cy="571883"/>
          </a:xfrm>
        </p:grpSpPr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36E8A8F8-B73A-466B-93C7-B7DA50BD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18906" y="5515504"/>
              <a:ext cx="416158" cy="420309"/>
            </a:xfrm>
            <a:prstGeom prst="rect">
              <a:avLst/>
            </a:prstGeom>
          </p:spPr>
        </p:pic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365CC09C-B1F1-4835-891D-0449D5217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2926" y="5467091"/>
              <a:ext cx="228443" cy="468722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10F60A-9D0E-404F-AFBF-595B9308D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47504" y="5363930"/>
              <a:ext cx="271402" cy="571883"/>
            </a:xfrm>
            <a:prstGeom prst="rect">
              <a:avLst/>
            </a:prstGeom>
          </p:spPr>
        </p:pic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69FC3F41-AA97-418F-BDAA-AA826DA0002C}"/>
              </a:ext>
            </a:extLst>
          </p:cNvPr>
          <p:cNvGrpSpPr/>
          <p:nvPr/>
        </p:nvGrpSpPr>
        <p:grpSpPr>
          <a:xfrm>
            <a:off x="4821190" y="3208453"/>
            <a:ext cx="631076" cy="1000141"/>
            <a:chOff x="6506167" y="3616847"/>
            <a:chExt cx="1337615" cy="2119878"/>
          </a:xfrm>
        </p:grpSpPr>
        <p:pic>
          <p:nvPicPr>
            <p:cNvPr id="79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FBA4C2E-1EF0-4187-8248-32928B88FCB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DCDEF0B-6A43-4F35-A8B0-EC9BA8C0D2E1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EE3E0716-C0D1-49F4-B816-8211C746DA53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1CA96A0-C713-4F63-A449-9DD4C7971C6C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0DF1E89F-5E22-4DF1-BEFE-165F6AC623D5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B6C5AD18-E33E-4B18-A147-23424B726AFC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192B0B89-2F77-4457-B90D-3C9131EA32B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8" name="Picture 47">
            <a:extLst>
              <a:ext uri="{FF2B5EF4-FFF2-40B4-BE49-F238E27FC236}">
                <a16:creationId xmlns:a16="http://schemas.microsoft.com/office/drawing/2014/main" id="{92F4FE4E-B446-4973-BA82-BB7E3B2447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0769" y="1472636"/>
            <a:ext cx="929088" cy="73582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98F44E-BE29-49F0-8D1A-2C332E9CEA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1493" y="1444303"/>
            <a:ext cx="792492" cy="7924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2E2F6DC-BAB1-4318-9359-E713FEB28636}"/>
              </a:ext>
            </a:extLst>
          </p:cNvPr>
          <p:cNvGrpSpPr/>
          <p:nvPr/>
        </p:nvGrpSpPr>
        <p:grpSpPr>
          <a:xfrm>
            <a:off x="475862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C0D5D7A2-F33C-4641-87A9-8D58981011AB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2421892" y="905612"/>
            <a:ext cx="1530220" cy="1504560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EA0D26E-A5B4-4B1E-AE22-168F74976C5F}"/>
              </a:ext>
            </a:extLst>
          </p:cNvPr>
          <p:cNvGrpSpPr/>
          <p:nvPr/>
        </p:nvGrpSpPr>
        <p:grpSpPr>
          <a:xfrm>
            <a:off x="4367922" y="905612"/>
            <a:ext cx="1530220" cy="1504560"/>
            <a:chOff x="475862" y="905612"/>
            <a:chExt cx="1530220" cy="150456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E8712C-06D9-44CE-B21B-D46DCD0955E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Pentagon 14">
              <a:extLst>
                <a:ext uri="{FF2B5EF4-FFF2-40B4-BE49-F238E27FC236}">
                  <a16:creationId xmlns:a16="http://schemas.microsoft.com/office/drawing/2014/main" id="{A48227F4-0774-4863-9D15-906F3A80178F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AC5827-55FF-4943-9A19-450DADA1282A}"/>
              </a:ext>
            </a:extLst>
          </p:cNvPr>
          <p:cNvGrpSpPr/>
          <p:nvPr/>
        </p:nvGrpSpPr>
        <p:grpSpPr>
          <a:xfrm>
            <a:off x="6313952" y="905612"/>
            <a:ext cx="1530220" cy="1504560"/>
            <a:chOff x="475862" y="905612"/>
            <a:chExt cx="1530220" cy="150456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6ED9052-56F2-4F38-88AD-A3E9F6AE04B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Pentagon 17">
              <a:extLst>
                <a:ext uri="{FF2B5EF4-FFF2-40B4-BE49-F238E27FC236}">
                  <a16:creationId xmlns:a16="http://schemas.microsoft.com/office/drawing/2014/main" id="{3D2709C9-AA2F-4B1B-99D6-038175530A87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8239890" y="910146"/>
            <a:ext cx="1530220" cy="1504560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E57F8EB-D06F-41B5-851B-2C805E315E5D}"/>
              </a:ext>
            </a:extLst>
          </p:cNvPr>
          <p:cNvGrpSpPr/>
          <p:nvPr/>
        </p:nvGrpSpPr>
        <p:grpSpPr>
          <a:xfrm>
            <a:off x="10185920" y="910146"/>
            <a:ext cx="1530220" cy="1504560"/>
            <a:chOff x="10185920" y="910146"/>
            <a:chExt cx="1530220" cy="1504560"/>
          </a:xfrm>
        </p:grpSpPr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10465900" y="1666684"/>
              <a:ext cx="935091" cy="2804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BBBCE127-0337-413B-87E1-72C51543DE9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763354">
              <a:off x="10951609" y="1807335"/>
              <a:ext cx="463671" cy="4475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AA8CF2F-F18F-4785-B8F6-FFCF048EA6C9}"/>
                </a:ext>
              </a:extLst>
            </p:cNvPr>
            <p:cNvGrpSpPr/>
            <p:nvPr/>
          </p:nvGrpSpPr>
          <p:grpSpPr>
            <a:xfrm>
              <a:off x="10185920" y="910146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E824F948-4E6B-465A-9B67-7A8820EB0D3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Pentagon 23">
                <a:extLst>
                  <a:ext uri="{FF2B5EF4-FFF2-40B4-BE49-F238E27FC236}">
                    <a16:creationId xmlns:a16="http://schemas.microsoft.com/office/drawing/2014/main" id="{85DCAB48-8448-4557-9509-BA35531798D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475862" y="2832151"/>
            <a:ext cx="1530220" cy="1504560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2421892" y="2832151"/>
            <a:ext cx="1530220" cy="1504560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344DD83-34DC-4B18-882F-3ECC80CFB21C}"/>
              </a:ext>
            </a:extLst>
          </p:cNvPr>
          <p:cNvGrpSpPr/>
          <p:nvPr/>
        </p:nvGrpSpPr>
        <p:grpSpPr>
          <a:xfrm>
            <a:off x="4367922" y="2832151"/>
            <a:ext cx="1530220" cy="1504560"/>
            <a:chOff x="475862" y="905612"/>
            <a:chExt cx="1530220" cy="150456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78D3EB7-0AD6-4508-BAD5-4C354D3E126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Pentagon 32">
              <a:extLst>
                <a:ext uri="{FF2B5EF4-FFF2-40B4-BE49-F238E27FC236}">
                  <a16:creationId xmlns:a16="http://schemas.microsoft.com/office/drawing/2014/main" id="{963EE18A-CBCB-40E6-8F54-04841635B128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6313952" y="2832151"/>
            <a:ext cx="1530220" cy="1504560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8765A-BD00-4ADA-846E-0A9AB274900A}"/>
              </a:ext>
            </a:extLst>
          </p:cNvPr>
          <p:cNvGrpSpPr/>
          <p:nvPr/>
        </p:nvGrpSpPr>
        <p:grpSpPr>
          <a:xfrm>
            <a:off x="8239890" y="2836685"/>
            <a:ext cx="1530220" cy="1504560"/>
            <a:chOff x="475862" y="905612"/>
            <a:chExt cx="1530220" cy="1504560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A2D98A5-D198-4FE4-8305-3B2435D18A9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Pentagon 38">
              <a:extLst>
                <a:ext uri="{FF2B5EF4-FFF2-40B4-BE49-F238E27FC236}">
                  <a16:creationId xmlns:a16="http://schemas.microsoft.com/office/drawing/2014/main" id="{DD9C3BFB-6B79-4CD3-A009-2CA50FBD5104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E9FEBFF-3050-4341-A771-78B7C1C46623}"/>
              </a:ext>
            </a:extLst>
          </p:cNvPr>
          <p:cNvGrpSpPr/>
          <p:nvPr/>
        </p:nvGrpSpPr>
        <p:grpSpPr>
          <a:xfrm>
            <a:off x="10185920" y="2836685"/>
            <a:ext cx="1530220" cy="1504560"/>
            <a:chOff x="475862" y="905612"/>
            <a:chExt cx="1530220" cy="150456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49F976D-C902-4A1B-A017-A07E2E35B9E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Pentagon 41">
              <a:extLst>
                <a:ext uri="{FF2B5EF4-FFF2-40B4-BE49-F238E27FC236}">
                  <a16:creationId xmlns:a16="http://schemas.microsoft.com/office/drawing/2014/main" id="{BE63CD70-170A-4CC6-AC2F-7596CA86ACE5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595B3DD2-E29B-4C01-BFC8-22B7D7203871}"/>
              </a:ext>
            </a:extLst>
          </p:cNvPr>
          <p:cNvGrpSpPr/>
          <p:nvPr/>
        </p:nvGrpSpPr>
        <p:grpSpPr>
          <a:xfrm>
            <a:off x="451099" y="4721515"/>
            <a:ext cx="1530220" cy="1504560"/>
            <a:chOff x="475862" y="905612"/>
            <a:chExt cx="1530220" cy="1504560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562DEC3F-B2FE-44BE-9262-80F372DDDBDC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Pentagon 87">
              <a:extLst>
                <a:ext uri="{FF2B5EF4-FFF2-40B4-BE49-F238E27FC236}">
                  <a16:creationId xmlns:a16="http://schemas.microsoft.com/office/drawing/2014/main" id="{D2FEB3E6-4730-41CE-A367-1ECFAC070EB0}"/>
                </a:ext>
              </a:extLst>
            </p:cNvPr>
            <p:cNvSpPr/>
            <p:nvPr/>
          </p:nvSpPr>
          <p:spPr>
            <a:xfrm>
              <a:off x="652966" y="1147534"/>
              <a:ext cx="1176012" cy="1214139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E3D609C-1709-4F04-8102-DABEAFA03057}"/>
              </a:ext>
            </a:extLst>
          </p:cNvPr>
          <p:cNvGrpSpPr/>
          <p:nvPr/>
        </p:nvGrpSpPr>
        <p:grpSpPr>
          <a:xfrm>
            <a:off x="8784050" y="3269298"/>
            <a:ext cx="441899" cy="897919"/>
            <a:chOff x="2336221" y="3379711"/>
            <a:chExt cx="1561840" cy="3173589"/>
          </a:xfrm>
        </p:grpSpPr>
        <p:pic>
          <p:nvPicPr>
            <p:cNvPr id="9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C8889D13-23A8-4304-ABEE-7D436CE674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F8625F20-13C6-4005-8DA2-517876159AB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9BDBD0F-D19A-4BF3-97D7-63F661AECF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625CB38-85B6-4AB0-89AC-34571EB486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C58DD12-F21B-49DE-BCF7-2C31A4E2462B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0C43AF-4352-47BB-A79C-4A6DD7AFF348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67C0FDFC-1203-4C1F-979A-B7E78F8E7597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ACE0C032-97C0-49D9-8ACD-D2B71F0393FD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ECCBFED-255D-46AD-8BB2-36FC8D39AD7E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E7D3CC22-F3A5-4CD5-9D19-F4626A7098C7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17E89E46-E52C-4F58-8EFF-0962F3E6134F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6FBA5968-0870-457C-850E-F83FC6791A00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40B572BF-8348-4DEC-8957-AFDBE2066E78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C354B41C-A504-478F-A672-40A3506F2018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9CBB595-C51B-4F4A-ACD8-9CE5B3DF810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2F158E1A-59FC-4AF0-B876-BE3306D9AAC2}"/>
              </a:ext>
            </a:extLst>
          </p:cNvPr>
          <p:cNvGrpSpPr/>
          <p:nvPr/>
        </p:nvGrpSpPr>
        <p:grpSpPr>
          <a:xfrm rot="19570164">
            <a:off x="10837808" y="3173072"/>
            <a:ext cx="326885" cy="690701"/>
            <a:chOff x="4175671" y="3350868"/>
            <a:chExt cx="584643" cy="1235338"/>
          </a:xfrm>
        </p:grpSpPr>
        <p:pic>
          <p:nvPicPr>
            <p:cNvPr id="110" name="Picture 109">
              <a:extLst>
                <a:ext uri="{FF2B5EF4-FFF2-40B4-BE49-F238E27FC236}">
                  <a16:creationId xmlns:a16="http://schemas.microsoft.com/office/drawing/2014/main" id="{9EED8C3F-83BE-4E19-8603-F0C3EBA8E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E7AB92D-A0BF-491B-9582-26167B211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112" name="Picture 111">
              <a:extLst>
                <a:ext uri="{FF2B5EF4-FFF2-40B4-BE49-F238E27FC236}">
                  <a16:creationId xmlns:a16="http://schemas.microsoft.com/office/drawing/2014/main" id="{5C5B39F3-A95C-44E0-899A-3ED3ABB0D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pic>
        <p:nvPicPr>
          <p:cNvPr id="113" name="Picture 112">
            <a:extLst>
              <a:ext uri="{FF2B5EF4-FFF2-40B4-BE49-F238E27FC236}">
                <a16:creationId xmlns:a16="http://schemas.microsoft.com/office/drawing/2014/main" id="{C73DBD47-59D4-4008-B87E-A6561A7702C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64165" y="3728392"/>
            <a:ext cx="573730" cy="529992"/>
          </a:xfrm>
          <a:prstGeom prst="rect">
            <a:avLst/>
          </a:prstGeom>
        </p:spPr>
      </p:pic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EEB7B01-4767-4DDE-838E-CA77EBC51D31}"/>
              </a:ext>
            </a:extLst>
          </p:cNvPr>
          <p:cNvGrpSpPr/>
          <p:nvPr/>
        </p:nvGrpSpPr>
        <p:grpSpPr>
          <a:xfrm>
            <a:off x="826798" y="5319654"/>
            <a:ext cx="794720" cy="525140"/>
            <a:chOff x="7009704" y="3352146"/>
            <a:chExt cx="3690533" cy="243865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6BDCF09-B951-4378-BF51-6EBB90A89A3E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122" name="Rectangle 121">
                <a:extLst>
                  <a:ext uri="{FF2B5EF4-FFF2-40B4-BE49-F238E27FC236}">
                    <a16:creationId xmlns:a16="http://schemas.microsoft.com/office/drawing/2014/main" id="{FF5936D4-63D3-4C4A-9CE8-80878E9D4B50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D2E18B66-3720-4B63-8322-1E0830284592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6" name="Isosceles Triangle 115">
              <a:extLst>
                <a:ext uri="{FF2B5EF4-FFF2-40B4-BE49-F238E27FC236}">
                  <a16:creationId xmlns:a16="http://schemas.microsoft.com/office/drawing/2014/main" id="{C527E551-9E9E-4279-9FF5-9E92E570F17F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29ED9E6D-8AB7-409F-909E-A37944016031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A1EACB47-478D-46E8-B6C9-8683E103D401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A56B90E7-43C2-4017-9957-EBF1AA36D4B5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C925BAA4-EDB1-4C85-916B-F07A283154EF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53244C87-2A9A-486F-B663-8342E300F5C3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DDB62A-8D3F-448E-AA0A-687D64814F7C}"/>
              </a:ext>
            </a:extLst>
          </p:cNvPr>
          <p:cNvGrpSpPr/>
          <p:nvPr/>
        </p:nvGrpSpPr>
        <p:grpSpPr>
          <a:xfrm>
            <a:off x="8550171" y="3123679"/>
            <a:ext cx="1020186" cy="1107622"/>
            <a:chOff x="8532587" y="3123679"/>
            <a:chExt cx="1020186" cy="1107622"/>
          </a:xfrm>
        </p:grpSpPr>
        <p:pic>
          <p:nvPicPr>
            <p:cNvPr id="87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913D5721-AF0C-4746-8F74-08E72FD737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8532587" y="3123679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B0BE63AF-9A20-4CB6-A803-50ABA7E11F2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50171" y="3847782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D0FA0FC-4AB9-407B-A47B-B217A9208F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9253" y="3661065"/>
              <a:ext cx="383520" cy="3835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6FDA59-DAF8-4B8A-BCBE-685EDD401000}"/>
              </a:ext>
            </a:extLst>
          </p:cNvPr>
          <p:cNvGrpSpPr/>
          <p:nvPr/>
        </p:nvGrpSpPr>
        <p:grpSpPr>
          <a:xfrm>
            <a:off x="2760075" y="3205807"/>
            <a:ext cx="808763" cy="1075418"/>
            <a:chOff x="2760075" y="3205807"/>
            <a:chExt cx="808763" cy="1075418"/>
          </a:xfrm>
        </p:grpSpPr>
        <p:pic>
          <p:nvPicPr>
            <p:cNvPr id="161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3A3DBDA0-FE74-4006-BA59-8D12B759E69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775208" y="3205807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388AD41F-0CC6-45AD-9966-9468A607A6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20444518">
              <a:off x="2760075" y="3449665"/>
              <a:ext cx="209279" cy="83156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A63CBD60-FFD1-4ECE-B592-E52629CD5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211519">
              <a:off x="3359559" y="3448983"/>
              <a:ext cx="209279" cy="83156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390F56-075B-409A-82A1-E0B09CCEA445}"/>
              </a:ext>
            </a:extLst>
          </p:cNvPr>
          <p:cNvGrpSpPr/>
          <p:nvPr/>
        </p:nvGrpSpPr>
        <p:grpSpPr>
          <a:xfrm>
            <a:off x="423110" y="905612"/>
            <a:ext cx="1530220" cy="1504560"/>
            <a:chOff x="475862" y="905612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9A06361-F844-4531-A029-5CDF5D2E6E19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Flowchart: Delay 1">
              <a:extLst>
                <a:ext uri="{FF2B5EF4-FFF2-40B4-BE49-F238E27FC236}">
                  <a16:creationId xmlns:a16="http://schemas.microsoft.com/office/drawing/2014/main" id="{8257CD2E-EC55-4CEE-8E87-537B73D1B257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313955" y="905612"/>
            <a:ext cx="1530220" cy="1504560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3" name="Isosceles Triangle 162">
            <a:extLst>
              <a:ext uri="{FF2B5EF4-FFF2-40B4-BE49-F238E27FC236}">
                <a16:creationId xmlns:a16="http://schemas.microsoft.com/office/drawing/2014/main" id="{2CD755F3-1B12-4190-93EF-5085BFB77C89}"/>
              </a:ext>
            </a:extLst>
          </p:cNvPr>
          <p:cNvSpPr/>
          <p:nvPr/>
        </p:nvSpPr>
        <p:spPr>
          <a:xfrm rot="10800000">
            <a:off x="3064987" y="3856148"/>
            <a:ext cx="192666" cy="105091"/>
          </a:xfrm>
          <a:prstGeom prst="triangl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16087B6-63C5-4491-B568-6118E328015E}"/>
              </a:ext>
            </a:extLst>
          </p:cNvPr>
          <p:cNvGrpSpPr/>
          <p:nvPr/>
        </p:nvGrpSpPr>
        <p:grpSpPr>
          <a:xfrm>
            <a:off x="2386725" y="2832151"/>
            <a:ext cx="1530220" cy="1504560"/>
            <a:chOff x="475862" y="905612"/>
            <a:chExt cx="1530220" cy="1504560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A73F48FC-AEC9-4F06-A5CF-150FF2F920E7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Flowchart: Delay 107">
              <a:extLst>
                <a:ext uri="{FF2B5EF4-FFF2-40B4-BE49-F238E27FC236}">
                  <a16:creationId xmlns:a16="http://schemas.microsoft.com/office/drawing/2014/main" id="{7D2D4F3A-6584-4213-8B0A-A58B14DB7853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EC3A682D-FE74-4775-9AEB-7CA1492D50F1}"/>
              </a:ext>
            </a:extLst>
          </p:cNvPr>
          <p:cNvGrpSpPr/>
          <p:nvPr/>
        </p:nvGrpSpPr>
        <p:grpSpPr>
          <a:xfrm>
            <a:off x="4350340" y="2832151"/>
            <a:ext cx="1530220" cy="1504560"/>
            <a:chOff x="475862" y="905612"/>
            <a:chExt cx="1530220" cy="1504560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EFB53592-DA4D-40B8-A61E-459E7AB749D8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Flowchart: Delay 110">
              <a:extLst>
                <a:ext uri="{FF2B5EF4-FFF2-40B4-BE49-F238E27FC236}">
                  <a16:creationId xmlns:a16="http://schemas.microsoft.com/office/drawing/2014/main" id="{72315CED-2F79-4B3D-9557-9C003D57EF00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6313955" y="2832151"/>
            <a:ext cx="1530220" cy="1504560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C2AC7FB2-C5C6-4641-BE5F-8CFAB9DA0AC4}"/>
              </a:ext>
            </a:extLst>
          </p:cNvPr>
          <p:cNvGrpSpPr/>
          <p:nvPr/>
        </p:nvGrpSpPr>
        <p:grpSpPr>
          <a:xfrm>
            <a:off x="8277570" y="2832151"/>
            <a:ext cx="1530220" cy="1504560"/>
            <a:chOff x="475862" y="905612"/>
            <a:chExt cx="1530220" cy="1504560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DDE3293A-BD30-467C-BA25-8E94EF766F21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Flowchart: Delay 116">
              <a:extLst>
                <a:ext uri="{FF2B5EF4-FFF2-40B4-BE49-F238E27FC236}">
                  <a16:creationId xmlns:a16="http://schemas.microsoft.com/office/drawing/2014/main" id="{FD3CA57D-EB85-423F-AA24-3C00D9553BD9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49253AF4-A6E7-4B53-AF58-F829D71C0E55}"/>
              </a:ext>
            </a:extLst>
          </p:cNvPr>
          <p:cNvGrpSpPr/>
          <p:nvPr/>
        </p:nvGrpSpPr>
        <p:grpSpPr>
          <a:xfrm>
            <a:off x="10241185" y="2832151"/>
            <a:ext cx="1530220" cy="1504560"/>
            <a:chOff x="475862" y="905612"/>
            <a:chExt cx="1530220" cy="1504560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C06C206C-4D51-487D-A645-B5F7241E0EF2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Flowchart: Delay 119">
              <a:extLst>
                <a:ext uri="{FF2B5EF4-FFF2-40B4-BE49-F238E27FC236}">
                  <a16:creationId xmlns:a16="http://schemas.microsoft.com/office/drawing/2014/main" id="{E7CCF54A-0562-4122-A4D6-09F99A58250C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2386725" y="905612"/>
            <a:ext cx="1530220" cy="1504560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350340" y="905612"/>
            <a:ext cx="1530220" cy="1504560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8277570" y="905612"/>
            <a:ext cx="1530220" cy="1504560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5A562F10-40ED-4832-B7AA-80355FF6A8CB}"/>
              </a:ext>
            </a:extLst>
          </p:cNvPr>
          <p:cNvGrpSpPr/>
          <p:nvPr/>
        </p:nvGrpSpPr>
        <p:grpSpPr>
          <a:xfrm>
            <a:off x="10241185" y="905612"/>
            <a:ext cx="1530220" cy="1504560"/>
            <a:chOff x="475862" y="905612"/>
            <a:chExt cx="1530220" cy="1504560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CBE2B16-CAA8-4EDE-8F29-815EB94D147D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Flowchart: Delay 101">
              <a:extLst>
                <a:ext uri="{FF2B5EF4-FFF2-40B4-BE49-F238E27FC236}">
                  <a16:creationId xmlns:a16="http://schemas.microsoft.com/office/drawing/2014/main" id="{EF958B4B-95E6-43F9-B3CD-D1B504D03EF5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15A46B07-8571-40F5-8B5A-EE6555885763}"/>
              </a:ext>
            </a:extLst>
          </p:cNvPr>
          <p:cNvGrpSpPr/>
          <p:nvPr/>
        </p:nvGrpSpPr>
        <p:grpSpPr>
          <a:xfrm>
            <a:off x="10427081" y="1329633"/>
            <a:ext cx="1068217" cy="977291"/>
            <a:chOff x="8272684" y="5594533"/>
            <a:chExt cx="1068217" cy="977291"/>
          </a:xfrm>
        </p:grpSpPr>
        <p:pic>
          <p:nvPicPr>
            <p:cNvPr id="144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6CBEDB11-9C6A-4E10-A38D-283879428C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7E6DB78F-1303-4BEC-8A87-981352F0B0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79DEAE5-6E14-407C-A86F-98A433213310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75862" y="905612"/>
            <a:chExt cx="1530220" cy="150456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9D49AF67-709C-4794-A704-00E286336DAA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Flowchart: Delay 104">
              <a:extLst>
                <a:ext uri="{FF2B5EF4-FFF2-40B4-BE49-F238E27FC236}">
                  <a16:creationId xmlns:a16="http://schemas.microsoft.com/office/drawing/2014/main" id="{39116025-6C59-41F9-846F-B511923FA6A4}"/>
                </a:ext>
              </a:extLst>
            </p:cNvPr>
            <p:cNvSpPr/>
            <p:nvPr/>
          </p:nvSpPr>
          <p:spPr>
            <a:xfrm rot="16200000">
              <a:off x="642694" y="1157804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7BF92B7A-95B8-4804-BB05-4458432DA89A}"/>
              </a:ext>
            </a:extLst>
          </p:cNvPr>
          <p:cNvGrpSpPr/>
          <p:nvPr/>
        </p:nvGrpSpPr>
        <p:grpSpPr>
          <a:xfrm rot="284745">
            <a:off x="695667" y="3607952"/>
            <a:ext cx="1002690" cy="412380"/>
            <a:chOff x="2676525" y="1935534"/>
            <a:chExt cx="6838950" cy="2812678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2186AED3-F72E-4F81-B417-817709B70D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A0F0D975-810A-4977-B2CB-966E75AB40BF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780D4893-3911-4CED-8F0C-51835A65E845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E72E44E2-130F-46DF-A900-1D0DA12286D5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979DB762-19AA-455D-ADF4-842CC5D9ACAC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9A031069-D30A-4F42-ADFB-930F1B920D3F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0F4319B3-77A5-4A2A-BD98-93473198447B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F6C687B7-8127-413A-BEAD-47227B5D620E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E297AA6C-F7FB-47EA-AF41-007B9CBB2B6B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0AF359B4-4871-468B-A7F5-48117EF57CC1}"/>
              </a:ext>
            </a:extLst>
          </p:cNvPr>
          <p:cNvGrpSpPr/>
          <p:nvPr/>
        </p:nvGrpSpPr>
        <p:grpSpPr>
          <a:xfrm>
            <a:off x="4717937" y="3085612"/>
            <a:ext cx="795025" cy="1156559"/>
            <a:chOff x="1586781" y="1894202"/>
            <a:chExt cx="1077723" cy="1567813"/>
          </a:xfrm>
        </p:grpSpPr>
        <p:pic>
          <p:nvPicPr>
            <p:cNvPr id="158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AB29A07-9E31-4E4B-8E00-D291262654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1586781" y="2407728"/>
              <a:ext cx="1077723" cy="10542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59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9FF496F5-BE64-47E7-A995-A94FE3F770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6321" y="1894202"/>
              <a:ext cx="758641" cy="7586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D13454CE-1D7E-4189-BF5E-7E7C8DD42ED3}"/>
              </a:ext>
            </a:extLst>
          </p:cNvPr>
          <p:cNvGrpSpPr/>
          <p:nvPr/>
        </p:nvGrpSpPr>
        <p:grpSpPr>
          <a:xfrm>
            <a:off x="411733" y="4663882"/>
            <a:ext cx="1530220" cy="1504560"/>
            <a:chOff x="475862" y="905612"/>
            <a:chExt cx="1530220" cy="1504560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25507081-176F-43E8-9571-0BC20CFF8944}"/>
                </a:ext>
              </a:extLst>
            </p:cNvPr>
            <p:cNvSpPr/>
            <p:nvPr/>
          </p:nvSpPr>
          <p:spPr>
            <a:xfrm>
              <a:off x="475862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Flowchart: Delay 81">
              <a:extLst>
                <a:ext uri="{FF2B5EF4-FFF2-40B4-BE49-F238E27FC236}">
                  <a16:creationId xmlns:a16="http://schemas.microsoft.com/office/drawing/2014/main" id="{D6DE53C2-DF5B-4C3D-9135-5BEBD7C658EF}"/>
                </a:ext>
              </a:extLst>
            </p:cNvPr>
            <p:cNvSpPr/>
            <p:nvPr/>
          </p:nvSpPr>
          <p:spPr>
            <a:xfrm rot="16200000">
              <a:off x="642694" y="1166596"/>
              <a:ext cx="1214140" cy="1176012"/>
            </a:xfrm>
            <a:prstGeom prst="flowChartDelay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3" name="Picture 6" descr="Black demon mask Royalty Free Vector Image - VectorStock">
            <a:extLst>
              <a:ext uri="{FF2B5EF4-FFF2-40B4-BE49-F238E27FC236}">
                <a16:creationId xmlns:a16="http://schemas.microsoft.com/office/drawing/2014/main" id="{E27AD9EC-A3B8-4533-BE88-67093A613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809843" y="5227676"/>
            <a:ext cx="772224" cy="75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2FD54935-4BF2-486A-9347-1F5D9C867740}"/>
              </a:ext>
            </a:extLst>
          </p:cNvPr>
          <p:cNvGrpSpPr/>
          <p:nvPr/>
        </p:nvGrpSpPr>
        <p:grpSpPr>
          <a:xfrm>
            <a:off x="10519355" y="3372769"/>
            <a:ext cx="973879" cy="798280"/>
            <a:chOff x="6037055" y="5227676"/>
            <a:chExt cx="973879" cy="79828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5D40851-0E7C-41C7-832E-109554C09479}"/>
                </a:ext>
              </a:extLst>
            </p:cNvPr>
            <p:cNvGrpSpPr/>
            <p:nvPr/>
          </p:nvGrpSpPr>
          <p:grpSpPr>
            <a:xfrm>
              <a:off x="6037055" y="5407084"/>
              <a:ext cx="973879" cy="576023"/>
              <a:chOff x="5831367" y="5410440"/>
              <a:chExt cx="1211934" cy="576023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B6997B1-491B-46BE-871E-CD6F63429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357807" y="4952295"/>
                <a:ext cx="227350" cy="1143639"/>
              </a:xfrm>
              <a:prstGeom prst="rect">
                <a:avLst/>
              </a:prstGeom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CBD240CA-B514-4D9B-B1D1-E9CC39E588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 rot="4869810">
                <a:off x="6289512" y="5300968"/>
                <a:ext cx="227350" cy="1143639"/>
              </a:xfrm>
              <a:prstGeom prst="rect">
                <a:avLst/>
              </a:prstGeom>
            </p:spPr>
          </p:pic>
        </p:grpSp>
        <p:pic>
          <p:nvPicPr>
            <p:cNvPr id="125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9B77922C-45CA-42C7-808F-B97F22D15A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37055" y="5227676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B6C8A58-4764-4364-8302-AB8B525FF333}"/>
              </a:ext>
            </a:extLst>
          </p:cNvPr>
          <p:cNvGrpSpPr/>
          <p:nvPr/>
        </p:nvGrpSpPr>
        <p:grpSpPr>
          <a:xfrm>
            <a:off x="656989" y="1287281"/>
            <a:ext cx="1140155" cy="944387"/>
            <a:chOff x="4090995" y="5062200"/>
            <a:chExt cx="1140155" cy="944387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9D9EFD8B-339D-486E-BCE9-6E56E3543B4F}"/>
                </a:ext>
              </a:extLst>
            </p:cNvPr>
            <p:cNvGrpSpPr/>
            <p:nvPr/>
          </p:nvGrpSpPr>
          <p:grpSpPr>
            <a:xfrm rot="284745">
              <a:off x="4111529" y="5456934"/>
              <a:ext cx="1002690" cy="412380"/>
              <a:chOff x="2676525" y="1935534"/>
              <a:chExt cx="6838950" cy="2812678"/>
            </a:xfrm>
          </p:grpSpPr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5DBF9683-7BC4-47CF-A7B3-89C15A1B4A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05446D75-BF51-48EE-A497-2F3D188DF60B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99723C97-833F-4CCD-8833-BC4E4D6B29FA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AFE94B2F-91C3-4114-BCE3-F70A7E18F7C4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C645638B-8ED0-4EA1-AE49-759F08640460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258B5E6F-0FCB-41D9-8593-D9494E76508D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C62C8BA4-C36B-4C43-B51A-45D5DEF87DA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D9E5DEB-7C1D-4A64-BEEF-796ED1F66A7F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31766E0A-E826-435D-A0C1-050152A025BE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5D6A81F4-F26A-4996-B329-7124203767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90995" y="5197757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3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DA7D9E30-FF1B-489A-A59D-EB312D965E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04070" y="506220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13656C8E-C2C2-4B9A-922A-80B9E33D2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2698" y="5155814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5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FBE26DDD-492E-44AB-A052-C3A65F3667A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1078" y="5702108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6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3A658E3B-7D4A-4E11-9186-8DF29FD33A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26670" y="5659710"/>
              <a:ext cx="304480" cy="3044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E60A83-3CE2-4E8C-B496-01841FBFCCEC}"/>
              </a:ext>
            </a:extLst>
          </p:cNvPr>
          <p:cNvGrpSpPr/>
          <p:nvPr/>
        </p:nvGrpSpPr>
        <p:grpSpPr>
          <a:xfrm>
            <a:off x="8505112" y="3172376"/>
            <a:ext cx="797279" cy="944970"/>
            <a:chOff x="8505112" y="3172376"/>
            <a:chExt cx="797279" cy="944970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FAAEC6B3-E8EB-47C2-ACFE-245D731874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8505112" y="3534131"/>
              <a:ext cx="774510" cy="583215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F6B9ECA-A822-41FE-A59C-DA33E06D9777}"/>
                </a:ext>
              </a:extLst>
            </p:cNvPr>
            <p:cNvGrpSpPr/>
            <p:nvPr/>
          </p:nvGrpSpPr>
          <p:grpSpPr>
            <a:xfrm rot="900000">
              <a:off x="8530085" y="3172376"/>
              <a:ext cx="772306" cy="362588"/>
              <a:chOff x="5768349" y="5013941"/>
              <a:chExt cx="1241151" cy="582705"/>
            </a:xfrm>
          </p:grpSpPr>
          <p:pic>
            <p:nvPicPr>
              <p:cNvPr id="104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CE7E45D4-01A9-43FA-98F6-E0DFFCAB5A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945453" y="5013941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102CD741-7E8A-470F-92C3-50FE412375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5768349" y="5230072"/>
                <a:ext cx="1064047" cy="3665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4297586" y="905612"/>
            <a:ext cx="1530220" cy="1504560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10061567" y="905612"/>
            <a:ext cx="1530220" cy="1504560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92" name="Picture 91">
            <a:extLst>
              <a:ext uri="{FF2B5EF4-FFF2-40B4-BE49-F238E27FC236}">
                <a16:creationId xmlns:a16="http://schemas.microsoft.com/office/drawing/2014/main" id="{015F1320-F7B1-4665-BDA0-E0040CDD2F7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9689919">
            <a:off x="781933" y="3335830"/>
            <a:ext cx="198963" cy="369503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6848A236-7FC1-435C-A496-412F209F194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239" y="3250400"/>
            <a:ext cx="549195" cy="772306"/>
          </a:xfrm>
          <a:prstGeom prst="rect">
            <a:avLst/>
          </a:prstGeom>
        </p:spPr>
      </p:pic>
      <p:grpSp>
        <p:nvGrpSpPr>
          <p:cNvPr id="45" name="Group 44">
            <a:extLst>
              <a:ext uri="{FF2B5EF4-FFF2-40B4-BE49-F238E27FC236}">
                <a16:creationId xmlns:a16="http://schemas.microsoft.com/office/drawing/2014/main" id="{40525F58-B1E9-43DE-9055-0BA3C5832805}"/>
              </a:ext>
            </a:extLst>
          </p:cNvPr>
          <p:cNvGrpSpPr/>
          <p:nvPr/>
        </p:nvGrpSpPr>
        <p:grpSpPr>
          <a:xfrm>
            <a:off x="423110" y="2832151"/>
            <a:ext cx="1530220" cy="1504560"/>
            <a:chOff x="423110" y="905612"/>
            <a:chExt cx="1530220" cy="150456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361D4C8C-ED27-4A35-B0DA-2C9936D6C93A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Plaque 46">
              <a:extLst>
                <a:ext uri="{FF2B5EF4-FFF2-40B4-BE49-F238E27FC236}">
                  <a16:creationId xmlns:a16="http://schemas.microsoft.com/office/drawing/2014/main" id="{767AE809-CD89-4614-AD20-65FBA93D5CC6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0062497-5637-455A-BF76-397A3EDDB55F}"/>
              </a:ext>
            </a:extLst>
          </p:cNvPr>
          <p:cNvGrpSpPr/>
          <p:nvPr/>
        </p:nvGrpSpPr>
        <p:grpSpPr>
          <a:xfrm>
            <a:off x="8124329" y="2832151"/>
            <a:ext cx="1530220" cy="1504560"/>
            <a:chOff x="423110" y="905612"/>
            <a:chExt cx="1530220" cy="150456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264E5AC-FC24-4AF1-B033-5A191E9E38D5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Plaque 58">
              <a:extLst>
                <a:ext uri="{FF2B5EF4-FFF2-40B4-BE49-F238E27FC236}">
                  <a16:creationId xmlns:a16="http://schemas.microsoft.com/office/drawing/2014/main" id="{DCEA8976-04A6-4D20-A3E0-51651129E8D0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21EBD27-AF65-4554-9EB9-B322F8533F8C}"/>
              </a:ext>
            </a:extLst>
          </p:cNvPr>
          <p:cNvGrpSpPr/>
          <p:nvPr/>
        </p:nvGrpSpPr>
        <p:grpSpPr>
          <a:xfrm>
            <a:off x="10061567" y="2832151"/>
            <a:ext cx="1530220" cy="1504560"/>
            <a:chOff x="423110" y="905612"/>
            <a:chExt cx="1530220" cy="1504560"/>
          </a:xfrm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21F4F65-7D55-41B1-9682-B31F202C24CE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Plaque 61">
              <a:extLst>
                <a:ext uri="{FF2B5EF4-FFF2-40B4-BE49-F238E27FC236}">
                  <a16:creationId xmlns:a16="http://schemas.microsoft.com/office/drawing/2014/main" id="{BFE119F4-3E54-434A-814B-B5CDD73CB8B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289A8069-781E-4DF4-9B5A-D178563F998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7" t="6516" r="6170" b="7206"/>
          <a:stretch/>
        </p:blipFill>
        <p:spPr>
          <a:xfrm>
            <a:off x="4693819" y="3429000"/>
            <a:ext cx="774510" cy="583215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367BFF6-6407-45B9-8019-8C9E60C7B014}"/>
              </a:ext>
            </a:extLst>
          </p:cNvPr>
          <p:cNvGrpSpPr/>
          <p:nvPr/>
        </p:nvGrpSpPr>
        <p:grpSpPr>
          <a:xfrm>
            <a:off x="4317099" y="2832151"/>
            <a:ext cx="1530220" cy="1504560"/>
            <a:chOff x="423110" y="905612"/>
            <a:chExt cx="1530220" cy="150456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734894B-A946-426B-998C-8CB12C22484F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Plaque 67">
              <a:extLst>
                <a:ext uri="{FF2B5EF4-FFF2-40B4-BE49-F238E27FC236}">
                  <a16:creationId xmlns:a16="http://schemas.microsoft.com/office/drawing/2014/main" id="{6988BB72-D32B-4106-87D3-04001F0AFAAB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A87C093-AD9E-4735-9C4C-68C8D1C2ACC0}"/>
              </a:ext>
            </a:extLst>
          </p:cNvPr>
          <p:cNvGrpSpPr/>
          <p:nvPr/>
        </p:nvGrpSpPr>
        <p:grpSpPr>
          <a:xfrm>
            <a:off x="6234824" y="2832151"/>
            <a:ext cx="1530220" cy="1504560"/>
            <a:chOff x="423110" y="905612"/>
            <a:chExt cx="1530220" cy="150456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EFE256-3948-447E-BE75-435AF28009A3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Plaque 55">
              <a:extLst>
                <a:ext uri="{FF2B5EF4-FFF2-40B4-BE49-F238E27FC236}">
                  <a16:creationId xmlns:a16="http://schemas.microsoft.com/office/drawing/2014/main" id="{34C64E3E-8376-4C80-B36D-6D1CBD11359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2360348" y="905612"/>
            <a:ext cx="1530220" cy="1504560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39F4959-7917-4123-A818-94BE849B98A7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905612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Plaque 77">
              <a:extLst>
                <a:ext uri="{FF2B5EF4-FFF2-40B4-BE49-F238E27FC236}">
                  <a16:creationId xmlns:a16="http://schemas.microsoft.com/office/drawing/2014/main" id="{53B8051C-91F7-451D-80F0-0ED133E79B14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6234824" y="905612"/>
            <a:ext cx="1530220" cy="1504560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8124329" y="905612"/>
            <a:ext cx="1530220" cy="1504560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2360348" y="2832151"/>
            <a:ext cx="1530220" cy="1504560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E2D233AA-A24D-450E-BFBF-805A7FE8789F}"/>
              </a:ext>
            </a:extLst>
          </p:cNvPr>
          <p:cNvGrpSpPr/>
          <p:nvPr/>
        </p:nvGrpSpPr>
        <p:grpSpPr>
          <a:xfrm>
            <a:off x="423109" y="4767482"/>
            <a:ext cx="1530220" cy="1504560"/>
            <a:chOff x="423110" y="905612"/>
            <a:chExt cx="1530220" cy="1504560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D8F7499F-4F37-4FE9-9886-F65D15709D02}"/>
                </a:ext>
              </a:extLst>
            </p:cNvPr>
            <p:cNvSpPr/>
            <p:nvPr/>
          </p:nvSpPr>
          <p:spPr>
            <a:xfrm>
              <a:off x="423110" y="905612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Plaque 100">
              <a:extLst>
                <a:ext uri="{FF2B5EF4-FFF2-40B4-BE49-F238E27FC236}">
                  <a16:creationId xmlns:a16="http://schemas.microsoft.com/office/drawing/2014/main" id="{4D245748-5A28-4EB6-91DD-0BC70234DE67}"/>
                </a:ext>
              </a:extLst>
            </p:cNvPr>
            <p:cNvSpPr/>
            <p:nvPr/>
          </p:nvSpPr>
          <p:spPr>
            <a:xfrm>
              <a:off x="600213" y="1152071"/>
              <a:ext cx="1176013" cy="1214141"/>
            </a:xfrm>
            <a:prstGeom prst="plaque">
              <a:avLst>
                <a:gd name="adj" fmla="val 20405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CCD1F4EB-ADB1-40BC-8E30-39448E197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80292" y="3411209"/>
            <a:ext cx="839282" cy="548935"/>
          </a:xfrm>
          <a:prstGeom prst="rect">
            <a:avLst/>
          </a:prstGeom>
        </p:spPr>
      </p:pic>
      <p:grpSp>
        <p:nvGrpSpPr>
          <p:cNvPr id="106" name="Group 105">
            <a:extLst>
              <a:ext uri="{FF2B5EF4-FFF2-40B4-BE49-F238E27FC236}">
                <a16:creationId xmlns:a16="http://schemas.microsoft.com/office/drawing/2014/main" id="{BE8D9DD6-2EB6-4943-B3DF-E9CAFBCC0621}"/>
              </a:ext>
            </a:extLst>
          </p:cNvPr>
          <p:cNvGrpSpPr/>
          <p:nvPr/>
        </p:nvGrpSpPr>
        <p:grpSpPr>
          <a:xfrm>
            <a:off x="852305" y="5122716"/>
            <a:ext cx="660129" cy="953301"/>
            <a:chOff x="664466" y="3345800"/>
            <a:chExt cx="1751197" cy="2528925"/>
          </a:xfrm>
        </p:grpSpPr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5170FCC8-50F8-4D8A-99CB-5A1D0456A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108" name="Picture 2" descr="Medusa Icon - Download in Glyph Style">
              <a:extLst>
                <a:ext uri="{FF2B5EF4-FFF2-40B4-BE49-F238E27FC236}">
                  <a16:creationId xmlns:a16="http://schemas.microsoft.com/office/drawing/2014/main" id="{F9AE4CE1-0806-4866-A63E-B4E5E53A23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612B9024-1641-48F2-AD39-280539B0F9CA}"/>
              </a:ext>
            </a:extLst>
          </p:cNvPr>
          <p:cNvGrpSpPr/>
          <p:nvPr/>
        </p:nvGrpSpPr>
        <p:grpSpPr>
          <a:xfrm>
            <a:off x="10489301" y="3242430"/>
            <a:ext cx="675956" cy="886492"/>
            <a:chOff x="2900763" y="3463813"/>
            <a:chExt cx="1793182" cy="2351694"/>
          </a:xfrm>
        </p:grpSpPr>
        <p:pic>
          <p:nvPicPr>
            <p:cNvPr id="110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3F73F2-5BEB-4E86-B3C3-09932DC0AB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1" name="Picture 2" descr="Medusa Icon - Download in Glyph Style">
              <a:extLst>
                <a:ext uri="{FF2B5EF4-FFF2-40B4-BE49-F238E27FC236}">
                  <a16:creationId xmlns:a16="http://schemas.microsoft.com/office/drawing/2014/main" id="{B7461A29-BED2-4157-B7D0-005502E0847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12" name="Picture 2" descr="Medusa Icon - Download in Glyph Style">
            <a:extLst>
              <a:ext uri="{FF2B5EF4-FFF2-40B4-BE49-F238E27FC236}">
                <a16:creationId xmlns:a16="http://schemas.microsoft.com/office/drawing/2014/main" id="{DBFA95F1-F296-4198-9EA1-EB461B498A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52305" y="1297145"/>
            <a:ext cx="660129" cy="88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1">
            <a:extLst>
              <a:ext uri="{FF2B5EF4-FFF2-40B4-BE49-F238E27FC236}">
                <a16:creationId xmlns:a16="http://schemas.microsoft.com/office/drawing/2014/main" id="{4C20D85B-0CDB-4BF3-8765-FB7EE0D21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912575" y="1298130"/>
            <a:ext cx="319021" cy="85760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C634A5BA-B184-46C0-84E0-3FDAFA6678C5}"/>
              </a:ext>
            </a:extLst>
          </p:cNvPr>
          <p:cNvGrpSpPr/>
          <p:nvPr/>
        </p:nvGrpSpPr>
        <p:grpSpPr>
          <a:xfrm>
            <a:off x="423110" y="896820"/>
            <a:ext cx="1530220" cy="1504560"/>
            <a:chOff x="423110" y="896820"/>
            <a:chExt cx="1530220" cy="1504560"/>
          </a:xfrm>
        </p:grpSpPr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26531317-D605-42E0-8EB9-5C34E7512B0D}"/>
                </a:ext>
              </a:extLst>
            </p:cNvPr>
            <p:cNvSpPr/>
            <p:nvPr/>
          </p:nvSpPr>
          <p:spPr>
            <a:xfrm>
              <a:off x="423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Hexagon 2">
              <a:extLst>
                <a:ext uri="{FF2B5EF4-FFF2-40B4-BE49-F238E27FC236}">
                  <a16:creationId xmlns:a16="http://schemas.microsoft.com/office/drawing/2014/main" id="{EE130065-50E4-439E-8308-F148837AE964}"/>
                </a:ext>
              </a:extLst>
            </p:cNvPr>
            <p:cNvSpPr/>
            <p:nvPr/>
          </p:nvSpPr>
          <p:spPr>
            <a:xfrm>
              <a:off x="560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366710" y="896820"/>
            <a:ext cx="1530220" cy="1504560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10329110" y="896820"/>
            <a:ext cx="1530220" cy="1504560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2404310" y="2832646"/>
            <a:ext cx="1530220" cy="1504560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4385510" y="2832646"/>
            <a:ext cx="1530220" cy="1504560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AC98B69-C5CD-4535-8EAA-3D62AE6B2A24}"/>
              </a:ext>
            </a:extLst>
          </p:cNvPr>
          <p:cNvGrpSpPr/>
          <p:nvPr/>
        </p:nvGrpSpPr>
        <p:grpSpPr>
          <a:xfrm>
            <a:off x="8347910" y="2832646"/>
            <a:ext cx="1530220" cy="1504560"/>
            <a:chOff x="8347910" y="2832646"/>
            <a:chExt cx="1530220" cy="1504560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6E25BA31-AF75-4586-8E75-4BC8C99FAD3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Hexagon 127">
              <a:extLst>
                <a:ext uri="{FF2B5EF4-FFF2-40B4-BE49-F238E27FC236}">
                  <a16:creationId xmlns:a16="http://schemas.microsoft.com/office/drawing/2014/main" id="{2DE587BE-787C-467E-8496-DACB229B4AEE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0F77925-1E3E-4111-84F5-29F3B528AE6A}"/>
              </a:ext>
            </a:extLst>
          </p:cNvPr>
          <p:cNvGrpSpPr/>
          <p:nvPr/>
        </p:nvGrpSpPr>
        <p:grpSpPr>
          <a:xfrm>
            <a:off x="10329110" y="2832646"/>
            <a:ext cx="1530220" cy="1504560"/>
            <a:chOff x="10329110" y="2832646"/>
            <a:chExt cx="1530220" cy="1504560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9F376250-20A0-4E77-8966-9E472394B7D2}"/>
                </a:ext>
              </a:extLst>
            </p:cNvPr>
            <p:cNvSpPr/>
            <p:nvPr/>
          </p:nvSpPr>
          <p:spPr>
            <a:xfrm>
              <a:off x="10329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Hexagon 130">
              <a:extLst>
                <a:ext uri="{FF2B5EF4-FFF2-40B4-BE49-F238E27FC236}">
                  <a16:creationId xmlns:a16="http://schemas.microsoft.com/office/drawing/2014/main" id="{6861D526-BD01-4E70-94ED-CBF6574DA1CA}"/>
                </a:ext>
              </a:extLst>
            </p:cNvPr>
            <p:cNvSpPr/>
            <p:nvPr/>
          </p:nvSpPr>
          <p:spPr>
            <a:xfrm>
              <a:off x="10466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8D71AF79-8950-49D7-8E02-09602A372426}"/>
              </a:ext>
            </a:extLst>
          </p:cNvPr>
          <p:cNvGrpSpPr/>
          <p:nvPr/>
        </p:nvGrpSpPr>
        <p:grpSpPr>
          <a:xfrm>
            <a:off x="2404310" y="896820"/>
            <a:ext cx="1530220" cy="1504560"/>
            <a:chOff x="2404310" y="896820"/>
            <a:chExt cx="1530220" cy="1504560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2404310" y="896820"/>
              <a:ext cx="1530220" cy="15045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0B5AF812-68EC-4885-9664-52C7F5717EB9}"/>
                </a:ext>
              </a:extLst>
            </p:cNvPr>
            <p:cNvGrpSpPr/>
            <p:nvPr/>
          </p:nvGrpSpPr>
          <p:grpSpPr>
            <a:xfrm>
              <a:off x="3045584" y="1236244"/>
              <a:ext cx="247670" cy="1121176"/>
              <a:chOff x="10512878" y="403188"/>
              <a:chExt cx="328865" cy="1328528"/>
            </a:xfrm>
          </p:grpSpPr>
          <p:pic>
            <p:nvPicPr>
              <p:cNvPr id="133" name="Picture 132">
                <a:extLst>
                  <a:ext uri="{FF2B5EF4-FFF2-40B4-BE49-F238E27FC236}">
                    <a16:creationId xmlns:a16="http://schemas.microsoft.com/office/drawing/2014/main" id="{F53CA9A6-0CE4-4451-81F6-49D74FBBB4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747528" y="403188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931B3616-A87C-48CE-AD81-6675201FF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512878" y="434626"/>
                <a:ext cx="94215" cy="1006616"/>
              </a:xfrm>
              <a:prstGeom prst="rect">
                <a:avLst/>
              </a:prstGeom>
            </p:spPr>
          </p:pic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6400EF40-4B28-45FA-B466-29BA8F4D62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566217" flipH="1">
                <a:off x="10630202" y="725100"/>
                <a:ext cx="94215" cy="1006616"/>
              </a:xfrm>
              <a:prstGeom prst="rect">
                <a:avLst/>
              </a:prstGeom>
            </p:spPr>
          </p:pic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C3042E2-827C-448C-95FF-14B5C930F2F0}"/>
              </a:ext>
            </a:extLst>
          </p:cNvPr>
          <p:cNvGrpSpPr/>
          <p:nvPr/>
        </p:nvGrpSpPr>
        <p:grpSpPr>
          <a:xfrm>
            <a:off x="4385510" y="896820"/>
            <a:ext cx="1530220" cy="1504560"/>
            <a:chOff x="4385510" y="896820"/>
            <a:chExt cx="1530220" cy="15045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878429" y="1284548"/>
              <a:ext cx="273062" cy="857602"/>
            </a:xfrm>
            <a:prstGeom prst="rect">
              <a:avLst/>
            </a:prstGeom>
          </p:spPr>
        </p:pic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1B8BE2E4-B386-40C4-BB45-C4FBF1AB46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4901652" y="1543778"/>
              <a:ext cx="273062" cy="857602"/>
            </a:xfrm>
            <a:prstGeom prst="rect">
              <a:avLst/>
            </a:prstGeom>
          </p:spPr>
        </p:pic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D0690DDE-65C8-4E9E-A81A-EA3CD5391A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9785701">
              <a:off x="5149747" y="1208308"/>
              <a:ext cx="273062" cy="857602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43855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45231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9A4438C-AA80-47D7-BCAE-C3D0AC65531B}"/>
              </a:ext>
            </a:extLst>
          </p:cNvPr>
          <p:cNvGrpSpPr/>
          <p:nvPr/>
        </p:nvGrpSpPr>
        <p:grpSpPr>
          <a:xfrm>
            <a:off x="6366710" y="2832646"/>
            <a:ext cx="1530220" cy="1504560"/>
            <a:chOff x="6366710" y="2832646"/>
            <a:chExt cx="1530220" cy="1504560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BC8490A-BA37-42D5-A0BD-0F33A11B8A36}"/>
                </a:ext>
              </a:extLst>
            </p:cNvPr>
            <p:cNvGrpSpPr/>
            <p:nvPr/>
          </p:nvGrpSpPr>
          <p:grpSpPr>
            <a:xfrm>
              <a:off x="6790891" y="3255563"/>
              <a:ext cx="801403" cy="1002035"/>
              <a:chOff x="6790891" y="3255563"/>
              <a:chExt cx="801403" cy="1002035"/>
            </a:xfrm>
          </p:grpSpPr>
          <p:pic>
            <p:nvPicPr>
              <p:cNvPr id="150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FEBDD44B-8971-4F88-A0B2-E2D086C98F6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6790891" y="3298124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6A316C99-6662-4F5F-8216-C32ACFB4D6C8}"/>
                  </a:ext>
                </a:extLst>
              </p:cNvPr>
              <p:cNvGrpSpPr/>
              <p:nvPr/>
            </p:nvGrpSpPr>
            <p:grpSpPr>
              <a:xfrm rot="19819642">
                <a:off x="7216184" y="3255563"/>
                <a:ext cx="376110" cy="377517"/>
                <a:chOff x="9266739" y="4222422"/>
                <a:chExt cx="1355004" cy="1892178"/>
              </a:xfrm>
            </p:grpSpPr>
            <p:pic>
              <p:nvPicPr>
                <p:cNvPr id="152" name="Picture 151">
                  <a:extLst>
                    <a:ext uri="{FF2B5EF4-FFF2-40B4-BE49-F238E27FC236}">
                      <a16:creationId xmlns:a16="http://schemas.microsoft.com/office/drawing/2014/main" id="{E90DAFA1-CDD3-4A5C-9961-0598620EFB5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 rot="362829">
                  <a:off x="9299833" y="5499423"/>
                  <a:ext cx="1030423" cy="615177"/>
                </a:xfrm>
                <a:prstGeom prst="rect">
                  <a:avLst/>
                </a:prstGeom>
              </p:spPr>
            </p:pic>
            <p:pic>
              <p:nvPicPr>
                <p:cNvPr id="153" name="Picture 152">
                  <a:extLst>
                    <a:ext uri="{FF2B5EF4-FFF2-40B4-BE49-F238E27FC236}">
                      <a16:creationId xmlns:a16="http://schemas.microsoft.com/office/drawing/2014/main" id="{09CB0CD7-12A9-4C6C-BCE8-95F44D99451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 rot="20924075">
                  <a:off x="9916893" y="4222422"/>
                  <a:ext cx="704850" cy="1362075"/>
                </a:xfrm>
                <a:prstGeom prst="rect">
                  <a:avLst/>
                </a:prstGeom>
              </p:spPr>
            </p:pic>
            <p:pic>
              <p:nvPicPr>
                <p:cNvPr id="154" name="Picture 153">
                  <a:extLst>
                    <a:ext uri="{FF2B5EF4-FFF2-40B4-BE49-F238E27FC236}">
                      <a16:creationId xmlns:a16="http://schemas.microsoft.com/office/drawing/2014/main" id="{7F92DE24-BB79-4E52-9E3A-D36F43EC1CA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266739" y="4466503"/>
                  <a:ext cx="704850" cy="1078006"/>
                </a:xfrm>
                <a:prstGeom prst="rect">
                  <a:avLst/>
                </a:prstGeom>
              </p:spPr>
            </p:pic>
          </p:grpSp>
        </p:grpSp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423110" y="2832646"/>
            <a:ext cx="1530220" cy="1504560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8347910" y="896820"/>
            <a:ext cx="1530220" cy="1504560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DAFD0C5D-89D8-4FC9-8EF3-67565193686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54089" y="1529141"/>
            <a:ext cx="441135" cy="584091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F2797C66-BACF-47E8-AA59-64166F595E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9344" y="3485702"/>
            <a:ext cx="484951" cy="770217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52932889-6AB2-43E7-BE3D-469F7482A0C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51743" y="3484198"/>
            <a:ext cx="484951" cy="770217"/>
          </a:xfrm>
          <a:prstGeom prst="rect">
            <a:avLst/>
          </a:prstGeom>
        </p:spPr>
      </p:pic>
      <p:pic>
        <p:nvPicPr>
          <p:cNvPr id="81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27C9BB4E-8910-4FF4-A76E-74B3B27E6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10868085" y="3247436"/>
            <a:ext cx="415752" cy="212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81" descr="Shape&#10;&#10;Description automatically generated">
            <a:extLst>
              <a:ext uri="{FF2B5EF4-FFF2-40B4-BE49-F238E27FC236}">
                <a16:creationId xmlns:a16="http://schemas.microsoft.com/office/drawing/2014/main" id="{4AEAB95A-7172-4E6F-B170-46EFFD76D32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9004020" y="3128650"/>
            <a:ext cx="257669" cy="319725"/>
          </a:xfrm>
          <a:prstGeom prst="rect">
            <a:avLst/>
          </a:prstGeom>
        </p:spPr>
      </p:pic>
      <p:grpSp>
        <p:nvGrpSpPr>
          <p:cNvPr id="84" name="Group 83">
            <a:extLst>
              <a:ext uri="{FF2B5EF4-FFF2-40B4-BE49-F238E27FC236}">
                <a16:creationId xmlns:a16="http://schemas.microsoft.com/office/drawing/2014/main" id="{76130B37-6AF5-435A-925E-84B3E53619DF}"/>
              </a:ext>
            </a:extLst>
          </p:cNvPr>
          <p:cNvGrpSpPr/>
          <p:nvPr/>
        </p:nvGrpSpPr>
        <p:grpSpPr>
          <a:xfrm>
            <a:off x="423110" y="4691028"/>
            <a:ext cx="1530220" cy="1504560"/>
            <a:chOff x="8347910" y="2832646"/>
            <a:chExt cx="1530220" cy="1504560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80F6FE31-4BB0-4EF7-8A9E-7EF04D6F8524}"/>
                </a:ext>
              </a:extLst>
            </p:cNvPr>
            <p:cNvSpPr/>
            <p:nvPr/>
          </p:nvSpPr>
          <p:spPr>
            <a:xfrm>
              <a:off x="83479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Hexagon 85">
              <a:extLst>
                <a:ext uri="{FF2B5EF4-FFF2-40B4-BE49-F238E27FC236}">
                  <a16:creationId xmlns:a16="http://schemas.microsoft.com/office/drawing/2014/main" id="{EBF52E89-3C24-45F6-A26F-25C60888D96C}"/>
                </a:ext>
              </a:extLst>
            </p:cNvPr>
            <p:cNvSpPr/>
            <p:nvPr/>
          </p:nvSpPr>
          <p:spPr>
            <a:xfrm>
              <a:off x="84855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7" name="Picture 86">
            <a:extLst>
              <a:ext uri="{FF2B5EF4-FFF2-40B4-BE49-F238E27FC236}">
                <a16:creationId xmlns:a16="http://schemas.microsoft.com/office/drawing/2014/main" id="{34B4D528-5748-466F-BDC6-7D198DBEAA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4544" y="5282538"/>
            <a:ext cx="484951" cy="770217"/>
          </a:xfrm>
          <a:prstGeom prst="rect">
            <a:avLst/>
          </a:prstGeom>
        </p:spPr>
      </p:pic>
      <p:sp>
        <p:nvSpPr>
          <p:cNvPr id="89" name="Arrow: Right 88">
            <a:extLst>
              <a:ext uri="{FF2B5EF4-FFF2-40B4-BE49-F238E27FC236}">
                <a16:creationId xmlns:a16="http://schemas.microsoft.com/office/drawing/2014/main" id="{D541E215-E630-48DB-8C23-113AA90B5CDA}"/>
              </a:ext>
            </a:extLst>
          </p:cNvPr>
          <p:cNvSpPr/>
          <p:nvPr/>
        </p:nvSpPr>
        <p:spPr>
          <a:xfrm rot="16200000">
            <a:off x="575443" y="5416038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Arrow: Right 91">
            <a:extLst>
              <a:ext uri="{FF2B5EF4-FFF2-40B4-BE49-F238E27FC236}">
                <a16:creationId xmlns:a16="http://schemas.microsoft.com/office/drawing/2014/main" id="{059624F5-16FD-4DA1-900D-DAA19A1268F0}"/>
              </a:ext>
            </a:extLst>
          </p:cNvPr>
          <p:cNvSpPr/>
          <p:nvPr/>
        </p:nvSpPr>
        <p:spPr>
          <a:xfrm rot="16200000">
            <a:off x="1305485" y="5420596"/>
            <a:ext cx="497009" cy="210602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20EDF07-ABEC-4D99-AFD3-F4A653C25825}"/>
              </a:ext>
            </a:extLst>
          </p:cNvPr>
          <p:cNvGrpSpPr/>
          <p:nvPr/>
        </p:nvGrpSpPr>
        <p:grpSpPr>
          <a:xfrm>
            <a:off x="6274758" y="3079398"/>
            <a:ext cx="1007494" cy="939822"/>
            <a:chOff x="5330919" y="4897904"/>
            <a:chExt cx="1007494" cy="939822"/>
          </a:xfrm>
        </p:grpSpPr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0AB0F92-3A99-4434-AFE3-A89672E662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330919" y="5133416"/>
              <a:ext cx="648998" cy="704310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16B5D48B-17D4-409E-B487-966E14BC1A06}"/>
                </a:ext>
              </a:extLst>
            </p:cNvPr>
            <p:cNvGrpSpPr/>
            <p:nvPr/>
          </p:nvGrpSpPr>
          <p:grpSpPr>
            <a:xfrm rot="16533413">
              <a:off x="5722767" y="4873085"/>
              <a:ext cx="590827" cy="640465"/>
              <a:chOff x="4052911" y="4937513"/>
              <a:chExt cx="1077055" cy="1167544"/>
            </a:xfrm>
          </p:grpSpPr>
          <p:pic>
            <p:nvPicPr>
              <p:cNvPr id="91" name="Picture 2" descr="Lance Icon #332107 - Free Icons Library">
                <a:extLst>
                  <a:ext uri="{FF2B5EF4-FFF2-40B4-BE49-F238E27FC236}">
                    <a16:creationId xmlns:a16="http://schemas.microsoft.com/office/drawing/2014/main" id="{36600687-4174-4ED9-8200-D2DF3400D1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2" name="Picture 2" descr="Lance Icon #332107 - Free Icons Library">
                <a:extLst>
                  <a:ext uri="{FF2B5EF4-FFF2-40B4-BE49-F238E27FC236}">
                    <a16:creationId xmlns:a16="http://schemas.microsoft.com/office/drawing/2014/main" id="{CA2AC811-6885-4824-9757-72E31174BD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2" descr="Lance Icon #332107 - Free Icons Library">
                <a:extLst>
                  <a:ext uri="{FF2B5EF4-FFF2-40B4-BE49-F238E27FC236}">
                    <a16:creationId xmlns:a16="http://schemas.microsoft.com/office/drawing/2014/main" id="{5C8EB19D-B0ED-4943-8AB4-926D556F17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4F9E8C-0A55-4F21-A3DC-4B3F679081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6500" y="2935761"/>
            <a:ext cx="1022493" cy="1113198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023F660A-8776-4259-B59B-F460203E82E7}"/>
              </a:ext>
            </a:extLst>
          </p:cNvPr>
          <p:cNvGrpSpPr/>
          <p:nvPr/>
        </p:nvGrpSpPr>
        <p:grpSpPr>
          <a:xfrm>
            <a:off x="686320" y="3101642"/>
            <a:ext cx="961295" cy="845164"/>
            <a:chOff x="6194169" y="5424303"/>
            <a:chExt cx="961295" cy="845164"/>
          </a:xfrm>
        </p:grpSpPr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C398983D-9324-4EA2-AB41-F7189A151E5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94169" y="5424303"/>
              <a:ext cx="321197" cy="845164"/>
            </a:xfrm>
            <a:prstGeom prst="rect">
              <a:avLst/>
            </a:prstGeom>
          </p:spPr>
        </p:pic>
        <p:pic>
          <p:nvPicPr>
            <p:cNvPr id="83" name="Picture 82" descr="Icon&#10;&#10;Description automatically generated">
              <a:extLst>
                <a:ext uri="{FF2B5EF4-FFF2-40B4-BE49-F238E27FC236}">
                  <a16:creationId xmlns:a16="http://schemas.microsoft.com/office/drawing/2014/main" id="{F67915E7-8EF8-45F4-9D1B-63252046C9E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88"/>
            <a:stretch/>
          </p:blipFill>
          <p:spPr>
            <a:xfrm>
              <a:off x="6507956" y="5567381"/>
              <a:ext cx="647508" cy="681505"/>
            </a:xfrm>
            <a:prstGeom prst="rect">
              <a:avLst/>
            </a:prstGeom>
          </p:spPr>
        </p:pic>
      </p:grpSp>
      <p:pic>
        <p:nvPicPr>
          <p:cNvPr id="80" name="Picture 79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54B2D537-8E47-4FBA-9C27-C9FB91C8501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12" y="4932274"/>
            <a:ext cx="1024584" cy="102458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36168C40-9624-44D9-AD50-633421B20C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096" y="1254902"/>
            <a:ext cx="929088" cy="73582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DBF4AE1-086C-43B1-BBA1-7F1558D6099D}"/>
              </a:ext>
            </a:extLst>
          </p:cNvPr>
          <p:cNvGrpSpPr/>
          <p:nvPr/>
        </p:nvGrpSpPr>
        <p:grpSpPr>
          <a:xfrm>
            <a:off x="352772" y="769658"/>
            <a:ext cx="1530220" cy="1504560"/>
            <a:chOff x="352772" y="769658"/>
            <a:chExt cx="1530220" cy="15045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CACF6B-01BF-4CF6-B10C-B69DC97EA4B0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ardrop 11">
              <a:extLst>
                <a:ext uri="{FF2B5EF4-FFF2-40B4-BE49-F238E27FC236}">
                  <a16:creationId xmlns:a16="http://schemas.microsoft.com/office/drawing/2014/main" id="{E311E711-EDA8-429A-817D-3323BD141562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095E676-6F86-466E-B850-E997863AC062}"/>
              </a:ext>
            </a:extLst>
          </p:cNvPr>
          <p:cNvGrpSpPr/>
          <p:nvPr/>
        </p:nvGrpSpPr>
        <p:grpSpPr>
          <a:xfrm>
            <a:off x="2228464" y="769658"/>
            <a:ext cx="1530220" cy="1504560"/>
            <a:chOff x="2228464" y="769658"/>
            <a:chExt cx="1530220" cy="150456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117E808-8A94-408E-80C8-021AD555741D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ardrop 13">
              <a:extLst>
                <a:ext uri="{FF2B5EF4-FFF2-40B4-BE49-F238E27FC236}">
                  <a16:creationId xmlns:a16="http://schemas.microsoft.com/office/drawing/2014/main" id="{9F841645-CDC5-4F2C-8C9B-7576F2C8600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5979848" y="769658"/>
            <a:ext cx="1530220" cy="1533204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9731232" y="769658"/>
            <a:ext cx="1530220" cy="1504560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2F898E-F156-4070-AB85-FC8678F5EFDF}"/>
              </a:ext>
            </a:extLst>
          </p:cNvPr>
          <p:cNvGrpSpPr/>
          <p:nvPr/>
        </p:nvGrpSpPr>
        <p:grpSpPr>
          <a:xfrm>
            <a:off x="352772" y="2676720"/>
            <a:ext cx="1530220" cy="1504560"/>
            <a:chOff x="352772" y="769658"/>
            <a:chExt cx="1530220" cy="1504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42BF9A-11F8-469D-9C67-C3449A292604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ardrop 48">
              <a:extLst>
                <a:ext uri="{FF2B5EF4-FFF2-40B4-BE49-F238E27FC236}">
                  <a16:creationId xmlns:a16="http://schemas.microsoft.com/office/drawing/2014/main" id="{D7D4067E-0164-496A-AB4E-DB612D0BB968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214B4DB-A2DB-4D04-910F-874B7A08C0C3}"/>
              </a:ext>
            </a:extLst>
          </p:cNvPr>
          <p:cNvGrpSpPr/>
          <p:nvPr/>
        </p:nvGrpSpPr>
        <p:grpSpPr>
          <a:xfrm>
            <a:off x="2228464" y="2676720"/>
            <a:ext cx="1530220" cy="1504560"/>
            <a:chOff x="2228464" y="769658"/>
            <a:chExt cx="1530220" cy="150456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22B8026-19AD-4F2F-9B42-E3B7C115014A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ardrop 51">
              <a:extLst>
                <a:ext uri="{FF2B5EF4-FFF2-40B4-BE49-F238E27FC236}">
                  <a16:creationId xmlns:a16="http://schemas.microsoft.com/office/drawing/2014/main" id="{7B6F327F-D7CC-49B0-BEA8-019AEE1B2761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FC00529-23CE-4FCF-A50C-AA3AC5589DB0}"/>
              </a:ext>
            </a:extLst>
          </p:cNvPr>
          <p:cNvGrpSpPr/>
          <p:nvPr/>
        </p:nvGrpSpPr>
        <p:grpSpPr>
          <a:xfrm>
            <a:off x="4104156" y="2676720"/>
            <a:ext cx="1530220" cy="1504560"/>
            <a:chOff x="352772" y="769658"/>
            <a:chExt cx="1530220" cy="15045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CBDC72C-4EFD-4B41-832D-96B950A562D1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ardrop 54">
              <a:extLst>
                <a:ext uri="{FF2B5EF4-FFF2-40B4-BE49-F238E27FC236}">
                  <a16:creationId xmlns:a16="http://schemas.microsoft.com/office/drawing/2014/main" id="{811C71B9-307D-4216-BB63-5F451D2640CD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CD8C3D4-B16E-415E-A11E-86B7F408E189}"/>
              </a:ext>
            </a:extLst>
          </p:cNvPr>
          <p:cNvGrpSpPr/>
          <p:nvPr/>
        </p:nvGrpSpPr>
        <p:grpSpPr>
          <a:xfrm>
            <a:off x="5979848" y="2676720"/>
            <a:ext cx="1530220" cy="1504560"/>
            <a:chOff x="2228464" y="769658"/>
            <a:chExt cx="1530220" cy="1504560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A6F9E373-F494-4A64-94D4-A1978CB86B0F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ardrop 57">
              <a:extLst>
                <a:ext uri="{FF2B5EF4-FFF2-40B4-BE49-F238E27FC236}">
                  <a16:creationId xmlns:a16="http://schemas.microsoft.com/office/drawing/2014/main" id="{137246EC-676C-4426-8DB7-D3C1758B6189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1F0D551-45BF-4CDD-8F99-E2B349392D24}"/>
              </a:ext>
            </a:extLst>
          </p:cNvPr>
          <p:cNvGrpSpPr/>
          <p:nvPr/>
        </p:nvGrpSpPr>
        <p:grpSpPr>
          <a:xfrm>
            <a:off x="7855540" y="2676720"/>
            <a:ext cx="1530220" cy="1504560"/>
            <a:chOff x="352772" y="769658"/>
            <a:chExt cx="1530220" cy="1504560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E351B2A-3565-44BD-9E25-E72A95F711CA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Teardrop 60">
              <a:extLst>
                <a:ext uri="{FF2B5EF4-FFF2-40B4-BE49-F238E27FC236}">
                  <a16:creationId xmlns:a16="http://schemas.microsoft.com/office/drawing/2014/main" id="{C2727429-F34B-476D-AB34-AD9E65C36467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8292B91-F03C-4590-94F5-41F22747A8E2}"/>
              </a:ext>
            </a:extLst>
          </p:cNvPr>
          <p:cNvGrpSpPr/>
          <p:nvPr/>
        </p:nvGrpSpPr>
        <p:grpSpPr>
          <a:xfrm>
            <a:off x="9731232" y="2676720"/>
            <a:ext cx="1530220" cy="1504560"/>
            <a:chOff x="2228464" y="769658"/>
            <a:chExt cx="1530220" cy="1504560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9FE2E93B-D854-4C4B-968B-14061D22E4B3}"/>
                </a:ext>
              </a:extLst>
            </p:cNvPr>
            <p:cNvSpPr/>
            <p:nvPr/>
          </p:nvSpPr>
          <p:spPr>
            <a:xfrm>
              <a:off x="2228464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Teardrop 63">
              <a:extLst>
                <a:ext uri="{FF2B5EF4-FFF2-40B4-BE49-F238E27FC236}">
                  <a16:creationId xmlns:a16="http://schemas.microsoft.com/office/drawing/2014/main" id="{C9FB5D00-DE57-4CCA-B2A9-F0D18C3345C3}"/>
                </a:ext>
              </a:extLst>
            </p:cNvPr>
            <p:cNvSpPr/>
            <p:nvPr/>
          </p:nvSpPr>
          <p:spPr>
            <a:xfrm>
              <a:off x="2385646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6F4695A-992C-43DE-8DF7-95F632AF5AF5}"/>
              </a:ext>
            </a:extLst>
          </p:cNvPr>
          <p:cNvGrpSpPr/>
          <p:nvPr/>
        </p:nvGrpSpPr>
        <p:grpSpPr>
          <a:xfrm>
            <a:off x="352772" y="4591705"/>
            <a:ext cx="1530220" cy="1504560"/>
            <a:chOff x="352772" y="769658"/>
            <a:chExt cx="1530220" cy="1504560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E743758-DB4C-4612-9354-CD469FCDA466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ardrop 66">
              <a:extLst>
                <a:ext uri="{FF2B5EF4-FFF2-40B4-BE49-F238E27FC236}">
                  <a16:creationId xmlns:a16="http://schemas.microsoft.com/office/drawing/2014/main" id="{5561F6FA-6BDB-4004-8EB6-FA354CC9D255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70DD3B4B-C93D-48CE-843C-42D1BFAFABE7}"/>
              </a:ext>
            </a:extLst>
          </p:cNvPr>
          <p:cNvGrpSpPr/>
          <p:nvPr/>
        </p:nvGrpSpPr>
        <p:grpSpPr>
          <a:xfrm>
            <a:off x="2501689" y="1177784"/>
            <a:ext cx="976948" cy="812944"/>
            <a:chOff x="3594680" y="5038390"/>
            <a:chExt cx="976948" cy="812944"/>
          </a:xfrm>
        </p:grpSpPr>
        <p:pic>
          <p:nvPicPr>
            <p:cNvPr id="69" name="Picture 2" descr="Lance Icon #332107 - Free Icons Library">
              <a:extLst>
                <a:ext uri="{FF2B5EF4-FFF2-40B4-BE49-F238E27FC236}">
                  <a16:creationId xmlns:a16="http://schemas.microsoft.com/office/drawing/2014/main" id="{0DBF0E08-A868-4346-BE3C-20FD81F6CF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94680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2" descr="Lance Icon #332107 - Free Icons Library">
              <a:extLst>
                <a:ext uri="{FF2B5EF4-FFF2-40B4-BE49-F238E27FC236}">
                  <a16:creationId xmlns:a16="http://schemas.microsoft.com/office/drawing/2014/main" id="{E6DC9AD1-0D15-4FA7-A657-FD8C601FF55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3758684" y="5038390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B3E87B3-5A12-4019-BB45-079F9DD001BC}"/>
              </a:ext>
            </a:extLst>
          </p:cNvPr>
          <p:cNvGrpSpPr/>
          <p:nvPr/>
        </p:nvGrpSpPr>
        <p:grpSpPr>
          <a:xfrm>
            <a:off x="4104156" y="769658"/>
            <a:ext cx="1530220" cy="1504560"/>
            <a:chOff x="352772" y="769658"/>
            <a:chExt cx="1530220" cy="150456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6D75A91-62F4-43D2-AA77-781AA4CAF8C2}"/>
                </a:ext>
              </a:extLst>
            </p:cNvPr>
            <p:cNvSpPr/>
            <p:nvPr/>
          </p:nvSpPr>
          <p:spPr>
            <a:xfrm>
              <a:off x="352772" y="769658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C78D89A9-F8D3-4771-A077-65787E4FC40E}"/>
                </a:ext>
              </a:extLst>
            </p:cNvPr>
            <p:cNvSpPr/>
            <p:nvPr/>
          </p:nvSpPr>
          <p:spPr>
            <a:xfrm>
              <a:off x="509954" y="1011115"/>
              <a:ext cx="1209034" cy="1223400"/>
            </a:xfrm>
            <a:prstGeom prst="teardrop">
              <a:avLst>
                <a:gd name="adj" fmla="val 10000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D1793951-60EE-416E-97BC-FD54A857293F}"/>
              </a:ext>
            </a:extLst>
          </p:cNvPr>
          <p:cNvGrpSpPr/>
          <p:nvPr/>
        </p:nvGrpSpPr>
        <p:grpSpPr>
          <a:xfrm>
            <a:off x="4392672" y="1011115"/>
            <a:ext cx="1077055" cy="1167544"/>
            <a:chOff x="4052911" y="4937513"/>
            <a:chExt cx="1077055" cy="1167544"/>
          </a:xfrm>
        </p:grpSpPr>
        <p:pic>
          <p:nvPicPr>
            <p:cNvPr id="72" name="Picture 2" descr="Lance Icon #332107 - Free Icons Library">
              <a:extLst>
                <a:ext uri="{FF2B5EF4-FFF2-40B4-BE49-F238E27FC236}">
                  <a16:creationId xmlns:a16="http://schemas.microsoft.com/office/drawing/2014/main" id="{062F49E8-C7DE-4EE5-A04D-0ED6178CC0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911" y="49375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Lance Icon #332107 - Free Icons Library">
              <a:extLst>
                <a:ext uri="{FF2B5EF4-FFF2-40B4-BE49-F238E27FC236}">
                  <a16:creationId xmlns:a16="http://schemas.microsoft.com/office/drawing/2014/main" id="{F50473B2-6B1C-4B02-B6F0-2FBF1E6F75D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17022" y="5010105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Lance Icon #332107 - Free Icons Library">
              <a:extLst>
                <a:ext uri="{FF2B5EF4-FFF2-40B4-BE49-F238E27FC236}">
                  <a16:creationId xmlns:a16="http://schemas.microsoft.com/office/drawing/2014/main" id="{780F8B70-19B5-4C7A-83FC-87DA55D4CEC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11343" y="5292113"/>
              <a:ext cx="812944" cy="8129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7855540" y="769658"/>
            <a:ext cx="1530220" cy="1504560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pic>
        <p:nvPicPr>
          <p:cNvPr id="102" name="Picture 101">
            <a:extLst>
              <a:ext uri="{FF2B5EF4-FFF2-40B4-BE49-F238E27FC236}">
                <a16:creationId xmlns:a16="http://schemas.microsoft.com/office/drawing/2014/main" id="{C8E909E2-06E2-4FA9-A98F-BB951140B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356" y="3197154"/>
            <a:ext cx="648998" cy="704310"/>
          </a:xfrm>
          <a:prstGeom prst="rect">
            <a:avLst/>
          </a:prstGeom>
        </p:spPr>
      </p:pic>
      <p:pic>
        <p:nvPicPr>
          <p:cNvPr id="105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29834DED-EA34-43D8-88DA-BED7F90B6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8189691" y="3178514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1E8B8732-C418-4E1B-A18A-C4A0FB0470F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428205" y="3015261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FAEE4A56-EE82-47C1-9109-8574C46EAD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10000658" y="3391528"/>
            <a:ext cx="855094" cy="627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1025" name="Group 1024">
            <a:extLst>
              <a:ext uri="{FF2B5EF4-FFF2-40B4-BE49-F238E27FC236}">
                <a16:creationId xmlns:a16="http://schemas.microsoft.com/office/drawing/2014/main" id="{DCB68CFC-A675-4266-AA55-38103C9DE42B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2249647" y="3140207"/>
            <a:chExt cx="2116017" cy="1853822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49647" y="3191608"/>
              <a:ext cx="1992924" cy="1793632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2438399" y="3560885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2583473" y="3191608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3458621" y="336305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4242571" y="35608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4165746" y="3930160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2365130" y="393015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2311192" y="445769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2706566" y="458958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3581714" y="4862144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4142612" y="4391756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3040392" y="3140207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4053504" y="3272089"/>
              <a:ext cx="123093" cy="13188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C055E5F-81B3-4AE8-8041-77EE870DD4FD}"/>
              </a:ext>
            </a:extLst>
          </p:cNvPr>
          <p:cNvGrpSpPr/>
          <p:nvPr/>
        </p:nvGrpSpPr>
        <p:grpSpPr>
          <a:xfrm>
            <a:off x="9914173" y="4085927"/>
            <a:ext cx="1032257" cy="1031680"/>
            <a:chOff x="7785498" y="1295721"/>
            <a:chExt cx="1032257" cy="103168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38AEAFF4-B5AF-435F-97A5-1FFA75A355BC}"/>
                </a:ext>
              </a:extLst>
            </p:cNvPr>
            <p:cNvGrpSpPr/>
            <p:nvPr/>
          </p:nvGrpSpPr>
          <p:grpSpPr>
            <a:xfrm>
              <a:off x="7785498" y="1295721"/>
              <a:ext cx="224894" cy="458529"/>
              <a:chOff x="1671579" y="3879426"/>
              <a:chExt cx="609600" cy="896782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D4E4B994-68A7-4916-AA63-0A6018FFDB09}"/>
                  </a:ext>
                </a:extLst>
              </p:cNvPr>
              <p:cNvSpPr/>
              <p:nvPr/>
            </p:nvSpPr>
            <p:spPr>
              <a:xfrm rot="2311362">
                <a:off x="1817486" y="3879426"/>
                <a:ext cx="132212" cy="3114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9927CEF7-1D85-424D-A1B6-C996EE3B56D6}"/>
                  </a:ext>
                </a:extLst>
              </p:cNvPr>
              <p:cNvSpPr/>
              <p:nvPr/>
            </p:nvSpPr>
            <p:spPr>
              <a:xfrm rot="19763709">
                <a:off x="1792679" y="4464272"/>
                <a:ext cx="126736" cy="3119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Arrow: Right 105">
                <a:extLst>
                  <a:ext uri="{FF2B5EF4-FFF2-40B4-BE49-F238E27FC236}">
                    <a16:creationId xmlns:a16="http://schemas.microsoft.com/office/drawing/2014/main" id="{62D1CE95-D439-45AC-BC21-7BBE6909A7EA}"/>
                  </a:ext>
                </a:extLst>
              </p:cNvPr>
              <p:cNvSpPr/>
              <p:nvPr/>
            </p:nvSpPr>
            <p:spPr>
              <a:xfrm rot="10800000">
                <a:off x="1671579" y="4268791"/>
                <a:ext cx="609600" cy="114300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0F9AD695-3277-40E1-A647-747BD7625D0A}"/>
                </a:ext>
              </a:extLst>
            </p:cNvPr>
            <p:cNvGrpSpPr/>
            <p:nvPr/>
          </p:nvGrpSpPr>
          <p:grpSpPr>
            <a:xfrm>
              <a:off x="8027533" y="1417306"/>
              <a:ext cx="790222" cy="910095"/>
              <a:chOff x="4336171" y="5052482"/>
              <a:chExt cx="790222" cy="910095"/>
            </a:xfrm>
          </p:grpSpPr>
          <p:pic>
            <p:nvPicPr>
              <p:cNvPr id="102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A730B49B-33AE-4E33-BBC3-E8DD9283B3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7913E8A-8EC2-4046-ABA2-58C24679BB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075482" y="4656818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10</Words>
  <Application>Microsoft Office PowerPoint</Application>
  <PresentationFormat>Widescreen</PresentationFormat>
  <Paragraphs>10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58</cp:revision>
  <dcterms:created xsi:type="dcterms:W3CDTF">2022-01-10T19:03:27Z</dcterms:created>
  <dcterms:modified xsi:type="dcterms:W3CDTF">2022-02-27T01:39:16Z</dcterms:modified>
</cp:coreProperties>
</file>