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56" r:id="rId3"/>
    <p:sldId id="262" r:id="rId4"/>
    <p:sldId id="268" r:id="rId5"/>
    <p:sldId id="263" r:id="rId6"/>
    <p:sldId id="265" r:id="rId7"/>
    <p:sldId id="261" r:id="rId8"/>
    <p:sldId id="266" r:id="rId9"/>
    <p:sldId id="258" r:id="rId10"/>
    <p:sldId id="259" r:id="rId11"/>
    <p:sldId id="275" r:id="rId12"/>
    <p:sldId id="276" r:id="rId13"/>
    <p:sldId id="277" r:id="rId14"/>
    <p:sldId id="273" r:id="rId15"/>
    <p:sldId id="267" r:id="rId16"/>
    <p:sldId id="264" r:id="rId17"/>
    <p:sldId id="260" r:id="rId18"/>
    <p:sldId id="257" r:id="rId19"/>
    <p:sldId id="269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2D024C-29AF-46A0-B93B-BCDB7136CBAA}" v="900" dt="2026-06-29T01:57:58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6196" autoAdjust="0"/>
  </p:normalViewPr>
  <p:slideViewPr>
    <p:cSldViewPr snapToGrid="0">
      <p:cViewPr>
        <p:scale>
          <a:sx n="150" d="100"/>
          <a:sy n="150" d="100"/>
        </p:scale>
        <p:origin x="-254" y="-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Liu" userId="90be106ec4cd2753" providerId="LiveId" clId="{237E95D0-D23C-403D-984D-EEE7276E55B7}"/>
    <pc:docChg chg="undo custSel addSld delSld modSld sldOrd">
      <pc:chgData name="Alexander Liu" userId="90be106ec4cd2753" providerId="LiveId" clId="{237E95D0-D23C-403D-984D-EEE7276E55B7}" dt="2026-06-29T01:59:37.863" v="2748" actId="20577"/>
      <pc:docMkLst>
        <pc:docMk/>
      </pc:docMkLst>
      <pc:sldChg chg="addSp delSp modSp mod">
        <pc:chgData name="Alexander Liu" userId="90be106ec4cd2753" providerId="LiveId" clId="{237E95D0-D23C-403D-984D-EEE7276E55B7}" dt="2026-06-20T13:46:55.121" v="469" actId="478"/>
        <pc:sldMkLst>
          <pc:docMk/>
          <pc:sldMk cId="1609290417" sldId="256"/>
        </pc:sldMkLst>
        <pc:spChg chg="mod">
          <ac:chgData name="Alexander Liu" userId="90be106ec4cd2753" providerId="LiveId" clId="{237E95D0-D23C-403D-984D-EEE7276E55B7}" dt="2026-06-12T03:52:05.083" v="2" actId="165"/>
          <ac:spMkLst>
            <pc:docMk/>
            <pc:sldMk cId="1609290417" sldId="256"/>
            <ac:spMk id="78" creationId="{0414A2FE-CF95-15BB-88AA-BB56EE5E0D54}"/>
          </ac:spMkLst>
        </pc:spChg>
        <pc:spChg chg="mod">
          <ac:chgData name="Alexander Liu" userId="90be106ec4cd2753" providerId="LiveId" clId="{237E95D0-D23C-403D-984D-EEE7276E55B7}" dt="2026-06-12T03:52:05.083" v="2" actId="165"/>
          <ac:spMkLst>
            <pc:docMk/>
            <pc:sldMk cId="1609290417" sldId="256"/>
            <ac:spMk id="79" creationId="{3F3DBD44-69B9-C6D5-AC2F-36E38E757367}"/>
          </ac:spMkLst>
        </pc:spChg>
        <pc:spChg chg="mod">
          <ac:chgData name="Alexander Liu" userId="90be106ec4cd2753" providerId="LiveId" clId="{237E95D0-D23C-403D-984D-EEE7276E55B7}" dt="2026-06-12T03:52:12.172" v="4"/>
          <ac:spMkLst>
            <pc:docMk/>
            <pc:sldMk cId="1609290417" sldId="256"/>
            <ac:spMk id="96" creationId="{029E786E-2C3E-F32D-DB03-18FE27FBC18F}"/>
          </ac:spMkLst>
        </pc:spChg>
        <pc:spChg chg="mod">
          <ac:chgData name="Alexander Liu" userId="90be106ec4cd2753" providerId="LiveId" clId="{237E95D0-D23C-403D-984D-EEE7276E55B7}" dt="2026-06-12T03:52:12.172" v="4"/>
          <ac:spMkLst>
            <pc:docMk/>
            <pc:sldMk cId="1609290417" sldId="256"/>
            <ac:spMk id="97" creationId="{1F48EE0C-2E55-C5D6-D421-AC2C81E14C0E}"/>
          </ac:spMkLst>
        </pc:spChg>
        <pc:spChg chg="mod">
          <ac:chgData name="Alexander Liu" userId="90be106ec4cd2753" providerId="LiveId" clId="{237E95D0-D23C-403D-984D-EEE7276E55B7}" dt="2026-06-12T03:54:27.935" v="30"/>
          <ac:spMkLst>
            <pc:docMk/>
            <pc:sldMk cId="1609290417" sldId="256"/>
            <ac:spMk id="181" creationId="{4E4F52CD-35E4-9E68-B689-9325B59D7D9D}"/>
          </ac:spMkLst>
        </pc:spChg>
        <pc:spChg chg="mod">
          <ac:chgData name="Alexander Liu" userId="90be106ec4cd2753" providerId="LiveId" clId="{237E95D0-D23C-403D-984D-EEE7276E55B7}" dt="2026-06-12T03:54:27.935" v="30"/>
          <ac:spMkLst>
            <pc:docMk/>
            <pc:sldMk cId="1609290417" sldId="256"/>
            <ac:spMk id="182" creationId="{5D642FBF-190A-463D-6968-02400D94A26C}"/>
          </ac:spMkLst>
        </pc:spChg>
        <pc:spChg chg="mod">
          <ac:chgData name="Alexander Liu" userId="90be106ec4cd2753" providerId="LiveId" clId="{237E95D0-D23C-403D-984D-EEE7276E55B7}" dt="2026-06-12T03:59:05.132" v="50"/>
          <ac:spMkLst>
            <pc:docMk/>
            <pc:sldMk cId="1609290417" sldId="256"/>
            <ac:spMk id="185" creationId="{CD6C2C0D-7C3F-52D8-BC7D-D0536D488975}"/>
          </ac:spMkLst>
        </pc:spChg>
        <pc:spChg chg="mod">
          <ac:chgData name="Alexander Liu" userId="90be106ec4cd2753" providerId="LiveId" clId="{237E95D0-D23C-403D-984D-EEE7276E55B7}" dt="2026-06-12T03:59:05.132" v="50"/>
          <ac:spMkLst>
            <pc:docMk/>
            <pc:sldMk cId="1609290417" sldId="256"/>
            <ac:spMk id="186" creationId="{601D9180-7BF8-0DF9-4D64-49EFA7FBA81E}"/>
          </ac:spMkLst>
        </pc:spChg>
        <pc:grpChg chg="mod">
          <ac:chgData name="Alexander Liu" userId="90be106ec4cd2753" providerId="LiveId" clId="{237E95D0-D23C-403D-984D-EEE7276E55B7}" dt="2026-06-12T03:52:25.316" v="10" actId="1076"/>
          <ac:grpSpMkLst>
            <pc:docMk/>
            <pc:sldMk cId="1609290417" sldId="256"/>
            <ac:grpSpMk id="9" creationId="{90681C36-AF45-DC05-E144-134382E3D700}"/>
          </ac:grpSpMkLst>
        </pc:grpChg>
        <pc:grpChg chg="add mod">
          <ac:chgData name="Alexander Liu" userId="90be106ec4cd2753" providerId="LiveId" clId="{237E95D0-D23C-403D-984D-EEE7276E55B7}" dt="2026-06-12T03:59:07.262" v="51" actId="1076"/>
          <ac:grpSpMkLst>
            <pc:docMk/>
            <pc:sldMk cId="1609290417" sldId="256"/>
            <ac:grpSpMk id="80" creationId="{1F10FF40-1B32-8B9F-891E-9F0E77D586D2}"/>
          </ac:grpSpMkLst>
        </pc:grpChg>
        <pc:grpChg chg="add mod">
          <ac:chgData name="Alexander Liu" userId="90be106ec4cd2753" providerId="LiveId" clId="{237E95D0-D23C-403D-984D-EEE7276E55B7}" dt="2026-06-12T03:54:31.646" v="31" actId="1076"/>
          <ac:grpSpMkLst>
            <pc:docMk/>
            <pc:sldMk cId="1609290417" sldId="256"/>
            <ac:grpSpMk id="180" creationId="{306D7030-685E-E649-9381-ED4DD1B4F446}"/>
          </ac:grpSpMkLst>
        </pc:grpChg>
        <pc:grpChg chg="add mod">
          <ac:chgData name="Alexander Liu" userId="90be106ec4cd2753" providerId="LiveId" clId="{237E95D0-D23C-403D-984D-EEE7276E55B7}" dt="2026-06-12T03:59:05.132" v="50"/>
          <ac:grpSpMkLst>
            <pc:docMk/>
            <pc:sldMk cId="1609290417" sldId="256"/>
            <ac:grpSpMk id="184" creationId="{90FBE69C-22C0-BED7-908E-4D8E5F96A628}"/>
          </ac:grpSpMkLst>
        </pc:grpChg>
        <pc:picChg chg="add mod">
          <ac:chgData name="Alexander Liu" userId="90be106ec4cd2753" providerId="LiveId" clId="{237E95D0-D23C-403D-984D-EEE7276E55B7}" dt="2026-06-12T03:55:34.649" v="44" actId="1076"/>
          <ac:picMkLst>
            <pc:docMk/>
            <pc:sldMk cId="1609290417" sldId="256"/>
            <ac:picMk id="178" creationId="{27BDAD68-2489-135D-4257-74922DF845AB}"/>
          </ac:picMkLst>
        </pc:picChg>
        <pc:picChg chg="add mod">
          <ac:chgData name="Alexander Liu" userId="90be106ec4cd2753" providerId="LiveId" clId="{237E95D0-D23C-403D-984D-EEE7276E55B7}" dt="2026-06-12T03:55:15.432" v="43" actId="1076"/>
          <ac:picMkLst>
            <pc:docMk/>
            <pc:sldMk cId="1609290417" sldId="256"/>
            <ac:picMk id="179" creationId="{4F564EFD-0D45-5AE0-B7E4-C6E6BEC9AA81}"/>
          </ac:picMkLst>
        </pc:picChg>
        <pc:picChg chg="add mod">
          <ac:chgData name="Alexander Liu" userId="90be106ec4cd2753" providerId="LiveId" clId="{237E95D0-D23C-403D-984D-EEE7276E55B7}" dt="2026-06-12T04:00:06.917" v="68" actId="1076"/>
          <ac:picMkLst>
            <pc:docMk/>
            <pc:sldMk cId="1609290417" sldId="256"/>
            <ac:picMk id="183" creationId="{AB7A3032-985F-15F3-1C30-A081438CBFE3}"/>
          </ac:picMkLst>
        </pc:picChg>
        <pc:picChg chg="add mod">
          <ac:chgData name="Alexander Liu" userId="90be106ec4cd2753" providerId="LiveId" clId="{237E95D0-D23C-403D-984D-EEE7276E55B7}" dt="2026-06-12T04:00:10.125" v="70" actId="1076"/>
          <ac:picMkLst>
            <pc:docMk/>
            <pc:sldMk cId="1609290417" sldId="256"/>
            <ac:picMk id="188" creationId="{47DE4255-B5DC-5099-7A92-CE771288BD34}"/>
          </ac:picMkLst>
        </pc:picChg>
      </pc:sldChg>
      <pc:sldChg chg="modSp">
        <pc:chgData name="Alexander Liu" userId="90be106ec4cd2753" providerId="LiveId" clId="{237E95D0-D23C-403D-984D-EEE7276E55B7}" dt="2026-06-20T14:42:45.072" v="688" actId="1076"/>
        <pc:sldMkLst>
          <pc:docMk/>
          <pc:sldMk cId="1865514669" sldId="257"/>
        </pc:sldMkLst>
        <pc:picChg chg="mod">
          <ac:chgData name="Alexander Liu" userId="90be106ec4cd2753" providerId="LiveId" clId="{237E95D0-D23C-403D-984D-EEE7276E55B7}" dt="2026-06-20T14:42:45.072" v="688" actId="1076"/>
          <ac:picMkLst>
            <pc:docMk/>
            <pc:sldMk cId="1865514669" sldId="257"/>
            <ac:picMk id="1030" creationId="{21A9D44F-F425-40FE-9791-66BB4F1FFFF1}"/>
          </ac:picMkLst>
        </pc:picChg>
      </pc:sldChg>
      <pc:sldChg chg="modSp mod">
        <pc:chgData name="Alexander Liu" userId="90be106ec4cd2753" providerId="LiveId" clId="{237E95D0-D23C-403D-984D-EEE7276E55B7}" dt="2026-06-26T00:08:31.674" v="978" actId="1076"/>
        <pc:sldMkLst>
          <pc:docMk/>
          <pc:sldMk cId="2189005963" sldId="258"/>
        </pc:sldMkLst>
        <pc:spChg chg="mod">
          <ac:chgData name="Alexander Liu" userId="90be106ec4cd2753" providerId="LiveId" clId="{237E95D0-D23C-403D-984D-EEE7276E55B7}" dt="2026-06-26T00:06:38.904" v="950" actId="14100"/>
          <ac:spMkLst>
            <pc:docMk/>
            <pc:sldMk cId="2189005963" sldId="258"/>
            <ac:spMk id="25" creationId="{4A320E55-7754-80B3-A576-FB5634A38944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29" creationId="{91A5A8F9-5980-1290-16FA-15F147DFE708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31" creationId="{CA8A9906-636A-763E-65B9-7D69D66DA3D7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34" creationId="{28C41BA0-F686-807D-931F-AB9BC2F3B0AB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35" creationId="{F971E2A3-C325-C409-D4C3-07E5F2938BFB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38" creationId="{D71C4AA1-CE45-2210-177F-1A852E60AD5D}"/>
          </ac:spMkLst>
        </pc:spChg>
        <pc:spChg chg="mod">
          <ac:chgData name="Alexander Liu" userId="90be106ec4cd2753" providerId="LiveId" clId="{237E95D0-D23C-403D-984D-EEE7276E55B7}" dt="2026-06-26T00:07:32.886" v="966" actId="1076"/>
          <ac:spMkLst>
            <pc:docMk/>
            <pc:sldMk cId="2189005963" sldId="258"/>
            <ac:spMk id="39" creationId="{3BC5265A-7F01-8643-49D3-3FB7BA2D38CA}"/>
          </ac:spMkLst>
        </pc:spChg>
        <pc:spChg chg="mod">
          <ac:chgData name="Alexander Liu" userId="90be106ec4cd2753" providerId="LiveId" clId="{237E95D0-D23C-403D-984D-EEE7276E55B7}" dt="2026-06-26T00:07:20.781" v="963" actId="1076"/>
          <ac:spMkLst>
            <pc:docMk/>
            <pc:sldMk cId="2189005963" sldId="258"/>
            <ac:spMk id="49" creationId="{56E71D84-9EC7-40BA-BB84-CAEA1392B73D}"/>
          </ac:spMkLst>
        </pc:spChg>
        <pc:spChg chg="mod">
          <ac:chgData name="Alexander Liu" userId="90be106ec4cd2753" providerId="LiveId" clId="{237E95D0-D23C-403D-984D-EEE7276E55B7}" dt="2026-06-26T00:07:20.781" v="963" actId="1076"/>
          <ac:spMkLst>
            <pc:docMk/>
            <pc:sldMk cId="2189005963" sldId="258"/>
            <ac:spMk id="50" creationId="{38C9E609-A0BB-4FF7-A0E7-C3D7ADBD3099}"/>
          </ac:spMkLst>
        </pc:spChg>
        <pc:spChg chg="mod">
          <ac:chgData name="Alexander Liu" userId="90be106ec4cd2753" providerId="LiveId" clId="{237E95D0-D23C-403D-984D-EEE7276E55B7}" dt="2026-06-26T00:06:52.381" v="960" actId="1037"/>
          <ac:spMkLst>
            <pc:docMk/>
            <pc:sldMk cId="2189005963" sldId="258"/>
            <ac:spMk id="52" creationId="{62E64607-D0B0-40D2-B9FF-E7E2E56C43C9}"/>
          </ac:spMkLst>
        </pc:spChg>
        <pc:spChg chg="mod">
          <ac:chgData name="Alexander Liu" userId="90be106ec4cd2753" providerId="LiveId" clId="{237E95D0-D23C-403D-984D-EEE7276E55B7}" dt="2026-06-26T00:06:52.381" v="960" actId="1037"/>
          <ac:spMkLst>
            <pc:docMk/>
            <pc:sldMk cId="2189005963" sldId="258"/>
            <ac:spMk id="53" creationId="{F8C66FFA-D80F-4DA0-AA83-80A0C856B494}"/>
          </ac:spMkLst>
        </pc:spChg>
        <pc:spChg chg="mod">
          <ac:chgData name="Alexander Liu" userId="90be106ec4cd2753" providerId="LiveId" clId="{237E95D0-D23C-403D-984D-EEE7276E55B7}" dt="2026-06-26T00:07:20.781" v="963" actId="1076"/>
          <ac:spMkLst>
            <pc:docMk/>
            <pc:sldMk cId="2189005963" sldId="258"/>
            <ac:spMk id="58" creationId="{AAEA1AA8-510A-4F56-A455-B11F43DC1AFE}"/>
          </ac:spMkLst>
        </pc:spChg>
        <pc:spChg chg="mod">
          <ac:chgData name="Alexander Liu" userId="90be106ec4cd2753" providerId="LiveId" clId="{237E95D0-D23C-403D-984D-EEE7276E55B7}" dt="2026-06-26T00:07:20.781" v="963" actId="1076"/>
          <ac:spMkLst>
            <pc:docMk/>
            <pc:sldMk cId="2189005963" sldId="258"/>
            <ac:spMk id="59" creationId="{F8FC61E8-09A7-411A-AA4C-16BD4AF94173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64" creationId="{8047BAEA-1357-4535-B3BD-5C7B0C989154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65" creationId="{6712D7F3-57C0-450B-84DD-390ECE55AF5A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76" creationId="{02239135-859E-43A9-BD55-97B59219A066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107" creationId="{C70F49EC-5CB3-737A-C730-980AA21F130F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137" creationId="{C650AF9B-FF02-420E-A121-DF986C84ECCD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164" creationId="{7E2506C0-1BD0-C3AF-73B7-2EADF08859EC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165" creationId="{3F26E3FF-49D4-6A4F-81C5-960C9B6F4D31}"/>
          </ac:spMkLst>
        </pc:spChg>
        <pc:spChg chg="mod">
          <ac:chgData name="Alexander Liu" userId="90be106ec4cd2753" providerId="LiveId" clId="{237E95D0-D23C-403D-984D-EEE7276E55B7}" dt="2026-06-26T00:07:57.186" v="970" actId="1076"/>
          <ac:spMkLst>
            <pc:docMk/>
            <pc:sldMk cId="2189005963" sldId="258"/>
            <ac:spMk id="188" creationId="{4DCA3667-67FD-E94F-A217-FBE7D7B6EAD1}"/>
          </ac:spMkLst>
        </pc:spChg>
        <pc:spChg chg="mod">
          <ac:chgData name="Alexander Liu" userId="90be106ec4cd2753" providerId="LiveId" clId="{237E95D0-D23C-403D-984D-EEE7276E55B7}" dt="2026-06-26T00:07:57.186" v="970" actId="1076"/>
          <ac:spMkLst>
            <pc:docMk/>
            <pc:sldMk cId="2189005963" sldId="258"/>
            <ac:spMk id="189" creationId="{026CDF47-0BA5-7AA2-8565-2CE692A63675}"/>
          </ac:spMkLst>
        </pc:spChg>
        <pc:spChg chg="mod">
          <ac:chgData name="Alexander Liu" userId="90be106ec4cd2753" providerId="LiveId" clId="{237E95D0-D23C-403D-984D-EEE7276E55B7}" dt="2026-06-26T00:07:57.186" v="970" actId="1076"/>
          <ac:spMkLst>
            <pc:docMk/>
            <pc:sldMk cId="2189005963" sldId="258"/>
            <ac:spMk id="192" creationId="{A9E9074A-4C64-B572-F51D-616B8A7767E6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200" creationId="{3807ACBD-613C-9A30-0D82-465363A40E28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201" creationId="{0B82E183-5845-F2A3-1CE2-F698D1FA4F61}"/>
          </ac:spMkLst>
        </pc:spChg>
        <pc:spChg chg="mod">
          <ac:chgData name="Alexander Liu" userId="90be106ec4cd2753" providerId="LiveId" clId="{237E95D0-D23C-403D-984D-EEE7276E55B7}" dt="2026-06-26T00:07:53.064" v="969" actId="1076"/>
          <ac:spMkLst>
            <pc:docMk/>
            <pc:sldMk cId="2189005963" sldId="258"/>
            <ac:spMk id="209" creationId="{E1A21FB0-F04D-2652-9169-E17D4EF89A08}"/>
          </ac:spMkLst>
        </pc:spChg>
        <pc:spChg chg="mod">
          <ac:chgData name="Alexander Liu" userId="90be106ec4cd2753" providerId="LiveId" clId="{237E95D0-D23C-403D-984D-EEE7276E55B7}" dt="2026-06-26T00:06:38.904" v="950" actId="14100"/>
          <ac:spMkLst>
            <pc:docMk/>
            <pc:sldMk cId="2189005963" sldId="258"/>
            <ac:spMk id="227" creationId="{E24393CC-4AF5-1A64-705B-0BEEE3B73814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28" creationId="{AA67EB78-C1AB-4DFE-9684-7AA72C9CF41A}"/>
          </ac:spMkLst>
        </pc:spChg>
        <pc:spChg chg="mod">
          <ac:chgData name="Alexander Liu" userId="90be106ec4cd2753" providerId="LiveId" clId="{237E95D0-D23C-403D-984D-EEE7276E55B7}" dt="2026-06-26T00:06:38.904" v="950" actId="14100"/>
          <ac:spMkLst>
            <pc:docMk/>
            <pc:sldMk cId="2189005963" sldId="258"/>
            <ac:spMk id="234" creationId="{20154322-AB30-761F-E0AC-3C5350429617}"/>
          </ac:spMkLst>
        </pc:spChg>
        <pc:spChg chg="mod">
          <ac:chgData name="Alexander Liu" userId="90be106ec4cd2753" providerId="LiveId" clId="{237E95D0-D23C-403D-984D-EEE7276E55B7}" dt="2026-06-26T00:06:38.904" v="950" actId="14100"/>
          <ac:spMkLst>
            <pc:docMk/>
            <pc:sldMk cId="2189005963" sldId="258"/>
            <ac:spMk id="240" creationId="{6D7BB57F-7429-273F-AEF6-BDA95C6C0863}"/>
          </ac:spMkLst>
        </pc:spChg>
        <pc:spChg chg="mod">
          <ac:chgData name="Alexander Liu" userId="90be106ec4cd2753" providerId="LiveId" clId="{237E95D0-D23C-403D-984D-EEE7276E55B7}" dt="2026-06-26T00:06:38.904" v="950" actId="14100"/>
          <ac:spMkLst>
            <pc:docMk/>
            <pc:sldMk cId="2189005963" sldId="258"/>
            <ac:spMk id="248" creationId="{B11A3C5C-FA56-5D58-31B8-F9E02E4FF44E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53" creationId="{34603EB0-CC33-51FB-330F-C2C51EBF47DB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54" creationId="{57D2DFC6-3DB1-3C0F-D9EF-07A9F9660069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66" creationId="{1C6D7311-683E-AE43-5EE6-0060BA7CBFBA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67" creationId="{DBFCB4DE-BAB6-948E-7E63-425F3A54F9C1}"/>
          </ac:spMkLst>
        </pc:spChg>
        <pc:spChg chg="mod">
          <ac:chgData name="Alexander Liu" userId="90be106ec4cd2753" providerId="LiveId" clId="{237E95D0-D23C-403D-984D-EEE7276E55B7}" dt="2026-06-26T00:08:20.620" v="975" actId="1076"/>
          <ac:spMkLst>
            <pc:docMk/>
            <pc:sldMk cId="2189005963" sldId="258"/>
            <ac:spMk id="270" creationId="{8CE145F5-729D-E6B4-621C-500C846B3978}"/>
          </ac:spMkLst>
        </pc:spChg>
        <pc:spChg chg="mod">
          <ac:chgData name="Alexander Liu" userId="90be106ec4cd2753" providerId="LiveId" clId="{237E95D0-D23C-403D-984D-EEE7276E55B7}" dt="2026-06-26T00:08:20.620" v="975" actId="1076"/>
          <ac:spMkLst>
            <pc:docMk/>
            <pc:sldMk cId="2189005963" sldId="258"/>
            <ac:spMk id="271" creationId="{BDBE0C1B-A25D-E54B-BF03-FF016062429F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84" creationId="{BE97EC80-FBAB-84B2-D4DE-C0A8220B84B7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85" creationId="{08A3FAFA-3AFD-1CF9-B768-E70B36B1E0C6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86" creationId="{80A9091C-AD5A-3D3B-9252-61698E962C76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87" creationId="{BA2ED561-EB24-1017-8CD7-B1243FFFFC67}"/>
          </ac:spMkLst>
        </pc:spChg>
        <pc:spChg chg="mod">
          <ac:chgData name="Alexander Liu" userId="90be106ec4cd2753" providerId="LiveId" clId="{237E95D0-D23C-403D-984D-EEE7276E55B7}" dt="2026-06-26T00:08:20.620" v="975" actId="1076"/>
          <ac:spMkLst>
            <pc:docMk/>
            <pc:sldMk cId="2189005963" sldId="258"/>
            <ac:spMk id="288" creationId="{BA5534E0-E375-8735-CB39-9DFA83DBC93F}"/>
          </ac:spMkLst>
        </pc:spChg>
        <pc:spChg chg="mod">
          <ac:chgData name="Alexander Liu" userId="90be106ec4cd2753" providerId="LiveId" clId="{237E95D0-D23C-403D-984D-EEE7276E55B7}" dt="2026-06-26T00:08:23.959" v="976" actId="1076"/>
          <ac:spMkLst>
            <pc:docMk/>
            <pc:sldMk cId="2189005963" sldId="258"/>
            <ac:spMk id="289" creationId="{4EBCBC50-3770-89BA-4564-4CCFAAEBA773}"/>
          </ac:spMkLst>
        </pc:spChg>
        <pc:grpChg chg="mod">
          <ac:chgData name="Alexander Liu" userId="90be106ec4cd2753" providerId="LiveId" clId="{237E95D0-D23C-403D-984D-EEE7276E55B7}" dt="2026-06-26T00:08:27.327" v="977" actId="1076"/>
          <ac:grpSpMkLst>
            <pc:docMk/>
            <pc:sldMk cId="2189005963" sldId="258"/>
            <ac:grpSpMk id="14" creationId="{ED79D8BA-CA9B-D7E1-0AB6-0E3C70C8915B}"/>
          </ac:grpSpMkLst>
        </pc:grpChg>
        <pc:grpChg chg="mod">
          <ac:chgData name="Alexander Liu" userId="90be106ec4cd2753" providerId="LiveId" clId="{237E95D0-D23C-403D-984D-EEE7276E55B7}" dt="2026-06-26T00:07:57.186" v="970" actId="1076"/>
          <ac:grpSpMkLst>
            <pc:docMk/>
            <pc:sldMk cId="2189005963" sldId="258"/>
            <ac:grpSpMk id="18" creationId="{57466285-6FF7-828C-F0FF-296A094B8D03}"/>
          </ac:grpSpMkLst>
        </pc:grpChg>
        <pc:grpChg chg="mod">
          <ac:chgData name="Alexander Liu" userId="90be106ec4cd2753" providerId="LiveId" clId="{237E95D0-D23C-403D-984D-EEE7276E55B7}" dt="2026-06-26T00:07:57.186" v="970" actId="1076"/>
          <ac:grpSpMkLst>
            <pc:docMk/>
            <pc:sldMk cId="2189005963" sldId="258"/>
            <ac:grpSpMk id="19" creationId="{CF219C5F-BD55-A0D1-E3CB-44166440B4E7}"/>
          </ac:grpSpMkLst>
        </pc:grpChg>
        <pc:grpChg chg="mod">
          <ac:chgData name="Alexander Liu" userId="90be106ec4cd2753" providerId="LiveId" clId="{237E95D0-D23C-403D-984D-EEE7276E55B7}" dt="2026-06-26T00:07:25.372" v="964" actId="1076"/>
          <ac:grpSpMkLst>
            <pc:docMk/>
            <pc:sldMk cId="2189005963" sldId="258"/>
            <ac:grpSpMk id="33" creationId="{CFA36D6C-DC1B-DE3A-ACAE-2943E88DA15E}"/>
          </ac:grpSpMkLst>
        </pc:grpChg>
        <pc:grpChg chg="mod">
          <ac:chgData name="Alexander Liu" userId="90be106ec4cd2753" providerId="LiveId" clId="{237E95D0-D23C-403D-984D-EEE7276E55B7}" dt="2026-06-26T00:07:27.150" v="965" actId="1076"/>
          <ac:grpSpMkLst>
            <pc:docMk/>
            <pc:sldMk cId="2189005963" sldId="258"/>
            <ac:grpSpMk id="37" creationId="{325DC21D-CFAC-15E1-4B71-579FD6F30919}"/>
          </ac:grpSpMkLst>
        </pc:grpChg>
        <pc:grpChg chg="mod">
          <ac:chgData name="Alexander Liu" userId="90be106ec4cd2753" providerId="LiveId" clId="{237E95D0-D23C-403D-984D-EEE7276E55B7}" dt="2026-06-26T00:06:52.381" v="960" actId="1037"/>
          <ac:grpSpMkLst>
            <pc:docMk/>
            <pc:sldMk cId="2189005963" sldId="258"/>
            <ac:grpSpMk id="42" creationId="{5B2FB8E8-C927-4FBA-98AD-2BDA4F176469}"/>
          </ac:grpSpMkLst>
        </pc:grpChg>
        <pc:grpChg chg="mod">
          <ac:chgData name="Alexander Liu" userId="90be106ec4cd2753" providerId="LiveId" clId="{237E95D0-D23C-403D-984D-EEE7276E55B7}" dt="2026-06-26T00:06:52.381" v="960" actId="1037"/>
          <ac:grpSpMkLst>
            <pc:docMk/>
            <pc:sldMk cId="2189005963" sldId="258"/>
            <ac:grpSpMk id="51" creationId="{AE5DDC6A-3C28-40A9-9BC6-3BC02ACE4BE6}"/>
          </ac:grpSpMkLst>
        </pc:grpChg>
        <pc:grpChg chg="mod">
          <ac:chgData name="Alexander Liu" userId="90be106ec4cd2753" providerId="LiveId" clId="{237E95D0-D23C-403D-984D-EEE7276E55B7}" dt="2026-06-26T00:06:52.381" v="960" actId="1037"/>
          <ac:grpSpMkLst>
            <pc:docMk/>
            <pc:sldMk cId="2189005963" sldId="258"/>
            <ac:grpSpMk id="86" creationId="{FBA63DF1-E19E-47B6-879C-07414C900FA6}"/>
          </ac:grpSpMkLst>
        </pc:grpChg>
        <pc:grpChg chg="mod">
          <ac:chgData name="Alexander Liu" userId="90be106ec4cd2753" providerId="LiveId" clId="{237E95D0-D23C-403D-984D-EEE7276E55B7}" dt="2026-06-26T00:08:27.327" v="977" actId="1076"/>
          <ac:grpSpMkLst>
            <pc:docMk/>
            <pc:sldMk cId="2189005963" sldId="258"/>
            <ac:grpSpMk id="90" creationId="{FEB70B38-6872-44BC-A296-1B2CE65A469F}"/>
          </ac:grpSpMkLst>
        </pc:grpChg>
        <pc:grpChg chg="mod">
          <ac:chgData name="Alexander Liu" userId="90be106ec4cd2753" providerId="LiveId" clId="{237E95D0-D23C-403D-984D-EEE7276E55B7}" dt="2026-06-26T00:07:20.781" v="963" actId="1076"/>
          <ac:grpSpMkLst>
            <pc:docMk/>
            <pc:sldMk cId="2189005963" sldId="258"/>
            <ac:grpSpMk id="98" creationId="{AE96D2EF-8DE0-48DA-BF8F-6F250CD8C6CD}"/>
          </ac:grpSpMkLst>
        </pc:grpChg>
        <pc:grpChg chg="mod">
          <ac:chgData name="Alexander Liu" userId="90be106ec4cd2753" providerId="LiveId" clId="{237E95D0-D23C-403D-984D-EEE7276E55B7}" dt="2026-06-26T00:07:39.227" v="967" actId="1076"/>
          <ac:grpSpMkLst>
            <pc:docMk/>
            <pc:sldMk cId="2189005963" sldId="258"/>
            <ac:grpSpMk id="102" creationId="{33A4C24B-EB59-F51C-1CE9-09E287BBA62C}"/>
          </ac:grpSpMkLst>
        </pc:grpChg>
        <pc:grpChg chg="mod">
          <ac:chgData name="Alexander Liu" userId="90be106ec4cd2753" providerId="LiveId" clId="{237E95D0-D23C-403D-984D-EEE7276E55B7}" dt="2026-06-26T00:07:39.227" v="967" actId="1076"/>
          <ac:grpSpMkLst>
            <pc:docMk/>
            <pc:sldMk cId="2189005963" sldId="258"/>
            <ac:grpSpMk id="103" creationId="{577480BB-8D85-3EDB-1D90-FF44354EDA8E}"/>
          </ac:grpSpMkLst>
        </pc:grpChg>
        <pc:grpChg chg="mod">
          <ac:chgData name="Alexander Liu" userId="90be106ec4cd2753" providerId="LiveId" clId="{237E95D0-D23C-403D-984D-EEE7276E55B7}" dt="2026-06-26T00:07:57.186" v="970" actId="1076"/>
          <ac:grpSpMkLst>
            <pc:docMk/>
            <pc:sldMk cId="2189005963" sldId="258"/>
            <ac:grpSpMk id="186" creationId="{6B3BE90A-6584-667F-B1B9-332D085ECD0A}"/>
          </ac:grpSpMkLst>
        </pc:grpChg>
        <pc:grpChg chg="mod">
          <ac:chgData name="Alexander Liu" userId="90be106ec4cd2753" providerId="LiveId" clId="{237E95D0-D23C-403D-984D-EEE7276E55B7}" dt="2026-06-26T00:08:31.674" v="978" actId="1076"/>
          <ac:grpSpMkLst>
            <pc:docMk/>
            <pc:sldMk cId="2189005963" sldId="258"/>
            <ac:grpSpMk id="268" creationId="{B581D95F-34AB-DB60-3FE4-DB1F06E8D662}"/>
          </ac:grpSpMkLst>
        </pc:grpChg>
        <pc:grpChg chg="mod">
          <ac:chgData name="Alexander Liu" userId="90be106ec4cd2753" providerId="LiveId" clId="{237E95D0-D23C-403D-984D-EEE7276E55B7}" dt="2026-06-26T00:07:14.004" v="961" actId="1076"/>
          <ac:grpSpMkLst>
            <pc:docMk/>
            <pc:sldMk cId="2189005963" sldId="258"/>
            <ac:grpSpMk id="291" creationId="{2E6E7F61-EF7D-FC5B-36B5-95C49CF37F14}"/>
          </ac:grpSpMkLst>
        </pc:grpChg>
        <pc:grpChg chg="mod">
          <ac:chgData name="Alexander Liu" userId="90be106ec4cd2753" providerId="LiveId" clId="{237E95D0-D23C-403D-984D-EEE7276E55B7}" dt="2026-06-26T00:07:25.372" v="964" actId="1076"/>
          <ac:grpSpMkLst>
            <pc:docMk/>
            <pc:sldMk cId="2189005963" sldId="258"/>
            <ac:grpSpMk id="293" creationId="{2AFBA7C8-93A2-E211-7946-EFC419D5C12F}"/>
          </ac:grpSpMkLst>
        </pc:grpChg>
        <pc:grpChg chg="mod">
          <ac:chgData name="Alexander Liu" userId="90be106ec4cd2753" providerId="LiveId" clId="{237E95D0-D23C-403D-984D-EEE7276E55B7}" dt="2026-06-26T00:07:27.150" v="965" actId="1076"/>
          <ac:grpSpMkLst>
            <pc:docMk/>
            <pc:sldMk cId="2189005963" sldId="258"/>
            <ac:grpSpMk id="294" creationId="{917B3E05-AE52-6686-BDB2-9B3E5D7686CA}"/>
          </ac:grpSpMkLst>
        </pc:grpChg>
        <pc:grpChg chg="mod">
          <ac:chgData name="Alexander Liu" userId="90be106ec4cd2753" providerId="LiveId" clId="{237E95D0-D23C-403D-984D-EEE7276E55B7}" dt="2026-06-26T00:07:39.227" v="967" actId="1076"/>
          <ac:grpSpMkLst>
            <pc:docMk/>
            <pc:sldMk cId="2189005963" sldId="258"/>
            <ac:grpSpMk id="295" creationId="{52A6581B-94D9-588C-CD70-C6E8AD77B9C8}"/>
          </ac:grpSpMkLst>
        </pc:grpChg>
        <pc:grpChg chg="mod">
          <ac:chgData name="Alexander Liu" userId="90be106ec4cd2753" providerId="LiveId" clId="{237E95D0-D23C-403D-984D-EEE7276E55B7}" dt="2026-06-26T00:08:20.620" v="975" actId="1076"/>
          <ac:grpSpMkLst>
            <pc:docMk/>
            <pc:sldMk cId="2189005963" sldId="258"/>
            <ac:grpSpMk id="299" creationId="{3F8F5C5B-A80A-711E-DED6-203771345A1A}"/>
          </ac:grpSpMkLst>
        </pc:grpChg>
        <pc:picChg chg="mod">
          <ac:chgData name="Alexander Liu" userId="90be106ec4cd2753" providerId="LiveId" clId="{237E95D0-D23C-403D-984D-EEE7276E55B7}" dt="2026-06-26T00:07:32.886" v="966" actId="1076"/>
          <ac:picMkLst>
            <pc:docMk/>
            <pc:sldMk cId="2189005963" sldId="258"/>
            <ac:picMk id="27" creationId="{2A024141-B8DF-78BA-2971-2456B98F107A}"/>
          </ac:picMkLst>
        </pc:picChg>
        <pc:picChg chg="mod">
          <ac:chgData name="Alexander Liu" userId="90be106ec4cd2753" providerId="LiveId" clId="{237E95D0-D23C-403D-984D-EEE7276E55B7}" dt="2026-06-26T00:07:25.372" v="964" actId="1076"/>
          <ac:picMkLst>
            <pc:docMk/>
            <pc:sldMk cId="2189005963" sldId="258"/>
            <ac:picMk id="32" creationId="{125CD403-CF10-379F-C439-5938E038CBCE}"/>
          </ac:picMkLst>
        </pc:picChg>
        <pc:picChg chg="mod">
          <ac:chgData name="Alexander Liu" userId="90be106ec4cd2753" providerId="LiveId" clId="{237E95D0-D23C-403D-984D-EEE7276E55B7}" dt="2026-06-26T00:07:32.886" v="966" actId="1076"/>
          <ac:picMkLst>
            <pc:docMk/>
            <pc:sldMk cId="2189005963" sldId="258"/>
            <ac:picMk id="36" creationId="{088BF3AA-BB22-1F6D-1C33-2ECB9177B399}"/>
          </ac:picMkLst>
        </pc:picChg>
        <pc:picChg chg="mod">
          <ac:chgData name="Alexander Liu" userId="90be106ec4cd2753" providerId="LiveId" clId="{237E95D0-D23C-403D-984D-EEE7276E55B7}" dt="2026-06-26T00:06:52.381" v="960" actId="1037"/>
          <ac:picMkLst>
            <pc:docMk/>
            <pc:sldMk cId="2189005963" sldId="258"/>
            <ac:picMk id="43" creationId="{570ED585-865F-4BE2-9398-4FD93529B342}"/>
          </ac:picMkLst>
        </pc:picChg>
        <pc:picChg chg="mod">
          <ac:chgData name="Alexander Liu" userId="90be106ec4cd2753" providerId="LiveId" clId="{237E95D0-D23C-403D-984D-EEE7276E55B7}" dt="2026-06-26T00:06:52.381" v="960" actId="1037"/>
          <ac:picMkLst>
            <pc:docMk/>
            <pc:sldMk cId="2189005963" sldId="258"/>
            <ac:picMk id="44" creationId="{905A4975-E453-404F-9717-B6DE99CD9299}"/>
          </ac:picMkLst>
        </pc:picChg>
        <pc:picChg chg="mod">
          <ac:chgData name="Alexander Liu" userId="90be106ec4cd2753" providerId="LiveId" clId="{237E95D0-D23C-403D-984D-EEE7276E55B7}" dt="2026-06-26T00:07:20.781" v="963" actId="1076"/>
          <ac:picMkLst>
            <pc:docMk/>
            <pc:sldMk cId="2189005963" sldId="258"/>
            <ac:picMk id="79" creationId="{41278A74-7739-4192-8FE5-DD001D1302B0}"/>
          </ac:picMkLst>
        </pc:picChg>
        <pc:picChg chg="mod">
          <ac:chgData name="Alexander Liu" userId="90be106ec4cd2753" providerId="LiveId" clId="{237E95D0-D23C-403D-984D-EEE7276E55B7}" dt="2026-06-26T00:07:20.781" v="963" actId="1076"/>
          <ac:picMkLst>
            <pc:docMk/>
            <pc:sldMk cId="2189005963" sldId="258"/>
            <ac:picMk id="80" creationId="{107C7050-AA79-48AE-9FED-D86C1C616709}"/>
          </ac:picMkLst>
        </pc:picChg>
        <pc:picChg chg="mod">
          <ac:chgData name="Alexander Liu" userId="90be106ec4cd2753" providerId="LiveId" clId="{237E95D0-D23C-403D-984D-EEE7276E55B7}" dt="2026-06-26T00:07:32.886" v="966" actId="1076"/>
          <ac:picMkLst>
            <pc:docMk/>
            <pc:sldMk cId="2189005963" sldId="258"/>
            <ac:picMk id="81" creationId="{6D943BD9-4E7F-1C04-F279-E24A8FEB1169}"/>
          </ac:picMkLst>
        </pc:picChg>
        <pc:picChg chg="mod">
          <ac:chgData name="Alexander Liu" userId="90be106ec4cd2753" providerId="LiveId" clId="{237E95D0-D23C-403D-984D-EEE7276E55B7}" dt="2026-06-26T00:07:32.886" v="966" actId="1076"/>
          <ac:picMkLst>
            <pc:docMk/>
            <pc:sldMk cId="2189005963" sldId="258"/>
            <ac:picMk id="82" creationId="{A539490D-EC71-1B11-EE9F-D83FE58DE895}"/>
          </ac:picMkLst>
        </pc:picChg>
        <pc:picChg chg="mod">
          <ac:chgData name="Alexander Liu" userId="90be106ec4cd2753" providerId="LiveId" clId="{237E95D0-D23C-403D-984D-EEE7276E55B7}" dt="2026-06-26T00:07:27.150" v="965" actId="1076"/>
          <ac:picMkLst>
            <pc:docMk/>
            <pc:sldMk cId="2189005963" sldId="258"/>
            <ac:picMk id="83" creationId="{7EFA51F4-AF78-8562-B7F4-38684D6C3814}"/>
          </ac:picMkLst>
        </pc:picChg>
        <pc:picChg chg="mod">
          <ac:chgData name="Alexander Liu" userId="90be106ec4cd2753" providerId="LiveId" clId="{237E95D0-D23C-403D-984D-EEE7276E55B7}" dt="2026-06-26T00:07:27.150" v="965" actId="1076"/>
          <ac:picMkLst>
            <pc:docMk/>
            <pc:sldMk cId="2189005963" sldId="258"/>
            <ac:picMk id="84" creationId="{78F881F0-13E9-002D-82F8-E6191966C893}"/>
          </ac:picMkLst>
        </pc:picChg>
        <pc:picChg chg="mod">
          <ac:chgData name="Alexander Liu" userId="90be106ec4cd2753" providerId="LiveId" clId="{237E95D0-D23C-403D-984D-EEE7276E55B7}" dt="2026-06-26T00:07:20.781" v="963" actId="1076"/>
          <ac:picMkLst>
            <pc:docMk/>
            <pc:sldMk cId="2189005963" sldId="258"/>
            <ac:picMk id="95" creationId="{F794FF8A-1040-4670-B87E-5974FA7A1338}"/>
          </ac:picMkLst>
        </pc:picChg>
        <pc:picChg chg="mod">
          <ac:chgData name="Alexander Liu" userId="90be106ec4cd2753" providerId="LiveId" clId="{237E95D0-D23C-403D-984D-EEE7276E55B7}" dt="2026-06-26T00:07:20.781" v="963" actId="1076"/>
          <ac:picMkLst>
            <pc:docMk/>
            <pc:sldMk cId="2189005963" sldId="258"/>
            <ac:picMk id="96" creationId="{B89BCAF0-F8A0-4422-BEBB-7A42538D36C9}"/>
          </ac:picMkLst>
        </pc:picChg>
        <pc:picChg chg="mod">
          <ac:chgData name="Alexander Liu" userId="90be106ec4cd2753" providerId="LiveId" clId="{237E95D0-D23C-403D-984D-EEE7276E55B7}" dt="2026-06-26T00:07:20.781" v="963" actId="1076"/>
          <ac:picMkLst>
            <pc:docMk/>
            <pc:sldMk cId="2189005963" sldId="258"/>
            <ac:picMk id="97" creationId="{DCF2429E-980E-44F5-BBF3-5DF49A637B59}"/>
          </ac:picMkLst>
        </pc:picChg>
        <pc:picChg chg="mod">
          <ac:chgData name="Alexander Liu" userId="90be106ec4cd2753" providerId="LiveId" clId="{237E95D0-D23C-403D-984D-EEE7276E55B7}" dt="2026-06-26T00:07:39.227" v="967" actId="1076"/>
          <ac:picMkLst>
            <pc:docMk/>
            <pc:sldMk cId="2189005963" sldId="258"/>
            <ac:picMk id="104" creationId="{27379E7B-2D95-416A-A293-71D58326C867}"/>
          </ac:picMkLst>
        </pc:picChg>
        <pc:picChg chg="mod">
          <ac:chgData name="Alexander Liu" userId="90be106ec4cd2753" providerId="LiveId" clId="{237E95D0-D23C-403D-984D-EEE7276E55B7}" dt="2026-06-26T00:07:39.227" v="967" actId="1076"/>
          <ac:picMkLst>
            <pc:docMk/>
            <pc:sldMk cId="2189005963" sldId="258"/>
            <ac:picMk id="106" creationId="{342174C0-971B-A7E2-3167-017CDDF2DAFD}"/>
          </ac:picMkLst>
        </pc:picChg>
        <pc:picChg chg="mod">
          <ac:chgData name="Alexander Liu" userId="90be106ec4cd2753" providerId="LiveId" clId="{237E95D0-D23C-403D-984D-EEE7276E55B7}" dt="2026-06-26T00:07:39.227" v="967" actId="1076"/>
          <ac:picMkLst>
            <pc:docMk/>
            <pc:sldMk cId="2189005963" sldId="258"/>
            <ac:picMk id="166" creationId="{744D8B1E-76C4-B9B5-967D-69F605A4DE2E}"/>
          </ac:picMkLst>
        </pc:picChg>
        <pc:picChg chg="mod">
          <ac:chgData name="Alexander Liu" userId="90be106ec4cd2753" providerId="LiveId" clId="{237E95D0-D23C-403D-984D-EEE7276E55B7}" dt="2026-06-26T00:07:57.186" v="970" actId="1076"/>
          <ac:picMkLst>
            <pc:docMk/>
            <pc:sldMk cId="2189005963" sldId="258"/>
            <ac:picMk id="185" creationId="{C99FAF2C-A1E0-506D-083D-3C1BB46810B5}"/>
          </ac:picMkLst>
        </pc:picChg>
        <pc:picChg chg="mod">
          <ac:chgData name="Alexander Liu" userId="90be106ec4cd2753" providerId="LiveId" clId="{237E95D0-D23C-403D-984D-EEE7276E55B7}" dt="2026-06-26T00:07:57.186" v="970" actId="1076"/>
          <ac:picMkLst>
            <pc:docMk/>
            <pc:sldMk cId="2189005963" sldId="258"/>
            <ac:picMk id="187" creationId="{A8CA8B41-6F98-597D-07EE-89F50BA9B54D}"/>
          </ac:picMkLst>
        </pc:picChg>
        <pc:picChg chg="mod">
          <ac:chgData name="Alexander Liu" userId="90be106ec4cd2753" providerId="LiveId" clId="{237E95D0-D23C-403D-984D-EEE7276E55B7}" dt="2026-06-26T00:08:20.620" v="975" actId="1076"/>
          <ac:picMkLst>
            <pc:docMk/>
            <pc:sldMk cId="2189005963" sldId="258"/>
            <ac:picMk id="272" creationId="{58EAFAEC-A56B-9827-E042-A4B1B7A7E24E}"/>
          </ac:picMkLst>
        </pc:picChg>
      </pc:sldChg>
      <pc:sldChg chg="addSp delSp modSp mod ord">
        <pc:chgData name="Alexander Liu" userId="90be106ec4cd2753" providerId="LiveId" clId="{237E95D0-D23C-403D-984D-EEE7276E55B7}" dt="2026-06-27T13:51:43.454" v="1291" actId="1038"/>
        <pc:sldMkLst>
          <pc:docMk/>
          <pc:sldMk cId="1837267211" sldId="259"/>
        </pc:sldMkLst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15" creationId="{0298BAC6-9E70-46B3-9F36-A3426A74CF37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16" creationId="{E87B33DD-44C8-4274-86E7-5AC7D7FA6624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18" creationId="{999B2617-3C1D-4396-91B2-976B412E0B1C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19" creationId="{DBE0BAB5-3B92-4A6F-B968-22F035954E9E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21" creationId="{A931B5E4-CB38-4171-8210-3A4D014C64C9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22" creationId="{DF6E50B0-7350-4DC9-A4DC-A3F62CA33C0E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39" creationId="{EC6B4E01-8F2B-49A1-8DAA-80F367C2C1C7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40" creationId="{0A89417A-61FF-4924-8D89-216824DCD571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54" creationId="{63408BE3-A55A-B2D8-2E07-C29247FED158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57" creationId="{E374C803-A23D-4AC7-ACF1-E9B0D5E60E18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68" creationId="{48A568DB-8D87-4C4E-A330-9B47BD5A5D30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69" creationId="{3BEB9838-ABB0-4514-B995-B5F9DED8ED2D}"/>
          </ac:spMkLst>
        </pc:spChg>
        <pc:spChg chg="mod">
          <ac:chgData name="Alexander Liu" userId="90be106ec4cd2753" providerId="LiveId" clId="{237E95D0-D23C-403D-984D-EEE7276E55B7}" dt="2026-06-27T13:50:48.888" v="1269" actId="1076"/>
          <ac:spMkLst>
            <pc:docMk/>
            <pc:sldMk cId="1837267211" sldId="259"/>
            <ac:spMk id="70" creationId="{EE069AC4-4DD3-4C5B-AF84-52A91E3D5655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78" creationId="{5ACA41C4-5E1F-4291-B4F8-525CD872E350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88" creationId="{6D57613D-4588-4BB1-B103-F58B1BAE54B4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00" creationId="{E9D8BDC0-7DBC-4739-A1EA-4544E59F8ABA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11" creationId="{9509D09E-AB89-4A60-AA57-18954880B24C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33" creationId="{A7DDA839-431E-47CC-9737-F82976A238CF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51" creationId="{EE11B8FB-0DAD-4112-8BC4-77F59B8B9BF4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81" creationId="{37D1ED36-4883-4E3B-8229-EA1F26A55171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83" creationId="{A9A2BD71-1638-42B7-8046-7F772FDD9919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194" creationId="{29CDC57C-C108-4D8D-99C9-B1145BD3AC4A}"/>
          </ac:spMkLst>
        </pc:spChg>
        <pc:spChg chg="mod">
          <ac:chgData name="Alexander Liu" userId="90be106ec4cd2753" providerId="LiveId" clId="{237E95D0-D23C-403D-984D-EEE7276E55B7}" dt="2026-06-27T13:51:15.816" v="1274" actId="1076"/>
          <ac:spMkLst>
            <pc:docMk/>
            <pc:sldMk cId="1837267211" sldId="259"/>
            <ac:spMk id="218" creationId="{0BF8593D-4654-4F88-B781-658138320D48}"/>
          </ac:spMkLst>
        </pc:spChg>
        <pc:spChg chg="mod">
          <ac:chgData name="Alexander Liu" userId="90be106ec4cd2753" providerId="LiveId" clId="{237E95D0-D23C-403D-984D-EEE7276E55B7}" dt="2026-06-27T13:51:05.093" v="1272" actId="1076"/>
          <ac:spMkLst>
            <pc:docMk/>
            <pc:sldMk cId="1837267211" sldId="259"/>
            <ac:spMk id="232" creationId="{EC6420EA-FE67-FEC2-1EC9-62B1924D4E45}"/>
          </ac:spMkLst>
        </pc:spChg>
        <pc:spChg chg="mod">
          <ac:chgData name="Alexander Liu" userId="90be106ec4cd2753" providerId="LiveId" clId="{237E95D0-D23C-403D-984D-EEE7276E55B7}" dt="2026-06-27T13:51:05.093" v="1272" actId="1076"/>
          <ac:spMkLst>
            <pc:docMk/>
            <pc:sldMk cId="1837267211" sldId="259"/>
            <ac:spMk id="236" creationId="{9BFB3A4E-253D-018C-6359-BA73811F8659}"/>
          </ac:spMkLst>
        </pc:spChg>
        <pc:spChg chg="mod">
          <ac:chgData name="Alexander Liu" userId="90be106ec4cd2753" providerId="LiveId" clId="{237E95D0-D23C-403D-984D-EEE7276E55B7}" dt="2026-06-27T13:51:36.127" v="1282" actId="1035"/>
          <ac:spMkLst>
            <pc:docMk/>
            <pc:sldMk cId="1837267211" sldId="259"/>
            <ac:spMk id="244" creationId="{C4B0E5F4-2638-6F1F-4AB9-8B3BD3B55AE2}"/>
          </ac:spMkLst>
        </pc:spChg>
        <pc:spChg chg="mod">
          <ac:chgData name="Alexander Liu" userId="90be106ec4cd2753" providerId="LiveId" clId="{237E95D0-D23C-403D-984D-EEE7276E55B7}" dt="2026-06-27T13:51:36.127" v="1282" actId="1035"/>
          <ac:spMkLst>
            <pc:docMk/>
            <pc:sldMk cId="1837267211" sldId="259"/>
            <ac:spMk id="246" creationId="{AECC8828-CDAC-2AE4-7596-70702632EAF4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51" creationId="{26998D05-6FB9-2069-B771-98B29E80C158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52" creationId="{94FAA9ED-2B49-4E86-C049-8879A682911F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58" creationId="{A1C7E6F5-C455-2549-4610-D0B6C199AFEE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59" creationId="{585EDCB5-3152-DDEA-6E0B-E83B6D1DD610}"/>
          </ac:spMkLst>
        </pc:spChg>
        <pc:spChg chg="mod topLvl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60" creationId="{6315C436-6649-85D7-6E05-B6B3D5626A30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264" creationId="{9FDB3617-F240-7C14-A6D5-AB40A9D98C13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265" creationId="{3930F7F3-2AAF-CF5F-962D-A15D48F290C9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272" creationId="{1C1F9158-AA23-EA33-10C7-AE85BC341D54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273" creationId="{AD2CD81C-C758-2953-C8E4-F46AEA46980B}"/>
          </ac:spMkLst>
        </pc:spChg>
        <pc:spChg chg="mod">
          <ac:chgData name="Alexander Liu" userId="90be106ec4cd2753" providerId="LiveId" clId="{237E95D0-D23C-403D-984D-EEE7276E55B7}" dt="2026-06-27T13:50:23.594" v="1263" actId="14100"/>
          <ac:spMkLst>
            <pc:docMk/>
            <pc:sldMk cId="1837267211" sldId="259"/>
            <ac:spMk id="275" creationId="{C4467937-2F2B-13EA-E5A2-B2CC41EB9A0E}"/>
          </ac:spMkLst>
        </pc:spChg>
        <pc:spChg chg="mod">
          <ac:chgData name="Alexander Liu" userId="90be106ec4cd2753" providerId="LiveId" clId="{237E95D0-D23C-403D-984D-EEE7276E55B7}" dt="2026-06-27T13:50:23.594" v="1263" actId="14100"/>
          <ac:spMkLst>
            <pc:docMk/>
            <pc:sldMk cId="1837267211" sldId="259"/>
            <ac:spMk id="276" creationId="{AEF87CBC-7042-0D77-36D4-61C441A618E7}"/>
          </ac:spMkLst>
        </pc:spChg>
        <pc:spChg chg="mod">
          <ac:chgData name="Alexander Liu" userId="90be106ec4cd2753" providerId="LiveId" clId="{237E95D0-D23C-403D-984D-EEE7276E55B7}" dt="2026-06-27T13:51:43.454" v="1291" actId="1038"/>
          <ac:spMkLst>
            <pc:docMk/>
            <pc:sldMk cId="1837267211" sldId="259"/>
            <ac:spMk id="279" creationId="{1BF97A6D-A096-DC6F-C574-04DA38F727E6}"/>
          </ac:spMkLst>
        </pc:spChg>
        <pc:spChg chg="mod">
          <ac:chgData name="Alexander Liu" userId="90be106ec4cd2753" providerId="LiveId" clId="{237E95D0-D23C-403D-984D-EEE7276E55B7}" dt="2026-06-27T13:51:43.454" v="1291" actId="1038"/>
          <ac:spMkLst>
            <pc:docMk/>
            <pc:sldMk cId="1837267211" sldId="259"/>
            <ac:spMk id="280" creationId="{E89248CD-FFC9-3B34-EF69-6B87A2166E03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282" creationId="{A1A7F2D7-B768-9A15-7F37-AACBFAF05766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283" creationId="{ADF7B892-8970-A382-09C6-84A0278DB222}"/>
          </ac:spMkLst>
        </pc:spChg>
        <pc:spChg chg="mod">
          <ac:chgData name="Alexander Liu" userId="90be106ec4cd2753" providerId="LiveId" clId="{237E95D0-D23C-403D-984D-EEE7276E55B7}" dt="2026-06-27T13:51:23.054" v="1276" actId="1076"/>
          <ac:spMkLst>
            <pc:docMk/>
            <pc:sldMk cId="1837267211" sldId="259"/>
            <ac:spMk id="285" creationId="{AEFC2C5A-2CA5-7C5D-D912-573343174590}"/>
          </ac:spMkLst>
        </pc:spChg>
        <pc:spChg chg="mod">
          <ac:chgData name="Alexander Liu" userId="90be106ec4cd2753" providerId="LiveId" clId="{237E95D0-D23C-403D-984D-EEE7276E55B7}" dt="2026-06-27T13:51:23.054" v="1276" actId="1076"/>
          <ac:spMkLst>
            <pc:docMk/>
            <pc:sldMk cId="1837267211" sldId="259"/>
            <ac:spMk id="286" creationId="{A193B36A-8E81-D658-13AF-6624E422275A}"/>
          </ac:spMkLst>
        </pc:spChg>
        <pc:spChg chg="mod">
          <ac:chgData name="Alexander Liu" userId="90be106ec4cd2753" providerId="LiveId" clId="{237E95D0-D23C-403D-984D-EEE7276E55B7}" dt="2026-06-27T13:51:29.175" v="1277" actId="1076"/>
          <ac:spMkLst>
            <pc:docMk/>
            <pc:sldMk cId="1837267211" sldId="259"/>
            <ac:spMk id="289" creationId="{10A6F934-96C9-951B-37C3-A8BC79A37247}"/>
          </ac:spMkLst>
        </pc:spChg>
        <pc:spChg chg="mod topLvl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299" creationId="{8F31835A-0B17-08F3-5ACB-239F77439B71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305" creationId="{4450E912-9C41-BC2B-D115-B421DFCF3AE0}"/>
          </ac:spMkLst>
        </pc:spChg>
        <pc:spChg chg="mod">
          <ac:chgData name="Alexander Liu" userId="90be106ec4cd2753" providerId="LiveId" clId="{237E95D0-D23C-403D-984D-EEE7276E55B7}" dt="2026-06-27T13:50:44.369" v="1268" actId="1076"/>
          <ac:spMkLst>
            <pc:docMk/>
            <pc:sldMk cId="1837267211" sldId="259"/>
            <ac:spMk id="309" creationId="{37DB2D37-0110-D765-373F-BCE2C7F2ABDB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311" creationId="{48DEDD4B-D122-5209-5167-8CCF4B4E4ED3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312" creationId="{0CF58629-3414-223B-D72F-F0B19EA4B289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314" creationId="{CF386754-A14D-422B-1D24-117F99A5A00D}"/>
          </ac:spMkLst>
        </pc:spChg>
        <pc:spChg chg="mod">
          <ac:chgData name="Alexander Liu" userId="90be106ec4cd2753" providerId="LiveId" clId="{237E95D0-D23C-403D-984D-EEE7276E55B7}" dt="2026-06-27T13:51:20.409" v="1275" actId="1076"/>
          <ac:spMkLst>
            <pc:docMk/>
            <pc:sldMk cId="1837267211" sldId="259"/>
            <ac:spMk id="315" creationId="{D1898826-1586-DC4E-6182-AB3CC99E84DB}"/>
          </ac:spMkLst>
        </pc:spChg>
        <pc:grpChg chg="mod topLvl">
          <ac:chgData name="Alexander Liu" userId="90be106ec4cd2753" providerId="LiveId" clId="{237E95D0-D23C-403D-984D-EEE7276E55B7}" dt="2026-06-27T13:50:38.140" v="1266" actId="1076"/>
          <ac:grpSpMkLst>
            <pc:docMk/>
            <pc:sldMk cId="1837267211" sldId="259"/>
            <ac:grpSpMk id="53" creationId="{D450A91C-95D0-84F2-D132-AE441E67B043}"/>
          </ac:grpSpMkLst>
        </pc:grpChg>
        <pc:grpChg chg="mod">
          <ac:chgData name="Alexander Liu" userId="90be106ec4cd2753" providerId="LiveId" clId="{237E95D0-D23C-403D-984D-EEE7276E55B7}" dt="2026-06-27T13:51:09.147" v="1273" actId="1076"/>
          <ac:grpSpMkLst>
            <pc:docMk/>
            <pc:sldMk cId="1837267211" sldId="259"/>
            <ac:grpSpMk id="140" creationId="{88298384-E5C3-451F-BD03-DA651C0A5E6E}"/>
          </ac:grpSpMkLst>
        </pc:grpChg>
        <pc:grpChg chg="mod topLvl">
          <ac:chgData name="Alexander Liu" userId="90be106ec4cd2753" providerId="LiveId" clId="{237E95D0-D23C-403D-984D-EEE7276E55B7}" dt="2026-06-27T13:51:05.093" v="1272" actId="1076"/>
          <ac:grpSpMkLst>
            <pc:docMk/>
            <pc:sldMk cId="1837267211" sldId="259"/>
            <ac:grpSpMk id="141" creationId="{DAA9EDB3-346B-536C-77CC-D01D8129B288}"/>
          </ac:grpSpMkLst>
        </pc:grpChg>
        <pc:grpChg chg="add mod">
          <ac:chgData name="Alexander Liu" userId="90be106ec4cd2753" providerId="LiveId" clId="{237E95D0-D23C-403D-984D-EEE7276E55B7}" dt="2026-06-27T13:51:05.093" v="1272" actId="1076"/>
          <ac:grpSpMkLst>
            <pc:docMk/>
            <pc:sldMk cId="1837267211" sldId="259"/>
            <ac:grpSpMk id="240" creationId="{E84DAE3B-C91E-3809-04D2-810380E1CE42}"/>
          </ac:grpSpMkLst>
        </pc:grpChg>
        <pc:grpChg chg="add mod">
          <ac:chgData name="Alexander Liu" userId="90be106ec4cd2753" providerId="LiveId" clId="{237E95D0-D23C-403D-984D-EEE7276E55B7}" dt="2026-06-27T13:51:36.127" v="1282" actId="1035"/>
          <ac:grpSpMkLst>
            <pc:docMk/>
            <pc:sldMk cId="1837267211" sldId="259"/>
            <ac:grpSpMk id="242" creationId="{B20BE4CB-E8EB-61B5-8EC5-15CA5B84025C}"/>
          </ac:grpSpMkLst>
        </pc:grpChg>
        <pc:grpChg chg="mod topLvl">
          <ac:chgData name="Alexander Liu" userId="90be106ec4cd2753" providerId="LiveId" clId="{237E95D0-D23C-403D-984D-EEE7276E55B7}" dt="2026-06-26T01:01:08.911" v="1260" actId="164"/>
          <ac:grpSpMkLst>
            <pc:docMk/>
            <pc:sldMk cId="1837267211" sldId="259"/>
            <ac:grpSpMk id="248" creationId="{00F8974E-1DC0-3FA4-3A5C-5A14CB3BB044}"/>
          </ac:grpSpMkLst>
        </pc:grpChg>
        <pc:grpChg chg="mod topLvl">
          <ac:chgData name="Alexander Liu" userId="90be106ec4cd2753" providerId="LiveId" clId="{237E95D0-D23C-403D-984D-EEE7276E55B7}" dt="2026-06-26T01:01:06.915" v="1259" actId="164"/>
          <ac:grpSpMkLst>
            <pc:docMk/>
            <pc:sldMk cId="1837267211" sldId="259"/>
            <ac:grpSpMk id="257" creationId="{6D0AF956-E732-884E-B589-E1C4D6689C09}"/>
          </ac:grpSpMkLst>
        </pc:grpChg>
        <pc:grpChg chg="add mod">
          <ac:chgData name="Alexander Liu" userId="90be106ec4cd2753" providerId="LiveId" clId="{237E95D0-D23C-403D-984D-EEE7276E55B7}" dt="2026-06-26T01:00:59.699" v="1255" actId="164"/>
          <ac:grpSpMkLst>
            <pc:docMk/>
            <pc:sldMk cId="1837267211" sldId="259"/>
            <ac:grpSpMk id="274" creationId="{192297AE-6A05-B232-F8A1-F6ED48709E62}"/>
          </ac:grpSpMkLst>
        </pc:grpChg>
        <pc:grpChg chg="add mod">
          <ac:chgData name="Alexander Liu" userId="90be106ec4cd2753" providerId="LiveId" clId="{237E95D0-D23C-403D-984D-EEE7276E55B7}" dt="2026-06-27T13:51:43.454" v="1291" actId="1038"/>
          <ac:grpSpMkLst>
            <pc:docMk/>
            <pc:sldMk cId="1837267211" sldId="259"/>
            <ac:grpSpMk id="278" creationId="{007EF3E8-F426-12C2-C01A-F17A06D52ADA}"/>
          </ac:grpSpMkLst>
        </pc:grpChg>
        <pc:grpChg chg="add mod">
          <ac:chgData name="Alexander Liu" userId="90be106ec4cd2753" providerId="LiveId" clId="{237E95D0-D23C-403D-984D-EEE7276E55B7}" dt="2026-06-26T01:01:03.004" v="1257" actId="164"/>
          <ac:grpSpMkLst>
            <pc:docMk/>
            <pc:sldMk cId="1837267211" sldId="259"/>
            <ac:grpSpMk id="281" creationId="{800B8427-243E-F204-C181-926DF0A6AF16}"/>
          </ac:grpSpMkLst>
        </pc:grpChg>
        <pc:grpChg chg="add mod">
          <ac:chgData name="Alexander Liu" userId="90be106ec4cd2753" providerId="LiveId" clId="{237E95D0-D23C-403D-984D-EEE7276E55B7}" dt="2026-06-27T13:51:23.054" v="1276" actId="1076"/>
          <ac:grpSpMkLst>
            <pc:docMk/>
            <pc:sldMk cId="1837267211" sldId="259"/>
            <ac:grpSpMk id="284" creationId="{286C2181-A145-605A-5293-6E01F70015EF}"/>
          </ac:grpSpMkLst>
        </pc:grpChg>
        <pc:grpChg chg="add mod">
          <ac:chgData name="Alexander Liu" userId="90be106ec4cd2753" providerId="LiveId" clId="{237E95D0-D23C-403D-984D-EEE7276E55B7}" dt="2026-06-26T01:01:08.911" v="1260" actId="164"/>
          <ac:grpSpMkLst>
            <pc:docMk/>
            <pc:sldMk cId="1837267211" sldId="259"/>
            <ac:grpSpMk id="300" creationId="{E1288E8A-006E-20EB-5B1D-5722AC23DF1C}"/>
          </ac:grpSpMkLst>
        </pc:grpChg>
        <pc:grpChg chg="add mod">
          <ac:chgData name="Alexander Liu" userId="90be106ec4cd2753" providerId="LiveId" clId="{237E95D0-D23C-403D-984D-EEE7276E55B7}" dt="2026-06-26T00:38:23.218" v="1230" actId="164"/>
          <ac:grpSpMkLst>
            <pc:docMk/>
            <pc:sldMk cId="1837267211" sldId="259"/>
            <ac:grpSpMk id="303" creationId="{65C5AF5D-B47E-43A8-4C8F-F66622944486}"/>
          </ac:grpSpMkLst>
        </pc:grpChg>
        <pc:grpChg chg="add mod ord">
          <ac:chgData name="Alexander Liu" userId="90be106ec4cd2753" providerId="LiveId" clId="{237E95D0-D23C-403D-984D-EEE7276E55B7}" dt="2026-06-26T01:01:06.915" v="1259" actId="164"/>
          <ac:grpSpMkLst>
            <pc:docMk/>
            <pc:sldMk cId="1837267211" sldId="259"/>
            <ac:grpSpMk id="306" creationId="{4A54CBAD-BAB4-4991-265C-79A599DD3855}"/>
          </ac:grpSpMkLst>
        </pc:grpChg>
        <pc:grpChg chg="add mod">
          <ac:chgData name="Alexander Liu" userId="90be106ec4cd2753" providerId="LiveId" clId="{237E95D0-D23C-403D-984D-EEE7276E55B7}" dt="2026-06-27T13:50:38.140" v="1266" actId="1076"/>
          <ac:grpSpMkLst>
            <pc:docMk/>
            <pc:sldMk cId="1837267211" sldId="259"/>
            <ac:grpSpMk id="307" creationId="{82ED5F39-9988-B935-0EB2-25F431077507}"/>
          </ac:grpSpMkLst>
        </pc:grpChg>
        <pc:grpChg chg="add mod">
          <ac:chgData name="Alexander Liu" userId="90be106ec4cd2753" providerId="LiveId" clId="{237E95D0-D23C-403D-984D-EEE7276E55B7}" dt="2026-06-26T01:01:03.004" v="1257" actId="164"/>
          <ac:grpSpMkLst>
            <pc:docMk/>
            <pc:sldMk cId="1837267211" sldId="259"/>
            <ac:grpSpMk id="310" creationId="{05197978-6E88-15C3-9C6B-A56599310D40}"/>
          </ac:grpSpMkLst>
        </pc:grpChg>
        <pc:grpChg chg="add mod">
          <ac:chgData name="Alexander Liu" userId="90be106ec4cd2753" providerId="LiveId" clId="{237E95D0-D23C-403D-984D-EEE7276E55B7}" dt="2026-06-26T01:01:03.004" v="1257" actId="164"/>
          <ac:grpSpMkLst>
            <pc:docMk/>
            <pc:sldMk cId="1837267211" sldId="259"/>
            <ac:grpSpMk id="313" creationId="{82E0B78D-28F7-8979-F726-0C9F8BB55DAC}"/>
          </ac:grpSpMkLst>
        </pc:grpChg>
        <pc:grpChg chg="add mod">
          <ac:chgData name="Alexander Liu" userId="90be106ec4cd2753" providerId="LiveId" clId="{237E95D0-D23C-403D-984D-EEE7276E55B7}" dt="2026-06-27T13:50:38.140" v="1266" actId="1076"/>
          <ac:grpSpMkLst>
            <pc:docMk/>
            <pc:sldMk cId="1837267211" sldId="259"/>
            <ac:grpSpMk id="316" creationId="{813A566D-50FB-8269-2A6B-6EB6728F74D8}"/>
          </ac:grpSpMkLst>
        </pc:grpChg>
        <pc:grpChg chg="add mod">
          <ac:chgData name="Alexander Liu" userId="90be106ec4cd2753" providerId="LiveId" clId="{237E95D0-D23C-403D-984D-EEE7276E55B7}" dt="2026-06-27T13:51:05.093" v="1272" actId="1076"/>
          <ac:grpSpMkLst>
            <pc:docMk/>
            <pc:sldMk cId="1837267211" sldId="259"/>
            <ac:grpSpMk id="317" creationId="{EAF5FED0-2FCB-54FE-2FD1-668B11CC1532}"/>
          </ac:grpSpMkLst>
        </pc:grpChg>
        <pc:grpChg chg="add mod">
          <ac:chgData name="Alexander Liu" userId="90be106ec4cd2753" providerId="LiveId" clId="{237E95D0-D23C-403D-984D-EEE7276E55B7}" dt="2026-06-27T13:51:36.127" v="1282" actId="1035"/>
          <ac:grpSpMkLst>
            <pc:docMk/>
            <pc:sldMk cId="1837267211" sldId="259"/>
            <ac:grpSpMk id="318" creationId="{25000E2A-1E3A-4A8D-576A-4BA68069B800}"/>
          </ac:grpSpMkLst>
        </pc:grpChg>
        <pc:grpChg chg="add mod">
          <ac:chgData name="Alexander Liu" userId="90be106ec4cd2753" providerId="LiveId" clId="{237E95D0-D23C-403D-984D-EEE7276E55B7}" dt="2026-06-27T13:51:38.819" v="1285" actId="1035"/>
          <ac:grpSpMkLst>
            <pc:docMk/>
            <pc:sldMk cId="1837267211" sldId="259"/>
            <ac:grpSpMk id="319" creationId="{D0645AB2-451F-4352-BB26-3ABA4B688BE1}"/>
          </ac:grpSpMkLst>
        </pc:grpChg>
        <pc:grpChg chg="add mod">
          <ac:chgData name="Alexander Liu" userId="90be106ec4cd2753" providerId="LiveId" clId="{237E95D0-D23C-403D-984D-EEE7276E55B7}" dt="2026-06-27T13:51:43.454" v="1291" actId="1038"/>
          <ac:grpSpMkLst>
            <pc:docMk/>
            <pc:sldMk cId="1837267211" sldId="259"/>
            <ac:grpSpMk id="320" creationId="{7F3C2E65-7CC6-8BC8-F774-AB203E5713E0}"/>
          </ac:grpSpMkLst>
        </pc:grpChg>
        <pc:grpChg chg="add mod">
          <ac:chgData name="Alexander Liu" userId="90be106ec4cd2753" providerId="LiveId" clId="{237E95D0-D23C-403D-984D-EEE7276E55B7}" dt="2026-06-26T01:01:03.004" v="1257" actId="164"/>
          <ac:grpSpMkLst>
            <pc:docMk/>
            <pc:sldMk cId="1837267211" sldId="259"/>
            <ac:grpSpMk id="321" creationId="{2C573A16-04E4-2A9B-D8DE-AD313EC35A04}"/>
          </ac:grpSpMkLst>
        </pc:grpChg>
        <pc:grpChg chg="add mod">
          <ac:chgData name="Alexander Liu" userId="90be106ec4cd2753" providerId="LiveId" clId="{237E95D0-D23C-403D-984D-EEE7276E55B7}" dt="2026-06-27T13:51:23.054" v="1276" actId="1076"/>
          <ac:grpSpMkLst>
            <pc:docMk/>
            <pc:sldMk cId="1837267211" sldId="259"/>
            <ac:grpSpMk id="322" creationId="{42635743-2172-A365-3237-D1CD7E775C7A}"/>
          </ac:grpSpMkLst>
        </pc:grpChg>
        <pc:grpChg chg="add mod">
          <ac:chgData name="Alexander Liu" userId="90be106ec4cd2753" providerId="LiveId" clId="{237E95D0-D23C-403D-984D-EEE7276E55B7}" dt="2026-06-27T13:50:40.239" v="1267" actId="1076"/>
          <ac:grpSpMkLst>
            <pc:docMk/>
            <pc:sldMk cId="1837267211" sldId="259"/>
            <ac:grpSpMk id="323" creationId="{0BCB6B91-A368-AE1D-E035-F2506C91DCF2}"/>
          </ac:grpSpMkLst>
        </pc:grpChg>
        <pc:grpChg chg="add mod">
          <ac:chgData name="Alexander Liu" userId="90be106ec4cd2753" providerId="LiveId" clId="{237E95D0-D23C-403D-984D-EEE7276E55B7}" dt="2026-06-26T01:01:08.911" v="1260" actId="164"/>
          <ac:grpSpMkLst>
            <pc:docMk/>
            <pc:sldMk cId="1837267211" sldId="259"/>
            <ac:grpSpMk id="324" creationId="{DB92C928-71D9-F8C5-B195-038DC3C9ACF0}"/>
          </ac:grpSpMkLst>
        </pc:grpChg>
        <pc:picChg chg="mod">
          <ac:chgData name="Alexander Liu" userId="90be106ec4cd2753" providerId="LiveId" clId="{237E95D0-D23C-403D-984D-EEE7276E55B7}" dt="2026-06-27T13:50:48.888" v="1269" actId="1076"/>
          <ac:picMkLst>
            <pc:docMk/>
            <pc:sldMk cId="1837267211" sldId="259"/>
            <ac:picMk id="56" creationId="{D9F364BE-64F0-488C-A3DB-B391646B96B5}"/>
          </ac:picMkLst>
        </pc:picChg>
        <pc:picChg chg="add mod">
          <ac:chgData name="Alexander Liu" userId="90be106ec4cd2753" providerId="LiveId" clId="{237E95D0-D23C-403D-984D-EEE7276E55B7}" dt="2026-06-27T13:50:38.140" v="1266" actId="1076"/>
          <ac:picMkLst>
            <pc:docMk/>
            <pc:sldMk cId="1837267211" sldId="259"/>
            <ac:picMk id="60" creationId="{3CB1C775-7469-4D1D-FD3C-0CBF235C6E9D}"/>
          </ac:picMkLst>
        </pc:picChg>
        <pc:picChg chg="mod topLvl">
          <ac:chgData name="Alexander Liu" userId="90be106ec4cd2753" providerId="LiveId" clId="{237E95D0-D23C-403D-984D-EEE7276E55B7}" dt="2026-06-27T13:51:05.093" v="1272" actId="1076"/>
          <ac:picMkLst>
            <pc:docMk/>
            <pc:sldMk cId="1837267211" sldId="259"/>
            <ac:picMk id="73" creationId="{D2F507B7-CD0F-88B8-E675-0EF7F3B87050}"/>
          </ac:picMkLst>
        </pc:picChg>
        <pc:picChg chg="mod">
          <ac:chgData name="Alexander Liu" userId="90be106ec4cd2753" providerId="LiveId" clId="{237E95D0-D23C-403D-984D-EEE7276E55B7}" dt="2026-06-27T13:51:29.175" v="1277" actId="1076"/>
          <ac:picMkLst>
            <pc:docMk/>
            <pc:sldMk cId="1837267211" sldId="259"/>
            <ac:picMk id="155" creationId="{79E6EE7A-3C78-4F06-8E04-B9551A33BE84}"/>
          </ac:picMkLst>
        </pc:picChg>
        <pc:picChg chg="add mod">
          <ac:chgData name="Alexander Liu" userId="90be106ec4cd2753" providerId="LiveId" clId="{237E95D0-D23C-403D-984D-EEE7276E55B7}" dt="2026-06-27T13:51:05.093" v="1272" actId="1076"/>
          <ac:picMkLst>
            <pc:docMk/>
            <pc:sldMk cId="1837267211" sldId="259"/>
            <ac:picMk id="237" creationId="{AD0A31AC-0B0E-53D0-1C02-E2AA203B2874}"/>
          </ac:picMkLst>
        </pc:picChg>
        <pc:picChg chg="add mod">
          <ac:chgData name="Alexander Liu" userId="90be106ec4cd2753" providerId="LiveId" clId="{237E95D0-D23C-403D-984D-EEE7276E55B7}" dt="2026-06-27T13:51:05.093" v="1272" actId="1076"/>
          <ac:picMkLst>
            <pc:docMk/>
            <pc:sldMk cId="1837267211" sldId="259"/>
            <ac:picMk id="239" creationId="{619189DA-A077-3E17-486C-76F591AE3641}"/>
          </ac:picMkLst>
        </pc:picChg>
        <pc:picChg chg="add mod">
          <ac:chgData name="Alexander Liu" userId="90be106ec4cd2753" providerId="LiveId" clId="{237E95D0-D23C-403D-984D-EEE7276E55B7}" dt="2026-06-27T13:51:36.127" v="1282" actId="1035"/>
          <ac:picMkLst>
            <pc:docMk/>
            <pc:sldMk cId="1837267211" sldId="259"/>
            <ac:picMk id="241" creationId="{5DEDA998-0522-00AB-8A1E-4006B8126558}"/>
          </ac:picMkLst>
        </pc:picChg>
        <pc:picChg chg="mod ord topLvl">
          <ac:chgData name="Alexander Liu" userId="90be106ec4cd2753" providerId="LiveId" clId="{237E95D0-D23C-403D-984D-EEE7276E55B7}" dt="2026-06-26T01:01:08.911" v="1260" actId="164"/>
          <ac:picMkLst>
            <pc:docMk/>
            <pc:sldMk cId="1837267211" sldId="259"/>
            <ac:picMk id="245" creationId="{DD50F9A3-3C6A-2245-AF32-BC4EE371F0B2}"/>
          </ac:picMkLst>
        </pc:picChg>
        <pc:picChg chg="add mod">
          <ac:chgData name="Alexander Liu" userId="90be106ec4cd2753" providerId="LiveId" clId="{237E95D0-D23C-403D-984D-EEE7276E55B7}" dt="2026-06-27T13:51:36.127" v="1282" actId="1035"/>
          <ac:picMkLst>
            <pc:docMk/>
            <pc:sldMk cId="1837267211" sldId="259"/>
            <ac:picMk id="249" creationId="{9726E3FC-51F3-379F-8B0F-AE8A24F5157C}"/>
          </ac:picMkLst>
        </pc:picChg>
        <pc:picChg chg="mod">
          <ac:chgData name="Alexander Liu" userId="90be106ec4cd2753" providerId="LiveId" clId="{237E95D0-D23C-403D-984D-EEE7276E55B7}" dt="2026-06-27T13:51:29.175" v="1277" actId="1076"/>
          <ac:picMkLst>
            <pc:docMk/>
            <pc:sldMk cId="1837267211" sldId="259"/>
            <ac:picMk id="263" creationId="{2D56BE71-5B00-891E-588F-54B9F3C20EE1}"/>
          </ac:picMkLst>
        </pc:picChg>
        <pc:picChg chg="add mod">
          <ac:chgData name="Alexander Liu" userId="90be106ec4cd2753" providerId="LiveId" clId="{237E95D0-D23C-403D-984D-EEE7276E55B7}" dt="2026-06-26T01:00:59.699" v="1255" actId="164"/>
          <ac:picMkLst>
            <pc:docMk/>
            <pc:sldMk cId="1837267211" sldId="259"/>
            <ac:picMk id="267" creationId="{65028D25-6ADB-833D-91B1-008F47950359}"/>
          </ac:picMkLst>
        </pc:picChg>
        <pc:picChg chg="mod">
          <ac:chgData name="Alexander Liu" userId="90be106ec4cd2753" providerId="LiveId" clId="{237E95D0-D23C-403D-984D-EEE7276E55B7}" dt="2026-06-27T13:51:29.175" v="1277" actId="1076"/>
          <ac:picMkLst>
            <pc:docMk/>
            <pc:sldMk cId="1837267211" sldId="259"/>
            <ac:picMk id="270" creationId="{C6BD8582-94F1-5917-423B-03A3D6FEE9EB}"/>
          </ac:picMkLst>
        </pc:picChg>
        <pc:picChg chg="add mod ord">
          <ac:chgData name="Alexander Liu" userId="90be106ec4cd2753" providerId="LiveId" clId="{237E95D0-D23C-403D-984D-EEE7276E55B7}" dt="2026-06-26T01:00:59.699" v="1255" actId="164"/>
          <ac:picMkLst>
            <pc:docMk/>
            <pc:sldMk cId="1837267211" sldId="259"/>
            <ac:picMk id="277" creationId="{C28A6F53-799D-6569-87AC-21220F2FF3F1}"/>
          </ac:picMkLst>
        </pc:picChg>
        <pc:picChg chg="add mod">
          <ac:chgData name="Alexander Liu" userId="90be106ec4cd2753" providerId="LiveId" clId="{237E95D0-D23C-403D-984D-EEE7276E55B7}" dt="2026-06-26T01:01:03.004" v="1257" actId="164"/>
          <ac:picMkLst>
            <pc:docMk/>
            <pc:sldMk cId="1837267211" sldId="259"/>
            <ac:picMk id="288" creationId="{2D93EC5C-5DE4-1DAD-E372-30E7EC2615C9}"/>
          </ac:picMkLst>
        </pc:picChg>
        <pc:picChg chg="add mod">
          <ac:chgData name="Alexander Liu" userId="90be106ec4cd2753" providerId="LiveId" clId="{237E95D0-D23C-403D-984D-EEE7276E55B7}" dt="2026-06-27T13:51:43.454" v="1291" actId="1038"/>
          <ac:picMkLst>
            <pc:docMk/>
            <pc:sldMk cId="1837267211" sldId="259"/>
            <ac:picMk id="290" creationId="{C2752138-C3F2-4574-4A08-599BC74822BA}"/>
          </ac:picMkLst>
        </pc:picChg>
        <pc:picChg chg="add mod">
          <ac:chgData name="Alexander Liu" userId="90be106ec4cd2753" providerId="LiveId" clId="{237E95D0-D23C-403D-984D-EEE7276E55B7}" dt="2026-06-27T13:51:43.454" v="1291" actId="1038"/>
          <ac:picMkLst>
            <pc:docMk/>
            <pc:sldMk cId="1837267211" sldId="259"/>
            <ac:picMk id="291" creationId="{CEE9C984-8423-C3AF-0F06-7AF9F303981D}"/>
          </ac:picMkLst>
        </pc:picChg>
        <pc:picChg chg="add mod ord">
          <ac:chgData name="Alexander Liu" userId="90be106ec4cd2753" providerId="LiveId" clId="{237E95D0-D23C-403D-984D-EEE7276E55B7}" dt="2026-06-27T13:51:43.454" v="1291" actId="1038"/>
          <ac:picMkLst>
            <pc:docMk/>
            <pc:sldMk cId="1837267211" sldId="259"/>
            <ac:picMk id="292" creationId="{8C938669-9AC3-90ED-4A50-9DC709B22E22}"/>
          </ac:picMkLst>
        </pc:picChg>
        <pc:picChg chg="add mod">
          <ac:chgData name="Alexander Liu" userId="90be106ec4cd2753" providerId="LiveId" clId="{237E95D0-D23C-403D-984D-EEE7276E55B7}" dt="2026-06-27T13:51:23.054" v="1276" actId="1076"/>
          <ac:picMkLst>
            <pc:docMk/>
            <pc:sldMk cId="1837267211" sldId="259"/>
            <ac:picMk id="293" creationId="{E4E5EFBB-595D-19D4-3F91-316BCB7AF0A8}"/>
          </ac:picMkLst>
        </pc:picChg>
        <pc:picChg chg="add mod ord">
          <ac:chgData name="Alexander Liu" userId="90be106ec4cd2753" providerId="LiveId" clId="{237E95D0-D23C-403D-984D-EEE7276E55B7}" dt="2026-06-27T13:51:23.054" v="1276" actId="1076"/>
          <ac:picMkLst>
            <pc:docMk/>
            <pc:sldMk cId="1837267211" sldId="259"/>
            <ac:picMk id="294" creationId="{8838411C-7010-1D2C-9D36-E6C70E291BC6}"/>
          </ac:picMkLst>
        </pc:picChg>
        <pc:picChg chg="mod topLvl">
          <ac:chgData name="Alexander Liu" userId="90be106ec4cd2753" providerId="LiveId" clId="{237E95D0-D23C-403D-984D-EEE7276E55B7}" dt="2026-06-26T00:38:17.003" v="1227" actId="164"/>
          <ac:picMkLst>
            <pc:docMk/>
            <pc:sldMk cId="1837267211" sldId="259"/>
            <ac:picMk id="298" creationId="{D33F1690-BE0E-E8CD-DCEA-3014A67F4289}"/>
          </ac:picMkLst>
        </pc:picChg>
        <pc:picChg chg="add mod">
          <ac:chgData name="Alexander Liu" userId="90be106ec4cd2753" providerId="LiveId" clId="{237E95D0-D23C-403D-984D-EEE7276E55B7}" dt="2026-06-26T00:38:23.218" v="1230" actId="164"/>
          <ac:picMkLst>
            <pc:docMk/>
            <pc:sldMk cId="1837267211" sldId="259"/>
            <ac:picMk id="302" creationId="{237EB655-21EA-C1CF-F19B-F1EE6DC31466}"/>
          </ac:picMkLst>
        </pc:picChg>
        <pc:picChg chg="mod">
          <ac:chgData name="Alexander Liu" userId="90be106ec4cd2753" providerId="LiveId" clId="{237E95D0-D23C-403D-984D-EEE7276E55B7}" dt="2026-06-26T00:38:18.413" v="1228"/>
          <ac:picMkLst>
            <pc:docMk/>
            <pc:sldMk cId="1837267211" sldId="259"/>
            <ac:picMk id="304" creationId="{A3041413-CF53-48C6-57CD-4ABB134AB595}"/>
          </ac:picMkLst>
        </pc:picChg>
        <pc:picChg chg="mod">
          <ac:chgData name="Alexander Liu" userId="90be106ec4cd2753" providerId="LiveId" clId="{237E95D0-D23C-403D-984D-EEE7276E55B7}" dt="2026-06-27T13:50:38.140" v="1266" actId="1076"/>
          <ac:picMkLst>
            <pc:docMk/>
            <pc:sldMk cId="1837267211" sldId="259"/>
            <ac:picMk id="308" creationId="{11E7410D-2F95-DA77-9486-E08636BA7C10}"/>
          </ac:picMkLst>
        </pc:picChg>
      </pc:sldChg>
      <pc:sldChg chg="modSp">
        <pc:chgData name="Alexander Liu" userId="90be106ec4cd2753" providerId="LiveId" clId="{237E95D0-D23C-403D-984D-EEE7276E55B7}" dt="2026-06-20T14:41:49.797" v="680" actId="1076"/>
        <pc:sldMkLst>
          <pc:docMk/>
          <pc:sldMk cId="2965072001" sldId="260"/>
        </pc:sldMkLst>
        <pc:picChg chg="mod">
          <ac:chgData name="Alexander Liu" userId="90be106ec4cd2753" providerId="LiveId" clId="{237E95D0-D23C-403D-984D-EEE7276E55B7}" dt="2026-06-20T14:41:49.797" v="680" actId="1076"/>
          <ac:picMkLst>
            <pc:docMk/>
            <pc:sldMk cId="2965072001" sldId="260"/>
            <ac:picMk id="3" creationId="{01A4FCD6-EB42-4E83-BD88-EC54A8A810C2}"/>
          </ac:picMkLst>
        </pc:picChg>
      </pc:sldChg>
      <pc:sldChg chg="addSp delSp modSp mod">
        <pc:chgData name="Alexander Liu" userId="90be106ec4cd2753" providerId="LiveId" clId="{237E95D0-D23C-403D-984D-EEE7276E55B7}" dt="2026-06-20T13:46:23.200" v="466" actId="1038"/>
        <pc:sldMkLst>
          <pc:docMk/>
          <pc:sldMk cId="1789630723" sldId="262"/>
        </pc:sldMkLst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191" creationId="{C9EB6B0E-B4E8-5333-9BE6-D44CCA240A38}"/>
          </ac:spMkLst>
        </pc:spChg>
        <pc:spChg chg="mod">
          <ac:chgData name="Alexander Liu" userId="90be106ec4cd2753" providerId="LiveId" clId="{237E95D0-D23C-403D-984D-EEE7276E55B7}" dt="2026-06-20T13:46:00.601" v="297" actId="1037"/>
          <ac:spMkLst>
            <pc:docMk/>
            <pc:sldMk cId="1789630723" sldId="262"/>
            <ac:spMk id="192" creationId="{3285B7CF-F798-F34D-384E-2042650AA4D3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194" creationId="{237C5B99-02FE-52C0-641C-9B42C13D7043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195" creationId="{FA50DDB7-B61E-8173-A995-88522E8B535A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197" creationId="{11B8A24F-F582-31CD-6805-12FBF0793F96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198" creationId="{B756F659-2ACE-97E6-2D08-3407248E0468}"/>
          </ac:spMkLst>
        </pc:spChg>
        <pc:spChg chg="mod">
          <ac:chgData name="Alexander Liu" userId="90be106ec4cd2753" providerId="LiveId" clId="{237E95D0-D23C-403D-984D-EEE7276E55B7}" dt="2026-06-20T13:46:12.981" v="387" actId="1037"/>
          <ac:spMkLst>
            <pc:docMk/>
            <pc:sldMk cId="1789630723" sldId="262"/>
            <ac:spMk id="203" creationId="{A4F68F8A-4209-A104-ECCD-68391A434923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204" creationId="{9A99B6AC-8EB3-C64F-0DCF-3ABDB9B0325C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212" creationId="{1C929917-E6D7-BB89-8E95-C1A3384CDED1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216" creationId="{4C99B8E0-F956-68F7-C4DF-6FB1F4A22801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217" creationId="{7210DB34-24F8-8CD1-E2E0-04592239CF67}"/>
          </ac:spMkLst>
        </pc:spChg>
        <pc:spChg chg="mod">
          <ac:chgData name="Alexander Liu" userId="90be106ec4cd2753" providerId="LiveId" clId="{237E95D0-D23C-403D-984D-EEE7276E55B7}" dt="2026-06-20T13:46:23.200" v="466" actId="1038"/>
          <ac:spMkLst>
            <pc:docMk/>
            <pc:sldMk cId="1789630723" sldId="262"/>
            <ac:spMk id="274" creationId="{B27B85D1-707B-AC07-1FEE-D3E9C67B2CF5}"/>
          </ac:spMkLst>
        </pc:spChg>
        <pc:spChg chg="mod">
          <ac:chgData name="Alexander Liu" userId="90be106ec4cd2753" providerId="LiveId" clId="{237E95D0-D23C-403D-984D-EEE7276E55B7}" dt="2026-06-20T13:46:12.981" v="387" actId="1037"/>
          <ac:spMkLst>
            <pc:docMk/>
            <pc:sldMk cId="1789630723" sldId="262"/>
            <ac:spMk id="275" creationId="{65405098-D2F5-DE69-753D-CA2F2236ED73}"/>
          </ac:spMkLst>
        </pc:spChg>
        <pc:grpChg chg="add mod">
          <ac:chgData name="Alexander Liu" userId="90be106ec4cd2753" providerId="LiveId" clId="{237E95D0-D23C-403D-984D-EEE7276E55B7}" dt="2026-06-20T13:35:21.296" v="73" actId="164"/>
          <ac:grpSpMkLst>
            <pc:docMk/>
            <pc:sldMk cId="1789630723" sldId="262"/>
            <ac:grpSpMk id="25" creationId="{2483D40B-7AB6-E782-EC54-A4DAB58D08A1}"/>
          </ac:grpSpMkLst>
        </pc:grpChg>
        <pc:grpChg chg="add mod">
          <ac:chgData name="Alexander Liu" userId="90be106ec4cd2753" providerId="LiveId" clId="{237E95D0-D23C-403D-984D-EEE7276E55B7}" dt="2026-06-20T13:35:24.341" v="74" actId="164"/>
          <ac:grpSpMkLst>
            <pc:docMk/>
            <pc:sldMk cId="1789630723" sldId="262"/>
            <ac:grpSpMk id="26" creationId="{C0119590-2C89-C6DB-C2C3-B00E5629E822}"/>
          </ac:grpSpMkLst>
        </pc:grpChg>
        <pc:grpChg chg="add mod">
          <ac:chgData name="Alexander Liu" userId="90be106ec4cd2753" providerId="LiveId" clId="{237E95D0-D23C-403D-984D-EEE7276E55B7}" dt="2026-06-20T13:35:25.839" v="75" actId="164"/>
          <ac:grpSpMkLst>
            <pc:docMk/>
            <pc:sldMk cId="1789630723" sldId="262"/>
            <ac:grpSpMk id="27" creationId="{E2DAB5F9-5AC5-BE15-3397-B8695D6A1B39}"/>
          </ac:grpSpMkLst>
        </pc:grpChg>
        <pc:grpChg chg="add mod">
          <ac:chgData name="Alexander Liu" userId="90be106ec4cd2753" providerId="LiveId" clId="{237E95D0-D23C-403D-984D-EEE7276E55B7}" dt="2026-06-20T13:35:27.367" v="76" actId="164"/>
          <ac:grpSpMkLst>
            <pc:docMk/>
            <pc:sldMk cId="1789630723" sldId="262"/>
            <ac:grpSpMk id="34" creationId="{C404E5F3-FA25-06A5-7B16-8879DC7C859F}"/>
          </ac:grpSpMkLst>
        </pc:grpChg>
        <pc:grpChg chg="add mod">
          <ac:chgData name="Alexander Liu" userId="90be106ec4cd2753" providerId="LiveId" clId="{237E95D0-D23C-403D-984D-EEE7276E55B7}" dt="2026-06-20T13:35:28.605" v="77" actId="164"/>
          <ac:grpSpMkLst>
            <pc:docMk/>
            <pc:sldMk cId="1789630723" sldId="262"/>
            <ac:grpSpMk id="35" creationId="{18E8FCC5-58F4-32F6-D39B-21CB43327858}"/>
          </ac:grpSpMkLst>
        </pc:grpChg>
        <pc:grpChg chg="add mod">
          <ac:chgData name="Alexander Liu" userId="90be106ec4cd2753" providerId="LiveId" clId="{237E95D0-D23C-403D-984D-EEE7276E55B7}" dt="2026-06-20T13:46:16.941" v="417" actId="1037"/>
          <ac:grpSpMkLst>
            <pc:docMk/>
            <pc:sldMk cId="1789630723" sldId="262"/>
            <ac:grpSpMk id="36" creationId="{5EE9DC92-AFEA-C259-952B-C6F4056DBB08}"/>
          </ac:grpSpMkLst>
        </pc:grpChg>
        <pc:grpChg chg="mod">
          <ac:chgData name="Alexander Liu" userId="90be106ec4cd2753" providerId="LiveId" clId="{237E95D0-D23C-403D-984D-EEE7276E55B7}" dt="2026-06-20T13:35:24.341" v="74" actId="164"/>
          <ac:grpSpMkLst>
            <pc:docMk/>
            <pc:sldMk cId="1789630723" sldId="262"/>
            <ac:grpSpMk id="169" creationId="{AA4D0B00-56FB-D3BC-AD1D-83CDEA9F3564}"/>
          </ac:grpSpMkLst>
        </pc:grpChg>
        <pc:grpChg chg="mod">
          <ac:chgData name="Alexander Liu" userId="90be106ec4cd2753" providerId="LiveId" clId="{237E95D0-D23C-403D-984D-EEE7276E55B7}" dt="2026-06-20T13:35:25.839" v="75" actId="164"/>
          <ac:grpSpMkLst>
            <pc:docMk/>
            <pc:sldMk cId="1789630723" sldId="262"/>
            <ac:grpSpMk id="193" creationId="{33E07364-A5DF-33A4-4A2B-3B42BFA7E6DA}"/>
          </ac:grpSpMkLst>
        </pc:grpChg>
        <pc:grpChg chg="mod">
          <ac:chgData name="Alexander Liu" userId="90be106ec4cd2753" providerId="LiveId" clId="{237E95D0-D23C-403D-984D-EEE7276E55B7}" dt="2026-06-20T13:35:27.367" v="76" actId="164"/>
          <ac:grpSpMkLst>
            <pc:docMk/>
            <pc:sldMk cId="1789630723" sldId="262"/>
            <ac:grpSpMk id="196" creationId="{7CAC143F-35B8-6160-433F-566080257775}"/>
          </ac:grpSpMkLst>
        </pc:grpChg>
        <pc:grpChg chg="mod">
          <ac:chgData name="Alexander Liu" userId="90be106ec4cd2753" providerId="LiveId" clId="{237E95D0-D23C-403D-984D-EEE7276E55B7}" dt="2026-06-20T13:35:30.379" v="78" actId="164"/>
          <ac:grpSpMkLst>
            <pc:docMk/>
            <pc:sldMk cId="1789630723" sldId="262"/>
            <ac:grpSpMk id="202" creationId="{FC0B8DD6-B079-A4DF-E1D7-5D1F3A65109E}"/>
          </ac:grpSpMkLst>
        </pc:grpChg>
        <pc:grpChg chg="mod">
          <ac:chgData name="Alexander Liu" userId="90be106ec4cd2753" providerId="LiveId" clId="{237E95D0-D23C-403D-984D-EEE7276E55B7}" dt="2026-06-20T13:35:21.296" v="73" actId="164"/>
          <ac:grpSpMkLst>
            <pc:docMk/>
            <pc:sldMk cId="1789630723" sldId="262"/>
            <ac:grpSpMk id="208" creationId="{0A279D8B-5AB6-BC20-CCF5-2A69C4170A12}"/>
          </ac:grpSpMkLst>
        </pc:grpChg>
        <pc:grpChg chg="mod">
          <ac:chgData name="Alexander Liu" userId="90be106ec4cd2753" providerId="LiveId" clId="{237E95D0-D23C-403D-984D-EEE7276E55B7}" dt="2026-06-20T13:35:21.296" v="73" actId="164"/>
          <ac:grpSpMkLst>
            <pc:docMk/>
            <pc:sldMk cId="1789630723" sldId="262"/>
            <ac:grpSpMk id="215" creationId="{379B6B1A-64A5-2EF7-21DB-45CF84698192}"/>
          </ac:grpSpMkLst>
        </pc:grpChg>
        <pc:grpChg chg="mod">
          <ac:chgData name="Alexander Liu" userId="90be106ec4cd2753" providerId="LiveId" clId="{237E95D0-D23C-403D-984D-EEE7276E55B7}" dt="2026-06-20T13:46:12.981" v="387" actId="1037"/>
          <ac:grpSpMkLst>
            <pc:docMk/>
            <pc:sldMk cId="1789630723" sldId="262"/>
            <ac:grpSpMk id="272" creationId="{276F6F0D-AF27-44BB-E3F4-FF3B571774FF}"/>
          </ac:grpSpMkLst>
        </pc:grpChg>
        <pc:grpChg chg="mod">
          <ac:chgData name="Alexander Liu" userId="90be106ec4cd2753" providerId="LiveId" clId="{237E95D0-D23C-403D-984D-EEE7276E55B7}" dt="2026-06-20T13:35:28.605" v="77" actId="164"/>
          <ac:grpSpMkLst>
            <pc:docMk/>
            <pc:sldMk cId="1789630723" sldId="262"/>
            <ac:grpSpMk id="273" creationId="{9EE081C4-DD2C-9E62-231D-5A0C1FC9F224}"/>
          </ac:grpSpMkLst>
        </pc:grpChg>
        <pc:picChg chg="mod">
          <ac:chgData name="Alexander Liu" userId="90be106ec4cd2753" providerId="LiveId" clId="{237E95D0-D23C-403D-984D-EEE7276E55B7}" dt="2026-06-20T13:46:12.981" v="387" actId="1037"/>
          <ac:picMkLst>
            <pc:docMk/>
            <pc:sldMk cId="1789630723" sldId="262"/>
            <ac:picMk id="234" creationId="{F922F975-D226-211B-75FE-BAE03418ECB7}"/>
          </ac:picMkLst>
        </pc:picChg>
        <pc:picChg chg="mod">
          <ac:chgData name="Alexander Liu" userId="90be106ec4cd2753" providerId="LiveId" clId="{237E95D0-D23C-403D-984D-EEE7276E55B7}" dt="2026-06-20T13:35:24.341" v="74" actId="164"/>
          <ac:picMkLst>
            <pc:docMk/>
            <pc:sldMk cId="1789630723" sldId="262"/>
            <ac:picMk id="236" creationId="{AB1AF01E-E62D-2756-5E06-98272DD3CC88}"/>
          </ac:picMkLst>
        </pc:picChg>
        <pc:picChg chg="mod">
          <ac:chgData name="Alexander Liu" userId="90be106ec4cd2753" providerId="LiveId" clId="{237E95D0-D23C-403D-984D-EEE7276E55B7}" dt="2026-06-20T13:35:24.341" v="74" actId="164"/>
          <ac:picMkLst>
            <pc:docMk/>
            <pc:sldMk cId="1789630723" sldId="262"/>
            <ac:picMk id="237" creationId="{85B4997A-818D-0FAF-DD04-4F9D8CC37A20}"/>
          </ac:picMkLst>
        </pc:picChg>
        <pc:picChg chg="mod">
          <ac:chgData name="Alexander Liu" userId="90be106ec4cd2753" providerId="LiveId" clId="{237E95D0-D23C-403D-984D-EEE7276E55B7}" dt="2026-06-20T13:46:05.400" v="329" actId="1037"/>
          <ac:picMkLst>
            <pc:docMk/>
            <pc:sldMk cId="1789630723" sldId="262"/>
            <ac:picMk id="238" creationId="{3ACC40B0-B272-49CF-0DFB-7F2B6C228CE5}"/>
          </ac:picMkLst>
        </pc:picChg>
        <pc:picChg chg="mod">
          <ac:chgData name="Alexander Liu" userId="90be106ec4cd2753" providerId="LiveId" clId="{237E95D0-D23C-403D-984D-EEE7276E55B7}" dt="2026-06-20T13:35:25.839" v="75" actId="164"/>
          <ac:picMkLst>
            <pc:docMk/>
            <pc:sldMk cId="1789630723" sldId="262"/>
            <ac:picMk id="239" creationId="{5E9FC5BA-41D6-DF3F-540E-2D2297E611CC}"/>
          </ac:picMkLst>
        </pc:picChg>
        <pc:picChg chg="mod">
          <ac:chgData name="Alexander Liu" userId="90be106ec4cd2753" providerId="LiveId" clId="{237E95D0-D23C-403D-984D-EEE7276E55B7}" dt="2026-06-20T13:46:09.701" v="362" actId="1037"/>
          <ac:picMkLst>
            <pc:docMk/>
            <pc:sldMk cId="1789630723" sldId="262"/>
            <ac:picMk id="242" creationId="{D119E622-8603-79B8-627F-C9195DFFD009}"/>
          </ac:picMkLst>
        </pc:picChg>
        <pc:picChg chg="mod">
          <ac:chgData name="Alexander Liu" userId="90be106ec4cd2753" providerId="LiveId" clId="{237E95D0-D23C-403D-984D-EEE7276E55B7}" dt="2026-06-20T13:46:09.701" v="362" actId="1037"/>
          <ac:picMkLst>
            <pc:docMk/>
            <pc:sldMk cId="1789630723" sldId="262"/>
            <ac:picMk id="243" creationId="{FD480DB1-5C64-6DC3-4DCF-F6E7622A93CD}"/>
          </ac:picMkLst>
        </pc:picChg>
        <pc:picChg chg="mod">
          <ac:chgData name="Alexander Liu" userId="90be106ec4cd2753" providerId="LiveId" clId="{237E95D0-D23C-403D-984D-EEE7276E55B7}" dt="2026-06-20T13:35:25.839" v="75" actId="164"/>
          <ac:picMkLst>
            <pc:docMk/>
            <pc:sldMk cId="1789630723" sldId="262"/>
            <ac:picMk id="244" creationId="{A555CE4C-1126-89D0-758E-F088E57B5E36}"/>
          </ac:picMkLst>
        </pc:picChg>
        <pc:picChg chg="mod">
          <ac:chgData name="Alexander Liu" userId="90be106ec4cd2753" providerId="LiveId" clId="{237E95D0-D23C-403D-984D-EEE7276E55B7}" dt="2026-06-20T13:46:12.981" v="387" actId="1037"/>
          <ac:picMkLst>
            <pc:docMk/>
            <pc:sldMk cId="1789630723" sldId="262"/>
            <ac:picMk id="276" creationId="{FA6F718C-3A52-5D34-F432-8075DE2CAE68}"/>
          </ac:picMkLst>
        </pc:picChg>
        <pc:picChg chg="mod">
          <ac:chgData name="Alexander Liu" userId="90be106ec4cd2753" providerId="LiveId" clId="{237E95D0-D23C-403D-984D-EEE7276E55B7}" dt="2026-06-20T13:46:12.981" v="387" actId="1037"/>
          <ac:picMkLst>
            <pc:docMk/>
            <pc:sldMk cId="1789630723" sldId="262"/>
            <ac:picMk id="277" creationId="{33BA2EDE-FC59-B9A1-1705-F55769C5F784}"/>
          </ac:picMkLst>
        </pc:picChg>
        <pc:picChg chg="mod">
          <ac:chgData name="Alexander Liu" userId="90be106ec4cd2753" providerId="LiveId" clId="{237E95D0-D23C-403D-984D-EEE7276E55B7}" dt="2026-06-20T13:46:12.981" v="387" actId="1037"/>
          <ac:picMkLst>
            <pc:docMk/>
            <pc:sldMk cId="1789630723" sldId="262"/>
            <ac:picMk id="278" creationId="{9BEBDC33-9BC7-CB1A-C088-797E8D4682CD}"/>
          </ac:picMkLst>
        </pc:picChg>
      </pc:sldChg>
      <pc:sldChg chg="addSp delSp modSp mod ord">
        <pc:chgData name="Alexander Liu" userId="90be106ec4cd2753" providerId="LiveId" clId="{237E95D0-D23C-403D-984D-EEE7276E55B7}" dt="2026-06-21T00:14:25.481" v="922" actId="1076"/>
        <pc:sldMkLst>
          <pc:docMk/>
          <pc:sldMk cId="1027480325" sldId="263"/>
        </pc:sldMkLst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2" creationId="{8257CD2E-EC55-4CEE-8E87-537B73D1B257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6" creationId="{29A06361-F844-4531-A029-5CDF5D2E6E19}"/>
          </ac:spMkLst>
        </pc:spChg>
        <pc:spChg chg="mod">
          <ac:chgData name="Alexander Liu" userId="90be106ec4cd2753" providerId="LiveId" clId="{237E95D0-D23C-403D-984D-EEE7276E55B7}" dt="2026-06-21T00:02:47.948" v="783"/>
          <ac:spMkLst>
            <pc:docMk/>
            <pc:sldMk cId="1027480325" sldId="263"/>
            <ac:spMk id="38" creationId="{992C3738-B04D-6E83-CB95-CC0E2D6B6CDB}"/>
          </ac:spMkLst>
        </pc:spChg>
        <pc:spChg chg="mod">
          <ac:chgData name="Alexander Liu" userId="90be106ec4cd2753" providerId="LiveId" clId="{237E95D0-D23C-403D-984D-EEE7276E55B7}" dt="2026-06-21T00:02:47.948" v="783"/>
          <ac:spMkLst>
            <pc:docMk/>
            <pc:sldMk cId="1027480325" sldId="263"/>
            <ac:spMk id="39" creationId="{AF62E22B-D769-CA34-AD92-96C4ED0AB404}"/>
          </ac:spMkLst>
        </pc:spChg>
        <pc:spChg chg="add mod ord">
          <ac:chgData name="Alexander Liu" userId="90be106ec4cd2753" providerId="LiveId" clId="{237E95D0-D23C-403D-984D-EEE7276E55B7}" dt="2026-06-21T00:03:19.763" v="795" actId="167"/>
          <ac:spMkLst>
            <pc:docMk/>
            <pc:sldMk cId="1027480325" sldId="263"/>
            <ac:spMk id="51" creationId="{BEFBFF96-E2E4-37CF-7B1D-3A6A32090E5E}"/>
          </ac:spMkLst>
        </pc:spChg>
        <pc:spChg chg="mod">
          <ac:chgData name="Alexander Liu" userId="90be106ec4cd2753" providerId="LiveId" clId="{237E95D0-D23C-403D-984D-EEE7276E55B7}" dt="2026-06-21T00:03:55.636" v="819"/>
          <ac:spMkLst>
            <pc:docMk/>
            <pc:sldMk cId="1027480325" sldId="263"/>
            <ac:spMk id="53" creationId="{38609239-8DD1-123A-5FFD-8DE581AF62AE}"/>
          </ac:spMkLst>
        </pc:spChg>
        <pc:spChg chg="mod">
          <ac:chgData name="Alexander Liu" userId="90be106ec4cd2753" providerId="LiveId" clId="{237E95D0-D23C-403D-984D-EEE7276E55B7}" dt="2026-06-21T00:03:55.636" v="819"/>
          <ac:spMkLst>
            <pc:docMk/>
            <pc:sldMk cId="1027480325" sldId="263"/>
            <ac:spMk id="54" creationId="{65A16DDA-0FA3-AD9B-630A-3E9D724806C4}"/>
          </ac:spMkLst>
        </pc:spChg>
        <pc:spChg chg="mod">
          <ac:chgData name="Alexander Liu" userId="90be106ec4cd2753" providerId="LiveId" clId="{237E95D0-D23C-403D-984D-EEE7276E55B7}" dt="2026-06-21T00:04:02.341" v="821"/>
          <ac:spMkLst>
            <pc:docMk/>
            <pc:sldMk cId="1027480325" sldId="263"/>
            <ac:spMk id="58" creationId="{6297DBF3-C1F4-4F89-2E71-19FAD72F7F3E}"/>
          </ac:spMkLst>
        </pc:spChg>
        <pc:spChg chg="mod">
          <ac:chgData name="Alexander Liu" userId="90be106ec4cd2753" providerId="LiveId" clId="{237E95D0-D23C-403D-984D-EEE7276E55B7}" dt="2026-06-21T00:04:02.341" v="821"/>
          <ac:spMkLst>
            <pc:docMk/>
            <pc:sldMk cId="1027480325" sldId="263"/>
            <ac:spMk id="59" creationId="{1ADCC187-3770-3830-9400-A84CC4097062}"/>
          </ac:spMkLst>
        </pc:spChg>
        <pc:spChg chg="mod">
          <ac:chgData name="Alexander Liu" userId="90be106ec4cd2753" providerId="LiveId" clId="{237E95D0-D23C-403D-984D-EEE7276E55B7}" dt="2026-06-21T00:04:07.407" v="823"/>
          <ac:spMkLst>
            <pc:docMk/>
            <pc:sldMk cId="1027480325" sldId="263"/>
            <ac:spMk id="61" creationId="{DB98E950-AFA4-3387-230F-D383EE086CA2}"/>
          </ac:spMkLst>
        </pc:spChg>
        <pc:spChg chg="mod">
          <ac:chgData name="Alexander Liu" userId="90be106ec4cd2753" providerId="LiveId" clId="{237E95D0-D23C-403D-984D-EEE7276E55B7}" dt="2026-06-21T00:04:07.407" v="823"/>
          <ac:spMkLst>
            <pc:docMk/>
            <pc:sldMk cId="1027480325" sldId="263"/>
            <ac:spMk id="62" creationId="{004DF7DC-78C0-DDDA-B227-F42614B59248}"/>
          </ac:spMkLst>
        </pc:spChg>
        <pc:spChg chg="mod">
          <ac:chgData name="Alexander Liu" userId="90be106ec4cd2753" providerId="LiveId" clId="{237E95D0-D23C-403D-984D-EEE7276E55B7}" dt="2026-06-21T00:04:14.947" v="825"/>
          <ac:spMkLst>
            <pc:docMk/>
            <pc:sldMk cId="1027480325" sldId="263"/>
            <ac:spMk id="69" creationId="{C0019479-AF43-99B2-4F96-B4397C83D519}"/>
          </ac:spMkLst>
        </pc:spChg>
        <pc:spChg chg="mod">
          <ac:chgData name="Alexander Liu" userId="90be106ec4cd2753" providerId="LiveId" clId="{237E95D0-D23C-403D-984D-EEE7276E55B7}" dt="2026-06-21T00:04:14.947" v="825"/>
          <ac:spMkLst>
            <pc:docMk/>
            <pc:sldMk cId="1027480325" sldId="263"/>
            <ac:spMk id="70" creationId="{CB763F95-9B72-872E-6C61-9FDD639E4D7D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81" creationId="{25507081-176F-43E8-9571-0BC20CFF8944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82" creationId="{D6DE53C2-DF5B-4C3D-9135-5BEBD7C658EF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107" creationId="{A73F48FC-AEC9-4F06-A5CF-150FF2F920E7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108" creationId="{7D2D4F3A-6584-4213-8B0A-A58B14DB7853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110" creationId="{EFB53592-DA4D-40B8-A61E-459E7AB749D8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111" creationId="{72315CED-2F79-4B3D-9557-9C003D57EF00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32" creationId="{05446D75-BF51-48EE-A497-2F3D188DF60B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33" creationId="{99723C97-833F-4CCD-8833-BC4E4D6B29FA}"/>
          </ac:spMkLst>
        </pc:spChg>
        <pc:spChg chg="mod">
          <ac:chgData name="Alexander Liu" userId="90be106ec4cd2753" providerId="LiveId" clId="{237E95D0-D23C-403D-984D-EEE7276E55B7}" dt="2026-06-20T23:58:19.050" v="722" actId="1076"/>
          <ac:spMkLst>
            <pc:docMk/>
            <pc:sldMk cId="1027480325" sldId="263"/>
            <ac:spMk id="163" creationId="{2CD755F3-1B12-4190-93EF-5085BFB77C89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65" creationId="{AFE94B2F-91C3-4114-BCE3-F70A7E18F7C4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66" creationId="{C645638B-8ED0-4EA1-AE49-759F08640460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67" creationId="{258B5E6F-0FCB-41D9-8593-D9494E76508D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68" creationId="{C62C8BA4-C36B-4C43-B51A-45D5DEF87DAB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69" creationId="{0D9E5DEB-7C1D-4A64-BEEF-796ED1F66A7F}"/>
          </ac:spMkLst>
        </pc:spChg>
        <pc:spChg chg="mod">
          <ac:chgData name="Alexander Liu" userId="90be106ec4cd2753" providerId="LiveId" clId="{237E95D0-D23C-403D-984D-EEE7276E55B7}" dt="2026-06-21T00:06:44.595" v="860" actId="1076"/>
          <ac:spMkLst>
            <pc:docMk/>
            <pc:sldMk cId="1027480325" sldId="263"/>
            <ac:spMk id="170" creationId="{31766E0A-E826-435D-A0C1-050152A025BE}"/>
          </ac:spMkLst>
        </pc:spChg>
        <pc:spChg chg="mod">
          <ac:chgData name="Alexander Liu" userId="90be106ec4cd2753" providerId="LiveId" clId="{237E95D0-D23C-403D-984D-EEE7276E55B7}" dt="2026-06-21T00:12:44.993" v="904" actId="1076"/>
          <ac:spMkLst>
            <pc:docMk/>
            <pc:sldMk cId="1027480325" sldId="263"/>
            <ac:spMk id="199" creationId="{28FF712D-B325-720C-9B4E-227BB02D02CA}"/>
          </ac:spMkLst>
        </pc:spChg>
        <pc:spChg chg="mod">
          <ac:chgData name="Alexander Liu" userId="90be106ec4cd2753" providerId="LiveId" clId="{237E95D0-D23C-403D-984D-EEE7276E55B7}" dt="2026-06-21T00:02:44.764" v="782" actId="165"/>
          <ac:spMkLst>
            <pc:docMk/>
            <pc:sldMk cId="1027480325" sldId="263"/>
            <ac:spMk id="202" creationId="{AA00A9FB-3DDA-34A6-3843-0561F4FC581B}"/>
          </ac:spMkLst>
        </pc:spChg>
        <pc:spChg chg="mod">
          <ac:chgData name="Alexander Liu" userId="90be106ec4cd2753" providerId="LiveId" clId="{237E95D0-D23C-403D-984D-EEE7276E55B7}" dt="2026-06-21T00:02:44.764" v="782" actId="165"/>
          <ac:spMkLst>
            <pc:docMk/>
            <pc:sldMk cId="1027480325" sldId="263"/>
            <ac:spMk id="203" creationId="{CFE8FA15-2805-E2BB-F166-CAD68F71399C}"/>
          </ac:spMkLst>
        </pc:spChg>
        <pc:spChg chg="mod">
          <ac:chgData name="Alexander Liu" userId="90be106ec4cd2753" providerId="LiveId" clId="{237E95D0-D23C-403D-984D-EEE7276E55B7}" dt="2026-06-21T00:12:44.993" v="904" actId="1076"/>
          <ac:spMkLst>
            <pc:docMk/>
            <pc:sldMk cId="1027480325" sldId="263"/>
            <ac:spMk id="207" creationId="{16E3D5F0-5558-15B7-EE40-5EE8F6C33C94}"/>
          </ac:spMkLst>
        </pc:spChg>
        <pc:spChg chg="mod">
          <ac:chgData name="Alexander Liu" userId="90be106ec4cd2753" providerId="LiveId" clId="{237E95D0-D23C-403D-984D-EEE7276E55B7}" dt="2026-06-21T00:12:44.993" v="904" actId="1076"/>
          <ac:spMkLst>
            <pc:docMk/>
            <pc:sldMk cId="1027480325" sldId="263"/>
            <ac:spMk id="208" creationId="{0F61E6D5-F5D9-1593-FC16-DDA15F94DCAD}"/>
          </ac:spMkLst>
        </pc:spChg>
        <pc:spChg chg="mod">
          <ac:chgData name="Alexander Liu" userId="90be106ec4cd2753" providerId="LiveId" clId="{237E95D0-D23C-403D-984D-EEE7276E55B7}" dt="2026-06-21T00:14:07.115" v="916"/>
          <ac:spMkLst>
            <pc:docMk/>
            <pc:sldMk cId="1027480325" sldId="263"/>
            <ac:spMk id="217" creationId="{09F2F3E7-4808-C504-EABE-A847C8E6C2A5}"/>
          </ac:spMkLst>
        </pc:spChg>
        <pc:spChg chg="mod">
          <ac:chgData name="Alexander Liu" userId="90be106ec4cd2753" providerId="LiveId" clId="{237E95D0-D23C-403D-984D-EEE7276E55B7}" dt="2026-06-21T00:14:07.115" v="916"/>
          <ac:spMkLst>
            <pc:docMk/>
            <pc:sldMk cId="1027480325" sldId="263"/>
            <ac:spMk id="218" creationId="{36CDFD89-07C1-5609-4726-20450B6D4FCD}"/>
          </ac:spMkLst>
        </pc:spChg>
        <pc:grpChg chg="add mod">
          <ac:chgData name="Alexander Liu" userId="90be106ec4cd2753" providerId="LiveId" clId="{237E95D0-D23C-403D-984D-EEE7276E55B7}" dt="2026-06-21T00:02:50.706" v="784" actId="1076"/>
          <ac:grpSpMkLst>
            <pc:docMk/>
            <pc:sldMk cId="1027480325" sldId="263"/>
            <ac:grpSpMk id="37" creationId="{F7786525-CAAB-6C99-5960-0D382A23D13D}"/>
          </ac:grpSpMkLst>
        </pc:grpChg>
        <pc:grpChg chg="add mod">
          <ac:chgData name="Alexander Liu" userId="90be106ec4cd2753" providerId="LiveId" clId="{237E95D0-D23C-403D-984D-EEE7276E55B7}" dt="2026-06-21T00:03:59.117" v="820" actId="1076"/>
          <ac:grpSpMkLst>
            <pc:docMk/>
            <pc:sldMk cId="1027480325" sldId="263"/>
            <ac:grpSpMk id="52" creationId="{24C38D93-C1D0-1B42-D997-7B48A66914CA}"/>
          </ac:grpSpMkLst>
        </pc:grpChg>
        <pc:grpChg chg="add mod">
          <ac:chgData name="Alexander Liu" userId="90be106ec4cd2753" providerId="LiveId" clId="{237E95D0-D23C-403D-984D-EEE7276E55B7}" dt="2026-06-21T00:04:04.814" v="822" actId="1076"/>
          <ac:grpSpMkLst>
            <pc:docMk/>
            <pc:sldMk cId="1027480325" sldId="263"/>
            <ac:grpSpMk id="56" creationId="{B3A36487-1A25-2D7B-CD13-BFE3DFB41762}"/>
          </ac:grpSpMkLst>
        </pc:grpChg>
        <pc:grpChg chg="add mod">
          <ac:chgData name="Alexander Liu" userId="90be106ec4cd2753" providerId="LiveId" clId="{237E95D0-D23C-403D-984D-EEE7276E55B7}" dt="2026-06-21T00:04:10.087" v="824" actId="1076"/>
          <ac:grpSpMkLst>
            <pc:docMk/>
            <pc:sldMk cId="1027480325" sldId="263"/>
            <ac:grpSpMk id="60" creationId="{F9E30A01-31E2-3649-BB19-6AE531B60BAE}"/>
          </ac:grpSpMkLst>
        </pc:grpChg>
        <pc:grpChg chg="add mod">
          <ac:chgData name="Alexander Liu" userId="90be106ec4cd2753" providerId="LiveId" clId="{237E95D0-D23C-403D-984D-EEE7276E55B7}" dt="2026-06-21T00:04:19.840" v="826" actId="1076"/>
          <ac:grpSpMkLst>
            <pc:docMk/>
            <pc:sldMk cId="1027480325" sldId="263"/>
            <ac:grpSpMk id="68" creationId="{DED83047-8310-A56C-1FD9-A250D2C96E74}"/>
          </ac:grpSpMkLst>
        </pc:grpChg>
        <pc:grpChg chg="add mod">
          <ac:chgData name="Alexander Liu" userId="90be106ec4cd2753" providerId="LiveId" clId="{237E95D0-D23C-403D-984D-EEE7276E55B7}" dt="2026-06-21T00:12:44.993" v="904" actId="1076"/>
          <ac:grpSpMkLst>
            <pc:docMk/>
            <pc:sldMk cId="1027480325" sldId="263"/>
            <ac:grpSpMk id="124" creationId="{208D4F79-56D1-5257-BEC8-C878BFD44542}"/>
          </ac:grpSpMkLst>
        </pc:grpChg>
        <pc:grpChg chg="mod">
          <ac:chgData name="Alexander Liu" userId="90be106ec4cd2753" providerId="LiveId" clId="{237E95D0-D23C-403D-984D-EEE7276E55B7}" dt="2026-06-21T00:12:44.993" v="904" actId="1076"/>
          <ac:grpSpMkLst>
            <pc:docMk/>
            <pc:sldMk cId="1027480325" sldId="263"/>
            <ac:grpSpMk id="185" creationId="{93482377-5261-E8F5-CAC0-A537F1F1A4F2}"/>
          </ac:grpSpMkLst>
        </pc:grpChg>
        <pc:grpChg chg="mod topLvl">
          <ac:chgData name="Alexander Liu" userId="90be106ec4cd2753" providerId="LiveId" clId="{237E95D0-D23C-403D-984D-EEE7276E55B7}" dt="2026-06-21T00:02:44.764" v="782" actId="165"/>
          <ac:grpSpMkLst>
            <pc:docMk/>
            <pc:sldMk cId="1027480325" sldId="263"/>
            <ac:grpSpMk id="201" creationId="{EFF9A808-7803-2B8D-E1B8-3B558B569B06}"/>
          </ac:grpSpMkLst>
        </pc:grpChg>
        <pc:grpChg chg="add mod">
          <ac:chgData name="Alexander Liu" userId="90be106ec4cd2753" providerId="LiveId" clId="{237E95D0-D23C-403D-984D-EEE7276E55B7}" dt="2026-06-21T00:14:10.107" v="917" actId="1076"/>
          <ac:grpSpMkLst>
            <pc:docMk/>
            <pc:sldMk cId="1027480325" sldId="263"/>
            <ac:grpSpMk id="216" creationId="{F1F9BD79-8FAB-011F-809B-28908BDE5F97}"/>
          </ac:grpSpMkLst>
        </pc:grpChg>
        <pc:picChg chg="add mod topLvl">
          <ac:chgData name="Alexander Liu" userId="90be106ec4cd2753" providerId="LiveId" clId="{237E95D0-D23C-403D-984D-EEE7276E55B7}" dt="2026-06-21T00:03:34.303" v="817" actId="1076"/>
          <ac:picMkLst>
            <pc:docMk/>
            <pc:sldMk cId="1027480325" sldId="263"/>
            <ac:picMk id="32" creationId="{AD923BEC-4A65-15EC-A218-29199938789C}"/>
          </ac:picMkLst>
        </pc:picChg>
        <pc:picChg chg="add mod ord topLvl">
          <ac:chgData name="Alexander Liu" userId="90be106ec4cd2753" providerId="LiveId" clId="{237E95D0-D23C-403D-984D-EEE7276E55B7}" dt="2026-06-21T00:03:38.228" v="818" actId="1076"/>
          <ac:picMkLst>
            <pc:docMk/>
            <pc:sldMk cId="1027480325" sldId="263"/>
            <ac:picMk id="34" creationId="{D88CC958-99CA-F539-E0C9-7D7FA86AB10A}"/>
          </ac:picMkLst>
        </pc:picChg>
        <pc:picChg chg="add mod">
          <ac:chgData name="Alexander Liu" userId="90be106ec4cd2753" providerId="LiveId" clId="{237E95D0-D23C-403D-984D-EEE7276E55B7}" dt="2026-06-21T00:02:50.706" v="784" actId="1076"/>
          <ac:picMkLst>
            <pc:docMk/>
            <pc:sldMk cId="1027480325" sldId="263"/>
            <ac:picMk id="36" creationId="{A5C3BE3C-4121-9D02-4747-38DF2294AF56}"/>
          </ac:picMkLst>
        </pc:picChg>
        <pc:picChg chg="add mod">
          <ac:chgData name="Alexander Liu" userId="90be106ec4cd2753" providerId="LiveId" clId="{237E95D0-D23C-403D-984D-EEE7276E55B7}" dt="2026-06-21T00:03:32.820" v="816" actId="1038"/>
          <ac:picMkLst>
            <pc:docMk/>
            <pc:sldMk cId="1027480325" sldId="263"/>
            <ac:picMk id="40" creationId="{E198745B-D991-3FE0-FBD6-9A2891C1CE8C}"/>
          </ac:picMkLst>
        </pc:picChg>
        <pc:picChg chg="add mod">
          <ac:chgData name="Alexander Liu" userId="90be106ec4cd2753" providerId="LiveId" clId="{237E95D0-D23C-403D-984D-EEE7276E55B7}" dt="2026-06-21T00:05:04.500" v="834" actId="14100"/>
          <ac:picMkLst>
            <pc:docMk/>
            <pc:sldMk cId="1027480325" sldId="263"/>
            <ac:picMk id="71" creationId="{9A891C95-046F-AAB5-5A1B-14A143360561}"/>
          </ac:picMkLst>
        </pc:picChg>
        <pc:picChg chg="add mod ord">
          <ac:chgData name="Alexander Liu" userId="90be106ec4cd2753" providerId="LiveId" clId="{237E95D0-D23C-403D-984D-EEE7276E55B7}" dt="2026-06-21T00:05:09.870" v="836" actId="1076"/>
          <ac:picMkLst>
            <pc:docMk/>
            <pc:sldMk cId="1027480325" sldId="263"/>
            <ac:picMk id="72" creationId="{B9BA2A6C-26AC-2466-FF61-4637895E3B6A}"/>
          </ac:picMkLst>
        </pc:picChg>
        <pc:picChg chg="add mod ord">
          <ac:chgData name="Alexander Liu" userId="90be106ec4cd2753" providerId="LiveId" clId="{237E95D0-D23C-403D-984D-EEE7276E55B7}" dt="2026-06-21T00:05:50.129" v="842" actId="1076"/>
          <ac:picMkLst>
            <pc:docMk/>
            <pc:sldMk cId="1027480325" sldId="263"/>
            <ac:picMk id="73" creationId="{D93B5778-8075-1326-14A0-DE56BA920ED8}"/>
          </ac:picMkLst>
        </pc:picChg>
        <pc:picChg chg="add mod ord">
          <ac:chgData name="Alexander Liu" userId="90be106ec4cd2753" providerId="LiveId" clId="{237E95D0-D23C-403D-984D-EEE7276E55B7}" dt="2026-06-21T00:05:50.129" v="842" actId="1076"/>
          <ac:picMkLst>
            <pc:docMk/>
            <pc:sldMk cId="1027480325" sldId="263"/>
            <ac:picMk id="74" creationId="{D307A52C-FA67-A8F6-E87A-A981D11238C2}"/>
          </ac:picMkLst>
        </pc:picChg>
        <pc:picChg chg="add mod">
          <ac:chgData name="Alexander Liu" userId="90be106ec4cd2753" providerId="LiveId" clId="{237E95D0-D23C-403D-984D-EEE7276E55B7}" dt="2026-06-21T00:06:21.003" v="855" actId="1076"/>
          <ac:picMkLst>
            <pc:docMk/>
            <pc:sldMk cId="1027480325" sldId="263"/>
            <ac:picMk id="75" creationId="{15D53392-FA5F-6A7D-D94B-85498509AB21}"/>
          </ac:picMkLst>
        </pc:picChg>
        <pc:picChg chg="add mod">
          <ac:chgData name="Alexander Liu" userId="90be106ec4cd2753" providerId="LiveId" clId="{237E95D0-D23C-403D-984D-EEE7276E55B7}" dt="2026-06-21T00:06:31.498" v="857" actId="1076"/>
          <ac:picMkLst>
            <pc:docMk/>
            <pc:sldMk cId="1027480325" sldId="263"/>
            <ac:picMk id="76" creationId="{CAD9BC33-61F4-D2D4-7101-DDCB0BB64B40}"/>
          </ac:picMkLst>
        </pc:picChg>
        <pc:picChg chg="add mod">
          <ac:chgData name="Alexander Liu" userId="90be106ec4cd2753" providerId="LiveId" clId="{237E95D0-D23C-403D-984D-EEE7276E55B7}" dt="2026-06-21T00:06:31.498" v="857" actId="1076"/>
          <ac:picMkLst>
            <pc:docMk/>
            <pc:sldMk cId="1027480325" sldId="263"/>
            <ac:picMk id="77" creationId="{79BA9370-A5C8-5FAA-35F9-788AAC82847E}"/>
          </ac:picMkLst>
        </pc:picChg>
        <pc:picChg chg="mod">
          <ac:chgData name="Alexander Liu" userId="90be106ec4cd2753" providerId="LiveId" clId="{237E95D0-D23C-403D-984D-EEE7276E55B7}" dt="2026-06-20T23:58:19.050" v="722" actId="1076"/>
          <ac:picMkLst>
            <pc:docMk/>
            <pc:sldMk cId="1027480325" sldId="263"/>
            <ac:picMk id="83" creationId="{E27AD9EC-A3B8-4533-BE88-67093A613499}"/>
          </ac:picMkLst>
        </pc:picChg>
        <pc:picChg chg="add mod">
          <ac:chgData name="Alexander Liu" userId="90be106ec4cd2753" providerId="LiveId" clId="{237E95D0-D23C-403D-984D-EEE7276E55B7}" dt="2026-06-21T00:11:00.151" v="877" actId="1076"/>
          <ac:picMkLst>
            <pc:docMk/>
            <pc:sldMk cId="1027480325" sldId="263"/>
            <ac:picMk id="123" creationId="{0B3110C1-FF0C-6DCE-F978-00D33FB1A9EA}"/>
          </ac:picMkLst>
        </pc:picChg>
        <pc:picChg chg="mod">
          <ac:chgData name="Alexander Liu" userId="90be106ec4cd2753" providerId="LiveId" clId="{237E95D0-D23C-403D-984D-EEE7276E55B7}" dt="2026-06-20T23:58:19.050" v="722" actId="1076"/>
          <ac:picMkLst>
            <pc:docMk/>
            <pc:sldMk cId="1027480325" sldId="263"/>
            <ac:picMk id="159" creationId="{9FF496F5-BE64-47E7-A995-A94FE3F77085}"/>
          </ac:picMkLst>
        </pc:picChg>
        <pc:picChg chg="mod">
          <ac:chgData name="Alexander Liu" userId="90be106ec4cd2753" providerId="LiveId" clId="{237E95D0-D23C-403D-984D-EEE7276E55B7}" dt="2026-06-20T23:58:19.050" v="722" actId="1076"/>
          <ac:picMkLst>
            <pc:docMk/>
            <pc:sldMk cId="1027480325" sldId="263"/>
            <ac:picMk id="161" creationId="{3A3DBDA0-FE74-4006-BA59-8D12B759E69F}"/>
          </ac:picMkLst>
        </pc:picChg>
        <pc:picChg chg="mod">
          <ac:chgData name="Alexander Liu" userId="90be106ec4cd2753" providerId="LiveId" clId="{237E95D0-D23C-403D-984D-EEE7276E55B7}" dt="2026-06-21T00:12:44.993" v="904" actId="1076"/>
          <ac:picMkLst>
            <pc:docMk/>
            <pc:sldMk cId="1027480325" sldId="263"/>
            <ac:picMk id="188" creationId="{5AC6984B-F2D9-819A-20B7-67679BF9BE72}"/>
          </ac:picMkLst>
        </pc:picChg>
        <pc:picChg chg="mod topLvl">
          <ac:chgData name="Alexander Liu" userId="90be106ec4cd2753" providerId="LiveId" clId="{237E95D0-D23C-403D-984D-EEE7276E55B7}" dt="2026-06-21T00:14:16.768" v="919" actId="165"/>
          <ac:picMkLst>
            <pc:docMk/>
            <pc:sldMk cId="1027480325" sldId="263"/>
            <ac:picMk id="212" creationId="{D6473998-EEA1-77A8-156D-3BBD0F9C284D}"/>
          </ac:picMkLst>
        </pc:picChg>
        <pc:picChg chg="add mod">
          <ac:chgData name="Alexander Liu" userId="90be106ec4cd2753" providerId="LiveId" clId="{237E95D0-D23C-403D-984D-EEE7276E55B7}" dt="2026-06-21T00:14:25.481" v="922" actId="1076"/>
          <ac:picMkLst>
            <pc:docMk/>
            <pc:sldMk cId="1027480325" sldId="263"/>
            <ac:picMk id="219" creationId="{C855F40D-C881-3DD3-7ACA-F571BD2C362E}"/>
          </ac:picMkLst>
        </pc:picChg>
      </pc:sldChg>
      <pc:sldChg chg="addSp delSp modSp mod">
        <pc:chgData name="Alexander Liu" userId="90be106ec4cd2753" providerId="LiveId" clId="{237E95D0-D23C-403D-984D-EEE7276E55B7}" dt="2026-06-26T00:09:24.686" v="981" actId="1076"/>
        <pc:sldMkLst>
          <pc:docMk/>
          <pc:sldMk cId="1439613610" sldId="266"/>
        </pc:sldMkLst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00" creationId="{1F39C370-E05F-601D-B8C4-23A5A021DA34}"/>
          </ac:spMkLst>
        </pc:spChg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21" creationId="{32435CA9-9918-7439-88FD-8F26215B4DBA}"/>
          </ac:spMkLst>
        </pc:spChg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22" creationId="{1E1C7EDB-B106-1B88-9323-76C5B4BDFB18}"/>
          </ac:spMkLst>
        </pc:spChg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28" creationId="{7C3601B7-81C4-1494-9C9B-B160D41A190E}"/>
          </ac:spMkLst>
        </pc:spChg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29" creationId="{97D874AB-D702-5B35-1FCA-A77B622B83F0}"/>
          </ac:spMkLst>
        </pc:spChg>
        <pc:spChg chg="mod">
          <ac:chgData name="Alexander Liu" userId="90be106ec4cd2753" providerId="LiveId" clId="{237E95D0-D23C-403D-984D-EEE7276E55B7}" dt="2026-06-26T00:09:22.035" v="979" actId="1076"/>
          <ac:spMkLst>
            <pc:docMk/>
            <pc:sldMk cId="1439613610" sldId="266"/>
            <ac:spMk id="148" creationId="{7C6A4101-E444-DAEE-5CDA-273C7DBB786B}"/>
          </ac:spMkLst>
        </pc:spChg>
        <pc:spChg chg="mod">
          <ac:chgData name="Alexander Liu" userId="90be106ec4cd2753" providerId="LiveId" clId="{237E95D0-D23C-403D-984D-EEE7276E55B7}" dt="2026-06-26T00:09:24.686" v="981" actId="1076"/>
          <ac:spMkLst>
            <pc:docMk/>
            <pc:sldMk cId="1439613610" sldId="266"/>
            <ac:spMk id="162" creationId="{CC160FB9-4314-F55B-7D59-A7414B4747D5}"/>
          </ac:spMkLst>
        </pc:spChg>
        <pc:spChg chg="mod">
          <ac:chgData name="Alexander Liu" userId="90be106ec4cd2753" providerId="LiveId" clId="{237E95D0-D23C-403D-984D-EEE7276E55B7}" dt="2026-06-26T00:09:24.686" v="981" actId="1076"/>
          <ac:spMkLst>
            <pc:docMk/>
            <pc:sldMk cId="1439613610" sldId="266"/>
            <ac:spMk id="163" creationId="{41C47939-7A68-5F52-EBC5-58974EC90AA9}"/>
          </ac:spMkLst>
        </pc:spChg>
        <pc:spChg chg="mod">
          <ac:chgData name="Alexander Liu" userId="90be106ec4cd2753" providerId="LiveId" clId="{237E95D0-D23C-403D-984D-EEE7276E55B7}" dt="2026-06-26T00:09:24.686" v="981" actId="1076"/>
          <ac:spMkLst>
            <pc:docMk/>
            <pc:sldMk cId="1439613610" sldId="266"/>
            <ac:spMk id="164" creationId="{876D6211-20D9-C788-F4CB-B743F88BEC61}"/>
          </ac:spMkLst>
        </pc:spChg>
        <pc:grpChg chg="mod">
          <ac:chgData name="Alexander Liu" userId="90be106ec4cd2753" providerId="LiveId" clId="{237E95D0-D23C-403D-984D-EEE7276E55B7}" dt="2026-06-26T00:09:24.686" v="981" actId="1076"/>
          <ac:grpSpMkLst>
            <pc:docMk/>
            <pc:sldMk cId="1439613610" sldId="266"/>
            <ac:grpSpMk id="33" creationId="{73A87FD9-0293-1EEB-70E0-FD921DB128D0}"/>
          </ac:grpSpMkLst>
        </pc:grpChg>
        <pc:grpChg chg="mod">
          <ac:chgData name="Alexander Liu" userId="90be106ec4cd2753" providerId="LiveId" clId="{237E95D0-D23C-403D-984D-EEE7276E55B7}" dt="2026-06-26T00:09:23.433" v="980" actId="1076"/>
          <ac:grpSpMkLst>
            <pc:docMk/>
            <pc:sldMk cId="1439613610" sldId="266"/>
            <ac:grpSpMk id="35" creationId="{95EEB21F-742F-F035-64BF-C8FA1EDAD166}"/>
          </ac:grpSpMkLst>
        </pc:grpChg>
        <pc:grpChg chg="mod">
          <ac:chgData name="Alexander Liu" userId="90be106ec4cd2753" providerId="LiveId" clId="{237E95D0-D23C-403D-984D-EEE7276E55B7}" dt="2026-06-26T00:09:24.686" v="981" actId="1076"/>
          <ac:grpSpMkLst>
            <pc:docMk/>
            <pc:sldMk cId="1439613610" sldId="266"/>
            <ac:grpSpMk id="39" creationId="{427DB645-2203-4FF4-3A6E-90D15E371309}"/>
          </ac:grpSpMkLst>
        </pc:grpChg>
        <pc:grpChg chg="add mod">
          <ac:chgData name="Alexander Liu" userId="90be106ec4cd2753" providerId="LiveId" clId="{237E95D0-D23C-403D-984D-EEE7276E55B7}" dt="2026-06-25T01:13:47.664" v="942" actId="164"/>
          <ac:grpSpMkLst>
            <pc:docMk/>
            <pc:sldMk cId="1439613610" sldId="266"/>
            <ac:grpSpMk id="40" creationId="{72BF77DF-DEC3-3BB4-8A67-ADFBF52C07F9}"/>
          </ac:grpSpMkLst>
        </pc:grpChg>
        <pc:grpChg chg="mod">
          <ac:chgData name="Alexander Liu" userId="90be106ec4cd2753" providerId="LiveId" clId="{237E95D0-D23C-403D-984D-EEE7276E55B7}" dt="2026-06-25T01:13:56.421" v="947" actId="164"/>
          <ac:grpSpMkLst>
            <pc:docMk/>
            <pc:sldMk cId="1439613610" sldId="266"/>
            <ac:grpSpMk id="41" creationId="{ED3B0880-679B-322F-9B3D-D10FBDCDD884}"/>
          </ac:grpSpMkLst>
        </pc:grpChg>
        <pc:grpChg chg="mod">
          <ac:chgData name="Alexander Liu" userId="90be106ec4cd2753" providerId="LiveId" clId="{237E95D0-D23C-403D-984D-EEE7276E55B7}" dt="2026-06-25T01:13:51.205" v="944" actId="164"/>
          <ac:grpSpMkLst>
            <pc:docMk/>
            <pc:sldMk cId="1439613610" sldId="266"/>
            <ac:grpSpMk id="44" creationId="{EC5D9F1B-6460-C9D9-62B6-37C1FA939A63}"/>
          </ac:grpSpMkLst>
        </pc:grpChg>
        <pc:grpChg chg="mod">
          <ac:chgData name="Alexander Liu" userId="90be106ec4cd2753" providerId="LiveId" clId="{237E95D0-D23C-403D-984D-EEE7276E55B7}" dt="2026-06-25T01:13:47.664" v="942" actId="164"/>
          <ac:grpSpMkLst>
            <pc:docMk/>
            <pc:sldMk cId="1439613610" sldId="266"/>
            <ac:grpSpMk id="53" creationId="{B414F054-089E-C56A-59DA-2277A6B6A97D}"/>
          </ac:grpSpMkLst>
        </pc:grpChg>
        <pc:grpChg chg="add mod">
          <ac:chgData name="Alexander Liu" userId="90be106ec4cd2753" providerId="LiveId" clId="{237E95D0-D23C-403D-984D-EEE7276E55B7}" dt="2026-06-25T01:13:49.667" v="943" actId="164"/>
          <ac:grpSpMkLst>
            <pc:docMk/>
            <pc:sldMk cId="1439613610" sldId="266"/>
            <ac:grpSpMk id="62" creationId="{A2AD9252-F12C-9061-E287-FEE54D2CBD14}"/>
          </ac:grpSpMkLst>
        </pc:grpChg>
        <pc:grpChg chg="add mod">
          <ac:chgData name="Alexander Liu" userId="90be106ec4cd2753" providerId="LiveId" clId="{237E95D0-D23C-403D-984D-EEE7276E55B7}" dt="2026-06-25T01:13:51.205" v="944" actId="164"/>
          <ac:grpSpMkLst>
            <pc:docMk/>
            <pc:sldMk cId="1439613610" sldId="266"/>
            <ac:grpSpMk id="63" creationId="{F6879E28-7B53-BCD9-7480-E82900DB2F79}"/>
          </ac:grpSpMkLst>
        </pc:grpChg>
        <pc:grpChg chg="add mod">
          <ac:chgData name="Alexander Liu" userId="90be106ec4cd2753" providerId="LiveId" clId="{237E95D0-D23C-403D-984D-EEE7276E55B7}" dt="2026-06-25T01:13:53.162" v="945" actId="164"/>
          <ac:grpSpMkLst>
            <pc:docMk/>
            <pc:sldMk cId="1439613610" sldId="266"/>
            <ac:grpSpMk id="64" creationId="{AD85AC05-7BF1-CF50-08E5-2C13FFE4FCC2}"/>
          </ac:grpSpMkLst>
        </pc:grpChg>
        <pc:grpChg chg="mod">
          <ac:chgData name="Alexander Liu" userId="90be106ec4cd2753" providerId="LiveId" clId="{237E95D0-D23C-403D-984D-EEE7276E55B7}" dt="2026-06-25T01:13:49.667" v="943" actId="164"/>
          <ac:grpSpMkLst>
            <pc:docMk/>
            <pc:sldMk cId="1439613610" sldId="266"/>
            <ac:grpSpMk id="69" creationId="{0E419E91-8EB1-997E-8DF8-F9CEBA752F99}"/>
          </ac:grpSpMkLst>
        </pc:grpChg>
        <pc:grpChg chg="add mod">
          <ac:chgData name="Alexander Liu" userId="90be106ec4cd2753" providerId="LiveId" clId="{237E95D0-D23C-403D-984D-EEE7276E55B7}" dt="2026-06-25T01:13:54.737" v="946" actId="164"/>
          <ac:grpSpMkLst>
            <pc:docMk/>
            <pc:sldMk cId="1439613610" sldId="266"/>
            <ac:grpSpMk id="109" creationId="{F880EE98-80BA-7A38-A1AD-C21683D3632B}"/>
          </ac:grpSpMkLst>
        </pc:grpChg>
        <pc:grpChg chg="add mod">
          <ac:chgData name="Alexander Liu" userId="90be106ec4cd2753" providerId="LiveId" clId="{237E95D0-D23C-403D-984D-EEE7276E55B7}" dt="2026-06-25T01:13:56.421" v="947" actId="164"/>
          <ac:grpSpMkLst>
            <pc:docMk/>
            <pc:sldMk cId="1439613610" sldId="266"/>
            <ac:grpSpMk id="125" creationId="{ABFCB444-13EC-B710-F26F-81A37C35947E}"/>
          </ac:grpSpMkLst>
        </pc:grpChg>
        <pc:grpChg chg="mod">
          <ac:chgData name="Alexander Liu" userId="90be106ec4cd2753" providerId="LiveId" clId="{237E95D0-D23C-403D-984D-EEE7276E55B7}" dt="2026-06-25T01:13:53.162" v="945" actId="164"/>
          <ac:grpSpMkLst>
            <pc:docMk/>
            <pc:sldMk cId="1439613610" sldId="266"/>
            <ac:grpSpMk id="132" creationId="{2E4472F3-4457-4550-DB69-2990FE04527E}"/>
          </ac:grpSpMkLst>
        </pc:grpChg>
        <pc:grpChg chg="mod">
          <ac:chgData name="Alexander Liu" userId="90be106ec4cd2753" providerId="LiveId" clId="{237E95D0-D23C-403D-984D-EEE7276E55B7}" dt="2026-06-25T01:13:54.737" v="946" actId="164"/>
          <ac:grpSpMkLst>
            <pc:docMk/>
            <pc:sldMk cId="1439613610" sldId="266"/>
            <ac:grpSpMk id="149" creationId="{B56DFF85-FB07-7993-7DE8-FF7F3995C5ED}"/>
          </ac:grpSpMkLst>
        </pc:grpChg>
        <pc:grpChg chg="mod">
          <ac:chgData name="Alexander Liu" userId="90be106ec4cd2753" providerId="LiveId" clId="{237E95D0-D23C-403D-984D-EEE7276E55B7}" dt="2026-06-26T00:09:24.686" v="981" actId="1076"/>
          <ac:grpSpMkLst>
            <pc:docMk/>
            <pc:sldMk cId="1439613610" sldId="266"/>
            <ac:grpSpMk id="159" creationId="{1FCA48C0-CB24-87CD-3EA6-D322C1EEEC07}"/>
          </ac:grpSpMkLst>
        </pc:grpChg>
        <pc:picChg chg="add mod">
          <ac:chgData name="Alexander Liu" userId="90be106ec4cd2753" providerId="LiveId" clId="{237E95D0-D23C-403D-984D-EEE7276E55B7}" dt="2026-06-25T01:13:51.205" v="944" actId="164"/>
          <ac:picMkLst>
            <pc:docMk/>
            <pc:sldMk cId="1439613610" sldId="266"/>
            <ac:picMk id="7" creationId="{1404593E-D686-18B6-6693-B40866E2723B}"/>
          </ac:picMkLst>
        </pc:picChg>
        <pc:picChg chg="mod">
          <ac:chgData name="Alexander Liu" userId="90be106ec4cd2753" providerId="LiveId" clId="{237E95D0-D23C-403D-984D-EEE7276E55B7}" dt="2026-06-25T01:13:56.421" v="947" actId="164"/>
          <ac:picMkLst>
            <pc:docMk/>
            <pc:sldMk cId="1439613610" sldId="266"/>
            <ac:picMk id="15" creationId="{F0E7BFE2-C177-7C9C-84E7-16C804E67F8F}"/>
          </ac:picMkLst>
        </pc:picChg>
        <pc:picChg chg="add mod">
          <ac:chgData name="Alexander Liu" userId="90be106ec4cd2753" providerId="LiveId" clId="{237E95D0-D23C-403D-984D-EEE7276E55B7}" dt="2026-06-25T01:13:51.205" v="944" actId="164"/>
          <ac:picMkLst>
            <pc:docMk/>
            <pc:sldMk cId="1439613610" sldId="266"/>
            <ac:picMk id="30" creationId="{82E514B8-45E5-A6F2-FF8E-BF16E847718C}"/>
          </ac:picMkLst>
        </pc:picChg>
        <pc:picChg chg="mod">
          <ac:chgData name="Alexander Liu" userId="90be106ec4cd2753" providerId="LiveId" clId="{237E95D0-D23C-403D-984D-EEE7276E55B7}" dt="2026-06-25T01:13:56.421" v="947" actId="164"/>
          <ac:picMkLst>
            <pc:docMk/>
            <pc:sldMk cId="1439613610" sldId="266"/>
            <ac:picMk id="102" creationId="{CA1F17E5-E0D2-0A59-D1C7-FAF7EACCB9E4}"/>
          </ac:picMkLst>
        </pc:picChg>
        <pc:picChg chg="mod">
          <ac:chgData name="Alexander Liu" userId="90be106ec4cd2753" providerId="LiveId" clId="{237E95D0-D23C-403D-984D-EEE7276E55B7}" dt="2026-06-25T01:13:47.664" v="942" actId="164"/>
          <ac:picMkLst>
            <pc:docMk/>
            <pc:sldMk cId="1439613610" sldId="266"/>
            <ac:picMk id="110" creationId="{9AA37C4E-EE06-32CE-30B4-19BAAEC15631}"/>
          </ac:picMkLst>
        </pc:picChg>
        <pc:picChg chg="mod">
          <ac:chgData name="Alexander Liu" userId="90be106ec4cd2753" providerId="LiveId" clId="{237E95D0-D23C-403D-984D-EEE7276E55B7}" dt="2026-06-25T01:13:47.664" v="942" actId="164"/>
          <ac:picMkLst>
            <pc:docMk/>
            <pc:sldMk cId="1439613610" sldId="266"/>
            <ac:picMk id="111" creationId="{E9B75034-0BD6-FB0F-8477-B4AFECE130B6}"/>
          </ac:picMkLst>
        </pc:picChg>
        <pc:picChg chg="mod">
          <ac:chgData name="Alexander Liu" userId="90be106ec4cd2753" providerId="LiveId" clId="{237E95D0-D23C-403D-984D-EEE7276E55B7}" dt="2026-06-25T01:13:49.667" v="943" actId="164"/>
          <ac:picMkLst>
            <pc:docMk/>
            <pc:sldMk cId="1439613610" sldId="266"/>
            <ac:picMk id="118" creationId="{ECEC9841-1307-8479-E2AA-6F368FA34DC8}"/>
          </ac:picMkLst>
        </pc:picChg>
        <pc:picChg chg="mod">
          <ac:chgData name="Alexander Liu" userId="90be106ec4cd2753" providerId="LiveId" clId="{237E95D0-D23C-403D-984D-EEE7276E55B7}" dt="2026-06-25T01:13:49.667" v="943" actId="164"/>
          <ac:picMkLst>
            <pc:docMk/>
            <pc:sldMk cId="1439613610" sldId="266"/>
            <ac:picMk id="119" creationId="{5E34041A-2961-B312-7F74-1DEE979A5260}"/>
          </ac:picMkLst>
        </pc:picChg>
        <pc:picChg chg="mod">
          <ac:chgData name="Alexander Liu" userId="90be106ec4cd2753" providerId="LiveId" clId="{237E95D0-D23C-403D-984D-EEE7276E55B7}" dt="2026-06-25T01:13:53.162" v="945" actId="164"/>
          <ac:picMkLst>
            <pc:docMk/>
            <pc:sldMk cId="1439613610" sldId="266"/>
            <ac:picMk id="120" creationId="{50092B59-ABF0-8ABF-6F1B-A779A59DFA0E}"/>
          </ac:picMkLst>
        </pc:picChg>
        <pc:picChg chg="mod">
          <ac:chgData name="Alexander Liu" userId="90be106ec4cd2753" providerId="LiveId" clId="{237E95D0-D23C-403D-984D-EEE7276E55B7}" dt="2026-06-26T00:09:22.035" v="979" actId="1076"/>
          <ac:picMkLst>
            <pc:docMk/>
            <pc:sldMk cId="1439613610" sldId="266"/>
            <ac:picMk id="123" creationId="{2F075CC4-03BE-A3A6-0C4C-57A1F3996141}"/>
          </ac:picMkLst>
        </pc:picChg>
        <pc:picChg chg="mod">
          <ac:chgData name="Alexander Liu" userId="90be106ec4cd2753" providerId="LiveId" clId="{237E95D0-D23C-403D-984D-EEE7276E55B7}" dt="2026-06-25T01:13:53.162" v="945" actId="164"/>
          <ac:picMkLst>
            <pc:docMk/>
            <pc:sldMk cId="1439613610" sldId="266"/>
            <ac:picMk id="134" creationId="{A9507D7E-4523-27FC-E565-77590565D70B}"/>
          </ac:picMkLst>
        </pc:picChg>
        <pc:picChg chg="mod">
          <ac:chgData name="Alexander Liu" userId="90be106ec4cd2753" providerId="LiveId" clId="{237E95D0-D23C-403D-984D-EEE7276E55B7}" dt="2026-06-25T01:13:54.737" v="946" actId="164"/>
          <ac:picMkLst>
            <pc:docMk/>
            <pc:sldMk cId="1439613610" sldId="266"/>
            <ac:picMk id="146" creationId="{99E4D2F6-F25F-D3B8-FFFE-4022C524A34E}"/>
          </ac:picMkLst>
        </pc:picChg>
        <pc:picChg chg="mod">
          <ac:chgData name="Alexander Liu" userId="90be106ec4cd2753" providerId="LiveId" clId="{237E95D0-D23C-403D-984D-EEE7276E55B7}" dt="2026-06-25T01:13:54.737" v="946" actId="164"/>
          <ac:picMkLst>
            <pc:docMk/>
            <pc:sldMk cId="1439613610" sldId="266"/>
            <ac:picMk id="151" creationId="{043D648C-777E-56A7-57E5-37117AECB7C8}"/>
          </ac:picMkLst>
        </pc:picChg>
        <pc:picChg chg="mod">
          <ac:chgData name="Alexander Liu" userId="90be106ec4cd2753" providerId="LiveId" clId="{237E95D0-D23C-403D-984D-EEE7276E55B7}" dt="2026-06-26T00:09:24.686" v="981" actId="1076"/>
          <ac:picMkLst>
            <pc:docMk/>
            <pc:sldMk cId="1439613610" sldId="266"/>
            <ac:picMk id="160" creationId="{9BF5A534-46F3-3DA0-609B-F9C9E806C31B}"/>
          </ac:picMkLst>
        </pc:picChg>
        <pc:picChg chg="mod">
          <ac:chgData name="Alexander Liu" userId="90be106ec4cd2753" providerId="LiveId" clId="{237E95D0-D23C-403D-984D-EEE7276E55B7}" dt="2026-06-26T00:09:24.686" v="981" actId="1076"/>
          <ac:picMkLst>
            <pc:docMk/>
            <pc:sldMk cId="1439613610" sldId="266"/>
            <ac:picMk id="161" creationId="{E841E289-9F93-F1AD-2747-EE435A52A50E}"/>
          </ac:picMkLst>
        </pc:picChg>
      </pc:sldChg>
      <pc:sldChg chg="modSp">
        <pc:chgData name="Alexander Liu" userId="90be106ec4cd2753" providerId="LiveId" clId="{237E95D0-D23C-403D-984D-EEE7276E55B7}" dt="2026-06-20T14:41:06.443" v="674" actId="1076"/>
        <pc:sldMkLst>
          <pc:docMk/>
          <pc:sldMk cId="4279622319" sldId="267"/>
        </pc:sldMkLst>
        <pc:picChg chg="mod">
          <ac:chgData name="Alexander Liu" userId="90be106ec4cd2753" providerId="LiveId" clId="{237E95D0-D23C-403D-984D-EEE7276E55B7}" dt="2026-06-20T14:41:06.443" v="674" actId="1076"/>
          <ac:picMkLst>
            <pc:docMk/>
            <pc:sldMk cId="4279622319" sldId="267"/>
            <ac:picMk id="64" creationId="{79E27384-F17B-4B0E-A96D-C9711F4E524A}"/>
          </ac:picMkLst>
        </pc:picChg>
      </pc:sldChg>
      <pc:sldChg chg="addSp delSp modSp mod ord">
        <pc:chgData name="Alexander Liu" userId="90be106ec4cd2753" providerId="LiveId" clId="{237E95D0-D23C-403D-984D-EEE7276E55B7}" dt="2026-06-20T23:57:33.863" v="716" actId="1076"/>
        <pc:sldMkLst>
          <pc:docMk/>
          <pc:sldMk cId="2001937901" sldId="268"/>
        </pc:sldMkLst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41" creationId="{DC73FD60-1CC7-080A-27A3-C5ADAE6E9621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42" creationId="{5205A625-DA96-C5DA-1B7D-9238BDF201A8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44" creationId="{E17F1543-D3BB-4233-20C8-E3C44FED109F}"/>
          </ac:spMkLst>
        </pc:spChg>
        <pc:spChg chg="mod">
          <ac:chgData name="Alexander Liu" userId="90be106ec4cd2753" providerId="LiveId" clId="{237E95D0-D23C-403D-984D-EEE7276E55B7}" dt="2026-06-20T13:52:23.113" v="478"/>
          <ac:spMkLst>
            <pc:docMk/>
            <pc:sldMk cId="2001937901" sldId="268"/>
            <ac:spMk id="45" creationId="{6758425E-D11F-6FFE-B03A-3D4B7EBB1D2E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50" creationId="{9BB08B6F-9DC8-7A86-BFBB-960550BD491C}"/>
          </ac:spMkLst>
        </pc:spChg>
        <pc:spChg chg="mod">
          <ac:chgData name="Alexander Liu" userId="90be106ec4cd2753" providerId="LiveId" clId="{237E95D0-D23C-403D-984D-EEE7276E55B7}" dt="2026-06-20T23:57:21.380" v="712" actId="1076"/>
          <ac:spMkLst>
            <pc:docMk/>
            <pc:sldMk cId="2001937901" sldId="268"/>
            <ac:spMk id="51" creationId="{892F9A87-173A-F80D-B271-B8BFF4101D37}"/>
          </ac:spMkLst>
        </pc:spChg>
        <pc:spChg chg="mod">
          <ac:chgData name="Alexander Liu" userId="90be106ec4cd2753" providerId="LiveId" clId="{237E95D0-D23C-403D-984D-EEE7276E55B7}" dt="2026-06-20T23:57:24.327" v="713" actId="1076"/>
          <ac:spMkLst>
            <pc:docMk/>
            <pc:sldMk cId="2001937901" sldId="268"/>
            <ac:spMk id="101" creationId="{230E2C78-AED0-AEAF-D75F-8D97DFBD8E2D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09" creationId="{B3BA124E-6C05-623E-0446-FDBE196947CB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22" creationId="{5447AC51-83FB-7F95-F981-264AA02C7C6F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30" creationId="{88FAFF6B-2487-5AEE-DBF0-669C9ECE1DAC}"/>
          </ac:spMkLst>
        </pc:spChg>
        <pc:spChg chg="mod">
          <ac:chgData name="Alexander Liu" userId="90be106ec4cd2753" providerId="LiveId" clId="{237E95D0-D23C-403D-984D-EEE7276E55B7}" dt="2026-06-20T23:57:30.016" v="715" actId="1076"/>
          <ac:spMkLst>
            <pc:docMk/>
            <pc:sldMk cId="2001937901" sldId="268"/>
            <ac:spMk id="142" creationId="{4D20040B-325B-B22F-13BE-85C1F8327637}"/>
          </ac:spMkLst>
        </pc:spChg>
        <pc:spChg chg="mod">
          <ac:chgData name="Alexander Liu" userId="90be106ec4cd2753" providerId="LiveId" clId="{237E95D0-D23C-403D-984D-EEE7276E55B7}" dt="2026-06-20T23:57:30.016" v="715" actId="1076"/>
          <ac:spMkLst>
            <pc:docMk/>
            <pc:sldMk cId="2001937901" sldId="268"/>
            <ac:spMk id="148" creationId="{B0206652-4FEC-D18F-8735-88D538FCE743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70" creationId="{736592BD-E42F-9508-F502-0E8E5EF573FB}"/>
          </ac:spMkLst>
        </pc:spChg>
        <pc:spChg chg="mod">
          <ac:chgData name="Alexander Liu" userId="90be106ec4cd2753" providerId="LiveId" clId="{237E95D0-D23C-403D-984D-EEE7276E55B7}" dt="2026-06-20T23:57:16.895" v="711" actId="1076"/>
          <ac:spMkLst>
            <pc:docMk/>
            <pc:sldMk cId="2001937901" sldId="268"/>
            <ac:spMk id="171" creationId="{9293648A-FCA3-B3B5-35BA-A861220658A4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72" creationId="{10B814D1-F726-BE18-371B-E18C33B1BB29}"/>
          </ac:spMkLst>
        </pc:spChg>
        <pc:spChg chg="mod">
          <ac:chgData name="Alexander Liu" userId="90be106ec4cd2753" providerId="LiveId" clId="{237E95D0-D23C-403D-984D-EEE7276E55B7}" dt="2026-06-20T23:57:33.863" v="716" actId="1076"/>
          <ac:spMkLst>
            <pc:docMk/>
            <pc:sldMk cId="2001937901" sldId="268"/>
            <ac:spMk id="173" creationId="{2165B078-6143-216C-9243-8DDBFCCFBF9B}"/>
          </ac:spMkLst>
        </pc:spChg>
        <pc:spChg chg="mod">
          <ac:chgData name="Alexander Liu" userId="90be106ec4cd2753" providerId="LiveId" clId="{237E95D0-D23C-403D-984D-EEE7276E55B7}" dt="2026-06-20T23:57:16.895" v="711" actId="1076"/>
          <ac:spMkLst>
            <pc:docMk/>
            <pc:sldMk cId="2001937901" sldId="268"/>
            <ac:spMk id="174" creationId="{8CBAB955-45F3-D30B-CE95-E51CF1BB3127}"/>
          </ac:spMkLst>
        </pc:spChg>
        <pc:spChg chg="mod">
          <ac:chgData name="Alexander Liu" userId="90be106ec4cd2753" providerId="LiveId" clId="{237E95D0-D23C-403D-984D-EEE7276E55B7}" dt="2026-06-20T14:18:34.177" v="598"/>
          <ac:spMkLst>
            <pc:docMk/>
            <pc:sldMk cId="2001937901" sldId="268"/>
            <ac:spMk id="175" creationId="{2737EA08-9FDB-0C9E-A56C-6A246ADB9FE8}"/>
          </ac:spMkLst>
        </pc:spChg>
        <pc:grpChg chg="add mod">
          <ac:chgData name="Alexander Liu" userId="90be106ec4cd2753" providerId="LiveId" clId="{237E95D0-D23C-403D-984D-EEE7276E55B7}" dt="2026-06-20T23:56:49.351" v="701" actId="164"/>
          <ac:grpSpMkLst>
            <pc:docMk/>
            <pc:sldMk cId="2001937901" sldId="268"/>
            <ac:grpSpMk id="8" creationId="{F59C91F7-62AD-A009-21EF-EAE19A17EF91}"/>
          </ac:grpSpMkLst>
        </pc:grpChg>
        <pc:grpChg chg="mod topLvl">
          <ac:chgData name="Alexander Liu" userId="90be106ec4cd2753" providerId="LiveId" clId="{237E95D0-D23C-403D-984D-EEE7276E55B7}" dt="2026-06-20T23:56:49.351" v="701" actId="164"/>
          <ac:grpSpMkLst>
            <pc:docMk/>
            <pc:sldMk cId="2001937901" sldId="268"/>
            <ac:grpSpMk id="34" creationId="{481980F6-30E5-7759-0489-49514DB9F00F}"/>
          </ac:grpSpMkLst>
        </pc:grpChg>
        <pc:grpChg chg="add mod">
          <ac:chgData name="Alexander Liu" userId="90be106ec4cd2753" providerId="LiveId" clId="{237E95D0-D23C-403D-984D-EEE7276E55B7}" dt="2026-06-20T23:56:50.782" v="702" actId="164"/>
          <ac:grpSpMkLst>
            <pc:docMk/>
            <pc:sldMk cId="2001937901" sldId="268"/>
            <ac:grpSpMk id="39" creationId="{227D3352-D8FE-18DF-42ED-708B614BEB4C}"/>
          </ac:grpSpMkLst>
        </pc:grpChg>
        <pc:grpChg chg="add mod">
          <ac:chgData name="Alexander Liu" userId="90be106ec4cd2753" providerId="LiveId" clId="{237E95D0-D23C-403D-984D-EEE7276E55B7}" dt="2026-06-20T23:56:52.023" v="703" actId="164"/>
          <ac:grpSpMkLst>
            <pc:docMk/>
            <pc:sldMk cId="2001937901" sldId="268"/>
            <ac:grpSpMk id="40" creationId="{9893F6CC-5D3D-B5C4-6212-32683CA26258}"/>
          </ac:grpSpMkLst>
        </pc:grpChg>
        <pc:grpChg chg="add mod">
          <ac:chgData name="Alexander Liu" userId="90be106ec4cd2753" providerId="LiveId" clId="{237E95D0-D23C-403D-984D-EEE7276E55B7}" dt="2026-06-20T23:56:50.782" v="702" actId="164"/>
          <ac:grpSpMkLst>
            <pc:docMk/>
            <pc:sldMk cId="2001937901" sldId="268"/>
            <ac:grpSpMk id="43" creationId="{425F89D0-86BE-6B08-66E4-B35F564322F8}"/>
          </ac:grpSpMkLst>
        </pc:grpChg>
        <pc:grpChg chg="add mod">
          <ac:chgData name="Alexander Liu" userId="90be106ec4cd2753" providerId="LiveId" clId="{237E95D0-D23C-403D-984D-EEE7276E55B7}" dt="2026-06-20T23:56:52.023" v="703" actId="164"/>
          <ac:grpSpMkLst>
            <pc:docMk/>
            <pc:sldMk cId="2001937901" sldId="268"/>
            <ac:grpSpMk id="46" creationId="{E8031715-3CB1-178B-5C48-5F5A95CE2A85}"/>
          </ac:grpSpMkLst>
        </pc:grpChg>
        <pc:grpChg chg="add mod">
          <ac:chgData name="Alexander Liu" userId="90be106ec4cd2753" providerId="LiveId" clId="{237E95D0-D23C-403D-984D-EEE7276E55B7}" dt="2026-06-20T23:56:53.169" v="704" actId="164"/>
          <ac:grpSpMkLst>
            <pc:docMk/>
            <pc:sldMk cId="2001937901" sldId="268"/>
            <ac:grpSpMk id="52" creationId="{41A149C5-6197-0325-C1DE-0392DE55154C}"/>
          </ac:grpSpMkLst>
        </pc:grpChg>
        <pc:grpChg chg="add mod">
          <ac:chgData name="Alexander Liu" userId="90be106ec4cd2753" providerId="LiveId" clId="{237E95D0-D23C-403D-984D-EEE7276E55B7}" dt="2026-06-20T23:57:27.304" v="714" actId="1076"/>
          <ac:grpSpMkLst>
            <pc:docMk/>
            <pc:sldMk cId="2001937901" sldId="268"/>
            <ac:grpSpMk id="117" creationId="{E387C904-D9D2-E306-9C70-BD8D96B0CF08}"/>
          </ac:grpSpMkLst>
        </pc:grpChg>
        <pc:grpChg chg="add mod">
          <ac:chgData name="Alexander Liu" userId="90be106ec4cd2753" providerId="LiveId" clId="{237E95D0-D23C-403D-984D-EEE7276E55B7}" dt="2026-06-20T23:57:30.016" v="715" actId="1076"/>
          <ac:grpSpMkLst>
            <pc:docMk/>
            <pc:sldMk cId="2001937901" sldId="268"/>
            <ac:grpSpMk id="141" creationId="{810CE380-4DB4-062B-6D8D-4CA440398A96}"/>
          </ac:grpSpMkLst>
        </pc:grpChg>
        <pc:grpChg chg="add mod">
          <ac:chgData name="Alexander Liu" userId="90be106ec4cd2753" providerId="LiveId" clId="{237E95D0-D23C-403D-984D-EEE7276E55B7}" dt="2026-06-20T23:56:49.351" v="701" actId="164"/>
          <ac:grpSpMkLst>
            <pc:docMk/>
            <pc:sldMk cId="2001937901" sldId="268"/>
            <ac:grpSpMk id="157" creationId="{825DC766-29CB-68C1-8395-2DFBB4210F00}"/>
          </ac:grpSpMkLst>
        </pc:grpChg>
        <pc:grpChg chg="add mod">
          <ac:chgData name="Alexander Liu" userId="90be106ec4cd2753" providerId="LiveId" clId="{237E95D0-D23C-403D-984D-EEE7276E55B7}" dt="2026-06-20T23:56:53.169" v="704" actId="164"/>
          <ac:grpSpMkLst>
            <pc:docMk/>
            <pc:sldMk cId="2001937901" sldId="268"/>
            <ac:grpSpMk id="162" creationId="{B4F9D5EE-1F93-2112-379A-164CCB036329}"/>
          </ac:grpSpMkLst>
        </pc:grpChg>
        <pc:grpChg chg="add mod">
          <ac:chgData name="Alexander Liu" userId="90be106ec4cd2753" providerId="LiveId" clId="{237E95D0-D23C-403D-984D-EEE7276E55B7}" dt="2026-06-20T23:57:27.304" v="714" actId="1076"/>
          <ac:grpSpMkLst>
            <pc:docMk/>
            <pc:sldMk cId="2001937901" sldId="268"/>
            <ac:grpSpMk id="163" creationId="{ED342D76-9536-0CAF-E577-337FEA4D591C}"/>
          </ac:grpSpMkLst>
        </pc:grpChg>
        <pc:grpChg chg="add mod">
          <ac:chgData name="Alexander Liu" userId="90be106ec4cd2753" providerId="LiveId" clId="{237E95D0-D23C-403D-984D-EEE7276E55B7}" dt="2026-06-20T23:57:30.016" v="715" actId="1076"/>
          <ac:grpSpMkLst>
            <pc:docMk/>
            <pc:sldMk cId="2001937901" sldId="268"/>
            <ac:grpSpMk id="164" creationId="{580231C5-E2F5-29EE-CA70-56D75B934583}"/>
          </ac:grpSpMkLst>
        </pc:grpChg>
        <pc:grpChg chg="add mod">
          <ac:chgData name="Alexander Liu" userId="90be106ec4cd2753" providerId="LiveId" clId="{237E95D0-D23C-403D-984D-EEE7276E55B7}" dt="2026-06-20T23:56:50.782" v="702" actId="164"/>
          <ac:grpSpMkLst>
            <pc:docMk/>
            <pc:sldMk cId="2001937901" sldId="268"/>
            <ac:grpSpMk id="169" creationId="{48E0A854-33A4-A428-D432-C805E2AED3D0}"/>
          </ac:grpSpMkLst>
        </pc:grpChg>
        <pc:picChg chg="add mod">
          <ac:chgData name="Alexander Liu" userId="90be106ec4cd2753" providerId="LiveId" clId="{237E95D0-D23C-403D-984D-EEE7276E55B7}" dt="2026-06-20T23:56:50.782" v="702" actId="164"/>
          <ac:picMkLst>
            <pc:docMk/>
            <pc:sldMk cId="2001937901" sldId="268"/>
            <ac:picMk id="156" creationId="{A214E8D3-8456-B8FC-DD19-9C34BCF6DF65}"/>
          </ac:picMkLst>
        </pc:picChg>
        <pc:picChg chg="mod">
          <ac:chgData name="Alexander Liu" userId="90be106ec4cd2753" providerId="LiveId" clId="{237E95D0-D23C-403D-984D-EEE7276E55B7}" dt="2026-06-20T14:15:03.812" v="572" actId="1076"/>
          <ac:picMkLst>
            <pc:docMk/>
            <pc:sldMk cId="2001937901" sldId="268"/>
            <ac:picMk id="158" creationId="{7F2730F6-213C-53ED-1E44-8EC79D223D9A}"/>
          </ac:picMkLst>
        </pc:picChg>
        <pc:picChg chg="mod">
          <ac:chgData name="Alexander Liu" userId="90be106ec4cd2753" providerId="LiveId" clId="{237E95D0-D23C-403D-984D-EEE7276E55B7}" dt="2026-06-20T14:15:03.812" v="572" actId="1076"/>
          <ac:picMkLst>
            <pc:docMk/>
            <pc:sldMk cId="2001937901" sldId="268"/>
            <ac:picMk id="159" creationId="{DAD2C70C-0B3F-8909-3994-D3F53E70E41C}"/>
          </ac:picMkLst>
        </pc:picChg>
        <pc:picChg chg="mod">
          <ac:chgData name="Alexander Liu" userId="90be106ec4cd2753" providerId="LiveId" clId="{237E95D0-D23C-403D-984D-EEE7276E55B7}" dt="2026-06-20T14:15:03.812" v="572" actId="1076"/>
          <ac:picMkLst>
            <pc:docMk/>
            <pc:sldMk cId="2001937901" sldId="268"/>
            <ac:picMk id="160" creationId="{3136BA91-DEF5-9C87-C0AE-E552669C1EA3}"/>
          </ac:picMkLst>
        </pc:picChg>
        <pc:picChg chg="add mod">
          <ac:chgData name="Alexander Liu" userId="90be106ec4cd2753" providerId="LiveId" clId="{237E95D0-D23C-403D-984D-EEE7276E55B7}" dt="2026-06-20T23:56:49.351" v="701" actId="164"/>
          <ac:picMkLst>
            <pc:docMk/>
            <pc:sldMk cId="2001937901" sldId="268"/>
            <ac:picMk id="161" creationId="{CB946764-AE0D-3FB2-EFEC-8F2874BDB752}"/>
          </ac:picMkLst>
        </pc:picChg>
        <pc:picChg chg="add mod">
          <ac:chgData name="Alexander Liu" userId="90be106ec4cd2753" providerId="LiveId" clId="{237E95D0-D23C-403D-984D-EEE7276E55B7}" dt="2026-06-20T23:56:52.023" v="703" actId="164"/>
          <ac:picMkLst>
            <pc:docMk/>
            <pc:sldMk cId="2001937901" sldId="268"/>
            <ac:picMk id="176" creationId="{F13C18D7-37C6-1340-0CC3-42DD8F92D239}"/>
          </ac:picMkLst>
        </pc:picChg>
        <pc:picChg chg="add mod">
          <ac:chgData name="Alexander Liu" userId="90be106ec4cd2753" providerId="LiveId" clId="{237E95D0-D23C-403D-984D-EEE7276E55B7}" dt="2026-06-20T23:57:21.380" v="712" actId="1076"/>
          <ac:picMkLst>
            <pc:docMk/>
            <pc:sldMk cId="2001937901" sldId="268"/>
            <ac:picMk id="177" creationId="{160B59DD-66CC-4EDA-09AF-137E4BF36428}"/>
          </ac:picMkLst>
        </pc:picChg>
        <pc:picChg chg="add mod ord">
          <ac:chgData name="Alexander Liu" userId="90be106ec4cd2753" providerId="LiveId" clId="{237E95D0-D23C-403D-984D-EEE7276E55B7}" dt="2026-06-20T23:57:24.327" v="713" actId="1076"/>
          <ac:picMkLst>
            <pc:docMk/>
            <pc:sldMk cId="2001937901" sldId="268"/>
            <ac:picMk id="178" creationId="{14DB2021-CC37-DBB0-31AA-F680933F73DD}"/>
          </ac:picMkLst>
        </pc:picChg>
        <pc:picChg chg="add mod ord">
          <ac:chgData name="Alexander Liu" userId="90be106ec4cd2753" providerId="LiveId" clId="{237E95D0-D23C-403D-984D-EEE7276E55B7}" dt="2026-06-20T23:57:27.304" v="714" actId="1076"/>
          <ac:picMkLst>
            <pc:docMk/>
            <pc:sldMk cId="2001937901" sldId="268"/>
            <ac:picMk id="179" creationId="{22C7E23E-07BB-A739-E03F-8C6B2804CF90}"/>
          </ac:picMkLst>
        </pc:picChg>
        <pc:picChg chg="add mod ord">
          <ac:chgData name="Alexander Liu" userId="90be106ec4cd2753" providerId="LiveId" clId="{237E95D0-D23C-403D-984D-EEE7276E55B7}" dt="2026-06-20T23:57:30.016" v="715" actId="1076"/>
          <ac:picMkLst>
            <pc:docMk/>
            <pc:sldMk cId="2001937901" sldId="268"/>
            <ac:picMk id="180" creationId="{EA039905-1EB3-BCDF-6FEB-8751DD311FFD}"/>
          </ac:picMkLst>
        </pc:picChg>
        <pc:picChg chg="add mod">
          <ac:chgData name="Alexander Liu" userId="90be106ec4cd2753" providerId="LiveId" clId="{237E95D0-D23C-403D-984D-EEE7276E55B7}" dt="2026-06-20T23:57:24.327" v="713" actId="1076"/>
          <ac:picMkLst>
            <pc:docMk/>
            <pc:sldMk cId="2001937901" sldId="268"/>
            <ac:picMk id="181" creationId="{4323A239-6F86-BEC2-7262-3EDCB2CA5173}"/>
          </ac:picMkLst>
        </pc:picChg>
        <pc:picChg chg="add mod">
          <ac:chgData name="Alexander Liu" userId="90be106ec4cd2753" providerId="LiveId" clId="{237E95D0-D23C-403D-984D-EEE7276E55B7}" dt="2026-06-20T23:57:27.304" v="714" actId="1076"/>
          <ac:picMkLst>
            <pc:docMk/>
            <pc:sldMk cId="2001937901" sldId="268"/>
            <ac:picMk id="182" creationId="{2FE501A5-1253-E1E2-EF0D-790FDA57AC81}"/>
          </ac:picMkLst>
        </pc:picChg>
        <pc:picChg chg="add mod">
          <ac:chgData name="Alexander Liu" userId="90be106ec4cd2753" providerId="LiveId" clId="{237E95D0-D23C-403D-984D-EEE7276E55B7}" dt="2026-06-20T23:57:30.016" v="715" actId="1076"/>
          <ac:picMkLst>
            <pc:docMk/>
            <pc:sldMk cId="2001937901" sldId="268"/>
            <ac:picMk id="183" creationId="{901AB3CE-4F95-375C-CDE1-4A6D6A79F09C}"/>
          </ac:picMkLst>
        </pc:picChg>
      </pc:sldChg>
      <pc:sldChg chg="addSp delSp modSp mod">
        <pc:chgData name="Alexander Liu" userId="90be106ec4cd2753" providerId="LiveId" clId="{237E95D0-D23C-403D-984D-EEE7276E55B7}" dt="2026-06-26T00:36:01.487" v="1172" actId="164"/>
        <pc:sldMkLst>
          <pc:docMk/>
          <pc:sldMk cId="4191255547" sldId="273"/>
        </pc:sldMkLst>
        <pc:spChg chg="mod topLvl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2" creationId="{1CA408FB-E372-F21D-FCF5-2F57C8DEC2A3}"/>
          </ac:spMkLst>
        </pc:spChg>
        <pc:spChg chg="mod topLvl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3" creationId="{36EDCF0B-B6FC-0049-43C4-F3E03FE165D1}"/>
          </ac:spMkLst>
        </pc:spChg>
        <pc:spChg chg="mod topLvl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6" creationId="{D56867EE-8DB8-4AD8-B77B-FCF5F1BF211D}"/>
          </ac:spMkLst>
        </pc:spChg>
        <pc:spChg chg="mod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9" creationId="{7C16F5DA-1155-8186-7B95-D3B02F61643F}"/>
          </ac:spMkLst>
        </pc:spChg>
        <pc:spChg chg="mod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11" creationId="{7F6324FD-DE9E-8101-8388-4EFF36C96011}"/>
          </ac:spMkLst>
        </pc:spChg>
        <pc:spChg chg="mod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12" creationId="{989CBC5D-03FF-6F96-D9EB-A5BD2172AB4C}"/>
          </ac:spMkLst>
        </pc:spChg>
        <pc:spChg chg="mod topLvl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15" creationId="{B74C1893-A7BA-1969-F550-B6F45D61F33C}"/>
          </ac:spMkLst>
        </pc:spChg>
        <pc:spChg chg="mod topLvl">
          <ac:chgData name="Alexander Liu" userId="90be106ec4cd2753" providerId="LiveId" clId="{237E95D0-D23C-403D-984D-EEE7276E55B7}" dt="2026-06-21T00:11:37.309" v="878" actId="165"/>
          <ac:spMkLst>
            <pc:docMk/>
            <pc:sldMk cId="4191255547" sldId="273"/>
            <ac:spMk id="16" creationId="{EC1FFA6F-41D3-6F14-4B6F-5DDF37B754C4}"/>
          </ac:spMkLst>
        </pc:spChg>
        <pc:spChg chg="mod">
          <ac:chgData name="Alexander Liu" userId="90be106ec4cd2753" providerId="LiveId" clId="{237E95D0-D23C-403D-984D-EEE7276E55B7}" dt="2026-06-21T00:12:15.458" v="894" actId="14100"/>
          <ac:spMkLst>
            <pc:docMk/>
            <pc:sldMk cId="4191255547" sldId="273"/>
            <ac:spMk id="33" creationId="{DFAB3D40-E599-D888-DFA9-4F7653F18B6F}"/>
          </ac:spMkLst>
        </pc:spChg>
        <pc:spChg chg="mod">
          <ac:chgData name="Alexander Liu" userId="90be106ec4cd2753" providerId="LiveId" clId="{237E95D0-D23C-403D-984D-EEE7276E55B7}" dt="2026-06-21T00:12:15.458" v="894" actId="14100"/>
          <ac:spMkLst>
            <pc:docMk/>
            <pc:sldMk cId="4191255547" sldId="273"/>
            <ac:spMk id="36" creationId="{1F37661A-8B4E-C57B-5655-ED4F2F7D1455}"/>
          </ac:spMkLst>
        </pc:spChg>
        <pc:spChg chg="add mo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1" creationId="{C501C4D7-0DE8-6C2D-D96F-A3238CFDA5E0}"/>
          </ac:spMkLst>
        </pc:spChg>
        <pc:spChg chg="add mod or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4" creationId="{B38533C0-1911-428C-5B5C-14D3ACEAD44A}"/>
          </ac:spMkLst>
        </pc:spChg>
        <pc:spChg chg="add mo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5" creationId="{08650ED4-01DD-036B-9650-BD5F36D2FF7D}"/>
          </ac:spMkLst>
        </pc:spChg>
        <pc:spChg chg="add mod or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6" creationId="{102D031C-03D3-D596-6FA2-603CB958645E}"/>
          </ac:spMkLst>
        </pc:spChg>
        <pc:spChg chg="add mod or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7" creationId="{34BE63F9-239B-5EF7-9EBA-85B9676F241D}"/>
          </ac:spMkLst>
        </pc:spChg>
        <pc:spChg chg="add mod ord topLvl">
          <ac:chgData name="Alexander Liu" userId="90be106ec4cd2753" providerId="LiveId" clId="{237E95D0-D23C-403D-984D-EEE7276E55B7}" dt="2026-06-20T14:18:28.174" v="595" actId="164"/>
          <ac:spMkLst>
            <pc:docMk/>
            <pc:sldMk cId="4191255547" sldId="273"/>
            <ac:spMk id="48" creationId="{B15FB503-713F-D53A-8E06-0FFE81A543CE}"/>
          </ac:spMkLst>
        </pc:spChg>
        <pc:spChg chg="mod">
          <ac:chgData name="Alexander Liu" userId="90be106ec4cd2753" providerId="LiveId" clId="{237E95D0-D23C-403D-984D-EEE7276E55B7}" dt="2026-06-21T00:12:15.458" v="894" actId="14100"/>
          <ac:spMkLst>
            <pc:docMk/>
            <pc:sldMk cId="4191255547" sldId="273"/>
            <ac:spMk id="52" creationId="{073A171E-24E8-B97C-9D1F-4F7DFD171AAC}"/>
          </ac:spMkLst>
        </pc:spChg>
        <pc:spChg chg="add mod">
          <ac:chgData name="Alexander Liu" userId="90be106ec4cd2753" providerId="LiveId" clId="{237E95D0-D23C-403D-984D-EEE7276E55B7}" dt="2026-06-26T00:36:01.487" v="1172" actId="164"/>
          <ac:spMkLst>
            <pc:docMk/>
            <pc:sldMk cId="4191255547" sldId="273"/>
            <ac:spMk id="94" creationId="{7CB8C2AB-2660-9D43-6298-A95AC7F54990}"/>
          </ac:spMkLst>
        </pc:spChg>
        <pc:grpChg chg="mod topLvl">
          <ac:chgData name="Alexander Liu" userId="90be106ec4cd2753" providerId="LiveId" clId="{237E95D0-D23C-403D-984D-EEE7276E55B7}" dt="2026-06-21T00:11:37.309" v="878" actId="165"/>
          <ac:grpSpMkLst>
            <pc:docMk/>
            <pc:sldMk cId="4191255547" sldId="273"/>
            <ac:grpSpMk id="13" creationId="{F53DFA65-3337-27DC-565D-0CF320CA107C}"/>
          </ac:grpSpMkLst>
        </pc:grpChg>
        <pc:grpChg chg="add mod">
          <ac:chgData name="Alexander Liu" userId="90be106ec4cd2753" providerId="LiveId" clId="{237E95D0-D23C-403D-984D-EEE7276E55B7}" dt="2026-06-21T00:12:15.458" v="894" actId="14100"/>
          <ac:grpSpMkLst>
            <pc:docMk/>
            <pc:sldMk cId="4191255547" sldId="273"/>
            <ac:grpSpMk id="30" creationId="{5159E0DC-9711-2361-659A-49830D69CC96}"/>
          </ac:grpSpMkLst>
        </pc:grpChg>
        <pc:grpChg chg="add mod">
          <ac:chgData name="Alexander Liu" userId="90be106ec4cd2753" providerId="LiveId" clId="{237E95D0-D23C-403D-984D-EEE7276E55B7}" dt="2026-06-21T00:12:15.458" v="894" actId="14100"/>
          <ac:grpSpMkLst>
            <pc:docMk/>
            <pc:sldMk cId="4191255547" sldId="273"/>
            <ac:grpSpMk id="66" creationId="{C44F8ED8-D179-0E9C-0F9A-E817FAA1FF1C}"/>
          </ac:grpSpMkLst>
        </pc:grpChg>
        <pc:grpChg chg="mod topLvl">
          <ac:chgData name="Alexander Liu" userId="90be106ec4cd2753" providerId="LiveId" clId="{237E95D0-D23C-403D-984D-EEE7276E55B7}" dt="2026-06-20T14:14:23.997" v="558" actId="1076"/>
          <ac:grpSpMkLst>
            <pc:docMk/>
            <pc:sldMk cId="4191255547" sldId="273"/>
            <ac:grpSpMk id="73" creationId="{0F4068A1-D481-C8BC-74D5-B6457D234B02}"/>
          </ac:grpSpMkLst>
        </pc:grpChg>
        <pc:grpChg chg="add mod">
          <ac:chgData name="Alexander Liu" userId="90be106ec4cd2753" providerId="LiveId" clId="{237E95D0-D23C-403D-984D-EEE7276E55B7}" dt="2026-06-20T14:18:30.230" v="596" actId="14100"/>
          <ac:grpSpMkLst>
            <pc:docMk/>
            <pc:sldMk cId="4191255547" sldId="273"/>
            <ac:grpSpMk id="77" creationId="{D2B6FC50-CE22-19B0-B5B4-CC23136B1FDD}"/>
          </ac:grpSpMkLst>
        </pc:grpChg>
        <pc:grpChg chg="add mod">
          <ac:chgData name="Alexander Liu" userId="90be106ec4cd2753" providerId="LiveId" clId="{237E95D0-D23C-403D-984D-EEE7276E55B7}" dt="2026-06-26T00:36:01.487" v="1172" actId="164"/>
          <ac:grpSpMkLst>
            <pc:docMk/>
            <pc:sldMk cId="4191255547" sldId="273"/>
            <ac:grpSpMk id="95" creationId="{2BF3F0F2-2194-E164-AEF5-ACDF4B307BB9}"/>
          </ac:grpSpMkLst>
        </pc:grpChg>
        <pc:picChg chg="add mod">
          <ac:chgData name="Alexander Liu" userId="90be106ec4cd2753" providerId="LiveId" clId="{237E95D0-D23C-403D-984D-EEE7276E55B7}" dt="2026-06-21T00:00:42.360" v="738" actId="1076"/>
          <ac:picMkLst>
            <pc:docMk/>
            <pc:sldMk cId="4191255547" sldId="273"/>
            <ac:picMk id="5" creationId="{BFDE4AF3-F36E-39CF-D808-C950FC817C17}"/>
          </ac:picMkLst>
        </pc:picChg>
        <pc:picChg chg="add mod">
          <ac:chgData name="Alexander Liu" userId="90be106ec4cd2753" providerId="LiveId" clId="{237E95D0-D23C-403D-984D-EEE7276E55B7}" dt="2026-06-21T00:10:50.115" v="873" actId="1076"/>
          <ac:picMkLst>
            <pc:docMk/>
            <pc:sldMk cId="4191255547" sldId="273"/>
            <ac:picMk id="14" creationId="{E1DF4DB8-A71E-F842-FFFB-88640C1F72DB}"/>
          </ac:picMkLst>
        </pc:picChg>
        <pc:picChg chg="add mod">
          <ac:chgData name="Alexander Liu" userId="90be106ec4cd2753" providerId="LiveId" clId="{237E95D0-D23C-403D-984D-EEE7276E55B7}" dt="2026-06-20T14:00:42.076" v="496" actId="1076"/>
          <ac:picMkLst>
            <pc:docMk/>
            <pc:sldMk cId="4191255547" sldId="273"/>
            <ac:picMk id="38" creationId="{EFD96D07-D3B5-5E12-5E25-D8FAAA6D3E63}"/>
          </ac:picMkLst>
        </pc:picChg>
        <pc:picChg chg="add mod">
          <ac:chgData name="Alexander Liu" userId="90be106ec4cd2753" providerId="LiveId" clId="{237E95D0-D23C-403D-984D-EEE7276E55B7}" dt="2026-06-20T14:08:36.467" v="504" actId="1076"/>
          <ac:picMkLst>
            <pc:docMk/>
            <pc:sldMk cId="4191255547" sldId="273"/>
            <ac:picMk id="40" creationId="{C9DA123B-BDBB-7FBC-2648-77539DF824AA}"/>
          </ac:picMkLst>
        </pc:picChg>
        <pc:picChg chg="add mod">
          <ac:chgData name="Alexander Liu" userId="90be106ec4cd2753" providerId="LiveId" clId="{237E95D0-D23C-403D-984D-EEE7276E55B7}" dt="2026-06-21T00:12:15.458" v="894" actId="14100"/>
          <ac:picMkLst>
            <pc:docMk/>
            <pc:sldMk cId="4191255547" sldId="273"/>
            <ac:picMk id="53" creationId="{668310F5-39C5-F1EE-1D15-37577B44B138}"/>
          </ac:picMkLst>
        </pc:picChg>
        <pc:picChg chg="mod">
          <ac:chgData name="Alexander Liu" userId="90be106ec4cd2753" providerId="LiveId" clId="{237E95D0-D23C-403D-984D-EEE7276E55B7}" dt="2026-06-20T14:14:23.997" v="558" actId="1076"/>
          <ac:picMkLst>
            <pc:docMk/>
            <pc:sldMk cId="4191255547" sldId="273"/>
            <ac:picMk id="74" creationId="{6727320C-A686-7820-FCF1-59746965C32B}"/>
          </ac:picMkLst>
        </pc:picChg>
        <pc:picChg chg="mod">
          <ac:chgData name="Alexander Liu" userId="90be106ec4cd2753" providerId="LiveId" clId="{237E95D0-D23C-403D-984D-EEE7276E55B7}" dt="2026-06-20T14:14:23.997" v="558" actId="1076"/>
          <ac:picMkLst>
            <pc:docMk/>
            <pc:sldMk cId="4191255547" sldId="273"/>
            <ac:picMk id="75" creationId="{C53CEA99-7168-CAFB-B97D-62A9B45E54CC}"/>
          </ac:picMkLst>
        </pc:picChg>
        <pc:picChg chg="mod">
          <ac:chgData name="Alexander Liu" userId="90be106ec4cd2753" providerId="LiveId" clId="{237E95D0-D23C-403D-984D-EEE7276E55B7}" dt="2026-06-20T14:14:23.997" v="558" actId="1076"/>
          <ac:picMkLst>
            <pc:docMk/>
            <pc:sldMk cId="4191255547" sldId="273"/>
            <ac:picMk id="76" creationId="{EF4CC92B-DBC4-B4F6-9871-6C39F77BCA41}"/>
          </ac:picMkLst>
        </pc:picChg>
        <pc:picChg chg="add mod modCrop">
          <ac:chgData name="Alexander Liu" userId="90be106ec4cd2753" providerId="LiveId" clId="{237E95D0-D23C-403D-984D-EEE7276E55B7}" dt="2026-06-20T14:39:53.679" v="661" actId="14100"/>
          <ac:picMkLst>
            <pc:docMk/>
            <pc:sldMk cId="4191255547" sldId="273"/>
            <ac:picMk id="85" creationId="{34BCB29A-580D-4EB0-BEF6-5AE93764DD29}"/>
          </ac:picMkLst>
        </pc:picChg>
        <pc:picChg chg="add mod">
          <ac:chgData name="Alexander Liu" userId="90be106ec4cd2753" providerId="LiveId" clId="{237E95D0-D23C-403D-984D-EEE7276E55B7}" dt="2026-06-26T00:22:03.904" v="1048" actId="1076"/>
          <ac:picMkLst>
            <pc:docMk/>
            <pc:sldMk cId="4191255547" sldId="273"/>
            <ac:picMk id="87" creationId="{37C9D0BE-B6AA-4D23-D2AD-54DE4BD44A35}"/>
          </ac:picMkLst>
        </pc:picChg>
        <pc:picChg chg="add mod">
          <ac:chgData name="Alexander Liu" userId="90be106ec4cd2753" providerId="LiveId" clId="{237E95D0-D23C-403D-984D-EEE7276E55B7}" dt="2026-06-26T00:36:01.487" v="1172" actId="164"/>
          <ac:picMkLst>
            <pc:docMk/>
            <pc:sldMk cId="4191255547" sldId="273"/>
            <ac:picMk id="88" creationId="{1D2C6BCC-A8D3-8B84-1808-F2500116A2D3}"/>
          </ac:picMkLst>
        </pc:picChg>
        <pc:picChg chg="add mod">
          <ac:chgData name="Alexander Liu" userId="90be106ec4cd2753" providerId="LiveId" clId="{237E95D0-D23C-403D-984D-EEE7276E55B7}" dt="2026-06-26T00:27:31.914" v="1103" actId="1076"/>
          <ac:picMkLst>
            <pc:docMk/>
            <pc:sldMk cId="4191255547" sldId="273"/>
            <ac:picMk id="287" creationId="{2E03C175-CE53-C4E0-D197-F24F45102356}"/>
          </ac:picMkLst>
        </pc:picChg>
      </pc:sldChg>
      <pc:sldChg chg="modSp mod">
        <pc:chgData name="Alexander Liu" userId="90be106ec4cd2753" providerId="LiveId" clId="{237E95D0-D23C-403D-984D-EEE7276E55B7}" dt="2026-06-29T01:59:37.863" v="2748" actId="20577"/>
        <pc:sldMkLst>
          <pc:docMk/>
          <pc:sldMk cId="2884136121" sldId="274"/>
        </pc:sldMkLst>
        <pc:spChg chg="mod">
          <ac:chgData name="Alexander Liu" userId="90be106ec4cd2753" providerId="LiveId" clId="{237E95D0-D23C-403D-984D-EEE7276E55B7}" dt="2026-06-29T01:59:37.863" v="2748" actId="20577"/>
          <ac:spMkLst>
            <pc:docMk/>
            <pc:sldMk cId="2884136121" sldId="274"/>
            <ac:spMk id="4" creationId="{98742056-CB89-1763-435D-7BC234063FAF}"/>
          </ac:spMkLst>
        </pc:spChg>
      </pc:sldChg>
      <pc:sldChg chg="addSp delSp modSp new mod">
        <pc:chgData name="Alexander Liu" userId="90be106ec4cd2753" providerId="LiveId" clId="{237E95D0-D23C-403D-984D-EEE7276E55B7}" dt="2026-06-29T01:58:14.489" v="2743" actId="1076"/>
        <pc:sldMkLst>
          <pc:docMk/>
          <pc:sldMk cId="1064590123" sldId="275"/>
        </pc:sldMkLst>
        <pc:spChg chg="add mod">
          <ac:chgData name="Alexander Liu" userId="90be106ec4cd2753" providerId="LiveId" clId="{237E95D0-D23C-403D-984D-EEE7276E55B7}" dt="2026-06-29T01:37:37.746" v="2511" actId="1076"/>
          <ac:spMkLst>
            <pc:docMk/>
            <pc:sldMk cId="1064590123" sldId="275"/>
            <ac:spMk id="2" creationId="{CB5AB261-1850-C5AC-3C35-673B540B247A}"/>
          </ac:spMkLst>
        </pc:spChg>
        <pc:spChg chg="add mod">
          <ac:chgData name="Alexander Liu" userId="90be106ec4cd2753" providerId="LiveId" clId="{237E95D0-D23C-403D-984D-EEE7276E55B7}" dt="2026-06-29T01:37:44.224" v="2516" actId="1038"/>
          <ac:spMkLst>
            <pc:docMk/>
            <pc:sldMk cId="1064590123" sldId="275"/>
            <ac:spMk id="3" creationId="{86033358-F926-8111-B612-5A225F0434D8}"/>
          </ac:spMkLst>
        </pc:spChg>
        <pc:spChg chg="mod">
          <ac:chgData name="Alexander Liu" userId="90be106ec4cd2753" providerId="LiveId" clId="{237E95D0-D23C-403D-984D-EEE7276E55B7}" dt="2026-06-29T01:40:41.356" v="2546"/>
          <ac:spMkLst>
            <pc:docMk/>
            <pc:sldMk cId="1064590123" sldId="275"/>
            <ac:spMk id="5" creationId="{F9E46AB3-E0B9-FBA4-1A66-0281FD8F6A8A}"/>
          </ac:spMkLst>
        </pc:spChg>
        <pc:spChg chg="mod topLvl">
          <ac:chgData name="Alexander Liu" userId="90be106ec4cd2753" providerId="LiveId" clId="{237E95D0-D23C-403D-984D-EEE7276E55B7}" dt="2026-06-27T14:04:57.931" v="1752" actId="1038"/>
          <ac:spMkLst>
            <pc:docMk/>
            <pc:sldMk cId="1064590123" sldId="275"/>
            <ac:spMk id="10" creationId="{A82E3D13-AE1C-3F22-74CF-9EC59AA31D97}"/>
          </ac:spMkLst>
        </pc:spChg>
        <pc:spChg chg="mod">
          <ac:chgData name="Alexander Liu" userId="90be106ec4cd2753" providerId="LiveId" clId="{237E95D0-D23C-403D-984D-EEE7276E55B7}" dt="2026-06-27T14:01:40.585" v="1432"/>
          <ac:spMkLst>
            <pc:docMk/>
            <pc:sldMk cId="1064590123" sldId="275"/>
            <ac:spMk id="14" creationId="{0EB9DD95-1227-6F13-1C52-2F69E2EB4301}"/>
          </ac:spMkLst>
        </pc:spChg>
        <pc:spChg chg="add mod">
          <ac:chgData name="Alexander Liu" userId="90be106ec4cd2753" providerId="LiveId" clId="{237E95D0-D23C-403D-984D-EEE7276E55B7}" dt="2026-06-27T14:02:49.297" v="1440" actId="1076"/>
          <ac:spMkLst>
            <pc:docMk/>
            <pc:sldMk cId="1064590123" sldId="275"/>
            <ac:spMk id="15" creationId="{572A2757-9FC9-5E43-44FC-65B06016E4BF}"/>
          </ac:spMkLst>
        </pc:spChg>
        <pc:spChg chg="add mod">
          <ac:chgData name="Alexander Liu" userId="90be106ec4cd2753" providerId="LiveId" clId="{237E95D0-D23C-403D-984D-EEE7276E55B7}" dt="2026-06-27T14:02:54.476" v="1445" actId="1036"/>
          <ac:spMkLst>
            <pc:docMk/>
            <pc:sldMk cId="1064590123" sldId="275"/>
            <ac:spMk id="16" creationId="{DE9A3E5F-294C-70B9-6B0D-17B9AE0C1462}"/>
          </ac:spMkLst>
        </pc:spChg>
        <pc:spChg chg="add mod">
          <ac:chgData name="Alexander Liu" userId="90be106ec4cd2753" providerId="LiveId" clId="{237E95D0-D23C-403D-984D-EEE7276E55B7}" dt="2026-06-27T14:03:02.717" v="1459" actId="1037"/>
          <ac:spMkLst>
            <pc:docMk/>
            <pc:sldMk cId="1064590123" sldId="275"/>
            <ac:spMk id="17" creationId="{911F88A5-ED42-91EB-C1D2-0B0B9C2FEEB3}"/>
          </ac:spMkLst>
        </pc:spChg>
        <pc:spChg chg="add mod">
          <ac:chgData name="Alexander Liu" userId="90be106ec4cd2753" providerId="LiveId" clId="{237E95D0-D23C-403D-984D-EEE7276E55B7}" dt="2026-06-27T14:03:02.717" v="1459" actId="1037"/>
          <ac:spMkLst>
            <pc:docMk/>
            <pc:sldMk cId="1064590123" sldId="275"/>
            <ac:spMk id="18" creationId="{0C18C9E6-DDFC-5E22-A514-A2DFEE154AB8}"/>
          </ac:spMkLst>
        </pc:spChg>
        <pc:spChg chg="add mod">
          <ac:chgData name="Alexander Liu" userId="90be106ec4cd2753" providerId="LiveId" clId="{237E95D0-D23C-403D-984D-EEE7276E55B7}" dt="2026-06-27T14:03:20.475" v="1470" actId="1036"/>
          <ac:spMkLst>
            <pc:docMk/>
            <pc:sldMk cId="1064590123" sldId="275"/>
            <ac:spMk id="19" creationId="{65BEE271-E2DC-9247-5947-8BE994611784}"/>
          </ac:spMkLst>
        </pc:spChg>
        <pc:spChg chg="add mod">
          <ac:chgData name="Alexander Liu" userId="90be106ec4cd2753" providerId="LiveId" clId="{237E95D0-D23C-403D-984D-EEE7276E55B7}" dt="2026-06-27T14:05:06.367" v="1777" actId="1036"/>
          <ac:spMkLst>
            <pc:docMk/>
            <pc:sldMk cId="1064590123" sldId="275"/>
            <ac:spMk id="20" creationId="{56871D4C-5DA6-71E2-F0B7-FF05BA9D7941}"/>
          </ac:spMkLst>
        </pc:spChg>
        <pc:spChg chg="add mod">
          <ac:chgData name="Alexander Liu" userId="90be106ec4cd2753" providerId="LiveId" clId="{237E95D0-D23C-403D-984D-EEE7276E55B7}" dt="2026-06-27T14:03:20.475" v="1470" actId="1036"/>
          <ac:spMkLst>
            <pc:docMk/>
            <pc:sldMk cId="1064590123" sldId="275"/>
            <ac:spMk id="21" creationId="{C71CE4E0-99BC-1EEC-1DBA-E599294D62E0}"/>
          </ac:spMkLst>
        </pc:spChg>
        <pc:spChg chg="add mod">
          <ac:chgData name="Alexander Liu" userId="90be106ec4cd2753" providerId="LiveId" clId="{237E95D0-D23C-403D-984D-EEE7276E55B7}" dt="2026-06-27T14:03:38.819" v="1552" actId="1036"/>
          <ac:spMkLst>
            <pc:docMk/>
            <pc:sldMk cId="1064590123" sldId="275"/>
            <ac:spMk id="22" creationId="{A2C57E1E-C612-02E7-26A5-4FDBC6919F01}"/>
          </ac:spMkLst>
        </pc:spChg>
        <pc:spChg chg="add mod">
          <ac:chgData name="Alexander Liu" userId="90be106ec4cd2753" providerId="LiveId" clId="{237E95D0-D23C-403D-984D-EEE7276E55B7}" dt="2026-06-27T14:03:38.819" v="1552" actId="1036"/>
          <ac:spMkLst>
            <pc:docMk/>
            <pc:sldMk cId="1064590123" sldId="275"/>
            <ac:spMk id="23" creationId="{973B1403-0B36-1A10-B418-666BF6369ED9}"/>
          </ac:spMkLst>
        </pc:spChg>
        <pc:spChg chg="add mod">
          <ac:chgData name="Alexander Liu" userId="90be106ec4cd2753" providerId="LiveId" clId="{237E95D0-D23C-403D-984D-EEE7276E55B7}" dt="2026-06-27T14:03:38.819" v="1552" actId="1036"/>
          <ac:spMkLst>
            <pc:docMk/>
            <pc:sldMk cId="1064590123" sldId="275"/>
            <ac:spMk id="24" creationId="{705A5C52-CA06-04BC-8EFC-F754CB54A87F}"/>
          </ac:spMkLst>
        </pc:spChg>
        <pc:spChg chg="add mod">
          <ac:chgData name="Alexander Liu" userId="90be106ec4cd2753" providerId="LiveId" clId="{237E95D0-D23C-403D-984D-EEE7276E55B7}" dt="2026-06-27T14:05:06.367" v="1777" actId="1036"/>
          <ac:spMkLst>
            <pc:docMk/>
            <pc:sldMk cId="1064590123" sldId="275"/>
            <ac:spMk id="25" creationId="{18CE424E-9678-7D5D-8234-B7C1A77C6EE9}"/>
          </ac:spMkLst>
        </pc:spChg>
        <pc:spChg chg="add mod">
          <ac:chgData name="Alexander Liu" userId="90be106ec4cd2753" providerId="LiveId" clId="{237E95D0-D23C-403D-984D-EEE7276E55B7}" dt="2026-06-27T14:05:06.367" v="1777" actId="1036"/>
          <ac:spMkLst>
            <pc:docMk/>
            <pc:sldMk cId="1064590123" sldId="275"/>
            <ac:spMk id="26" creationId="{0D142C81-412E-6C19-6146-EB6915DD352D}"/>
          </ac:spMkLst>
        </pc:spChg>
        <pc:spChg chg="add mod">
          <ac:chgData name="Alexander Liu" userId="90be106ec4cd2753" providerId="LiveId" clId="{237E95D0-D23C-403D-984D-EEE7276E55B7}" dt="2026-06-27T14:03:38.819" v="1552" actId="1036"/>
          <ac:spMkLst>
            <pc:docMk/>
            <pc:sldMk cId="1064590123" sldId="275"/>
            <ac:spMk id="27" creationId="{17D393FA-5BF3-C859-26A2-D91F064E5A03}"/>
          </ac:spMkLst>
        </pc:spChg>
        <pc:spChg chg="add mod">
          <ac:chgData name="Alexander Liu" userId="90be106ec4cd2753" providerId="LiveId" clId="{237E95D0-D23C-403D-984D-EEE7276E55B7}" dt="2026-06-27T14:05:06.367" v="1777" actId="1036"/>
          <ac:spMkLst>
            <pc:docMk/>
            <pc:sldMk cId="1064590123" sldId="275"/>
            <ac:spMk id="28" creationId="{88699098-2155-CE4B-94B7-95AB68E06E5F}"/>
          </ac:spMkLst>
        </pc:spChg>
        <pc:spChg chg="add mod">
          <ac:chgData name="Alexander Liu" userId="90be106ec4cd2753" providerId="LiveId" clId="{237E95D0-D23C-403D-984D-EEE7276E55B7}" dt="2026-06-27T14:03:51.696" v="1563" actId="1038"/>
          <ac:spMkLst>
            <pc:docMk/>
            <pc:sldMk cId="1064590123" sldId="275"/>
            <ac:spMk id="29" creationId="{4E4FE8DF-A6DB-ED87-9DC8-37DA3F56F02C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43" creationId="{D97E8B32-0943-C05F-0302-7E58B7349167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44" creationId="{F219E67C-4086-2523-5527-4770657C0DFA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45" creationId="{2E6AB753-9B5C-A21B-0486-0D3C04417DFC}"/>
          </ac:spMkLst>
        </pc:spChg>
        <pc:spChg chg="add mod">
          <ac:chgData name="Alexander Liu" userId="90be106ec4cd2753" providerId="LiveId" clId="{237E95D0-D23C-403D-984D-EEE7276E55B7}" dt="2026-06-27T14:07:11.653" v="1806" actId="1037"/>
          <ac:spMkLst>
            <pc:docMk/>
            <pc:sldMk cId="1064590123" sldId="275"/>
            <ac:spMk id="47" creationId="{AB7B582D-9828-304D-8366-2831D6787179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48" creationId="{DB1D6FA8-70C2-2582-5829-F9888949B6CC}"/>
          </ac:spMkLst>
        </pc:spChg>
        <pc:spChg chg="add del mod">
          <ac:chgData name="Alexander Liu" userId="90be106ec4cd2753" providerId="LiveId" clId="{237E95D0-D23C-403D-984D-EEE7276E55B7}" dt="2026-06-29T01:54:50.776" v="2675" actId="478"/>
          <ac:spMkLst>
            <pc:docMk/>
            <pc:sldMk cId="1064590123" sldId="275"/>
            <ac:spMk id="50" creationId="{E84F1F42-49ED-6D22-83CC-677A64AA4C10}"/>
          </ac:spMkLst>
        </pc:spChg>
        <pc:spChg chg="mod">
          <ac:chgData name="Alexander Liu" userId="90be106ec4cd2753" providerId="LiveId" clId="{237E95D0-D23C-403D-984D-EEE7276E55B7}" dt="2026-06-27T14:27:40.889" v="2032"/>
          <ac:spMkLst>
            <pc:docMk/>
            <pc:sldMk cId="1064590123" sldId="275"/>
            <ac:spMk id="76" creationId="{E856102F-48EC-6E78-768B-1FD25693AB05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78" creationId="{C8ABA18D-5F45-8443-B9AF-561803EDF643}"/>
          </ac:spMkLst>
        </pc:spChg>
        <pc:spChg chg="mod">
          <ac:chgData name="Alexander Liu" userId="90be106ec4cd2753" providerId="LiveId" clId="{237E95D0-D23C-403D-984D-EEE7276E55B7}" dt="2026-06-29T01:49:02.698" v="2610"/>
          <ac:spMkLst>
            <pc:docMk/>
            <pc:sldMk cId="1064590123" sldId="275"/>
            <ac:spMk id="88" creationId="{3A83686C-A2CB-8921-3DF3-F918635553D2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3" creationId="{FD5025D2-0E08-27CE-BF65-A0DCF4AC74A8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4" creationId="{C161FC96-67E8-D995-0CE5-AAAF3534E1EB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5" creationId="{C4A53874-385C-40FA-A68B-380A9A26220E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6" creationId="{EA7A1900-3D70-68F3-C463-250AD5EC59B3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7" creationId="{E88E68E8-FF6B-0195-6BFD-B5E8C4FAABB9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8" creationId="{D3212B1B-6AE6-9821-C7A2-82D6EC50B40C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99" creationId="{1E829C70-E104-EEB8-AC36-9473750CD92B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100" creationId="{FB8A97EC-E17E-374C-9B04-703C91E38A08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101" creationId="{372CAEAE-CFBC-58C7-665C-FB1D53142395}"/>
          </ac:spMkLst>
        </pc:spChg>
        <pc:spChg chg="mod">
          <ac:chgData name="Alexander Liu" userId="90be106ec4cd2753" providerId="LiveId" clId="{237E95D0-D23C-403D-984D-EEE7276E55B7}" dt="2026-06-27T15:05:02.586" v="2371"/>
          <ac:spMkLst>
            <pc:docMk/>
            <pc:sldMk cId="1064590123" sldId="275"/>
            <ac:spMk id="102" creationId="{A99232D8-4210-3D2B-6A45-728F4D84649F}"/>
          </ac:spMkLst>
        </pc:spChg>
        <pc:spChg chg="add mod">
          <ac:chgData name="Alexander Liu" userId="90be106ec4cd2753" providerId="LiveId" clId="{237E95D0-D23C-403D-984D-EEE7276E55B7}" dt="2026-06-27T15:05:27.696" v="2386" actId="1076"/>
          <ac:spMkLst>
            <pc:docMk/>
            <pc:sldMk cId="1064590123" sldId="275"/>
            <ac:spMk id="103" creationId="{95486697-C6CF-4E63-EC3A-B003BFB9E8F9}"/>
          </ac:spMkLst>
        </pc:spChg>
        <pc:spChg chg="add mod">
          <ac:chgData name="Alexander Liu" userId="90be106ec4cd2753" providerId="LiveId" clId="{237E95D0-D23C-403D-984D-EEE7276E55B7}" dt="2026-06-27T15:05:37.641" v="2395" actId="1035"/>
          <ac:spMkLst>
            <pc:docMk/>
            <pc:sldMk cId="1064590123" sldId="275"/>
            <ac:spMk id="104" creationId="{A5A12372-DA2F-7916-8F03-471B0324D8E9}"/>
          </ac:spMkLst>
        </pc:spChg>
        <pc:spChg chg="add mod">
          <ac:chgData name="Alexander Liu" userId="90be106ec4cd2753" providerId="LiveId" clId="{237E95D0-D23C-403D-984D-EEE7276E55B7}" dt="2026-06-27T15:06:02.559" v="2404" actId="1035"/>
          <ac:spMkLst>
            <pc:docMk/>
            <pc:sldMk cId="1064590123" sldId="275"/>
            <ac:spMk id="105" creationId="{59C7458D-CFA4-CA03-FB75-AA5988AC5CC5}"/>
          </ac:spMkLst>
        </pc:spChg>
        <pc:spChg chg="add mod">
          <ac:chgData name="Alexander Liu" userId="90be106ec4cd2753" providerId="LiveId" clId="{237E95D0-D23C-403D-984D-EEE7276E55B7}" dt="2026-06-27T15:06:02.559" v="2404" actId="1035"/>
          <ac:spMkLst>
            <pc:docMk/>
            <pc:sldMk cId="1064590123" sldId="275"/>
            <ac:spMk id="106" creationId="{685F695D-0626-56B3-7741-D90964D0419B}"/>
          </ac:spMkLst>
        </pc:spChg>
        <pc:spChg chg="add mod">
          <ac:chgData name="Alexander Liu" userId="90be106ec4cd2753" providerId="LiveId" clId="{237E95D0-D23C-403D-984D-EEE7276E55B7}" dt="2026-06-27T15:06:09.740" v="2407" actId="1037"/>
          <ac:spMkLst>
            <pc:docMk/>
            <pc:sldMk cId="1064590123" sldId="275"/>
            <ac:spMk id="107" creationId="{AFA49554-C1FE-6947-E9EE-6A759D68932F}"/>
          </ac:spMkLst>
        </pc:spChg>
        <pc:spChg chg="add mod">
          <ac:chgData name="Alexander Liu" userId="90be106ec4cd2753" providerId="LiveId" clId="{237E95D0-D23C-403D-984D-EEE7276E55B7}" dt="2026-06-27T15:06:09.740" v="2407" actId="1037"/>
          <ac:spMkLst>
            <pc:docMk/>
            <pc:sldMk cId="1064590123" sldId="275"/>
            <ac:spMk id="108" creationId="{E700BFE2-6F1B-0732-DEB9-EE9266B34F76}"/>
          </ac:spMkLst>
        </pc:spChg>
        <pc:spChg chg="mod">
          <ac:chgData name="Alexander Liu" userId="90be106ec4cd2753" providerId="LiveId" clId="{237E95D0-D23C-403D-984D-EEE7276E55B7}" dt="2026-06-29T01:54:51.185" v="2676"/>
          <ac:spMkLst>
            <pc:docMk/>
            <pc:sldMk cId="1064590123" sldId="275"/>
            <ac:spMk id="123" creationId="{E732B0E1-01AC-D25E-C11E-04C84B9A57B2}"/>
          </ac:spMkLst>
        </pc:spChg>
        <pc:spChg chg="mod">
          <ac:chgData name="Alexander Liu" userId="90be106ec4cd2753" providerId="LiveId" clId="{237E95D0-D23C-403D-984D-EEE7276E55B7}" dt="2026-06-29T01:57:58.914" v="2735"/>
          <ac:spMkLst>
            <pc:docMk/>
            <pc:sldMk cId="1064590123" sldId="275"/>
            <ac:spMk id="125" creationId="{EE54C470-2286-7F56-815E-58A7861B0989}"/>
          </ac:spMkLst>
        </pc:spChg>
        <pc:spChg chg="mod">
          <ac:chgData name="Alexander Liu" userId="90be106ec4cd2753" providerId="LiveId" clId="{237E95D0-D23C-403D-984D-EEE7276E55B7}" dt="2026-06-29T01:57:58.914" v="2735"/>
          <ac:spMkLst>
            <pc:docMk/>
            <pc:sldMk cId="1064590123" sldId="275"/>
            <ac:spMk id="127" creationId="{B19744E9-9359-037C-2D81-7F6C34DABA66}"/>
          </ac:spMkLst>
        </pc:spChg>
        <pc:spChg chg="mod">
          <ac:chgData name="Alexander Liu" userId="90be106ec4cd2753" providerId="LiveId" clId="{237E95D0-D23C-403D-984D-EEE7276E55B7}" dt="2026-06-29T01:57:58.914" v="2735"/>
          <ac:spMkLst>
            <pc:docMk/>
            <pc:sldMk cId="1064590123" sldId="275"/>
            <ac:spMk id="128" creationId="{B9DCAEE6-DBB3-42AE-006B-E87C1947C471}"/>
          </ac:spMkLst>
        </pc:spChg>
        <pc:grpChg chg="add mod">
          <ac:chgData name="Alexander Liu" userId="90be106ec4cd2753" providerId="LiveId" clId="{237E95D0-D23C-403D-984D-EEE7276E55B7}" dt="2026-06-29T01:40:45.192" v="2547" actId="1076"/>
          <ac:grpSpMkLst>
            <pc:docMk/>
            <pc:sldMk cId="1064590123" sldId="275"/>
            <ac:grpSpMk id="4" creationId="{E640043C-DA77-6AEF-0E02-A6B0F26911A9}"/>
          </ac:grpSpMkLst>
        </pc:grpChg>
        <pc:grpChg chg="mod">
          <ac:chgData name="Alexander Liu" userId="90be106ec4cd2753" providerId="LiveId" clId="{237E95D0-D23C-403D-984D-EEE7276E55B7}" dt="2026-06-29T01:40:41.356" v="2546"/>
          <ac:grpSpMkLst>
            <pc:docMk/>
            <pc:sldMk cId="1064590123" sldId="275"/>
            <ac:grpSpMk id="6" creationId="{F8FCC43C-C685-C8F8-E1D0-03EC555A0ABB}"/>
          </ac:grpSpMkLst>
        </pc:grpChg>
        <pc:grpChg chg="add mod">
          <ac:chgData name="Alexander Liu" userId="90be106ec4cd2753" providerId="LiveId" clId="{237E95D0-D23C-403D-984D-EEE7276E55B7}" dt="2026-06-27T14:04:54.578" v="1750" actId="1038"/>
          <ac:grpSpMkLst>
            <pc:docMk/>
            <pc:sldMk cId="1064590123" sldId="275"/>
            <ac:grpSpMk id="12" creationId="{A542401B-A44F-D639-17A0-585AB77B422E}"/>
          </ac:grpSpMkLst>
        </pc:grpChg>
        <pc:grpChg chg="add mod">
          <ac:chgData name="Alexander Liu" userId="90be106ec4cd2753" providerId="LiveId" clId="{237E95D0-D23C-403D-984D-EEE7276E55B7}" dt="2026-06-29T01:49:14.631" v="2616" actId="1037"/>
          <ac:grpSpMkLst>
            <pc:docMk/>
            <pc:sldMk cId="1064590123" sldId="275"/>
            <ac:grpSpMk id="42" creationId="{08F27541-310E-08D7-1F48-171F5FA9E236}"/>
          </ac:grpSpMkLst>
        </pc:grpChg>
        <pc:grpChg chg="add mod">
          <ac:chgData name="Alexander Liu" userId="90be106ec4cd2753" providerId="LiveId" clId="{237E95D0-D23C-403D-984D-EEE7276E55B7}" dt="2026-06-27T14:13:32.707" v="1880" actId="1076"/>
          <ac:grpSpMkLst>
            <pc:docMk/>
            <pc:sldMk cId="1064590123" sldId="275"/>
            <ac:grpSpMk id="51" creationId="{CB6DEFF2-3A0E-7A68-D133-79A6DC206C7D}"/>
          </ac:grpSpMkLst>
        </pc:grpChg>
        <pc:grpChg chg="add mod">
          <ac:chgData name="Alexander Liu" userId="90be106ec4cd2753" providerId="LiveId" clId="{237E95D0-D23C-403D-984D-EEE7276E55B7}" dt="2026-06-27T14:17:15.169" v="1911" actId="1076"/>
          <ac:grpSpMkLst>
            <pc:docMk/>
            <pc:sldMk cId="1064590123" sldId="275"/>
            <ac:grpSpMk id="59" creationId="{2E0928DA-44DC-676D-68AF-35F6EAA95744}"/>
          </ac:grpSpMkLst>
        </pc:grpChg>
        <pc:grpChg chg="mod">
          <ac:chgData name="Alexander Liu" userId="90be106ec4cd2753" providerId="LiveId" clId="{237E95D0-D23C-403D-984D-EEE7276E55B7}" dt="2026-06-27T14:17:15.169" v="1911" actId="1076"/>
          <ac:grpSpMkLst>
            <pc:docMk/>
            <pc:sldMk cId="1064590123" sldId="275"/>
            <ac:grpSpMk id="61" creationId="{11FE25CE-D69C-FB03-FD2A-0C119C9735B3}"/>
          </ac:grpSpMkLst>
        </pc:grpChg>
        <pc:grpChg chg="add mod">
          <ac:chgData name="Alexander Liu" userId="90be106ec4cd2753" providerId="LiveId" clId="{237E95D0-D23C-403D-984D-EEE7276E55B7}" dt="2026-06-27T14:21:14.647" v="1953" actId="1036"/>
          <ac:grpSpMkLst>
            <pc:docMk/>
            <pc:sldMk cId="1064590123" sldId="275"/>
            <ac:grpSpMk id="65" creationId="{E6FB9A72-BE57-F984-80A8-0EC9681036F9}"/>
          </ac:grpSpMkLst>
        </pc:grpChg>
        <pc:grpChg chg="add mod">
          <ac:chgData name="Alexander Liu" userId="90be106ec4cd2753" providerId="LiveId" clId="{237E95D0-D23C-403D-984D-EEE7276E55B7}" dt="2026-06-27T14:25:20.516" v="2006" actId="1076"/>
          <ac:grpSpMkLst>
            <pc:docMk/>
            <pc:sldMk cId="1064590123" sldId="275"/>
            <ac:grpSpMk id="73" creationId="{FCFC2E75-6D15-EC79-3E86-5EDA81DF8F74}"/>
          </ac:grpSpMkLst>
        </pc:grpChg>
        <pc:grpChg chg="add mod">
          <ac:chgData name="Alexander Liu" userId="90be106ec4cd2753" providerId="LiveId" clId="{237E95D0-D23C-403D-984D-EEE7276E55B7}" dt="2026-06-27T14:27:47.869" v="2035" actId="1076"/>
          <ac:grpSpMkLst>
            <pc:docMk/>
            <pc:sldMk cId="1064590123" sldId="275"/>
            <ac:grpSpMk id="74" creationId="{CABD146B-D126-FC8C-3643-9C90D5DBA3C7}"/>
          </ac:grpSpMkLst>
        </pc:grpChg>
        <pc:grpChg chg="add mod ord">
          <ac:chgData name="Alexander Liu" userId="90be106ec4cd2753" providerId="LiveId" clId="{237E95D0-D23C-403D-984D-EEE7276E55B7}" dt="2026-06-27T14:52:03.196" v="2195" actId="1035"/>
          <ac:grpSpMkLst>
            <pc:docMk/>
            <pc:sldMk cId="1064590123" sldId="275"/>
            <ac:grpSpMk id="81" creationId="{D07728CB-448F-57C3-3C6B-3097E8673572}"/>
          </ac:grpSpMkLst>
        </pc:grpChg>
        <pc:grpChg chg="add mod">
          <ac:chgData name="Alexander Liu" userId="90be106ec4cd2753" providerId="LiveId" clId="{237E95D0-D23C-403D-984D-EEE7276E55B7}" dt="2026-06-27T14:59:37.949" v="2284" actId="1038"/>
          <ac:grpSpMkLst>
            <pc:docMk/>
            <pc:sldMk cId="1064590123" sldId="275"/>
            <ac:grpSpMk id="85" creationId="{6B1D6A40-A2C3-A227-92E4-CD23F5E22EEB}"/>
          </ac:grpSpMkLst>
        </pc:grpChg>
        <pc:grpChg chg="add mod">
          <ac:chgData name="Alexander Liu" userId="90be106ec4cd2753" providerId="LiveId" clId="{237E95D0-D23C-403D-984D-EEE7276E55B7}" dt="2026-06-27T15:02:18.378" v="2311" actId="1076"/>
          <ac:grpSpMkLst>
            <pc:docMk/>
            <pc:sldMk cId="1064590123" sldId="275"/>
            <ac:grpSpMk id="89" creationId="{145E0935-DD63-57C4-E90D-1B999ED4E39B}"/>
          </ac:grpSpMkLst>
        </pc:grpChg>
        <pc:grpChg chg="mod">
          <ac:chgData name="Alexander Liu" userId="90be106ec4cd2753" providerId="LiveId" clId="{237E95D0-D23C-403D-984D-EEE7276E55B7}" dt="2026-06-27T15:05:11.031" v="2384" actId="1036"/>
          <ac:grpSpMkLst>
            <pc:docMk/>
            <pc:sldMk cId="1064590123" sldId="275"/>
            <ac:grpSpMk id="92" creationId="{F2C66C59-699E-5209-7364-EC843E8E1574}"/>
          </ac:grpSpMkLst>
        </pc:grpChg>
        <pc:grpChg chg="add mod">
          <ac:chgData name="Alexander Liu" userId="90be106ec4cd2753" providerId="LiveId" clId="{237E95D0-D23C-403D-984D-EEE7276E55B7}" dt="2026-06-27T15:11:06.945" v="2455" actId="1076"/>
          <ac:grpSpMkLst>
            <pc:docMk/>
            <pc:sldMk cId="1064590123" sldId="275"/>
            <ac:grpSpMk id="111" creationId="{9DCD373B-4EAD-46F1-C9FD-08236AFCB4EA}"/>
          </ac:grpSpMkLst>
        </pc:grpChg>
        <pc:grpChg chg="add del mod">
          <ac:chgData name="Alexander Liu" userId="90be106ec4cd2753" providerId="LiveId" clId="{237E95D0-D23C-403D-984D-EEE7276E55B7}" dt="2026-06-29T01:57:58.501" v="2734" actId="478"/>
          <ac:grpSpMkLst>
            <pc:docMk/>
            <pc:sldMk cId="1064590123" sldId="275"/>
            <ac:grpSpMk id="120" creationId="{E3ED5C29-C438-C8BF-3749-F5D0DE10293E}"/>
          </ac:grpSpMkLst>
        </pc:grpChg>
        <pc:grpChg chg="add mod">
          <ac:chgData name="Alexander Liu" userId="90be106ec4cd2753" providerId="LiveId" clId="{237E95D0-D23C-403D-984D-EEE7276E55B7}" dt="2026-06-29T01:58:14.489" v="2743" actId="1076"/>
          <ac:grpSpMkLst>
            <pc:docMk/>
            <pc:sldMk cId="1064590123" sldId="275"/>
            <ac:grpSpMk id="124" creationId="{BF1DC002-437A-E4BB-851C-9BA9C5A8F43F}"/>
          </ac:grpSpMkLst>
        </pc:grpChg>
        <pc:picChg chg="mod">
          <ac:chgData name="Alexander Liu" userId="90be106ec4cd2753" providerId="LiveId" clId="{237E95D0-D23C-403D-984D-EEE7276E55B7}" dt="2026-06-27T14:01:40.585" v="1432"/>
          <ac:picMkLst>
            <pc:docMk/>
            <pc:sldMk cId="1064590123" sldId="275"/>
            <ac:picMk id="13" creationId="{4515C2B0-A658-10C9-514E-1AE91A54081B}"/>
          </ac:picMkLst>
        </pc:picChg>
        <pc:picChg chg="add mod">
          <ac:chgData name="Alexander Liu" userId="90be106ec4cd2753" providerId="LiveId" clId="{237E95D0-D23C-403D-984D-EEE7276E55B7}" dt="2026-06-27T14:07:18.550" v="1813" actId="1038"/>
          <ac:picMkLst>
            <pc:docMk/>
            <pc:sldMk cId="1064590123" sldId="275"/>
            <ac:picMk id="46" creationId="{7CFB21B9-5523-B93D-B26B-803A9CB8EC3D}"/>
          </ac:picMkLst>
        </pc:picChg>
        <pc:picChg chg="add del mod">
          <ac:chgData name="Alexander Liu" userId="90be106ec4cd2753" providerId="LiveId" clId="{237E95D0-D23C-403D-984D-EEE7276E55B7}" dt="2026-06-29T01:54:48.655" v="2674" actId="478"/>
          <ac:picMkLst>
            <pc:docMk/>
            <pc:sldMk cId="1064590123" sldId="275"/>
            <ac:picMk id="49" creationId="{ECDCD832-2E3F-BD3B-82DF-757F948714CB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2" creationId="{39CDD0EA-4012-1A89-BCDB-B2F5B84E553D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3" creationId="{2324822D-4E84-F974-404D-DC31CC5D87B5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4" creationId="{25FF2708-EC62-1499-0256-EF595DCBA467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5" creationId="{A137DF44-CF02-E1E0-DD18-E7ECA4692317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6" creationId="{6BF75E74-73FC-3446-FD70-9E7FAEFCA44F}"/>
          </ac:picMkLst>
        </pc:picChg>
        <pc:picChg chg="mod">
          <ac:chgData name="Alexander Liu" userId="90be106ec4cd2753" providerId="LiveId" clId="{237E95D0-D23C-403D-984D-EEE7276E55B7}" dt="2026-06-27T14:13:16.766" v="1869"/>
          <ac:picMkLst>
            <pc:docMk/>
            <pc:sldMk cId="1064590123" sldId="275"/>
            <ac:picMk id="57" creationId="{1C9698CE-4186-60F8-023A-F5854324E8C8}"/>
          </ac:picMkLst>
        </pc:picChg>
        <pc:picChg chg="add mod ord">
          <ac:chgData name="Alexander Liu" userId="90be106ec4cd2753" providerId="LiveId" clId="{237E95D0-D23C-403D-984D-EEE7276E55B7}" dt="2026-06-27T14:15:32.644" v="1891" actId="688"/>
          <ac:picMkLst>
            <pc:docMk/>
            <pc:sldMk cId="1064590123" sldId="275"/>
            <ac:picMk id="58" creationId="{1318DD3C-95A7-1FC8-7A76-DA78B70BDBAE}"/>
          </ac:picMkLst>
        </pc:picChg>
        <pc:picChg chg="mod">
          <ac:chgData name="Alexander Liu" userId="90be106ec4cd2753" providerId="LiveId" clId="{237E95D0-D23C-403D-984D-EEE7276E55B7}" dt="2026-06-27T14:17:15.169" v="1911" actId="1076"/>
          <ac:picMkLst>
            <pc:docMk/>
            <pc:sldMk cId="1064590123" sldId="275"/>
            <ac:picMk id="60" creationId="{F8A4E06F-0916-F504-0848-265F14CCF118}"/>
          </ac:picMkLst>
        </pc:picChg>
        <pc:picChg chg="mod">
          <ac:chgData name="Alexander Liu" userId="90be106ec4cd2753" providerId="LiveId" clId="{237E95D0-D23C-403D-984D-EEE7276E55B7}" dt="2026-06-27T14:17:15.169" v="1911" actId="1076"/>
          <ac:picMkLst>
            <pc:docMk/>
            <pc:sldMk cId="1064590123" sldId="275"/>
            <ac:picMk id="62" creationId="{C58E7687-4D51-1B91-CE5D-505290ED4CE7}"/>
          </ac:picMkLst>
        </pc:picChg>
        <pc:picChg chg="mod">
          <ac:chgData name="Alexander Liu" userId="90be106ec4cd2753" providerId="LiveId" clId="{237E95D0-D23C-403D-984D-EEE7276E55B7}" dt="2026-06-27T14:17:15.169" v="1911" actId="1076"/>
          <ac:picMkLst>
            <pc:docMk/>
            <pc:sldMk cId="1064590123" sldId="275"/>
            <ac:picMk id="63" creationId="{C4550452-DA54-4772-1481-D630FBEC8D1B}"/>
          </ac:picMkLst>
        </pc:picChg>
        <pc:picChg chg="mod">
          <ac:chgData name="Alexander Liu" userId="90be106ec4cd2753" providerId="LiveId" clId="{237E95D0-D23C-403D-984D-EEE7276E55B7}" dt="2026-06-27T14:17:15.169" v="1911" actId="1076"/>
          <ac:picMkLst>
            <pc:docMk/>
            <pc:sldMk cId="1064590123" sldId="275"/>
            <ac:picMk id="64" creationId="{EBDA8F75-25B6-3F7C-DF54-D31FAFC8F8AC}"/>
          </ac:picMkLst>
        </pc:picChg>
        <pc:picChg chg="mod">
          <ac:chgData name="Alexander Liu" userId="90be106ec4cd2753" providerId="LiveId" clId="{237E95D0-D23C-403D-984D-EEE7276E55B7}" dt="2026-06-27T14:20:44.964" v="1934"/>
          <ac:picMkLst>
            <pc:docMk/>
            <pc:sldMk cId="1064590123" sldId="275"/>
            <ac:picMk id="66" creationId="{CA976565-D69F-34F9-B8C0-34BC247332D2}"/>
          </ac:picMkLst>
        </pc:picChg>
        <pc:picChg chg="mod">
          <ac:chgData name="Alexander Liu" userId="90be106ec4cd2753" providerId="LiveId" clId="{237E95D0-D23C-403D-984D-EEE7276E55B7}" dt="2026-06-27T14:20:44.964" v="1934"/>
          <ac:picMkLst>
            <pc:docMk/>
            <pc:sldMk cId="1064590123" sldId="275"/>
            <ac:picMk id="67" creationId="{DB7D42C7-F16A-B883-AFDE-21883BA254C5}"/>
          </ac:picMkLst>
        </pc:picChg>
        <pc:picChg chg="mod">
          <ac:chgData name="Alexander Liu" userId="90be106ec4cd2753" providerId="LiveId" clId="{237E95D0-D23C-403D-984D-EEE7276E55B7}" dt="2026-06-27T14:20:44.964" v="1934"/>
          <ac:picMkLst>
            <pc:docMk/>
            <pc:sldMk cId="1064590123" sldId="275"/>
            <ac:picMk id="68" creationId="{35574623-24A0-F7D3-3741-8325EDBB7256}"/>
          </ac:picMkLst>
        </pc:picChg>
        <pc:picChg chg="add mod">
          <ac:chgData name="Alexander Liu" userId="90be106ec4cd2753" providerId="LiveId" clId="{237E95D0-D23C-403D-984D-EEE7276E55B7}" dt="2026-06-27T14:25:16.839" v="2005" actId="164"/>
          <ac:picMkLst>
            <pc:docMk/>
            <pc:sldMk cId="1064590123" sldId="275"/>
            <ac:picMk id="69" creationId="{F36BB94B-926C-886E-73CA-BB91F797E0F3}"/>
          </ac:picMkLst>
        </pc:picChg>
        <pc:picChg chg="add mod">
          <ac:chgData name="Alexander Liu" userId="90be106ec4cd2753" providerId="LiveId" clId="{237E95D0-D23C-403D-984D-EEE7276E55B7}" dt="2026-06-27T14:25:16.839" v="2005" actId="164"/>
          <ac:picMkLst>
            <pc:docMk/>
            <pc:sldMk cId="1064590123" sldId="275"/>
            <ac:picMk id="70" creationId="{DDB6B6BC-C3EF-224D-0E94-E1AD74E50A17}"/>
          </ac:picMkLst>
        </pc:picChg>
        <pc:picChg chg="add mod">
          <ac:chgData name="Alexander Liu" userId="90be106ec4cd2753" providerId="LiveId" clId="{237E95D0-D23C-403D-984D-EEE7276E55B7}" dt="2026-06-27T14:25:16.839" v="2005" actId="164"/>
          <ac:picMkLst>
            <pc:docMk/>
            <pc:sldMk cId="1064590123" sldId="275"/>
            <ac:picMk id="71" creationId="{CD062C0D-75EC-43CE-1F47-56933811DCF1}"/>
          </ac:picMkLst>
        </pc:picChg>
        <pc:picChg chg="add mod">
          <ac:chgData name="Alexander Liu" userId="90be106ec4cd2753" providerId="LiveId" clId="{237E95D0-D23C-403D-984D-EEE7276E55B7}" dt="2026-06-27T14:25:16.839" v="2005" actId="164"/>
          <ac:picMkLst>
            <pc:docMk/>
            <pc:sldMk cId="1064590123" sldId="275"/>
            <ac:picMk id="72" creationId="{E300BB93-ADCE-FA25-C565-4613531C13A4}"/>
          </ac:picMkLst>
        </pc:picChg>
        <pc:picChg chg="mod">
          <ac:chgData name="Alexander Liu" userId="90be106ec4cd2753" providerId="LiveId" clId="{237E95D0-D23C-403D-984D-EEE7276E55B7}" dt="2026-06-27T14:27:40.889" v="2032"/>
          <ac:picMkLst>
            <pc:docMk/>
            <pc:sldMk cId="1064590123" sldId="275"/>
            <ac:picMk id="75" creationId="{464606DF-5C0B-6FAD-C7CE-43E28A470EB7}"/>
          </ac:picMkLst>
        </pc:picChg>
        <pc:picChg chg="add mod">
          <ac:chgData name="Alexander Liu" userId="90be106ec4cd2753" providerId="LiveId" clId="{237E95D0-D23C-403D-984D-EEE7276E55B7}" dt="2026-06-27T14:30:55.393" v="2093" actId="1036"/>
          <ac:picMkLst>
            <pc:docMk/>
            <pc:sldMk cId="1064590123" sldId="275"/>
            <ac:picMk id="77" creationId="{5B73BCD8-41BB-98D2-AD05-97CC3A54A645}"/>
          </ac:picMkLst>
        </pc:picChg>
        <pc:picChg chg="add mod">
          <ac:chgData name="Alexander Liu" userId="90be106ec4cd2753" providerId="LiveId" clId="{237E95D0-D23C-403D-984D-EEE7276E55B7}" dt="2026-06-27T14:30:51.122" v="2085" actId="1076"/>
          <ac:picMkLst>
            <pc:docMk/>
            <pc:sldMk cId="1064590123" sldId="275"/>
            <ac:picMk id="79" creationId="{14190543-2949-365C-B4E7-3368C590590F}"/>
          </ac:picMkLst>
        </pc:picChg>
        <pc:picChg chg="add mod">
          <ac:chgData name="Alexander Liu" userId="90be106ec4cd2753" providerId="LiveId" clId="{237E95D0-D23C-403D-984D-EEE7276E55B7}" dt="2026-06-27T14:38:19.387" v="2107" actId="1035"/>
          <ac:picMkLst>
            <pc:docMk/>
            <pc:sldMk cId="1064590123" sldId="275"/>
            <ac:picMk id="80" creationId="{834C4790-CBBE-D8E4-43C0-51A5E1386D33}"/>
          </ac:picMkLst>
        </pc:picChg>
        <pc:picChg chg="mod">
          <ac:chgData name="Alexander Liu" userId="90be106ec4cd2753" providerId="LiveId" clId="{237E95D0-D23C-403D-984D-EEE7276E55B7}" dt="2026-06-27T14:51:41.772" v="2186"/>
          <ac:picMkLst>
            <pc:docMk/>
            <pc:sldMk cId="1064590123" sldId="275"/>
            <ac:picMk id="82" creationId="{584D5BA1-850B-2BCA-F4FE-0FE20D5EF05E}"/>
          </ac:picMkLst>
        </pc:picChg>
        <pc:picChg chg="mod">
          <ac:chgData name="Alexander Liu" userId="90be106ec4cd2753" providerId="LiveId" clId="{237E95D0-D23C-403D-984D-EEE7276E55B7}" dt="2026-06-27T14:51:41.772" v="2186"/>
          <ac:picMkLst>
            <pc:docMk/>
            <pc:sldMk cId="1064590123" sldId="275"/>
            <ac:picMk id="83" creationId="{A71D5539-703B-0AFE-90B0-1EB54CF2793E}"/>
          </ac:picMkLst>
        </pc:picChg>
        <pc:picChg chg="add del mod">
          <ac:chgData name="Alexander Liu" userId="90be106ec4cd2753" providerId="LiveId" clId="{237E95D0-D23C-403D-984D-EEE7276E55B7}" dt="2026-06-29T01:38:13.489" v="2517" actId="478"/>
          <ac:picMkLst>
            <pc:docMk/>
            <pc:sldMk cId="1064590123" sldId="275"/>
            <ac:picMk id="84" creationId="{B8427C87-FDA9-08C1-99F1-281DE05D122B}"/>
          </ac:picMkLst>
        </pc:picChg>
        <pc:picChg chg="mod">
          <ac:chgData name="Alexander Liu" userId="90be106ec4cd2753" providerId="LiveId" clId="{237E95D0-D23C-403D-984D-EEE7276E55B7}" dt="2026-06-27T14:59:29.952" v="2277"/>
          <ac:picMkLst>
            <pc:docMk/>
            <pc:sldMk cId="1064590123" sldId="275"/>
            <ac:picMk id="86" creationId="{47338EB6-A9A5-06E1-9270-9BFB93B8F89A}"/>
          </ac:picMkLst>
        </pc:picChg>
        <pc:picChg chg="mod">
          <ac:chgData name="Alexander Liu" userId="90be106ec4cd2753" providerId="LiveId" clId="{237E95D0-D23C-403D-984D-EEE7276E55B7}" dt="2026-06-27T14:59:29.952" v="2277"/>
          <ac:picMkLst>
            <pc:docMk/>
            <pc:sldMk cId="1064590123" sldId="275"/>
            <ac:picMk id="87" creationId="{36A420C4-C0D8-9682-5DD3-DAA3D7BCC16B}"/>
          </ac:picMkLst>
        </pc:picChg>
        <pc:picChg chg="mod">
          <ac:chgData name="Alexander Liu" userId="90be106ec4cd2753" providerId="LiveId" clId="{237E95D0-D23C-403D-984D-EEE7276E55B7}" dt="2026-06-27T15:02:13.488" v="2309"/>
          <ac:picMkLst>
            <pc:docMk/>
            <pc:sldMk cId="1064590123" sldId="275"/>
            <ac:picMk id="90" creationId="{B9E81D7C-E67D-2D72-AA5A-0AB03C4DC652}"/>
          </ac:picMkLst>
        </pc:picChg>
        <pc:picChg chg="mod">
          <ac:chgData name="Alexander Liu" userId="90be106ec4cd2753" providerId="LiveId" clId="{237E95D0-D23C-403D-984D-EEE7276E55B7}" dt="2026-06-27T15:02:13.488" v="2309"/>
          <ac:picMkLst>
            <pc:docMk/>
            <pc:sldMk cId="1064590123" sldId="275"/>
            <ac:picMk id="91" creationId="{C8AE4358-710E-0C3A-6DE9-127AB159B2E6}"/>
          </ac:picMkLst>
        </pc:picChg>
        <pc:picChg chg="add mod">
          <ac:chgData name="Alexander Liu" userId="90be106ec4cd2753" providerId="LiveId" clId="{237E95D0-D23C-403D-984D-EEE7276E55B7}" dt="2026-06-27T15:07:22.650" v="2419" actId="1076"/>
          <ac:picMkLst>
            <pc:docMk/>
            <pc:sldMk cId="1064590123" sldId="275"/>
            <ac:picMk id="109" creationId="{177EBB8E-16AE-DCB5-DC1B-76A1E51F8AF5}"/>
          </ac:picMkLst>
        </pc:picChg>
        <pc:picChg chg="add del">
          <ac:chgData name="Alexander Liu" userId="90be106ec4cd2753" providerId="LiveId" clId="{237E95D0-D23C-403D-984D-EEE7276E55B7}" dt="2026-06-29T01:50:55.383" v="2619" actId="22"/>
          <ac:picMkLst>
            <pc:docMk/>
            <pc:sldMk cId="1064590123" sldId="275"/>
            <ac:picMk id="110" creationId="{B9B1BE20-14BB-02DB-6C19-C8F7F5D2B0D9}"/>
          </ac:picMkLst>
        </pc:picChg>
        <pc:picChg chg="mod">
          <ac:chgData name="Alexander Liu" userId="90be106ec4cd2753" providerId="LiveId" clId="{237E95D0-D23C-403D-984D-EEE7276E55B7}" dt="2026-06-27T15:10:59.952" v="2452"/>
          <ac:picMkLst>
            <pc:docMk/>
            <pc:sldMk cId="1064590123" sldId="275"/>
            <ac:picMk id="112" creationId="{E3B9BA13-7D03-BFD7-ADC6-D6586E7DABDA}"/>
          </ac:picMkLst>
        </pc:picChg>
        <pc:picChg chg="mod">
          <ac:chgData name="Alexander Liu" userId="90be106ec4cd2753" providerId="LiveId" clId="{237E95D0-D23C-403D-984D-EEE7276E55B7}" dt="2026-06-27T15:10:59.952" v="2452"/>
          <ac:picMkLst>
            <pc:docMk/>
            <pc:sldMk cId="1064590123" sldId="275"/>
            <ac:picMk id="113" creationId="{4E20D5F6-10C0-8992-7822-64A3800D2BA3}"/>
          </ac:picMkLst>
        </pc:picChg>
        <pc:picChg chg="mod">
          <ac:chgData name="Alexander Liu" userId="90be106ec4cd2753" providerId="LiveId" clId="{237E95D0-D23C-403D-984D-EEE7276E55B7}" dt="2026-06-27T15:10:59.952" v="2452"/>
          <ac:picMkLst>
            <pc:docMk/>
            <pc:sldMk cId="1064590123" sldId="275"/>
            <ac:picMk id="114" creationId="{BC9BFB81-A26C-9C1D-A96E-A3BBBEA0CA80}"/>
          </ac:picMkLst>
        </pc:picChg>
        <pc:picChg chg="add mod">
          <ac:chgData name="Alexander Liu" userId="90be106ec4cd2753" providerId="LiveId" clId="{237E95D0-D23C-403D-984D-EEE7276E55B7}" dt="2026-06-29T01:51:09.888" v="2628" actId="1076"/>
          <ac:picMkLst>
            <pc:docMk/>
            <pc:sldMk cId="1064590123" sldId="275"/>
            <ac:picMk id="115" creationId="{010DEEFF-2CA3-CD2F-599E-7DB4768D5298}"/>
          </ac:picMkLst>
        </pc:picChg>
        <pc:picChg chg="add mod ord">
          <ac:chgData name="Alexander Liu" userId="90be106ec4cd2753" providerId="LiveId" clId="{237E95D0-D23C-403D-984D-EEE7276E55B7}" dt="2026-06-27T15:14:33.176" v="2473" actId="1076"/>
          <ac:picMkLst>
            <pc:docMk/>
            <pc:sldMk cId="1064590123" sldId="275"/>
            <ac:picMk id="116" creationId="{88E65344-B68E-F42E-7E94-C29251251414}"/>
          </ac:picMkLst>
        </pc:picChg>
        <pc:picChg chg="add mod">
          <ac:chgData name="Alexander Liu" userId="90be106ec4cd2753" providerId="LiveId" clId="{237E95D0-D23C-403D-984D-EEE7276E55B7}" dt="2026-06-27T15:16:09.616" v="2486" actId="1076"/>
          <ac:picMkLst>
            <pc:docMk/>
            <pc:sldMk cId="1064590123" sldId="275"/>
            <ac:picMk id="117" creationId="{ABEF55EE-D3AC-EC53-4E1A-6CCDD175FF4A}"/>
          </ac:picMkLst>
        </pc:picChg>
        <pc:picChg chg="add mod">
          <ac:chgData name="Alexander Liu" userId="90be106ec4cd2753" providerId="LiveId" clId="{237E95D0-D23C-403D-984D-EEE7276E55B7}" dt="2026-06-27T15:17:04.398" v="2493" actId="14100"/>
          <ac:picMkLst>
            <pc:docMk/>
            <pc:sldMk cId="1064590123" sldId="275"/>
            <ac:picMk id="118" creationId="{32B1C84F-BE0A-0ACB-08A7-989C1FD5EA71}"/>
          </ac:picMkLst>
        </pc:picChg>
        <pc:picChg chg="add mod ord">
          <ac:chgData name="Alexander Liu" userId="90be106ec4cd2753" providerId="LiveId" clId="{237E95D0-D23C-403D-984D-EEE7276E55B7}" dt="2026-06-27T15:18:34.315" v="2509" actId="1038"/>
          <ac:picMkLst>
            <pc:docMk/>
            <pc:sldMk cId="1064590123" sldId="275"/>
            <ac:picMk id="119" creationId="{1D7B3A95-6F08-B7E6-6250-A08ECB10A9A3}"/>
          </ac:picMkLst>
        </pc:picChg>
        <pc:picChg chg="mod">
          <ac:chgData name="Alexander Liu" userId="90be106ec4cd2753" providerId="LiveId" clId="{237E95D0-D23C-403D-984D-EEE7276E55B7}" dt="2026-06-29T01:54:51.185" v="2676"/>
          <ac:picMkLst>
            <pc:docMk/>
            <pc:sldMk cId="1064590123" sldId="275"/>
            <ac:picMk id="121" creationId="{11965A20-61BD-08E9-2010-5EF32A58D61F}"/>
          </ac:picMkLst>
        </pc:picChg>
        <pc:picChg chg="mod">
          <ac:chgData name="Alexander Liu" userId="90be106ec4cd2753" providerId="LiveId" clId="{237E95D0-D23C-403D-984D-EEE7276E55B7}" dt="2026-06-29T01:54:51.185" v="2676"/>
          <ac:picMkLst>
            <pc:docMk/>
            <pc:sldMk cId="1064590123" sldId="275"/>
            <ac:picMk id="122" creationId="{66380051-9B4B-6581-8A22-BA7A59028282}"/>
          </ac:picMkLst>
        </pc:picChg>
        <pc:picChg chg="mod">
          <ac:chgData name="Alexander Liu" userId="90be106ec4cd2753" providerId="LiveId" clId="{237E95D0-D23C-403D-984D-EEE7276E55B7}" dt="2026-06-29T01:57:58.914" v="2735"/>
          <ac:picMkLst>
            <pc:docMk/>
            <pc:sldMk cId="1064590123" sldId="275"/>
            <ac:picMk id="126" creationId="{507E4A54-38F5-FFBA-7AA1-06DED7D5FDF8}"/>
          </ac:picMkLst>
        </pc:pic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7" creationId="{7B137B9E-341E-A32E-B60E-3F4B4D5A96DE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8" creationId="{3C23B849-6A23-5BFC-3A65-47906AA3AC5D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11" creationId="{295ED87C-2F6C-B28C-2C4B-81E5D92BE275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34" creationId="{5E7F4689-2437-3DA3-4056-637516077F42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35" creationId="{18389504-A254-216A-BB0A-A2DFC889F9BD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36" creationId="{A87B6AC8-0E53-4C45-D654-32241EB30906}"/>
          </ac:inkMkLst>
        </pc:inkChg>
        <pc:inkChg chg="mod">
          <ac:chgData name="Alexander Liu" userId="90be106ec4cd2753" providerId="LiveId" clId="{237E95D0-D23C-403D-984D-EEE7276E55B7}" dt="2026-06-29T01:40:41.356" v="2546"/>
          <ac:inkMkLst>
            <pc:docMk/>
            <pc:sldMk cId="1064590123" sldId="275"/>
            <ac:inkMk id="37" creationId="{095B02E1-45B6-4F1D-E45C-38964C7794B7}"/>
          </ac:inkMkLst>
        </pc:inkChg>
      </pc:sldChg>
      <pc:sldChg chg="addSp delSp modSp new mod">
        <pc:chgData name="Alexander Liu" userId="90be106ec4cd2753" providerId="LiveId" clId="{237E95D0-D23C-403D-984D-EEE7276E55B7}" dt="2026-06-27T15:18:19.933" v="2501" actId="732"/>
        <pc:sldMkLst>
          <pc:docMk/>
          <pc:sldMk cId="1705890899" sldId="276"/>
        </pc:sldMkLst>
        <pc:spChg chg="add mod topLvl">
          <ac:chgData name="Alexander Liu" userId="90be106ec4cd2753" providerId="LiveId" clId="{237E95D0-D23C-403D-984D-EEE7276E55B7}" dt="2026-06-27T14:06:26.852" v="1784" actId="1076"/>
          <ac:spMkLst>
            <pc:docMk/>
            <pc:sldMk cId="1705890899" sldId="276"/>
            <ac:spMk id="5" creationId="{DEC59F5E-B7C2-A1CD-D33E-DE099C76C2E3}"/>
          </ac:spMkLst>
        </pc:spChg>
        <pc:spChg chg="add mod">
          <ac:chgData name="Alexander Liu" userId="90be106ec4cd2753" providerId="LiveId" clId="{237E95D0-D23C-403D-984D-EEE7276E55B7}" dt="2026-06-27T14:06:24.979" v="1783" actId="1076"/>
          <ac:spMkLst>
            <pc:docMk/>
            <pc:sldMk cId="1705890899" sldId="276"/>
            <ac:spMk id="10" creationId="{AE9D2798-8AE9-48A2-28A3-7F152D4CF2E8}"/>
          </ac:spMkLst>
        </pc:spChg>
        <pc:spChg chg="add mod">
          <ac:chgData name="Alexander Liu" userId="90be106ec4cd2753" providerId="LiveId" clId="{237E95D0-D23C-403D-984D-EEE7276E55B7}" dt="2026-06-27T14:06:43.423" v="1792" actId="1076"/>
          <ac:spMkLst>
            <pc:docMk/>
            <pc:sldMk cId="1705890899" sldId="276"/>
            <ac:spMk id="12" creationId="{D53B5117-B509-0EF9-D75C-0629C58FF075}"/>
          </ac:spMkLst>
        </pc:spChg>
        <pc:spChg chg="add mod">
          <ac:chgData name="Alexander Liu" userId="90be106ec4cd2753" providerId="LiveId" clId="{237E95D0-D23C-403D-984D-EEE7276E55B7}" dt="2026-06-27T14:27:38.152" v="2031" actId="164"/>
          <ac:spMkLst>
            <pc:docMk/>
            <pc:sldMk cId="1705890899" sldId="276"/>
            <ac:spMk id="36" creationId="{EE33B45D-52C7-EFE9-FD44-B91BA3D0A5C3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59" creationId="{D33EF182-E1B8-1A1E-EA40-6F68B1A3BA69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0" creationId="{70078932-9AA7-45E8-3526-AA4608D9AAD0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1" creationId="{D6971C72-DB72-5F23-1DA2-BCCF92821D47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2" creationId="{5B1780CC-E9CD-D5D7-676A-7C73C6FC6F11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3" creationId="{68E53158-6F29-D814-E863-48B0868929D2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4" creationId="{24199D1E-30AD-12D8-503B-5414299BE4B4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5" creationId="{16BA635F-DC98-352A-75E9-AACFD60DDB21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6" creationId="{6FDE64E5-A05C-B76A-EB59-44AFE414E62F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7" creationId="{8C7AC6E9-8850-740C-2EF8-279BFFCA6AAC}"/>
          </ac:spMkLst>
        </pc:spChg>
        <pc:spChg chg="mod">
          <ac:chgData name="Alexander Liu" userId="90be106ec4cd2753" providerId="LiveId" clId="{237E95D0-D23C-403D-984D-EEE7276E55B7}" dt="2026-06-27T15:04:49.051" v="2366"/>
          <ac:spMkLst>
            <pc:docMk/>
            <pc:sldMk cId="1705890899" sldId="276"/>
            <ac:spMk id="68" creationId="{C3B76EBE-E61C-D1B8-B153-CAC0B9280ADA}"/>
          </ac:spMkLst>
        </pc:spChg>
        <pc:grpChg chg="add mod">
          <ac:chgData name="Alexander Liu" userId="90be106ec4cd2753" providerId="LiveId" clId="{237E95D0-D23C-403D-984D-EEE7276E55B7}" dt="2026-06-27T14:13:14.649" v="1868" actId="164"/>
          <ac:grpSpMkLst>
            <pc:docMk/>
            <pc:sldMk cId="1705890899" sldId="276"/>
            <ac:grpSpMk id="21" creationId="{C7C09F29-0C8D-1BA1-AE8C-44675427ABFB}"/>
          </ac:grpSpMkLst>
        </pc:grpChg>
        <pc:grpChg chg="add mod">
          <ac:chgData name="Alexander Liu" userId="90be106ec4cd2753" providerId="LiveId" clId="{237E95D0-D23C-403D-984D-EEE7276E55B7}" dt="2026-06-27T14:46:22.560" v="2114" actId="14100"/>
          <ac:grpSpMkLst>
            <pc:docMk/>
            <pc:sldMk cId="1705890899" sldId="276"/>
            <ac:grpSpMk id="24" creationId="{08B6FEFF-D40A-C249-2FC7-CA3D6CC53CDE}"/>
          </ac:grpSpMkLst>
        </pc:grpChg>
        <pc:grpChg chg="add mod">
          <ac:chgData name="Alexander Liu" userId="90be106ec4cd2753" providerId="LiveId" clId="{237E95D0-D23C-403D-984D-EEE7276E55B7}" dt="2026-06-27T14:46:22.560" v="2114" actId="14100"/>
          <ac:grpSpMkLst>
            <pc:docMk/>
            <pc:sldMk cId="1705890899" sldId="276"/>
            <ac:grpSpMk id="28" creationId="{5BEE6B7E-7901-C658-6A79-714E28937E58}"/>
          </ac:grpSpMkLst>
        </pc:grpChg>
        <pc:grpChg chg="add mod">
          <ac:chgData name="Alexander Liu" userId="90be106ec4cd2753" providerId="LiveId" clId="{237E95D0-D23C-403D-984D-EEE7276E55B7}" dt="2026-06-27T14:20:42.912" v="1933" actId="164"/>
          <ac:grpSpMkLst>
            <pc:docMk/>
            <pc:sldMk cId="1705890899" sldId="276"/>
            <ac:grpSpMk id="32" creationId="{AB470B4F-A347-CC3B-C9EE-85C0CBEDBDDF}"/>
          </ac:grpSpMkLst>
        </pc:grpChg>
        <pc:grpChg chg="add mod">
          <ac:chgData name="Alexander Liu" userId="90be106ec4cd2753" providerId="LiveId" clId="{237E95D0-D23C-403D-984D-EEE7276E55B7}" dt="2026-06-27T14:27:38.152" v="2031" actId="164"/>
          <ac:grpSpMkLst>
            <pc:docMk/>
            <pc:sldMk cId="1705890899" sldId="276"/>
            <ac:grpSpMk id="37" creationId="{24DE76EB-B614-FE55-239F-09B6DA15E519}"/>
          </ac:grpSpMkLst>
        </pc:grpChg>
        <pc:grpChg chg="add mod">
          <ac:chgData name="Alexander Liu" userId="90be106ec4cd2753" providerId="LiveId" clId="{237E95D0-D23C-403D-984D-EEE7276E55B7}" dt="2026-06-27T14:51:39.483" v="2185" actId="164"/>
          <ac:grpSpMkLst>
            <pc:docMk/>
            <pc:sldMk cId="1705890899" sldId="276"/>
            <ac:grpSpMk id="47" creationId="{1A047AAA-89A6-D845-AE17-427CF7DC9177}"/>
          </ac:grpSpMkLst>
        </pc:grpChg>
        <pc:grpChg chg="add mod">
          <ac:chgData name="Alexander Liu" userId="90be106ec4cd2753" providerId="LiveId" clId="{237E95D0-D23C-403D-984D-EEE7276E55B7}" dt="2026-06-27T14:59:27.676" v="2276" actId="164"/>
          <ac:grpSpMkLst>
            <pc:docMk/>
            <pc:sldMk cId="1705890899" sldId="276"/>
            <ac:grpSpMk id="54" creationId="{CA1150B5-BDE1-2B34-A7BC-080EDE330D2B}"/>
          </ac:grpSpMkLst>
        </pc:grpChg>
        <pc:grpChg chg="add mod">
          <ac:chgData name="Alexander Liu" userId="90be106ec4cd2753" providerId="LiveId" clId="{237E95D0-D23C-403D-984D-EEE7276E55B7}" dt="2026-06-27T15:02:11.577" v="2308" actId="164"/>
          <ac:grpSpMkLst>
            <pc:docMk/>
            <pc:sldMk cId="1705890899" sldId="276"/>
            <ac:grpSpMk id="57" creationId="{92445D10-8432-91F9-549F-B0CFA192D938}"/>
          </ac:grpSpMkLst>
        </pc:grpChg>
        <pc:grpChg chg="mod">
          <ac:chgData name="Alexander Liu" userId="90be106ec4cd2753" providerId="LiveId" clId="{237E95D0-D23C-403D-984D-EEE7276E55B7}" dt="2026-06-27T15:04:56.337" v="2370" actId="1076"/>
          <ac:grpSpMkLst>
            <pc:docMk/>
            <pc:sldMk cId="1705890899" sldId="276"/>
            <ac:grpSpMk id="58" creationId="{EBDF4006-1E37-C7E7-4C38-A647BAAF0BB3}"/>
          </ac:grpSpMkLst>
        </pc:grpChg>
        <pc:picChg chg="add mod topLvl">
          <ac:chgData name="Alexander Liu" userId="90be106ec4cd2753" providerId="LiveId" clId="{237E95D0-D23C-403D-984D-EEE7276E55B7}" dt="2026-06-27T14:06:26.852" v="1784" actId="1076"/>
          <ac:picMkLst>
            <pc:docMk/>
            <pc:sldMk cId="1705890899" sldId="276"/>
            <ac:picMk id="4" creationId="{D64168F1-407E-A3C5-CFB1-BD6FF14D10F0}"/>
          </ac:picMkLst>
        </pc:picChg>
        <pc:picChg chg="add mod">
          <ac:chgData name="Alexander Liu" userId="90be106ec4cd2753" providerId="LiveId" clId="{237E95D0-D23C-403D-984D-EEE7276E55B7}" dt="2026-06-27T14:06:39.386" v="1790" actId="1076"/>
          <ac:picMkLst>
            <pc:docMk/>
            <pc:sldMk cId="1705890899" sldId="276"/>
            <ac:picMk id="11" creationId="{99D3B10E-11B0-1386-86A7-ED5DD47AFFFA}"/>
          </ac:picMkLst>
        </pc:picChg>
        <pc:picChg chg="add mod">
          <ac:chgData name="Alexander Liu" userId="90be106ec4cd2753" providerId="LiveId" clId="{237E95D0-D23C-403D-984D-EEE7276E55B7}" dt="2026-06-27T15:04:50.450" v="2367" actId="1076"/>
          <ac:picMkLst>
            <pc:docMk/>
            <pc:sldMk cId="1705890899" sldId="276"/>
            <ac:picMk id="13" creationId="{FF326D58-CE8A-F101-7D1D-B2B658B72919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14" creationId="{67CA18DC-0A56-3C20-778F-D3F210E3AB3E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15" creationId="{9CDFED78-A6E6-25BB-1F4F-73840D4986AC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16" creationId="{C09D9142-A19A-5D20-4754-5BAF76DD67A6}"/>
          </ac:picMkLst>
        </pc:picChg>
        <pc:picChg chg="add mod">
          <ac:chgData name="Alexander Liu" userId="90be106ec4cd2753" providerId="LiveId" clId="{237E95D0-D23C-403D-984D-EEE7276E55B7}" dt="2026-06-27T14:12:51.490" v="1856" actId="1076"/>
          <ac:picMkLst>
            <pc:docMk/>
            <pc:sldMk cId="1705890899" sldId="276"/>
            <ac:picMk id="17" creationId="{B0BE576B-4254-F3B8-EA0B-EBC648FDD575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18" creationId="{EA5E85D6-E9D9-6228-E39E-D2C4D2D1A071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19" creationId="{426B6E5B-CF81-2D34-5A53-EAD3F89993C5}"/>
          </ac:picMkLst>
        </pc:picChg>
        <pc:picChg chg="add mod">
          <ac:chgData name="Alexander Liu" userId="90be106ec4cd2753" providerId="LiveId" clId="{237E95D0-D23C-403D-984D-EEE7276E55B7}" dt="2026-06-27T14:13:14.649" v="1868" actId="164"/>
          <ac:picMkLst>
            <pc:docMk/>
            <pc:sldMk cId="1705890899" sldId="276"/>
            <ac:picMk id="20" creationId="{D9AFA6C9-582E-02FE-24D2-3F42BF37A2D5}"/>
          </ac:picMkLst>
        </pc:picChg>
        <pc:picChg chg="add mod">
          <ac:chgData name="Alexander Liu" userId="90be106ec4cd2753" providerId="LiveId" clId="{237E95D0-D23C-403D-984D-EEE7276E55B7}" dt="2026-06-27T14:46:26.807" v="2115" actId="14100"/>
          <ac:picMkLst>
            <pc:docMk/>
            <pc:sldMk cId="1705890899" sldId="276"/>
            <ac:picMk id="22" creationId="{29F0DFD8-4CD2-59BF-F2C4-D7815AC1BB7E}"/>
          </ac:picMkLst>
        </pc:picChg>
        <pc:picChg chg="add mod">
          <ac:chgData name="Alexander Liu" userId="90be106ec4cd2753" providerId="LiveId" clId="{237E95D0-D23C-403D-984D-EEE7276E55B7}" dt="2026-06-27T14:46:22.560" v="2114" actId="14100"/>
          <ac:picMkLst>
            <pc:docMk/>
            <pc:sldMk cId="1705890899" sldId="276"/>
            <ac:picMk id="23" creationId="{0B3A1EF6-86D9-39B3-2DDE-E356735F99F5}"/>
          </ac:picMkLst>
        </pc:picChg>
        <pc:picChg chg="mod">
          <ac:chgData name="Alexander Liu" userId="90be106ec4cd2753" providerId="LiveId" clId="{237E95D0-D23C-403D-984D-EEE7276E55B7}" dt="2026-06-27T14:46:22.560" v="2114" actId="14100"/>
          <ac:picMkLst>
            <pc:docMk/>
            <pc:sldMk cId="1705890899" sldId="276"/>
            <ac:picMk id="25" creationId="{C764E65C-74A4-C48B-9BFA-3E4A42EF0512}"/>
          </ac:picMkLst>
        </pc:picChg>
        <pc:picChg chg="mod">
          <ac:chgData name="Alexander Liu" userId="90be106ec4cd2753" providerId="LiveId" clId="{237E95D0-D23C-403D-984D-EEE7276E55B7}" dt="2026-06-27T14:46:22.560" v="2114" actId="14100"/>
          <ac:picMkLst>
            <pc:docMk/>
            <pc:sldMk cId="1705890899" sldId="276"/>
            <ac:picMk id="26" creationId="{893828AF-E553-A254-DC62-66B0AF681976}"/>
          </ac:picMkLst>
        </pc:picChg>
        <pc:picChg chg="mod">
          <ac:chgData name="Alexander Liu" userId="90be106ec4cd2753" providerId="LiveId" clId="{237E95D0-D23C-403D-984D-EEE7276E55B7}" dt="2026-06-27T14:46:22.560" v="2114" actId="14100"/>
          <ac:picMkLst>
            <pc:docMk/>
            <pc:sldMk cId="1705890899" sldId="276"/>
            <ac:picMk id="27" creationId="{0C10387E-24DE-545B-25A5-91805FA17133}"/>
          </ac:picMkLst>
        </pc:picChg>
        <pc:picChg chg="add mod">
          <ac:chgData name="Alexander Liu" userId="90be106ec4cd2753" providerId="LiveId" clId="{237E95D0-D23C-403D-984D-EEE7276E55B7}" dt="2026-06-27T14:20:42.912" v="1933" actId="164"/>
          <ac:picMkLst>
            <pc:docMk/>
            <pc:sldMk cId="1705890899" sldId="276"/>
            <ac:picMk id="29" creationId="{804F130A-92B5-9F5F-FBD5-9FC82ABE5BD7}"/>
          </ac:picMkLst>
        </pc:picChg>
        <pc:picChg chg="add mod">
          <ac:chgData name="Alexander Liu" userId="90be106ec4cd2753" providerId="LiveId" clId="{237E95D0-D23C-403D-984D-EEE7276E55B7}" dt="2026-06-27T14:20:42.912" v="1933" actId="164"/>
          <ac:picMkLst>
            <pc:docMk/>
            <pc:sldMk cId="1705890899" sldId="276"/>
            <ac:picMk id="30" creationId="{05CEE9B9-C666-7C20-B7CE-7C89093D913C}"/>
          </ac:picMkLst>
        </pc:picChg>
        <pc:picChg chg="add mod">
          <ac:chgData name="Alexander Liu" userId="90be106ec4cd2753" providerId="LiveId" clId="{237E95D0-D23C-403D-984D-EEE7276E55B7}" dt="2026-06-27T14:20:42.912" v="1933" actId="164"/>
          <ac:picMkLst>
            <pc:docMk/>
            <pc:sldMk cId="1705890899" sldId="276"/>
            <ac:picMk id="31" creationId="{58998272-43BE-481E-53D4-9CD29E38FD1D}"/>
          </ac:picMkLst>
        </pc:picChg>
        <pc:picChg chg="add mod">
          <ac:chgData name="Alexander Liu" userId="90be106ec4cd2753" providerId="LiveId" clId="{237E95D0-D23C-403D-984D-EEE7276E55B7}" dt="2026-06-27T14:23:33.987" v="1967" actId="1076"/>
          <ac:picMkLst>
            <pc:docMk/>
            <pc:sldMk cId="1705890899" sldId="276"/>
            <ac:picMk id="33" creationId="{361CF445-AF60-AF07-E653-C1F47F72EC9A}"/>
          </ac:picMkLst>
        </pc:picChg>
        <pc:picChg chg="add mod">
          <ac:chgData name="Alexander Liu" userId="90be106ec4cd2753" providerId="LiveId" clId="{237E95D0-D23C-403D-984D-EEE7276E55B7}" dt="2026-06-27T14:24:24.161" v="1971" actId="14100"/>
          <ac:picMkLst>
            <pc:docMk/>
            <pc:sldMk cId="1705890899" sldId="276"/>
            <ac:picMk id="34" creationId="{8B402064-CF64-66EA-0C3F-82FC29D72C1F}"/>
          </ac:picMkLst>
        </pc:picChg>
        <pc:picChg chg="add mod">
          <ac:chgData name="Alexander Liu" userId="90be106ec4cd2753" providerId="LiveId" clId="{237E95D0-D23C-403D-984D-EEE7276E55B7}" dt="2026-06-27T14:27:38.152" v="2031" actId="164"/>
          <ac:picMkLst>
            <pc:docMk/>
            <pc:sldMk cId="1705890899" sldId="276"/>
            <ac:picMk id="35" creationId="{D8E9D1B9-B46A-EA15-7D81-514795F9836B}"/>
          </ac:picMkLst>
        </pc:picChg>
        <pc:picChg chg="add mod">
          <ac:chgData name="Alexander Liu" userId="90be106ec4cd2753" providerId="LiveId" clId="{237E95D0-D23C-403D-984D-EEE7276E55B7}" dt="2026-06-27T14:28:52.398" v="2041" actId="1076"/>
          <ac:picMkLst>
            <pc:docMk/>
            <pc:sldMk cId="1705890899" sldId="276"/>
            <ac:picMk id="38" creationId="{6793FA9E-EE52-A07A-CC8B-D299CAB18D8F}"/>
          </ac:picMkLst>
        </pc:picChg>
        <pc:picChg chg="add mod">
          <ac:chgData name="Alexander Liu" userId="90be106ec4cd2753" providerId="LiveId" clId="{237E95D0-D23C-403D-984D-EEE7276E55B7}" dt="2026-06-27T14:29:14.552" v="2046" actId="14100"/>
          <ac:picMkLst>
            <pc:docMk/>
            <pc:sldMk cId="1705890899" sldId="276"/>
            <ac:picMk id="39" creationId="{78ED7C5E-4776-1160-6E1D-D7C9056D59EA}"/>
          </ac:picMkLst>
        </pc:picChg>
        <pc:picChg chg="add mod">
          <ac:chgData name="Alexander Liu" userId="90be106ec4cd2753" providerId="LiveId" clId="{237E95D0-D23C-403D-984D-EEE7276E55B7}" dt="2026-06-27T14:30:24.607" v="2074" actId="1076"/>
          <ac:picMkLst>
            <pc:docMk/>
            <pc:sldMk cId="1705890899" sldId="276"/>
            <ac:picMk id="40" creationId="{88DF0960-C078-74B6-FD81-D3FE061353FE}"/>
          </ac:picMkLst>
        </pc:picChg>
        <pc:picChg chg="add mod">
          <ac:chgData name="Alexander Liu" userId="90be106ec4cd2753" providerId="LiveId" clId="{237E95D0-D23C-403D-984D-EEE7276E55B7}" dt="2026-06-27T14:38:10.213" v="2097" actId="1076"/>
          <ac:picMkLst>
            <pc:docMk/>
            <pc:sldMk cId="1705890899" sldId="276"/>
            <ac:picMk id="41" creationId="{D27165C8-1F3F-EF35-FCAC-007AC5EEDBEA}"/>
          </ac:picMkLst>
        </pc:picChg>
        <pc:picChg chg="add mod ord">
          <ac:chgData name="Alexander Liu" userId="90be106ec4cd2753" providerId="LiveId" clId="{237E95D0-D23C-403D-984D-EEE7276E55B7}" dt="2026-06-27T14:51:39.483" v="2185" actId="164"/>
          <ac:picMkLst>
            <pc:docMk/>
            <pc:sldMk cId="1705890899" sldId="276"/>
            <ac:picMk id="44" creationId="{679EA7D4-7D9E-AB1D-4EEB-0A2D5708FF1B}"/>
          </ac:picMkLst>
        </pc:picChg>
        <pc:picChg chg="add mod">
          <ac:chgData name="Alexander Liu" userId="90be106ec4cd2753" providerId="LiveId" clId="{237E95D0-D23C-403D-984D-EEE7276E55B7}" dt="2026-06-27T14:51:39.483" v="2185" actId="164"/>
          <ac:picMkLst>
            <pc:docMk/>
            <pc:sldMk cId="1705890899" sldId="276"/>
            <ac:picMk id="46" creationId="{15FF4A76-788B-6E9D-498A-D18127948F8F}"/>
          </ac:picMkLst>
        </pc:picChg>
        <pc:picChg chg="add mod modCrop">
          <ac:chgData name="Alexander Liu" userId="90be106ec4cd2753" providerId="LiveId" clId="{237E95D0-D23C-403D-984D-EEE7276E55B7}" dt="2026-06-27T14:55:39.139" v="2206" actId="732"/>
          <ac:picMkLst>
            <pc:docMk/>
            <pc:sldMk cId="1705890899" sldId="276"/>
            <ac:picMk id="48" creationId="{31FFB856-90BC-B193-BA3B-6EC333249657}"/>
          </ac:picMkLst>
        </pc:picChg>
        <pc:picChg chg="add mod">
          <ac:chgData name="Alexander Liu" userId="90be106ec4cd2753" providerId="LiveId" clId="{237E95D0-D23C-403D-984D-EEE7276E55B7}" dt="2026-06-27T14:57:00.191" v="2245" actId="1076"/>
          <ac:picMkLst>
            <pc:docMk/>
            <pc:sldMk cId="1705890899" sldId="276"/>
            <ac:picMk id="50" creationId="{C85AA7F2-4A92-7B01-63C4-B080620FB418}"/>
          </ac:picMkLst>
        </pc:picChg>
        <pc:picChg chg="add mod">
          <ac:chgData name="Alexander Liu" userId="90be106ec4cd2753" providerId="LiveId" clId="{237E95D0-D23C-403D-984D-EEE7276E55B7}" dt="2026-06-27T14:59:27.676" v="2276" actId="164"/>
          <ac:picMkLst>
            <pc:docMk/>
            <pc:sldMk cId="1705890899" sldId="276"/>
            <ac:picMk id="51" creationId="{70B92E03-2AA1-B511-D6B7-AD3771653ACB}"/>
          </ac:picMkLst>
        </pc:picChg>
        <pc:picChg chg="add mod">
          <ac:chgData name="Alexander Liu" userId="90be106ec4cd2753" providerId="LiveId" clId="{237E95D0-D23C-403D-984D-EEE7276E55B7}" dt="2026-06-27T14:59:27.676" v="2276" actId="164"/>
          <ac:picMkLst>
            <pc:docMk/>
            <pc:sldMk cId="1705890899" sldId="276"/>
            <ac:picMk id="53" creationId="{E8E5171A-48EE-E577-6042-00FF77927DC8}"/>
          </ac:picMkLst>
        </pc:picChg>
        <pc:picChg chg="add mod">
          <ac:chgData name="Alexander Liu" userId="90be106ec4cd2753" providerId="LiveId" clId="{237E95D0-D23C-403D-984D-EEE7276E55B7}" dt="2026-06-27T15:02:11.577" v="2308" actId="164"/>
          <ac:picMkLst>
            <pc:docMk/>
            <pc:sldMk cId="1705890899" sldId="276"/>
            <ac:picMk id="55" creationId="{DCEFE976-1582-E415-C621-BF793431FAA1}"/>
          </ac:picMkLst>
        </pc:picChg>
        <pc:picChg chg="add mod ord">
          <ac:chgData name="Alexander Liu" userId="90be106ec4cd2753" providerId="LiveId" clId="{237E95D0-D23C-403D-984D-EEE7276E55B7}" dt="2026-06-27T15:02:11.577" v="2308" actId="164"/>
          <ac:picMkLst>
            <pc:docMk/>
            <pc:sldMk cId="1705890899" sldId="276"/>
            <ac:picMk id="56" creationId="{3A04B5EE-6034-8469-2D14-813B091C0FB1}"/>
          </ac:picMkLst>
        </pc:picChg>
        <pc:picChg chg="add mod">
          <ac:chgData name="Alexander Liu" userId="90be106ec4cd2753" providerId="LiveId" clId="{237E95D0-D23C-403D-984D-EEE7276E55B7}" dt="2026-06-27T15:07:14.380" v="2414" actId="1076"/>
          <ac:picMkLst>
            <pc:docMk/>
            <pc:sldMk cId="1705890899" sldId="276"/>
            <ac:picMk id="69" creationId="{C8D1F23A-BB1B-50F7-D9A9-6466A651647F}"/>
          </ac:picMkLst>
        </pc:picChg>
        <pc:picChg chg="add mod modCrop">
          <ac:chgData name="Alexander Liu" userId="90be106ec4cd2753" providerId="LiveId" clId="{237E95D0-D23C-403D-984D-EEE7276E55B7}" dt="2026-06-27T15:14:21.089" v="2469" actId="732"/>
          <ac:picMkLst>
            <pc:docMk/>
            <pc:sldMk cId="1705890899" sldId="276"/>
            <ac:picMk id="70" creationId="{453EABB7-0647-A5E8-5C71-D514361D4A7C}"/>
          </ac:picMkLst>
        </pc:picChg>
        <pc:picChg chg="add mod">
          <ac:chgData name="Alexander Liu" userId="90be106ec4cd2753" providerId="LiveId" clId="{237E95D0-D23C-403D-984D-EEE7276E55B7}" dt="2026-06-27T15:15:03.020" v="2476" actId="14100"/>
          <ac:picMkLst>
            <pc:docMk/>
            <pc:sldMk cId="1705890899" sldId="276"/>
            <ac:picMk id="71" creationId="{D032BCA1-96EE-F4FE-3ABC-0256508821CF}"/>
          </ac:picMkLst>
        </pc:picChg>
        <pc:picChg chg="add mod">
          <ac:chgData name="Alexander Liu" userId="90be106ec4cd2753" providerId="LiveId" clId="{237E95D0-D23C-403D-984D-EEE7276E55B7}" dt="2026-06-27T15:16:02.191" v="2483" actId="1076"/>
          <ac:picMkLst>
            <pc:docMk/>
            <pc:sldMk cId="1705890899" sldId="276"/>
            <ac:picMk id="72" creationId="{6D326D9E-1AAA-BAB7-6739-7C989A464276}"/>
          </ac:picMkLst>
        </pc:picChg>
        <pc:picChg chg="add mod">
          <ac:chgData name="Alexander Liu" userId="90be106ec4cd2753" providerId="LiveId" clId="{237E95D0-D23C-403D-984D-EEE7276E55B7}" dt="2026-06-27T15:16:58.688" v="2490" actId="1076"/>
          <ac:picMkLst>
            <pc:docMk/>
            <pc:sldMk cId="1705890899" sldId="276"/>
            <ac:picMk id="74" creationId="{6F381F12-E87A-C222-3BEC-069539211401}"/>
          </ac:picMkLst>
        </pc:picChg>
        <pc:picChg chg="add mod modCrop">
          <ac:chgData name="Alexander Liu" userId="90be106ec4cd2753" providerId="LiveId" clId="{237E95D0-D23C-403D-984D-EEE7276E55B7}" dt="2026-06-27T15:18:19.933" v="2501" actId="732"/>
          <ac:picMkLst>
            <pc:docMk/>
            <pc:sldMk cId="1705890899" sldId="276"/>
            <ac:picMk id="75" creationId="{C1B20F18-6E96-C0E8-7D76-831C9398DD39}"/>
          </ac:picMkLst>
        </pc:picChg>
      </pc:sldChg>
      <pc:sldChg chg="addSp delSp modSp new mod">
        <pc:chgData name="Alexander Liu" userId="90be106ec4cd2753" providerId="LiveId" clId="{237E95D0-D23C-403D-984D-EEE7276E55B7}" dt="2026-06-29T01:57:54.388" v="2733" actId="1076"/>
        <pc:sldMkLst>
          <pc:docMk/>
          <pc:sldMk cId="2658516964" sldId="277"/>
        </pc:sldMkLst>
        <pc:spChg chg="add mod">
          <ac:chgData name="Alexander Liu" userId="90be106ec4cd2753" providerId="LiveId" clId="{237E95D0-D23C-403D-984D-EEE7276E55B7}" dt="2026-06-29T01:40:29.219" v="2542" actId="164"/>
          <ac:spMkLst>
            <pc:docMk/>
            <pc:sldMk cId="2658516964" sldId="277"/>
            <ac:spMk id="2" creationId="{CB24C0E8-429B-DF91-9262-29B358A3AE0E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1" creationId="{EAC4A0C3-9BF5-F30E-C176-503BB619C5A6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2" creationId="{1919EC58-5F76-06EE-5DD1-12530223E465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3" creationId="{B7319388-4D00-C0D8-F7EA-65A50E36767E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4" creationId="{8F303407-6808-15F8-9C64-DE6F8AF666C5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5" creationId="{7B8806E0-E2B9-3173-AD5B-6013517D0959}"/>
          </ac:spMkLst>
        </pc:spChg>
        <pc:spChg chg="add mod topLvl">
          <ac:chgData name="Alexander Liu" userId="90be106ec4cd2753" providerId="LiveId" clId="{237E95D0-D23C-403D-984D-EEE7276E55B7}" dt="2026-06-29T01:49:00.591" v="2609" actId="164"/>
          <ac:spMkLst>
            <pc:docMk/>
            <pc:sldMk cId="2658516964" sldId="277"/>
            <ac:spMk id="26" creationId="{75674600-07FA-A93B-BD53-2A6BB50460D5}"/>
          </ac:spMkLst>
        </pc:spChg>
        <pc:spChg chg="add del mod">
          <ac:chgData name="Alexander Liu" userId="90be106ec4cd2753" providerId="LiveId" clId="{237E95D0-D23C-403D-984D-EEE7276E55B7}" dt="2026-06-29T01:48:49.203" v="2608" actId="478"/>
          <ac:spMkLst>
            <pc:docMk/>
            <pc:sldMk cId="2658516964" sldId="277"/>
            <ac:spMk id="28" creationId="{D5E9CB64-1FE2-4C01-FFF1-2048501C1C1A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3" creationId="{ECAA8694-E673-F58C-2A4E-A625B428739A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4" creationId="{A34911CA-14A9-A9EB-87E5-02E0D239229B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5" creationId="{802434C7-9BF3-2770-158F-04F3E618C406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6" creationId="{873081A6-9902-EB68-970C-373EF84CCECA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7" creationId="{92CE0EA1-D07A-C664-CA12-D5ED99D303EB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8" creationId="{FD899DC8-76F9-1A2D-4D14-33A4831D4B14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39" creationId="{3A8B11C5-F1A5-731C-E4A5-D793D56CC3B7}"/>
          </ac:spMkLst>
        </pc:spChg>
        <pc:spChg chg="add mod topLvl">
          <ac:chgData name="Alexander Liu" userId="90be106ec4cd2753" providerId="LiveId" clId="{237E95D0-D23C-403D-984D-EEE7276E55B7}" dt="2026-06-29T01:56:17.767" v="2700" actId="165"/>
          <ac:spMkLst>
            <pc:docMk/>
            <pc:sldMk cId="2658516964" sldId="277"/>
            <ac:spMk id="40" creationId="{AE09D633-DD2E-0CFC-0697-9D54B743AEB5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41" creationId="{00B92C14-9498-7119-80BC-52FC1BF351D4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42" creationId="{F8347CFE-8E9B-26F4-FF00-72D6C52D84E8}"/>
          </ac:spMkLst>
        </pc:spChg>
        <pc:spChg chg="add mod">
          <ac:chgData name="Alexander Liu" userId="90be106ec4cd2753" providerId="LiveId" clId="{237E95D0-D23C-403D-984D-EEE7276E55B7}" dt="2026-06-27T15:04:43.988" v="2364" actId="164"/>
          <ac:spMkLst>
            <pc:docMk/>
            <pc:sldMk cId="2658516964" sldId="277"/>
            <ac:spMk id="43" creationId="{5CB1983C-BD8F-FCEC-E2D9-41320357777B}"/>
          </ac:spMkLst>
        </pc:spChg>
        <pc:spChg chg="add mod">
          <ac:chgData name="Alexander Liu" userId="90be106ec4cd2753" providerId="LiveId" clId="{237E95D0-D23C-403D-984D-EEE7276E55B7}" dt="2026-06-29T01:57:47.235" v="2730" actId="164"/>
          <ac:spMkLst>
            <pc:docMk/>
            <pc:sldMk cId="2658516964" sldId="277"/>
            <ac:spMk id="51" creationId="{F17D952F-FB13-C239-4494-C5B0AE616F6F}"/>
          </ac:spMkLst>
        </pc:spChg>
        <pc:spChg chg="add mod ord">
          <ac:chgData name="Alexander Liu" userId="90be106ec4cd2753" providerId="LiveId" clId="{237E95D0-D23C-403D-984D-EEE7276E55B7}" dt="2026-06-29T01:57:47.235" v="2730" actId="164"/>
          <ac:spMkLst>
            <pc:docMk/>
            <pc:sldMk cId="2658516964" sldId="277"/>
            <ac:spMk id="52" creationId="{F33A21FC-300B-1B24-C36C-54CB31F7C99F}"/>
          </ac:spMkLst>
        </pc:spChg>
        <pc:spChg chg="add mod">
          <ac:chgData name="Alexander Liu" userId="90be106ec4cd2753" providerId="LiveId" clId="{237E95D0-D23C-403D-984D-EEE7276E55B7}" dt="2026-06-29T01:57:47.235" v="2730" actId="164"/>
          <ac:spMkLst>
            <pc:docMk/>
            <pc:sldMk cId="2658516964" sldId="277"/>
            <ac:spMk id="53" creationId="{80CA7219-6451-6F3C-A282-F0A97CD1909A}"/>
          </ac:spMkLst>
        </pc:spChg>
        <pc:grpChg chg="mod">
          <ac:chgData name="Alexander Liu" userId="90be106ec4cd2753" providerId="LiveId" clId="{237E95D0-D23C-403D-984D-EEE7276E55B7}" dt="2026-06-29T01:40:29.219" v="2542" actId="164"/>
          <ac:grpSpMkLst>
            <pc:docMk/>
            <pc:sldMk cId="2658516964" sldId="277"/>
            <ac:grpSpMk id="19" creationId="{B6AA3F90-4F8D-9FD0-3928-03E2B630E91A}"/>
          </ac:grpSpMkLst>
        </pc:grpChg>
        <pc:grpChg chg="add mod">
          <ac:chgData name="Alexander Liu" userId="90be106ec4cd2753" providerId="LiveId" clId="{237E95D0-D23C-403D-984D-EEE7276E55B7}" dt="2026-06-29T01:40:37.450" v="2545" actId="14100"/>
          <ac:grpSpMkLst>
            <pc:docMk/>
            <pc:sldMk cId="2658516964" sldId="277"/>
            <ac:grpSpMk id="20" creationId="{6D338B93-C41D-0E74-4C30-4296F17EFA96}"/>
          </ac:grpSpMkLst>
        </pc:grpChg>
        <pc:grpChg chg="add del mod">
          <ac:chgData name="Alexander Liu" userId="90be106ec4cd2753" providerId="LiveId" clId="{237E95D0-D23C-403D-984D-EEE7276E55B7}" dt="2026-06-29T01:46:12.469" v="2590" actId="165"/>
          <ac:grpSpMkLst>
            <pc:docMk/>
            <pc:sldMk cId="2658516964" sldId="277"/>
            <ac:grpSpMk id="27" creationId="{6D521765-B08E-B436-6534-26CB1E12ACE3}"/>
          </ac:grpSpMkLst>
        </pc:grpChg>
        <pc:grpChg chg="add mod">
          <ac:chgData name="Alexander Liu" userId="90be106ec4cd2753" providerId="LiveId" clId="{237E95D0-D23C-403D-984D-EEE7276E55B7}" dt="2026-06-29T01:49:00.591" v="2609" actId="164"/>
          <ac:grpSpMkLst>
            <pc:docMk/>
            <pc:sldMk cId="2658516964" sldId="277"/>
            <ac:grpSpMk id="29" creationId="{DAD05C43-D2FE-6035-5EC3-BBF97DAB4A2B}"/>
          </ac:grpSpMkLst>
        </pc:grpChg>
        <pc:grpChg chg="mod">
          <ac:chgData name="Alexander Liu" userId="90be106ec4cd2753" providerId="LiveId" clId="{237E95D0-D23C-403D-984D-EEE7276E55B7}" dt="2026-06-27T15:10:52.061" v="2447" actId="1076"/>
          <ac:grpSpMkLst>
            <pc:docMk/>
            <pc:sldMk cId="2658516964" sldId="277"/>
            <ac:grpSpMk id="44" creationId="{519BC3BD-D7D4-680E-36F5-B92E799F0489}"/>
          </ac:grpSpMkLst>
        </pc:grpChg>
        <pc:grpChg chg="add del mod">
          <ac:chgData name="Alexander Liu" userId="90be106ec4cd2753" providerId="LiveId" clId="{237E95D0-D23C-403D-984D-EEE7276E55B7}" dt="2026-06-29T01:56:17.767" v="2700" actId="165"/>
          <ac:grpSpMkLst>
            <pc:docMk/>
            <pc:sldMk cId="2658516964" sldId="277"/>
            <ac:grpSpMk id="46" creationId="{EE1B2840-35DB-90FD-9688-28C55E45FBC7}"/>
          </ac:grpSpMkLst>
        </pc:grpChg>
        <pc:grpChg chg="add mod">
          <ac:chgData name="Alexander Liu" userId="90be106ec4cd2753" providerId="LiveId" clId="{237E95D0-D23C-403D-984D-EEE7276E55B7}" dt="2026-06-27T15:10:58.326" v="2451" actId="1076"/>
          <ac:grpSpMkLst>
            <pc:docMk/>
            <pc:sldMk cId="2658516964" sldId="277"/>
            <ac:grpSpMk id="49" creationId="{2983E6EC-C722-A27A-B919-0AEFB46D87F9}"/>
          </ac:grpSpMkLst>
        </pc:grpChg>
        <pc:grpChg chg="add mod">
          <ac:chgData name="Alexander Liu" userId="90be106ec4cd2753" providerId="LiveId" clId="{237E95D0-D23C-403D-984D-EEE7276E55B7}" dt="2026-06-29T01:57:54.388" v="2733" actId="1076"/>
          <ac:grpSpMkLst>
            <pc:docMk/>
            <pc:sldMk cId="2658516964" sldId="277"/>
            <ac:grpSpMk id="54" creationId="{9A4188C3-E2D1-89CE-5EBD-86CD5FDE0C48}"/>
          </ac:grpSpMkLst>
        </pc:grpChg>
        <pc:picChg chg="add mod">
          <ac:chgData name="Alexander Liu" userId="90be106ec4cd2753" providerId="LiveId" clId="{237E95D0-D23C-403D-984D-EEE7276E55B7}" dt="2026-06-29T01:55:37.946" v="2689" actId="1076"/>
          <ac:picMkLst>
            <pc:docMk/>
            <pc:sldMk cId="2658516964" sldId="277"/>
            <ac:picMk id="30" creationId="{174EF40F-1BB8-9776-BE37-585D3C678310}"/>
          </ac:picMkLst>
        </pc:picChg>
        <pc:picChg chg="add mod topLvl modCrop">
          <ac:chgData name="Alexander Liu" userId="90be106ec4cd2753" providerId="LiveId" clId="{237E95D0-D23C-403D-984D-EEE7276E55B7}" dt="2026-06-29T01:56:17.767" v="2700" actId="165"/>
          <ac:picMkLst>
            <pc:docMk/>
            <pc:sldMk cId="2658516964" sldId="277"/>
            <ac:picMk id="31" creationId="{68BAB251-074B-4AC3-B013-F814CE3E1D8C}"/>
          </ac:picMkLst>
        </pc:picChg>
        <pc:picChg chg="add mod topLvl modCrop">
          <ac:chgData name="Alexander Liu" userId="90be106ec4cd2753" providerId="LiveId" clId="{237E95D0-D23C-403D-984D-EEE7276E55B7}" dt="2026-06-29T01:56:17.767" v="2700" actId="165"/>
          <ac:picMkLst>
            <pc:docMk/>
            <pc:sldMk cId="2658516964" sldId="277"/>
            <ac:picMk id="32" creationId="{31C447C9-DFFC-C388-C0A0-9A4B38EBEAE8}"/>
          </ac:picMkLst>
        </pc:picChg>
        <pc:picChg chg="add mod">
          <ac:chgData name="Alexander Liu" userId="90be106ec4cd2753" providerId="LiveId" clId="{237E95D0-D23C-403D-984D-EEE7276E55B7}" dt="2026-06-27T15:10:54.880" v="2449" actId="164"/>
          <ac:picMkLst>
            <pc:docMk/>
            <pc:sldMk cId="2658516964" sldId="277"/>
            <ac:picMk id="45" creationId="{26623AE6-E853-AA50-C125-097AF98AC65A}"/>
          </ac:picMkLst>
        </pc:picChg>
        <pc:picChg chg="add mod">
          <ac:chgData name="Alexander Liu" userId="90be106ec4cd2753" providerId="LiveId" clId="{237E95D0-D23C-403D-984D-EEE7276E55B7}" dt="2026-06-27T15:10:54.880" v="2449" actId="164"/>
          <ac:picMkLst>
            <pc:docMk/>
            <pc:sldMk cId="2658516964" sldId="277"/>
            <ac:picMk id="47" creationId="{D3ACBAF4-48CF-0217-C184-C75CC1658B2B}"/>
          </ac:picMkLst>
        </pc:picChg>
        <pc:picChg chg="add mod">
          <ac:chgData name="Alexander Liu" userId="90be106ec4cd2753" providerId="LiveId" clId="{237E95D0-D23C-403D-984D-EEE7276E55B7}" dt="2026-06-27T15:10:54.880" v="2449" actId="164"/>
          <ac:picMkLst>
            <pc:docMk/>
            <pc:sldMk cId="2658516964" sldId="277"/>
            <ac:picMk id="48" creationId="{B51260D1-FD02-A410-28AF-C76F9FCA095C}"/>
          </ac:picMkLst>
        </pc:picChg>
        <pc:picChg chg="add mod">
          <ac:chgData name="Alexander Liu" userId="90be106ec4cd2753" providerId="LiveId" clId="{237E95D0-D23C-403D-984D-EEE7276E55B7}" dt="2026-06-29T01:57:47.235" v="2730" actId="164"/>
          <ac:picMkLst>
            <pc:docMk/>
            <pc:sldMk cId="2658516964" sldId="277"/>
            <ac:picMk id="50" creationId="{CBA27FDD-88FF-E074-A3F6-6866E483B285}"/>
          </ac:picMkLst>
        </pc:pic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3" creationId="{535D323A-CFBB-951E-6843-2502AC99DB7F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4" creationId="{AF9F1189-F7FF-6A7E-B1E7-540B9298C025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5" creationId="{3920696A-FB7F-B1D3-AF8E-00DF6B32AB5B}"/>
          </ac:inkMkLst>
        </pc:inkChg>
        <pc:inkChg chg="add">
          <ac:chgData name="Alexander Liu" userId="90be106ec4cd2753" providerId="LiveId" clId="{237E95D0-D23C-403D-984D-EEE7276E55B7}" dt="2026-06-29T01:40:10.490" v="2524" actId="9405"/>
          <ac:inkMkLst>
            <pc:docMk/>
            <pc:sldMk cId="2658516964" sldId="277"/>
            <ac:inkMk id="6" creationId="{C0CC7B83-FA4C-9D72-5B7C-00C03D5FD1B0}"/>
          </ac:inkMkLst>
        </pc:inkChg>
        <pc:inkChg chg="add">
          <ac:chgData name="Alexander Liu" userId="90be106ec4cd2753" providerId="LiveId" clId="{237E95D0-D23C-403D-984D-EEE7276E55B7}" dt="2026-06-29T01:40:10.981" v="2525" actId="9405"/>
          <ac:inkMkLst>
            <pc:docMk/>
            <pc:sldMk cId="2658516964" sldId="277"/>
            <ac:inkMk id="7" creationId="{E6422AAF-A9B1-D6C4-AB1D-0F731A64FEBE}"/>
          </ac:inkMkLst>
        </pc:inkChg>
        <pc:inkChg chg="add">
          <ac:chgData name="Alexander Liu" userId="90be106ec4cd2753" providerId="LiveId" clId="{237E95D0-D23C-403D-984D-EEE7276E55B7}" dt="2026-06-29T01:40:11.395" v="2526" actId="9405"/>
          <ac:inkMkLst>
            <pc:docMk/>
            <pc:sldMk cId="2658516964" sldId="277"/>
            <ac:inkMk id="8" creationId="{09732EEE-DD01-DD28-4C36-4DFCBE581E2E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9" creationId="{67C867A3-4B6E-E68F-6DD6-083297A09DAF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10" creationId="{343D90D5-730B-2939-19CC-746DE398A67B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11" creationId="{5926348F-6847-AFCC-753E-9B03CD516C6C}"/>
          </ac:inkMkLst>
        </pc:inkChg>
        <pc:inkChg chg="add">
          <ac:chgData name="Alexander Liu" userId="90be106ec4cd2753" providerId="LiveId" clId="{237E95D0-D23C-403D-984D-EEE7276E55B7}" dt="2026-06-29T01:40:13.065" v="2530" actId="9405"/>
          <ac:inkMkLst>
            <pc:docMk/>
            <pc:sldMk cId="2658516964" sldId="277"/>
            <ac:inkMk id="12" creationId="{7773B29B-BB92-4485-B4BC-66BCD32FB375}"/>
          </ac:inkMkLst>
        </pc:inkChg>
        <pc:inkChg chg="add">
          <ac:chgData name="Alexander Liu" userId="90be106ec4cd2753" providerId="LiveId" clId="{237E95D0-D23C-403D-984D-EEE7276E55B7}" dt="2026-06-29T01:40:13.446" v="2531" actId="9405"/>
          <ac:inkMkLst>
            <pc:docMk/>
            <pc:sldMk cId="2658516964" sldId="277"/>
            <ac:inkMk id="13" creationId="{F6A7CCA6-1253-3766-C70C-454F71D2C504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14" creationId="{0FFB95DD-8723-49EE-41E4-E9F8CF1F0273}"/>
          </ac:inkMkLst>
        </pc:inkChg>
        <pc:inkChg chg="add">
          <ac:chgData name="Alexander Liu" userId="90be106ec4cd2753" providerId="LiveId" clId="{237E95D0-D23C-403D-984D-EEE7276E55B7}" dt="2026-06-29T01:40:14.240" v="2533" actId="9405"/>
          <ac:inkMkLst>
            <pc:docMk/>
            <pc:sldMk cId="2658516964" sldId="277"/>
            <ac:inkMk id="15" creationId="{C6725C7B-6427-D277-CC03-730DE523F36E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16" creationId="{A16BADA9-0B41-66E9-E4E9-8D38923FE823}"/>
          </ac:inkMkLst>
        </pc:inkChg>
        <pc:inkChg chg="add">
          <ac:chgData name="Alexander Liu" userId="90be106ec4cd2753" providerId="LiveId" clId="{237E95D0-D23C-403D-984D-EEE7276E55B7}" dt="2026-06-29T01:40:15.191" v="2535" actId="9405"/>
          <ac:inkMkLst>
            <pc:docMk/>
            <pc:sldMk cId="2658516964" sldId="277"/>
            <ac:inkMk id="17" creationId="{05095C71-E3E1-853B-AC60-F81B48607D1B}"/>
          </ac:inkMkLst>
        </pc:inkChg>
        <pc:inkChg chg="add mod">
          <ac:chgData name="Alexander Liu" userId="90be106ec4cd2753" providerId="LiveId" clId="{237E95D0-D23C-403D-984D-EEE7276E55B7}" dt="2026-06-29T01:40:16.669" v="2537"/>
          <ac:inkMkLst>
            <pc:docMk/>
            <pc:sldMk cId="2658516964" sldId="277"/>
            <ac:inkMk id="18" creationId="{B537A232-4653-FB50-32C5-8F7D7FDDCDF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77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0 434,'0'1,"1"0,2 0,1 0,0 0,1 0,1-1,-1-1,1 0,-1 0,0-1,1 0,1 0,1 1,-1-2,2 1,1-1,-2 0,0 1,0 1,-2 0,1 1,-1-1,-1 0,1-1,1 2,-1-1,-1 0,1-1,0 1,0-1,0 0,0-1,1 0,-2 0,1 0,-1 0,0-1,0 1,0-1,0 2,0-2,1 1,0 0,0 1,-1-2,0 0,0 0,0 0,0 0,1 1,0 0,0 0,-1-1,1-1,1 1,-2-2,3 1,-1-1,2-2,0 0,0 1,0-2,1 0,-1-1,0 2,-2-1,0-1,1 1,-1 1,-1-1,2-1,1-3,1-2,1-1,0-2,1 1,-1-3,1 0,-2 0,-3 2,-1 1,-1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78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0,'0'1,"0"1,1 2,3 1,1 0,0 1,2 1,1 2,1 0,0 0,0-1,-1-2,-1-1,0 0,1-1,-1 0,-1 1,-1-1,1 0,-1 1,0-2,1-1,0 0,-1 0,0 0,0 0,1 0,2 1,0 0,0 1,-1-1,0-1,0 0,-1 0,1 0,-1-1,-1 0,3 0,-1 0,1 2,0-1,0 1,0 0,-1 0,-1 0,1-1,0-1,1 1,1-1,2 1,0-1,-2 1,0 0,-1-1,-2 1,1-2,0 1,0-1,1 0,0 0,0 0,1 0,0 0,2 0,2-1,-1-1,2 0,0 0,-3-1,0 2,-2-1,-2-1,0 0,0 0,-1 1,1-1,1-1,-1-1,0 1,-1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79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212 0,'0'1,"0"2,0 0,0 2,0 0,0 1,0 1,0 2,0 1,0 1,0 1,0 0,0 0,0 2,0-1,0 1,0-2,0-2,0 0,0-2,0 1,-1 0,0 0,-2-1,1 1,0-1,-1-2,1 0,-1 2,-2 1,0 2,-3 0,0-1,0-1,1-2,0-1,-1-2,1 0,0-2,0 0,-3 0,-1 0,-2 0,-1-1,-1-1,1 0,-1 0,1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80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85 0,'-1'0,"-1"0,-1 1,-1 1,-1 0,0 1,-1 2,-1 1,0 1,0 0,1 1,-1-1,1 2,2 2,0 0,1 0,0 2,1 1,0-1,2 2,-1-1,1 0,1 0,-1 0,0 0,0 0,0-2,1 1,0 0,2 0,0 1,0 2,1 0,1 2,0-2,3 1,-1-1,0-2,2 1,0-2,-1 2,1 0,0-1,0 0,0-1,0 0,-3-1,1-1,-1-2,-1 0,-1-2,-1-1,2 0,-1-2,4 3,3 1,0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81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22,'1'0,"3"0,1 0,4 0,3 0,4 3,4 2,3 0,2 0,2 1,3 0,-1-1,1 0,-1 1,0-1,-3-1,-2-1,-2-1,-1-2,-4 1,1-1,-1 0,-2-1,1 1,-2-1,0-2,0 0,0-2,0-1,0-3,1-2,1-1,1 0,0 1,-2 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82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0,'2'1,"3"1,2 2,2 1,-1-1,0 0,0-1,-1-1,0 1,-1 1,0 0,0 0,1 0,0 1,1 0,-2 1,2 1,0-2,-1 1,1 1,-3-2,1 3,-1-1,-1 2,1-1,-2 0,0 1,0 1,1 0,-1 0,0-1,-1-1,1 0,-1 1,-1 0,1-1,-2 0,1 0,-1 1,0 2,0 5,-1 6,-2 6,-3 4,1 1,1-4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23:10.983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0,'1'1,"2"1,0 2,2 0,0 0,3 2,0 0,2 1,2 1,1 0,0-1,1 1,0-1,0-2,1 1,1-2,0 1,-1-1,-2-1,-1 1,-2-2,1 0,-1-1,0-1,-1 1,1-1,0 0,1-1,1 1,1 0,1 0,1 0,3 1,2 2,4 1,7 1,-2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205 501 24575,'54'12'0,"92"9"0,-79-18 0,94-6 0,-149 1 0,1 0 0,-1-1 0,18-7 0,12-2 0,188-57 0,-204 57 0,0-1 0,-1-1 0,-1-1 0,0-1 0,25-22 0,-18 14 0,61-37 0,-10 10 0,14-6 0,-70 45 0,0 2 0,1 0 0,0 2 0,46-8 0,-52 14 0,0 1 0,1 1 0,-1 0 0,1 2 0,-1 0 0,0 2 0,0 0 0,0 1 0,36 15 0,-44-14 0,-1 1 0,0 0 0,0 0 0,-1 1 0,14 13 0,11 7 0,-30-24 0,0-1 0,0 0 0,0 0 0,0-1 0,11 4 0,-9-4 0,-1 0 0,0 1 0,0 0 0,8 5 0,-3-1 0,-1 0 0,1-1 0,0 0 0,1 0 0,-1-1 0,1-1 0,0 0 0,0-1 0,1-1 0,-1 0 0,0 0 0,1-2 0,-1 1 0,1-2 0,-1 0 0,1 0 0,-1-1 0,0-1 0,24-8 0,-4-1 0,-16 6 0,-1 1 0,0-2 0,0 0 0,-1-1 0,0-1 0,0-1 0,19-16 0,-23 17 0,0 0 0,0 1 0,0 0 0,1 1 0,0 0 0,0 1 0,1 0 0,0 1 0,24-6 0,-9 5 0,0 2 0,0 1 0,51 1 0,-63 2 0,1 1 0,-1 0 0,0 1 0,0 0 0,19 7 0,34 7 0,6 2 0,90 30 0,-146-43 0,0-2 0,1 0 0,-1-1 0,1-1 0,0-1 0,33-4 0,-47 3 0,0 0 0,0-1 0,0 0 0,0 0 0,0 0 0,-1-1 0,10-5 0,37-28 0,-38 25 0,14-8-341,0-2 0,-2-2-1,42-44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 24575,'0'2'0,"0"5"0,0 2 0,0 3 0,0 5 0,0 4 0,0 4 0,-5 5 0,-2 1 0,0-3 0,2-1 0,1 3 0,2 2 0,1-3 0,0-3 0,-1-6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24575,'1'0'0,"-1"0"0,1 0 0,0 1 0,-1-1 0,1 0 0,0 1 0,-1-1 0,1 1 0,0-1 0,-1 1 0,1-1 0,-1 1 0,1-1 0,-1 1 0,1 0 0,-1-1 0,1 1 0,-1 0 0,0-1 0,1 1 0,-1 0 0,0 0 0,0-1 0,1 1 0,-1 0 0,0 0 0,0-1 0,0 1 0,0 0 0,0 1 0,-1 26 0,-4-7 0,-1 1 0,-18 39 0,17-46 0,0 1 0,1 0 0,1 1 0,0 0 0,2-1 0,-4 29 0,7-28-113,-1 4 236,-4 34 1,4-50-239,1 0-1,-2 0 1,1 0 0,-1-1-1,1 1 1,-1 0 0,-1-1 0,1 1-1,0-1 1,-1 1 0,0-1-1,-5 5 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0 24575,'1'0'0,"-1"1"0,1-1 0,0 1 0,0-1 0,0 0 0,-1 1 0,1 0 0,0-1 0,-1 1 0,1-1 0,0 1 0,-1 0 0,1-1 0,-1 1 0,1 0 0,-1 0 0,1 0 0,-1-1 0,0 1 0,1 0 0,-1 0 0,0 0 0,0 0 0,0 0 0,1-1 0,-1 1 0,0 0 0,0 0 0,0 0 0,-1 0 0,1 0 0,0 0 0,0 1 0,-4 31 0,-4 19 0,5-29 0,-2 0 0,0 0 0,-14 40 0,2-24-682,-26 44-1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1 24575,'1'0'0,"-1"0"0,1 0 0,0 1 0,-1-1 0,1 0 0,0 1 0,-1-1 0,1 1 0,-1-1 0,1 1 0,-1-1 0,1 1 0,-1-1 0,1 1 0,-1 0 0,1-1 0,-1 1 0,0-1 0,1 1 0,-1 0 0,0-1 0,0 1 0,0 0 0,1 0 0,-1-1 0,0 1 0,0 1 0,3 23 0,-3-22 0,0 223 0,-18-85 0,18-138-80,-1 1 0,0-1-1,0 1 1,0-1 0,0 0-1,0 1 1,0-1 0,-1 0-1,0 0 1,1 0 0,-1 0 0,0 0-1,-1-1 1,1 1 0,0 0-1,-4 2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0 24575,'-2'23'0,"0"-1"0,-2 1 0,0-1 0,-2 0 0,0 0 0,-2-1 0,-12 26 0,15-36 30,-1 1 0,0-1 0,-12 14 0,15-21-165,0 1 0,-1-1 0,0 0 0,0 0 0,0-1 0,0 1 0,-1-1 0,1 0 0,-1 0 0,-6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0 24575,'1'1'0,"-1"-1"0,1 1 0,0-1 0,0 0 0,0 1 0,-1 0 0,1-1 0,0 1 0,0-1 0,-1 1 0,1 0 0,-1-1 0,1 1 0,-1 0 0,1 0 0,-1 0 0,1-1 0,-1 1 0,0 0 0,1 0 0,-1 0 0,0 0 0,0 0 0,0 0 0,1 0 0,-1-1 0,0 3 0,2 30 0,-2-29 0,0 8 11,-1 0-1,0 0 1,-1 0-1,0 0 1,-1-1 0,-8 20-1,-33 67-545,29-68-369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24575,'1'29'0,"6"29"0,1 24 0,-7-35 0,-2 87 0,0-119 0,-1 0 0,0 0 0,-1 0 0,-1 0 0,0 0 0,-10 20 0,5-21-1365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0 24575,'0'0'0,"1"0"0,-1 1 0,1-1 0,-1 0 0,1 0 0,-1 1 0,1-1 0,-1 0 0,1 1 0,-1-1 0,0 1 0,1-1 0,-1 0 0,0 1 0,1-1 0,-1 1 0,0-1 0,0 1 0,1-1 0,-1 1 0,0-1 0,0 1 0,0-1 0,0 1 0,1 0 0,-1-1 0,0 1 0,0-1 0,0 1 0,-1 0 0,1 19 0,-3-5 0,-1 0 0,0 0 0,-1-1 0,-11 22 0,-33 56 0,38-73 0,-130 206 0,62-102 0,75-117-273,0 1 0,0-1 0,-1-1 0,-6 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24575,'0'2'0,"0"4"0,0 6 0,0 4 0,0 1 0,0 1 0,0-1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1 24575,'0'16'0,"-1"-1"0,0 1 0,-5 24 0,3-31 0,1-1 0,-1 0 0,-1 0 0,1 0 0,-1-1 0,-1 1 0,1-1 0,-8 8 0,-69 104 0,29-40 0,48-73-227,0-1-1,0 0 1,0 0-1,-1 0 1,-9 7-1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1 24575,'0'7'0,"0"18"0,-4 38 0,2-54 0,0 0 0,0 0 0,-1 0 0,0 0 0,0-1 0,-1 1 0,-8 11 0,-3 5-455,-2 0 0,-26 29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1 24575,'1'0'0,"0"0"0,-1 1 0,1-1 0,0 1 0,0-1 0,-1 1 0,1-1 0,0 1 0,-1-1 0,1 1 0,-1 0 0,1-1 0,-1 1 0,1 0 0,-1-1 0,1 1 0,-1 0 0,0 0 0,1-1 0,-1 1 0,0 0 0,0 0 0,1 0 0,-1 0 0,0-1 0,0 1 0,0 0 0,0 0 0,0 0 0,0 0 0,0-1 0,0 1 0,-1 0 0,1 1 0,-6 32 0,3-25 0,-1 0 0,0 0 0,0 0 0,-1 0 0,0-1 0,-1 0 0,0 0 0,-10 12 0,-15 19 0,19-23-341,0 0 0,-2-1-1,-23 22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24575,'0'44'0,"-2"75"0,0-101 0,0 1 0,-2-1 0,0 0 0,-9 25 0,-3 11 0,11-37 0,0 0 0,-11 24 0,-10-2-1365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0 24575,'0'3'0,"0"3"0,0 3 0,-2 3 0,-2 2 0,1 1 0,1 1 0,0 2 0,-2 1 0,0 1 0,-2-2 0,0-1 0,1 0 0,-2-1 0,1-1 0,-1 1 0,-2-4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24575,'-8'99'0,"0"4"0,9-95-114,-1 0 1,0 1-1,0-1 0,-1 0 0,0 0 1,0 0-1,-1 0 0,0 0 0,-1 0 1,0 0-1,-4 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24575,'2'104'0,"-4"114"0,-4-188-1365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108 88 24575,'2'0'0,"0"1"0,-1-1 0,1 1 0,0 0 0,0-1 0,0 1 0,0 0 0,0 0 0,-1 0 0,1 0 0,-1 0 0,1 1 0,0-1 0,-1 0 0,0 1 0,1-1 0,-1 1 0,0 0 0,0-1 0,0 1 0,0 0 0,0 0 0,0-1 0,-1 1 0,1 0 0,0 0 0,-1 0 0,0 0 0,1 3 0,2 8 0,-1 1 0,1 26 0,-3-36 0,-2 213 0,-5-154 0,3-37 0,0 30 0,-3 26 0,3-54 0,0 32 0,3-15 0,-12 83 0,13-135 0,0 0 0,0 0 0,-1 0 0,0 1 0,-1-1 0,-1-7 0,-19-55 0,16 48 0,-10-28 0,3 0 0,1-2 0,-9-100 0,16 91 0,-2-18 0,10 90 0,-1 0 0,2 0 0,7 19 0,3 11 0,24 88 0,-6 2 0,16 146 0,-43-208 0,-10-554 0,7 276 0,-2 116 0,0 1171 0,0-1061 0,1-8 0,-1 1 0,0 0 0,-1 0 0,0-1 0,-1 1 0,-4 16 0,1-44 0,0-103 0,-4-48 0,-11-638 0,22 644 0,8 203 0,-2-14 0,13 68 0,-5 0 0,7 138 0,-9 134 0,-16-564 0,6-428 0,-1 569-682,15-77-1,-14 113-6143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41.2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24575,'0'3'0,"1"0"0,0 1 0,0-1 0,1 0 0,-1 0 0,0 0 0,3 4 0,4 9 0,3 14 0,-1 1 0,-2 0 0,6 46 0,-9-48 0,14 50 0,2 12 0,-14-58 0,-5-20 0,1 0 0,0 19 0,-1-7 0,1-1 0,1 0 0,10 32 0,-7-33 0,-2 0 0,0 1 0,2 37 0,-7-21 0,-2 119 0,-5-105 0,4-31 0,-2 38 0,5-37 0,1-11 0,-1 1 0,0 0 0,-1 0 0,-1-1 0,-5 22 0,7-35 8,0 1-1,0-1 1,0 0-1,0 0 0,0 1 1,0-1-1,0 0 1,0 0-1,0 1 0,0-1 1,0 0-1,0 1 1,0-1-1,-1 0 1,1 0-1,0 1 0,0-1 1,0 0-1,0 0 1,-1 0-1,1 1 0,0-1 1,0 0-1,0 0 1,-1 0-1,1 0 1,0 1-1,0-1 0,-1 0 1,1 0-1,0 0 1,0 0-1,-1 0 1,1 0-1,0 0 0,0 0 1,-1 0-1,1 0 1,0 0-1,-1 0 0,1 0 1,0 0-1,0 0 1,-1 0-1,1 0 1,-8-12-1715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10.64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1321 24575,'3'-4'0,"0"0"0,-1-1 0,1 1 0,-1 0 0,0-1 0,0 0 0,0 1 0,-1-1 0,0 0 0,0 0 0,1-9 0,1-3 0,26-126 0,49-212 0,-52 256 0,110-394 0,-127 468-341,1 0 0,1 0-1,19-30 1,-19 36-6485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1:46.8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205 571 24575,'62'13'0,"104"11"0,-90-20 0,108-8 0,-170 2 0,0-1 0,0 0 0,20-8 0,14-3 0,214-65 0,-232 66 0,-1-2 0,-1-1 0,0-1 0,-1-1 0,29-25 0,-21 15 0,71-41 0,-13 11 0,16-7 0,-80 51 0,1 2 0,1 2 0,0 0 0,51-8 0,-57 16 0,-1 0 0,0 2 0,1 1 0,-1 1 0,0 1 0,0 1 0,0 0 0,0 2 0,41 17 0,-50-16 0,-1 0 0,-1 1 0,1 1 0,-2 0 0,17 15 0,12 8 0,-34-28 0,0 0 0,-1-1 0,1 0 0,1 0 0,11 3 0,-11-4 0,1 1 0,-1 0 0,0 0 0,9 6 0,-4 0 0,0-1 0,1-1 0,0 0 0,0-1 0,0-1 0,1 0 0,0 0 0,0-2 0,0 0 0,0-1 0,0 0 0,1-1 0,-1-1 0,0 0 0,1-1 0,-1-1 0,0-1 0,0 0 0,27-9 0,-4-2 0,-19 8 0,-1-1 0,1 0 0,-2-2 0,1 0 0,-1-1 0,0-1 0,22-18 0,-27 18 0,0 1 0,1 1 0,0 0 0,0 0 0,1 2 0,0 0 0,1 0 0,-1 1 0,29-7 0,-12 7 0,1 1 0,0 2 0,58 1 0,-71 2 0,-1 0 0,1 2 0,-1 0 0,0 1 0,23 7 0,37 8 0,8 3 0,101 34 0,-165-50 0,0-1 0,0-1 0,0-1 0,1-1 0,-1-1 0,39-5 0,-54 4 0,0 0 0,0-1 0,-1 0 0,1 0 0,0-1 0,-1 0 0,11-6 0,42-32 0,-43 29 0,16-11-341,-1-1 0,-1-1-1,48-52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1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1 24575,'0'3'0,"0"4"0,0 4 0,0 2 0,0 6 0,0 5 0,0 5 0,-6 6 0,-2 0 0,1-3 0,1-1 0,1 3 0,3 2 0,0-3 0,2-3 0,-3-8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37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24575,'0'0'0,"1"0"0,0 1 0,0-1 0,0 0 0,-1 1 0,1-1 0,0 1 0,0-1 0,-1 1 0,1-1 0,0 1 0,-1 0 0,1-1 0,-1 1 0,1 0 0,-1-1 0,1 1 0,-1 0 0,1 0 0,-1 0 0,0-1 0,1 1 0,-1 0 0,0 0 0,0 0 0,0 0 0,0 0 0,1 0 0,-1-1 0,-1 3 0,0 29 0,-5-8 0,-1 0 0,-20 46 0,19-52 0,1 0 0,0 0 0,1 1 0,1 0 0,0 0 0,-2 32 0,7-32-113,-1 5 236,-5 39 1,6-58-239,-1 1-1,-1 0 1,1-1 0,-1 1-1,0-1 1,0 0 0,-1 1 0,0-1-1,0 0 1,0 0 0,0-1-1,-6 6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38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0 24575,'0'0'0,"1"1"0,0-1 0,0 1 0,0-1 0,0 1 0,0-1 0,0 1 0,-1 0 0,1-1 0,0 1 0,0 0 0,-1 0 0,1 0 0,-1-1 0,1 1 0,-1 0 0,1 0 0,-1 0 0,1 0 0,-1 0 0,0 0 0,1 0 0,-1 0 0,0 0 0,0 0 0,0 0 0,0 0 0,0 0 0,0 0 0,0 0 0,0 0 0,0 0 0,-1 1 0,-3 36 0,-5 21 0,5-32 0,-1-1 0,0 0 0,-18 46 0,4-28-682,-30 51-1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4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 24575,'0'0'0,"1"0"0,0 1 0,0-1 0,-1 0 0,1 1 0,0-1 0,-1 1 0,1-1 0,0 1 0,-1-1 0,1 1 0,0 0 0,-1-1 0,1 1 0,-1 0 0,0-1 0,1 1 0,-1 0 0,1-1 0,-1 1 0,0 0 0,0 0 0,1 0 0,-1-1 0,0 1 0,0 0 0,0 1 0,3 27 0,-3-26 0,0 255 0,-20-98 0,20-156-80,-1 0 0,0 0-1,0 0 1,0 0 0,0-1-1,-1 1 1,1 0 0,-1-1-1,0 1 1,0-1 0,0 1 0,-1-1-1,1 0 1,-1 0 0,1 0-1,-5 3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6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0 24575,'-2'26'0,"-1"0"0,-1-1 0,-1 0 0,-1 1 0,-2-2 0,0 1 0,-15 28 0,17-40 30,-1 0 0,0-1 0,-13 17 0,17-24-165,-1 0 0,0 0 0,-1-1 0,1 1 0,-1-1 0,0 0 0,0-1 0,0 1 0,-1-1 0,-6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7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0 24575,'1'1'0,"0"-1"0,0 1 0,-1-1 0,1 1 0,0-1 0,0 1 0,0 0 0,0-1 0,-1 1 0,1 0 0,0 0 0,0 0 0,-1-1 0,1 1 0,-1 0 0,1 0 0,-1 0 0,1 0 0,-1 0 0,0 0 0,1 0 0,-1 0 0,0 0 0,0 0 0,0 0 0,0 0 0,0 2 0,3 35 0,-3-34 0,0 10 11,-1 0-1,-1-1 1,0 1-1,0-1 1,-1 0 0,-9 23-1,-39 75-545,34-76-369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39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1 24575,'2'33'0,"5"34"0,2 26 0,-8-39 0,-1 97 0,-2-133 0,0-1 0,0 0 0,-2 0 0,0 0 0,-1 0 0,-11 23 0,6-24-1365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0.0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0 24575,'1'0'0,"-1"1"0,1-1 0,-1 0 0,1 0 0,-1 1 0,1-1 0,0 0 0,-1 1 0,0-1 0,1 1 0,-1-1 0,1 1 0,-1-1 0,1 1 0,-1-1 0,0 1 0,1-1 0,-1 1 0,0-1 0,0 1 0,0 0 0,1-1 0,-1 1 0,0-1 0,0 1 0,0 0 0,0-1 0,0 1 0,0 0 0,0 0 0,-1 22 0,-2-6 0,-1 0 0,-1 0 0,-1-1 0,-12 25 0,-38 63 0,43-82 0,-147 235 0,70-117 0,86-133-273,-1 0 0,0 0 0,0 0 0,-8 7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0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24575,'0'3'0,"0"4"0,0 6 0,0 5 0,0 1 0,0 2 0,0-1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247 1 24575,'0'18'0,"0"0"0,-2-1 0,-5 30 0,4-38 0,0 0 0,0 1 0,-1-1 0,0 0 0,-1-1 0,0 1 0,0-1 0,-8 9 0,-80 119 0,34-46 0,55-84-227,-1 0-1,1 0 1,-1-1-1,-1 1 1,-10 8-1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49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24575,'0'8'0,"1"21"0,-6 42 0,3-60 0,0-1 0,-1 0 0,0 0 0,-1 0 0,0 0 0,0 0 0,-9 13 0,-5 6-455,0-2 0,-32 35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50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 24575,'0'0'0,"1"1"0,0-1 0,0 1 0,0-1 0,0 1 0,-1-1 0,1 1 0,0-1 0,0 1 0,-1 0 0,1 0 0,0-1 0,-1 1 0,1 0 0,-1 0 0,1 0 0,-1-1 0,0 1 0,1 0 0,-1 0 0,0 0 0,1 0 0,-1 0 0,0 0 0,0 0 0,0 0 0,0 0 0,0 0 0,0 0 0,0 0 0,0 0 0,0 0 0,-1-1 0,1 3 0,-7 35 0,4-27 0,-2-1 0,1 0 0,-1 1 0,-1-2 0,1 1 0,-2-1 0,1 0 0,-14 13 0,-14 23 0,20-27-341,0 1 0,-1-2-1,-28 25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51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 24575,'0'50'0,"-2"86"0,0-115 0,-1 0 0,-1-1 0,0 1 0,-12 28 0,-2 12 0,13-41 0,-1-1 0,-12 27 0,-12 0-1365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51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0 24575,'0'3'0,"0"4"0,0 4 0,-3 2 0,-1 3 0,0 1 0,1 1 0,1 3 0,-2 1 0,-1 0 0,-2-1 0,1-1 0,0-1 0,-1-1 0,0-1 0,-1 1 0,-3-4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52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 24575,'-9'113'0,"0"4"0,10-107-114,-1-1 1,0 0-1,0 1 0,-1-1 0,0 0 1,-1 1-1,0-1 0,0 0 0,-1 0 1,-1-1-1,-4 12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0:57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24575,'2'119'0,"-4"128"0,-5-212-1365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06.40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123 100 24575,'2'1'0,"0"-1"0,0 1 0,0-1 0,1 1 0,-1 0 0,0 0 0,0 0 0,0 0 0,0 0 0,0 1 0,0-1 0,-1 0 0,1 1 0,0 0 0,-1-1 0,1 1 0,-1 0 0,0 0 0,1 0 0,-1-1 0,0 1 0,0 1 0,0-1 0,0 0 0,-1 0 0,1 0 0,-1 0 0,1 1 0,-1 2 0,4 10 0,-2 1 0,1 30 0,-3-42 0,-1 243 0,-8-175 0,5-42 0,-1 34 0,-3 29 0,3-61 0,1 36 0,3-17 0,-14 95 0,16-154 0,-2 0 0,1 0 0,-1 1 0,0-1 0,-1 0 0,-2-8 0,-20-62 0,16 54 0,-10-32 0,3 0 0,2-1 0,-11-116 0,17 105 0,0-21 0,10 103 0,0 0 0,1-1 0,9 23 0,3 11 0,27 101 0,-7 2 0,19 167 0,-50-237 0,-10-631 0,7 314 0,-2 132 0,0 1334 0,0-1209 0,1-8 0,-1 1 0,0-1 0,-1 0 0,0 0 0,-1 0 0,-5 20 0,2-52 0,-1-117 0,-5-54 0,-11-727 0,24 733 0,9 232 0,-2-16 0,15 77 0,-5 0 0,7 157 0,-11 154 0,-17-643 0,7-488 0,-1 647-682,16-87-1,-16 130-6143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4:22:28.6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24575,'1'4'0,"0"-1"0,0 1 0,0 0 0,0-1 0,1 1 0,0 0 0,2 3 0,5 12 0,4 15 0,-3 1 0,0 0 0,6 53 0,-11-55 0,17 57 0,2 13 0,-17-65 0,-3-23 0,-2 0 0,2 22 0,-1-10 0,0 1 0,2-1 0,11 37 0,-9-38 0,-1 1 0,-1 0 0,3 43 0,-7-25 0,-3 136 0,-6-119 0,4-36 0,-2 43 0,7-42 0,0-11 0,-1-1 0,-1 1 0,0 0 0,-1-1 0,-6 25 0,8-40 8,0 1-1,0-1 1,0 0-1,0 0 0,0 1 1,0-1-1,0 0 1,0 1-1,0-1 0,0 0 1,0 1-1,0-1 1,0 0-1,-1 1 1,1-1-1,0 0 0,0 0 1,0 1-1,0-1 1,-1 0-1,1 0 0,0 1 1,0-1-1,-1 0 1,1 0-1,0 0 1,0 0-1,-1 1 0,1-1 1,0 0-1,-1 0 1,1 0-1,0 0 1,-1 0-1,1 0 0,0 0 1,0 0-1,-1 0 1,1 0-1,0 0 0,-1 0 1,1 0-1,0 0 1,-1 0-1,0 0 1,-7-14-1715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8:49.995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0 750,'0'2,"2"0,2 0,3 0,1-1,2 0,0-1,-1-1,-1-1,1-1,0 1,2-1,1 0,0 0,2-1,2-1,0 0,-1 0,-1 2,-2 1,0 1,-1 0,-1 0,0-2,1 1,-1 1,0 0,0-2,1 1,-1-1,0 0,1-1,-1 0,1-1,-1 0,0 0,-1-1,-1-1,0 1,1 1,0 0,0-1,1 0,1 2,-1-1,-1-1,-1-1,0 0,1 0,0 1,1 0,0 0,0 1,0-2,1-1,-1 1,1-2,1-1,1-1,1-2,3 0,-1-1,-1 0,3-2,-3 0,-1 1,-2 0,1-2,0 1,0 1,-1 0,1-4,2-2,2-5,1-2,2-2,1-1,0-2,-2-1,-2 0,-4 2,-2 1,-4 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8:54.392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0,'0'2,"0"2,2 2,4 2,3 2,1 0,1 3,3 2,1 0,1 0,-1-1,-1-3,-1-2,-2 0,2-2,0-1,-2 2,-2 0,1-1,-1 0,0-1,1-2,0-1,-2 0,0 0,2 1,1 0,2 1,1 2,0-1,-2-1,1-2,-2 1,0-1,0 0,-1-1,0-1,2 1,1 1,1 1,1 0,-1 1,-1 0,-1 0,-1 0,0-1,1-1,3-2,1 2,3 0,-1-1,-2 1,-1 1,-2-1,-2-1,0-1,2 0,-1-1,2 0,0 0,0 0,1 0,1-1,3 1,2-1,2-2,1-1,-1 0,-3 0,-2 2,-3-2,-2-1,-1 0,0 1,0-1,-1 1,2-3,0-2,-1 1,-1 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8:55.631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367 0,'0'2,"0"2,0 3,0 1,0 1,0 2,0 1,0 3,0 2,0 2,0 1,0 1,0 0,0 2,0 1,0-1,0-2,0-2,0-4,0 0,0 0,-2 1,-1-1,-1 1,0-2,0-1,0-1,0-1,-1 1,-3 5,-2 1,-3 1,-1-1,0-3,1-3,1-2,0-3,-1-1,0-1,1-2,-4 1,-4-1,-2 0,-2-1,-2-1,1-1,1 0,-1 0,4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8:56.940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147 0,'-1'0,"-4"0,1 2,-4 0,0 2,0 2,-3 2,-1 3,0 1,0 0,1 1,-1 1,3 1,1 3,1 1,1 1,1 2,1 2,2-1,1 2,1 0,0-1,0 1,0-1,0 0,0-1,1-1,1 0,0 1,2 0,2 1,0 3,0 1,2 2,2-1,2 0,0-2,2-1,0-2,2 0,-1 2,-1-1,1 0,1-2,0 0,-1-1,-3-1,-1-2,-1-3,-1-1,-2-3,0-1,0-2,0-2,6 5,6 2,1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8:58.054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37,'2'0,"4"0,4 0,5 0,6 1,7 4,6 3,5 1,4 0,5 1,3 0,0-2,1 2,-3-1,0 0,-2-2,-6-2,-3-2,-3-1,-4-1,0-1,-2-1,-2 1,-1 0,-1-2,-1-3,1-1,-1-3,-1-2,2-3,1-5,1-2,3 0,0 2,-5 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9:00.283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0,'4'2,"4"2,5 2,1 3,1-2,-1-1,-1-1,0-1,-2 2,0 1,-1-1,1 1,1 0,0 2,1 0,-1 1,1 0,1 1,-1-1,-1 1,-2 0,-1 1,-1 1,1 1,-2 1,-1-1,-1 2,1 1,-1 1,1-2,0 0,-2-3,0 2,0 0,-1 0,-1 0,-1-2,0 1,-1 1,0 4,-1 9,0 11,-6 9,-1 6,-1 4,2-8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25T15:09:02.502"/>
    </inkml:context>
    <inkml:brush xml:id="br0">
      <inkml:brushProperty name="width" value="0.35" units="cm"/>
      <inkml:brushProperty name="height" value="2.1" units="cm"/>
      <inkml:brushProperty name="ignorePressure" value="1"/>
      <inkml:brushProperty name="inkEffects" value="pencil"/>
    </inkml:brush>
  </inkml:definitions>
  <inkml:trace contextRef="#ctx0" brushRef="#br0">0 0,'2'2,"2"2,3 2,1 1,1 0,3 2,3 3,2 0,4 1,2 1,0 0,0-1,1-1,1-3,0 0,3-1,0 0,-2 0,-3-3,-3 0,-3 0,2-2,-2-1,1-1,-2-1,1 0,0 0,2 0,2 0,1 0,3-1,1 1,5 2,3 2,8 2,12 4,-4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0C406-2328-4788-AE79-437B6607AD2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2C596-00D0-4993-8773-99A1673F4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99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2C596-00D0-4993-8773-99A1673F4C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36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0EA7-1F49-40F9-8B63-1AA99AB66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903D45-BFBD-45DB-91DA-BFB2FF3FE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56146-97AF-4206-9D98-3D8706FB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040E-F45D-4CAA-828E-497F8815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3B49E-8573-43A8-883F-1DA3CFBF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5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9B88-58FD-4855-8D1A-B76D115E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1BF81-2C2E-43A7-A3B8-AFC76DC67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36996-D32A-4891-AF96-F8F54412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6A8AA-7E1D-42D6-9FED-99773125C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BECF-3366-4386-837D-70B2741A4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0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B3A67-E172-4D94-BFF2-A6087DEB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AE05E-EF9A-4423-A725-AA446E709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26D0-FD54-4721-A1FB-0542C6CE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F8EEA-7D69-4A4E-B0FB-781553F7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2D0F-609C-48E6-9535-19F49C88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82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1783-5355-4037-9325-0A7E89B9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AB144-DB51-42E5-BD6B-D0C1C3633D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F9B1D-45CD-4824-92E8-91DBA4D4E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8E8CD-77DE-4644-9B47-F920C812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C164D-1BA2-4D55-B2C5-50304357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2DE75-11CB-4CB5-AD0C-DD025658C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D64F-BE50-4A8F-B1BD-F955A663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B16F5-027D-4DD1-A36C-8AA09683B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FC258-38D8-43AD-837F-627EC466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BF400-37B1-4AC3-BD13-63B4FA038D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6E233-6152-4355-91FC-6808426B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4278AC-2B47-41AF-997B-6D997321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31924-40AF-441C-B432-15A57062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D1CF1-05F1-49D2-B211-B2BDC6A0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3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C0B60-AD74-4C80-B09E-6558D0F9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7FFE5-7F40-4DF2-B98C-D023BE08D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6E81-74D5-403E-81FF-CC8BB726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0E4E3-A560-4FFF-BCED-EBF9E9CE5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1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2FF2E-A5B0-4C5F-AB12-0F9E2EED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AA2A7-EBCB-4C19-BDA4-8AD6D2A9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70B90-18DC-466E-BAE2-B7792C5B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66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3875-AA0F-491F-9B7E-8C763CE0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F20BF-9225-40D5-A0D9-407DA9B3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84990-0AF2-4884-99F3-189F7FBE6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99B39-077A-41A5-8EBD-474087FC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F6F91A-201B-4B82-B0CD-0208540F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1E6BF-EA0F-4FA4-B6AD-6565888F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78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21A8-9718-4422-B689-16C03D2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C4486-4B36-4347-8735-00386B5F2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1D3BA-D9FF-4044-BBE6-FF680E072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EF3D3-52C7-4164-84C9-0ADB5DF28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11582-7287-413C-8962-BDC961B4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152E-12F8-4C17-953A-817D6915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34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7171-9630-407B-961A-7DFEA4F7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430EEA-5BC6-4F03-B4C6-CCC13BEE7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D91BE-118D-4696-9B10-FB8E30EA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0A61-FD59-4833-8A94-A5ED9298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18F1B-593B-4E6E-8E49-C434F18B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80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BAEFD8-04A0-4B23-A36C-4FA3A217B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6F6D9-49EB-42AF-BB7B-AC5A070C4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1D6C-8582-4743-8DEE-F75F89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74E38-69CF-4C9B-9F58-D525E83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E9BBE-178F-488A-B793-DF9A42EC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380C-3B66-4DD0-B214-7EEF23D7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1D241-3E92-452A-9669-2091E7B9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8C1BE-4C33-4CD2-80C3-5DEB61C94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CD53-0620-48F2-A3BB-2B10BDA60E52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AF98F-A66A-4AC7-A617-F5F9A8455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CF5DB-CA13-4D9B-A6C5-F754E496F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8868A-2C41-48CA-A091-FEE1EF194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50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jpeg"/><Relationship Id="rId17" Type="http://schemas.openxmlformats.org/officeDocument/2006/relationships/image" Target="../media/image26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jpeg"/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17" Type="http://schemas.openxmlformats.org/officeDocument/2006/relationships/image" Target="../media/image39.png"/><Relationship Id="rId2" Type="http://schemas.openxmlformats.org/officeDocument/2006/relationships/image" Target="../media/image17.png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5" Type="http://schemas.openxmlformats.org/officeDocument/2006/relationships/image" Target="../media/image10.png"/><Relationship Id="rId10" Type="http://schemas.openxmlformats.org/officeDocument/2006/relationships/image" Target="../media/image9.jpe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image" Target="../media/image13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17" Type="http://schemas.openxmlformats.org/officeDocument/2006/relationships/image" Target="../media/image51.png"/><Relationship Id="rId2" Type="http://schemas.openxmlformats.org/officeDocument/2006/relationships/image" Target="../media/image30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svg"/><Relationship Id="rId10" Type="http://schemas.openxmlformats.org/officeDocument/2006/relationships/image" Target="../media/image45.jpeg"/><Relationship Id="rId4" Type="http://schemas.openxmlformats.org/officeDocument/2006/relationships/image" Target="../media/image40.jpeg"/><Relationship Id="rId9" Type="http://schemas.openxmlformats.org/officeDocument/2006/relationships/image" Target="../media/image11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58.png"/><Relationship Id="rId18" Type="http://schemas.openxmlformats.org/officeDocument/2006/relationships/image" Target="../media/image32.png"/><Relationship Id="rId3" Type="http://schemas.openxmlformats.org/officeDocument/2006/relationships/image" Target="../media/image43.png"/><Relationship Id="rId7" Type="http://schemas.openxmlformats.org/officeDocument/2006/relationships/image" Target="../media/image6.png"/><Relationship Id="rId12" Type="http://schemas.openxmlformats.org/officeDocument/2006/relationships/image" Target="../media/image35.png"/><Relationship Id="rId17" Type="http://schemas.openxmlformats.org/officeDocument/2006/relationships/image" Target="../media/image61.png"/><Relationship Id="rId2" Type="http://schemas.openxmlformats.org/officeDocument/2006/relationships/image" Target="../media/image52.png"/><Relationship Id="rId16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11" Type="http://schemas.openxmlformats.org/officeDocument/2006/relationships/image" Target="../media/image22.jpeg"/><Relationship Id="rId5" Type="http://schemas.openxmlformats.org/officeDocument/2006/relationships/image" Target="../media/image54.png"/><Relationship Id="rId15" Type="http://schemas.openxmlformats.org/officeDocument/2006/relationships/image" Target="../media/image60.jpeg"/><Relationship Id="rId10" Type="http://schemas.openxmlformats.org/officeDocument/2006/relationships/image" Target="../media/image57.png"/><Relationship Id="rId19" Type="http://schemas.openxmlformats.org/officeDocument/2006/relationships/image" Target="../media/image45.jpeg"/><Relationship Id="rId4" Type="http://schemas.openxmlformats.org/officeDocument/2006/relationships/image" Target="../media/image53.jpeg"/><Relationship Id="rId9" Type="http://schemas.openxmlformats.org/officeDocument/2006/relationships/image" Target="../media/image1.png"/><Relationship Id="rId14" Type="http://schemas.openxmlformats.org/officeDocument/2006/relationships/image" Target="../media/image5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18" Type="http://schemas.openxmlformats.org/officeDocument/2006/relationships/image" Target="../media/image74.png"/><Relationship Id="rId3" Type="http://schemas.openxmlformats.org/officeDocument/2006/relationships/image" Target="../media/image1.png"/><Relationship Id="rId21" Type="http://schemas.openxmlformats.org/officeDocument/2006/relationships/image" Target="../media/image77.png"/><Relationship Id="rId7" Type="http://schemas.openxmlformats.org/officeDocument/2006/relationships/image" Target="../media/image65.jpeg"/><Relationship Id="rId12" Type="http://schemas.openxmlformats.org/officeDocument/2006/relationships/image" Target="../media/image22.jpeg"/><Relationship Id="rId17" Type="http://schemas.openxmlformats.org/officeDocument/2006/relationships/image" Target="../media/image73.png"/><Relationship Id="rId2" Type="http://schemas.openxmlformats.org/officeDocument/2006/relationships/image" Target="../media/image36.jpeg"/><Relationship Id="rId16" Type="http://schemas.openxmlformats.org/officeDocument/2006/relationships/image" Target="../media/image12.jpe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jpeg"/><Relationship Id="rId15" Type="http://schemas.openxmlformats.org/officeDocument/2006/relationships/image" Target="../media/image72.png"/><Relationship Id="rId10" Type="http://schemas.openxmlformats.org/officeDocument/2006/relationships/image" Target="../media/image68.png"/><Relationship Id="rId19" Type="http://schemas.openxmlformats.org/officeDocument/2006/relationships/image" Target="../media/image75.png"/><Relationship Id="rId4" Type="http://schemas.openxmlformats.org/officeDocument/2006/relationships/image" Target="../media/image62.jpeg"/><Relationship Id="rId9" Type="http://schemas.openxmlformats.org/officeDocument/2006/relationships/image" Target="../media/image67.png"/><Relationship Id="rId14" Type="http://schemas.openxmlformats.org/officeDocument/2006/relationships/image" Target="../media/image71.png"/><Relationship Id="rId22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10.png"/><Relationship Id="rId18" Type="http://schemas.openxmlformats.org/officeDocument/2006/relationships/image" Target="../media/image89.png"/><Relationship Id="rId3" Type="http://schemas.openxmlformats.org/officeDocument/2006/relationships/image" Target="../media/image12.jpeg"/><Relationship Id="rId7" Type="http://schemas.openxmlformats.org/officeDocument/2006/relationships/image" Target="../media/image81.png"/><Relationship Id="rId12" Type="http://schemas.openxmlformats.org/officeDocument/2006/relationships/image" Target="../media/image84.png"/><Relationship Id="rId17" Type="http://schemas.openxmlformats.org/officeDocument/2006/relationships/image" Target="../media/image88.jpeg"/><Relationship Id="rId2" Type="http://schemas.openxmlformats.org/officeDocument/2006/relationships/image" Target="../media/image36.jpeg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3.png"/><Relationship Id="rId5" Type="http://schemas.openxmlformats.org/officeDocument/2006/relationships/image" Target="../media/image79.png"/><Relationship Id="rId15" Type="http://schemas.openxmlformats.org/officeDocument/2006/relationships/image" Target="../media/image86.png"/><Relationship Id="rId10" Type="http://schemas.openxmlformats.org/officeDocument/2006/relationships/image" Target="../media/image41.png"/><Relationship Id="rId19" Type="http://schemas.openxmlformats.org/officeDocument/2006/relationships/image" Target="../media/image90.png"/><Relationship Id="rId4" Type="http://schemas.openxmlformats.org/officeDocument/2006/relationships/image" Target="../media/image74.png"/><Relationship Id="rId9" Type="http://schemas.openxmlformats.org/officeDocument/2006/relationships/image" Target="../media/image3.jpeg"/><Relationship Id="rId14" Type="http://schemas.openxmlformats.org/officeDocument/2006/relationships/image" Target="../media/image8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.jpeg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customXml" Target="../ink/ink4.xml"/><Relationship Id="rId7" Type="http://schemas.openxmlformats.org/officeDocument/2006/relationships/image" Target="../media/image13.png"/><Relationship Id="rId12" Type="http://schemas.openxmlformats.org/officeDocument/2006/relationships/image" Target="../media/image44.png"/><Relationship Id="rId17" Type="http://schemas.openxmlformats.org/officeDocument/2006/relationships/customXml" Target="../ink/ink2.xml"/><Relationship Id="rId25" Type="http://schemas.openxmlformats.org/officeDocument/2006/relationships/customXml" Target="../ink/ink6.xml"/><Relationship Id="rId2" Type="http://schemas.openxmlformats.org/officeDocument/2006/relationships/image" Target="../media/image11.png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11" Type="http://schemas.openxmlformats.org/officeDocument/2006/relationships/image" Target="../media/image95.png"/><Relationship Id="rId24" Type="http://schemas.openxmlformats.org/officeDocument/2006/relationships/image" Target="../media/image100.png"/><Relationship Id="rId5" Type="http://schemas.openxmlformats.org/officeDocument/2006/relationships/image" Target="../media/image92.png"/><Relationship Id="rId15" Type="http://schemas.openxmlformats.org/officeDocument/2006/relationships/customXml" Target="../ink/ink1.xml"/><Relationship Id="rId23" Type="http://schemas.openxmlformats.org/officeDocument/2006/relationships/customXml" Target="../ink/ink5.xml"/><Relationship Id="rId28" Type="http://schemas.openxmlformats.org/officeDocument/2006/relationships/image" Target="../media/image102.png"/><Relationship Id="rId10" Type="http://schemas.openxmlformats.org/officeDocument/2006/relationships/image" Target="../media/image94.png"/><Relationship Id="rId19" Type="http://schemas.openxmlformats.org/officeDocument/2006/relationships/customXml" Target="../ink/ink3.xml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4" Type="http://schemas.openxmlformats.org/officeDocument/2006/relationships/image" Target="../media/image64.png"/><Relationship Id="rId22" Type="http://schemas.openxmlformats.org/officeDocument/2006/relationships/image" Target="../media/image99.png"/><Relationship Id="rId27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36.jpeg"/><Relationship Id="rId3" Type="http://schemas.openxmlformats.org/officeDocument/2006/relationships/image" Target="../media/image74.png"/><Relationship Id="rId7" Type="http://schemas.openxmlformats.org/officeDocument/2006/relationships/image" Target="../media/image6.png"/><Relationship Id="rId12" Type="http://schemas.openxmlformats.org/officeDocument/2006/relationships/image" Target="../media/image32.png"/><Relationship Id="rId2" Type="http://schemas.openxmlformats.org/officeDocument/2006/relationships/image" Target="../media/image10.png"/><Relationship Id="rId16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06.png"/><Relationship Id="rId5" Type="http://schemas.openxmlformats.org/officeDocument/2006/relationships/image" Target="../media/image103.png"/><Relationship Id="rId15" Type="http://schemas.openxmlformats.org/officeDocument/2006/relationships/image" Target="../media/image108.png"/><Relationship Id="rId10" Type="http://schemas.openxmlformats.org/officeDocument/2006/relationships/image" Target="../media/image105.png"/><Relationship Id="rId4" Type="http://schemas.openxmlformats.org/officeDocument/2006/relationships/image" Target="../media/image94.png"/><Relationship Id="rId9" Type="http://schemas.openxmlformats.org/officeDocument/2006/relationships/image" Target="../media/image104.png"/><Relationship Id="rId14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.xml"/><Relationship Id="rId21" Type="http://schemas.openxmlformats.org/officeDocument/2006/relationships/image" Target="../media/image118.png"/><Relationship Id="rId42" Type="http://schemas.openxmlformats.org/officeDocument/2006/relationships/image" Target="../media/image128.png"/><Relationship Id="rId47" Type="http://schemas.openxmlformats.org/officeDocument/2006/relationships/image" Target="../media/image133.jpg"/><Relationship Id="rId63" Type="http://schemas.openxmlformats.org/officeDocument/2006/relationships/image" Target="../media/image148.png"/><Relationship Id="rId68" Type="http://schemas.openxmlformats.org/officeDocument/2006/relationships/image" Target="../media/image153.png"/><Relationship Id="rId7" Type="http://schemas.openxmlformats.org/officeDocument/2006/relationships/image" Target="../media/image111.png"/><Relationship Id="rId71" Type="http://schemas.openxmlformats.org/officeDocument/2006/relationships/image" Target="../media/image156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29" Type="http://schemas.openxmlformats.org/officeDocument/2006/relationships/image" Target="../media/image122.png"/><Relationship Id="rId11" Type="http://schemas.openxmlformats.org/officeDocument/2006/relationships/image" Target="../media/image113.png"/><Relationship Id="rId24" Type="http://schemas.openxmlformats.org/officeDocument/2006/relationships/customXml" Target="../ink/ink19.xml"/><Relationship Id="rId32" Type="http://schemas.openxmlformats.org/officeDocument/2006/relationships/customXml" Target="../ink/ink23.xml"/><Relationship Id="rId37" Type="http://schemas.openxmlformats.org/officeDocument/2006/relationships/image" Target="../media/image126.png"/><Relationship Id="rId40" Type="http://schemas.openxmlformats.org/officeDocument/2006/relationships/image" Target="../media/image109.jpeg"/><Relationship Id="rId45" Type="http://schemas.openxmlformats.org/officeDocument/2006/relationships/image" Target="../media/image131.png"/><Relationship Id="rId53" Type="http://schemas.openxmlformats.org/officeDocument/2006/relationships/image" Target="../media/image138.png"/><Relationship Id="rId58" Type="http://schemas.openxmlformats.org/officeDocument/2006/relationships/image" Target="../media/image143.png"/><Relationship Id="rId66" Type="http://schemas.openxmlformats.org/officeDocument/2006/relationships/image" Target="../media/image151.png"/><Relationship Id="rId5" Type="http://schemas.openxmlformats.org/officeDocument/2006/relationships/image" Target="../media/image110.png"/><Relationship Id="rId61" Type="http://schemas.openxmlformats.org/officeDocument/2006/relationships/image" Target="../media/image146.png"/><Relationship Id="rId19" Type="http://schemas.openxmlformats.org/officeDocument/2006/relationships/image" Target="../media/image117.png"/><Relationship Id="rId14" Type="http://schemas.openxmlformats.org/officeDocument/2006/relationships/customXml" Target="../ink/ink14.xml"/><Relationship Id="rId22" Type="http://schemas.openxmlformats.org/officeDocument/2006/relationships/customXml" Target="../ink/ink18.xml"/><Relationship Id="rId27" Type="http://schemas.openxmlformats.org/officeDocument/2006/relationships/image" Target="../media/image121.png"/><Relationship Id="rId30" Type="http://schemas.openxmlformats.org/officeDocument/2006/relationships/customXml" Target="../ink/ink22.xml"/><Relationship Id="rId35" Type="http://schemas.openxmlformats.org/officeDocument/2006/relationships/image" Target="../media/image125.png"/><Relationship Id="rId43" Type="http://schemas.openxmlformats.org/officeDocument/2006/relationships/image" Target="../media/image129.jpg"/><Relationship Id="rId48" Type="http://schemas.openxmlformats.org/officeDocument/2006/relationships/image" Target="../media/image134.png"/><Relationship Id="rId56" Type="http://schemas.openxmlformats.org/officeDocument/2006/relationships/image" Target="../media/image141.svg"/><Relationship Id="rId64" Type="http://schemas.openxmlformats.org/officeDocument/2006/relationships/image" Target="../media/image149.png"/><Relationship Id="rId69" Type="http://schemas.openxmlformats.org/officeDocument/2006/relationships/image" Target="../media/image154.png"/><Relationship Id="rId8" Type="http://schemas.openxmlformats.org/officeDocument/2006/relationships/customXml" Target="../ink/ink11.xml"/><Relationship Id="rId51" Type="http://schemas.openxmlformats.org/officeDocument/2006/relationships/image" Target="../media/image137.svg"/><Relationship Id="rId72" Type="http://schemas.openxmlformats.org/officeDocument/2006/relationships/image" Target="../media/image157.png"/><Relationship Id="rId3" Type="http://schemas.openxmlformats.org/officeDocument/2006/relationships/image" Target="../media/image109.png"/><Relationship Id="rId12" Type="http://schemas.openxmlformats.org/officeDocument/2006/relationships/customXml" Target="../ink/ink13.xml"/><Relationship Id="rId17" Type="http://schemas.openxmlformats.org/officeDocument/2006/relationships/image" Target="../media/image116.png"/><Relationship Id="rId25" Type="http://schemas.openxmlformats.org/officeDocument/2006/relationships/image" Target="../media/image120.png"/><Relationship Id="rId33" Type="http://schemas.openxmlformats.org/officeDocument/2006/relationships/image" Target="../media/image124.png"/><Relationship Id="rId38" Type="http://schemas.openxmlformats.org/officeDocument/2006/relationships/customXml" Target="../ink/ink26.xml"/><Relationship Id="rId46" Type="http://schemas.openxmlformats.org/officeDocument/2006/relationships/image" Target="../media/image132.png"/><Relationship Id="rId59" Type="http://schemas.openxmlformats.org/officeDocument/2006/relationships/image" Target="../media/image144.png"/><Relationship Id="rId67" Type="http://schemas.openxmlformats.org/officeDocument/2006/relationships/image" Target="../media/image152.png"/><Relationship Id="rId20" Type="http://schemas.openxmlformats.org/officeDocument/2006/relationships/customXml" Target="../ink/ink17.xml"/><Relationship Id="rId41" Type="http://schemas.openxmlformats.org/officeDocument/2006/relationships/image" Target="../media/image110.jpeg"/><Relationship Id="rId54" Type="http://schemas.openxmlformats.org/officeDocument/2006/relationships/image" Target="../media/image139.png"/><Relationship Id="rId62" Type="http://schemas.openxmlformats.org/officeDocument/2006/relationships/image" Target="../media/image147.png"/><Relationship Id="rId70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5" Type="http://schemas.openxmlformats.org/officeDocument/2006/relationships/image" Target="../media/image115.png"/><Relationship Id="rId23" Type="http://schemas.openxmlformats.org/officeDocument/2006/relationships/image" Target="../media/image119.png"/><Relationship Id="rId28" Type="http://schemas.openxmlformats.org/officeDocument/2006/relationships/customXml" Target="../ink/ink21.xml"/><Relationship Id="rId36" Type="http://schemas.openxmlformats.org/officeDocument/2006/relationships/customXml" Target="../ink/ink25.xml"/><Relationship Id="rId49" Type="http://schemas.openxmlformats.org/officeDocument/2006/relationships/image" Target="../media/image135.png"/><Relationship Id="rId57" Type="http://schemas.openxmlformats.org/officeDocument/2006/relationships/image" Target="../media/image142.png"/><Relationship Id="rId10" Type="http://schemas.openxmlformats.org/officeDocument/2006/relationships/customXml" Target="../ink/ink12.xml"/><Relationship Id="rId31" Type="http://schemas.openxmlformats.org/officeDocument/2006/relationships/image" Target="../media/image123.png"/><Relationship Id="rId44" Type="http://schemas.openxmlformats.org/officeDocument/2006/relationships/image" Target="../media/image130.jpg"/><Relationship Id="rId52" Type="http://schemas.openxmlformats.org/officeDocument/2006/relationships/image" Target="../media/image32.png"/><Relationship Id="rId60" Type="http://schemas.openxmlformats.org/officeDocument/2006/relationships/image" Target="../media/image145.png"/><Relationship Id="rId65" Type="http://schemas.openxmlformats.org/officeDocument/2006/relationships/image" Target="../media/image150.png"/><Relationship Id="rId4" Type="http://schemas.openxmlformats.org/officeDocument/2006/relationships/customXml" Target="../ink/ink9.xml"/><Relationship Id="rId9" Type="http://schemas.openxmlformats.org/officeDocument/2006/relationships/image" Target="../media/image112.png"/><Relationship Id="rId13" Type="http://schemas.openxmlformats.org/officeDocument/2006/relationships/image" Target="../media/image114.png"/><Relationship Id="rId18" Type="http://schemas.openxmlformats.org/officeDocument/2006/relationships/customXml" Target="../ink/ink16.xml"/><Relationship Id="rId39" Type="http://schemas.openxmlformats.org/officeDocument/2006/relationships/image" Target="../media/image127.png"/><Relationship Id="rId34" Type="http://schemas.openxmlformats.org/officeDocument/2006/relationships/customXml" Target="../ink/ink24.xml"/><Relationship Id="rId50" Type="http://schemas.openxmlformats.org/officeDocument/2006/relationships/image" Target="../media/image136.png"/><Relationship Id="rId55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1.svg"/><Relationship Id="rId18" Type="http://schemas.openxmlformats.org/officeDocument/2006/relationships/image" Target="../media/image145.png"/><Relationship Id="rId26" Type="http://schemas.openxmlformats.org/officeDocument/2006/relationships/image" Target="../media/image149.png"/><Relationship Id="rId3" Type="http://schemas.openxmlformats.org/officeDocument/2006/relationships/image" Target="../media/image134.png"/><Relationship Id="rId21" Type="http://schemas.openxmlformats.org/officeDocument/2006/relationships/image" Target="../media/image161.png"/><Relationship Id="rId34" Type="http://schemas.openxmlformats.org/officeDocument/2006/relationships/image" Target="../media/image157.png"/><Relationship Id="rId7" Type="http://schemas.openxmlformats.org/officeDocument/2006/relationships/image" Target="../media/image133.jpg"/><Relationship Id="rId12" Type="http://schemas.openxmlformats.org/officeDocument/2006/relationships/image" Target="../media/image140.png"/><Relationship Id="rId17" Type="http://schemas.openxmlformats.org/officeDocument/2006/relationships/image" Target="../media/image144.png"/><Relationship Id="rId25" Type="http://schemas.openxmlformats.org/officeDocument/2006/relationships/image" Target="../media/image148.png"/><Relationship Id="rId33" Type="http://schemas.openxmlformats.org/officeDocument/2006/relationships/image" Target="../media/image163.png"/><Relationship Id="rId2" Type="http://schemas.openxmlformats.org/officeDocument/2006/relationships/image" Target="../media/image158.png"/><Relationship Id="rId16" Type="http://schemas.openxmlformats.org/officeDocument/2006/relationships/image" Target="../media/image143.png"/><Relationship Id="rId20" Type="http://schemas.openxmlformats.org/officeDocument/2006/relationships/image" Target="../media/image132.png"/><Relationship Id="rId29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39.png"/><Relationship Id="rId24" Type="http://schemas.openxmlformats.org/officeDocument/2006/relationships/image" Target="../media/image147.png"/><Relationship Id="rId32" Type="http://schemas.openxmlformats.org/officeDocument/2006/relationships/image" Target="../media/image129.jpg"/><Relationship Id="rId5" Type="http://schemas.openxmlformats.org/officeDocument/2006/relationships/image" Target="../media/image136.png"/><Relationship Id="rId15" Type="http://schemas.openxmlformats.org/officeDocument/2006/relationships/image" Target="../media/image160.png"/><Relationship Id="rId23" Type="http://schemas.openxmlformats.org/officeDocument/2006/relationships/image" Target="../media/image146.png"/><Relationship Id="rId28" Type="http://schemas.openxmlformats.org/officeDocument/2006/relationships/image" Target="../media/image130.jpg"/><Relationship Id="rId10" Type="http://schemas.openxmlformats.org/officeDocument/2006/relationships/image" Target="../media/image138.png"/><Relationship Id="rId19" Type="http://schemas.openxmlformats.org/officeDocument/2006/relationships/image" Target="../media/image131.png"/><Relationship Id="rId31" Type="http://schemas.openxmlformats.org/officeDocument/2006/relationships/image" Target="../media/image154.png"/><Relationship Id="rId4" Type="http://schemas.openxmlformats.org/officeDocument/2006/relationships/image" Target="../media/image159.png"/><Relationship Id="rId9" Type="http://schemas.openxmlformats.org/officeDocument/2006/relationships/image" Target="../media/image32.png"/><Relationship Id="rId14" Type="http://schemas.openxmlformats.org/officeDocument/2006/relationships/image" Target="../media/image142.png"/><Relationship Id="rId22" Type="http://schemas.openxmlformats.org/officeDocument/2006/relationships/image" Target="../media/image162.png"/><Relationship Id="rId27" Type="http://schemas.openxmlformats.org/officeDocument/2006/relationships/image" Target="../media/image150.png"/><Relationship Id="rId30" Type="http://schemas.openxmlformats.org/officeDocument/2006/relationships/image" Target="../media/image153.png"/><Relationship Id="rId8" Type="http://schemas.openxmlformats.org/officeDocument/2006/relationships/image" Target="../media/image137.sv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5.png"/><Relationship Id="rId18" Type="http://schemas.openxmlformats.org/officeDocument/2006/relationships/customXml" Target="../ink/ink31.xml"/><Relationship Id="rId26" Type="http://schemas.openxmlformats.org/officeDocument/2006/relationships/customXml" Target="../ink/ink35.xml"/><Relationship Id="rId39" Type="http://schemas.openxmlformats.org/officeDocument/2006/relationships/image" Target="../media/image177.png"/><Relationship Id="rId21" Type="http://schemas.openxmlformats.org/officeDocument/2006/relationships/image" Target="../media/image169.png"/><Relationship Id="rId34" Type="http://schemas.openxmlformats.org/officeDocument/2006/relationships/customXml" Target="../ink/ink39.xml"/><Relationship Id="rId42" Type="http://schemas.openxmlformats.org/officeDocument/2006/relationships/customXml" Target="../ink/ink43.xml"/><Relationship Id="rId47" Type="http://schemas.openxmlformats.org/officeDocument/2006/relationships/image" Target="../media/image181.png"/><Relationship Id="rId7" Type="http://schemas.openxmlformats.org/officeDocument/2006/relationships/image" Target="../media/image109.jpeg"/><Relationship Id="rId2" Type="http://schemas.openxmlformats.org/officeDocument/2006/relationships/image" Target="../media/image151.png"/><Relationship Id="rId16" Type="http://schemas.openxmlformats.org/officeDocument/2006/relationships/customXml" Target="../ink/ink30.xml"/><Relationship Id="rId29" Type="http://schemas.openxmlformats.org/officeDocument/2006/relationships/image" Target="../media/image173.png"/><Relationship Id="rId11" Type="http://schemas.openxmlformats.org/officeDocument/2006/relationships/image" Target="../media/image164.png"/><Relationship Id="rId24" Type="http://schemas.openxmlformats.org/officeDocument/2006/relationships/customXml" Target="../ink/ink34.xml"/><Relationship Id="rId32" Type="http://schemas.openxmlformats.org/officeDocument/2006/relationships/customXml" Target="../ink/ink38.xml"/><Relationship Id="rId37" Type="http://schemas.openxmlformats.org/officeDocument/2006/relationships/image" Target="../media/image176.png"/><Relationship Id="rId40" Type="http://schemas.openxmlformats.org/officeDocument/2006/relationships/customXml" Target="../ink/ink42.xml"/><Relationship Id="rId45" Type="http://schemas.openxmlformats.org/officeDocument/2006/relationships/image" Target="../media/image180.png"/><Relationship Id="rId5" Type="http://schemas.openxmlformats.org/officeDocument/2006/relationships/image" Target="../media/image147.png"/><Relationship Id="rId15" Type="http://schemas.openxmlformats.org/officeDocument/2006/relationships/image" Target="../media/image166.png"/><Relationship Id="rId23" Type="http://schemas.openxmlformats.org/officeDocument/2006/relationships/image" Target="../media/image170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182.png"/><Relationship Id="rId10" Type="http://schemas.openxmlformats.org/officeDocument/2006/relationships/customXml" Target="../ink/ink27.xml"/><Relationship Id="rId19" Type="http://schemas.openxmlformats.org/officeDocument/2006/relationships/image" Target="../media/image168.png"/><Relationship Id="rId31" Type="http://schemas.openxmlformats.org/officeDocument/2006/relationships/image" Target="../media/image118.png"/><Relationship Id="rId44" Type="http://schemas.openxmlformats.org/officeDocument/2006/relationships/customXml" Target="../ink/ink44.xml"/><Relationship Id="rId4" Type="http://schemas.openxmlformats.org/officeDocument/2006/relationships/image" Target="../media/image155.png"/><Relationship Id="rId9" Type="http://schemas.openxmlformats.org/officeDocument/2006/relationships/image" Target="../media/image156.png"/><Relationship Id="rId14" Type="http://schemas.openxmlformats.org/officeDocument/2006/relationships/customXml" Target="../ink/ink29.xml"/><Relationship Id="rId22" Type="http://schemas.openxmlformats.org/officeDocument/2006/relationships/customXml" Target="../ink/ink33.xml"/><Relationship Id="rId27" Type="http://schemas.openxmlformats.org/officeDocument/2006/relationships/image" Target="../media/image172.png"/><Relationship Id="rId30" Type="http://schemas.openxmlformats.org/officeDocument/2006/relationships/customXml" Target="../ink/ink37.xml"/><Relationship Id="rId35" Type="http://schemas.openxmlformats.org/officeDocument/2006/relationships/image" Target="../media/image175.png"/><Relationship Id="rId43" Type="http://schemas.openxmlformats.org/officeDocument/2006/relationships/image" Target="../media/image179.png"/><Relationship Id="rId48" Type="http://schemas.openxmlformats.org/officeDocument/2006/relationships/customXml" Target="../ink/ink46.xml"/><Relationship Id="rId8" Type="http://schemas.openxmlformats.org/officeDocument/2006/relationships/image" Target="../media/image110.jpeg"/><Relationship Id="rId3" Type="http://schemas.openxmlformats.org/officeDocument/2006/relationships/image" Target="../media/image152.png"/><Relationship Id="rId12" Type="http://schemas.openxmlformats.org/officeDocument/2006/relationships/customXml" Target="../ink/ink28.xml"/><Relationship Id="rId17" Type="http://schemas.openxmlformats.org/officeDocument/2006/relationships/image" Target="../media/image167.png"/><Relationship Id="rId25" Type="http://schemas.openxmlformats.org/officeDocument/2006/relationships/image" Target="../media/image171.png"/><Relationship Id="rId33" Type="http://schemas.openxmlformats.org/officeDocument/2006/relationships/image" Target="../media/image174.png"/><Relationship Id="rId38" Type="http://schemas.openxmlformats.org/officeDocument/2006/relationships/customXml" Target="../ink/ink41.xml"/><Relationship Id="rId46" Type="http://schemas.openxmlformats.org/officeDocument/2006/relationships/customXml" Target="../ink/ink45.xml"/><Relationship Id="rId20" Type="http://schemas.openxmlformats.org/officeDocument/2006/relationships/customXml" Target="../ink/ink32.xml"/><Relationship Id="rId41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1.png"/><Relationship Id="rId18" Type="http://schemas.openxmlformats.org/officeDocument/2006/relationships/image" Target="../media/image75.png"/><Relationship Id="rId26" Type="http://schemas.openxmlformats.org/officeDocument/2006/relationships/image" Target="../media/image89.png"/><Relationship Id="rId39" Type="http://schemas.openxmlformats.org/officeDocument/2006/relationships/image" Target="../media/image1090.png"/><Relationship Id="rId21" Type="http://schemas.openxmlformats.org/officeDocument/2006/relationships/image" Target="../media/image184.png"/><Relationship Id="rId34" Type="http://schemas.openxmlformats.org/officeDocument/2006/relationships/customXml" Target="../ink/ink49.xml"/><Relationship Id="rId42" Type="http://schemas.openxmlformats.org/officeDocument/2006/relationships/customXml" Target="../ink/ink53.xml"/><Relationship Id="rId7" Type="http://schemas.openxmlformats.org/officeDocument/2006/relationships/image" Target="../media/image26.png"/><Relationship Id="rId2" Type="http://schemas.openxmlformats.org/officeDocument/2006/relationships/image" Target="../media/image12.jpeg"/><Relationship Id="rId16" Type="http://schemas.openxmlformats.org/officeDocument/2006/relationships/image" Target="../media/image183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7.png"/><Relationship Id="rId24" Type="http://schemas.openxmlformats.org/officeDocument/2006/relationships/image" Target="../media/image88.jpeg"/><Relationship Id="rId32" Type="http://schemas.openxmlformats.org/officeDocument/2006/relationships/customXml" Target="../ink/ink48.xml"/><Relationship Id="rId37" Type="http://schemas.openxmlformats.org/officeDocument/2006/relationships/image" Target="../media/image189.png"/><Relationship Id="rId40" Type="http://schemas.openxmlformats.org/officeDocument/2006/relationships/customXml" Target="../ink/ink52.xml"/><Relationship Id="rId45" Type="http://schemas.openxmlformats.org/officeDocument/2006/relationships/image" Target="../media/image189.png"/><Relationship Id="rId5" Type="http://schemas.openxmlformats.org/officeDocument/2006/relationships/image" Target="../media/image25.png"/><Relationship Id="rId15" Type="http://schemas.openxmlformats.org/officeDocument/2006/relationships/image" Target="../media/image61.png"/><Relationship Id="rId23" Type="http://schemas.openxmlformats.org/officeDocument/2006/relationships/image" Target="../media/image87.png"/><Relationship Id="rId28" Type="http://schemas.openxmlformats.org/officeDocument/2006/relationships/image" Target="../media/image94.png"/><Relationship Id="rId36" Type="http://schemas.openxmlformats.org/officeDocument/2006/relationships/customXml" Target="../ink/ink50.xml"/><Relationship Id="rId10" Type="http://schemas.openxmlformats.org/officeDocument/2006/relationships/image" Target="../media/image32.png"/><Relationship Id="rId19" Type="http://schemas.openxmlformats.org/officeDocument/2006/relationships/image" Target="../media/image76.png"/><Relationship Id="rId31" Type="http://schemas.openxmlformats.org/officeDocument/2006/relationships/image" Target="../media/image190.png"/><Relationship Id="rId44" Type="http://schemas.openxmlformats.org/officeDocument/2006/relationships/image" Target="../media/image188.png"/><Relationship Id="rId4" Type="http://schemas.openxmlformats.org/officeDocument/2006/relationships/image" Target="../media/image24.png"/><Relationship Id="rId9" Type="http://schemas.openxmlformats.org/officeDocument/2006/relationships/image" Target="../media/image39.png"/><Relationship Id="rId14" Type="http://schemas.openxmlformats.org/officeDocument/2006/relationships/image" Target="../media/image43.png"/><Relationship Id="rId22" Type="http://schemas.openxmlformats.org/officeDocument/2006/relationships/image" Target="../media/image78.png"/><Relationship Id="rId27" Type="http://schemas.openxmlformats.org/officeDocument/2006/relationships/image" Target="../media/image90.png"/><Relationship Id="rId30" Type="http://schemas.openxmlformats.org/officeDocument/2006/relationships/customXml" Target="../ink/ink47.xml"/><Relationship Id="rId35" Type="http://schemas.openxmlformats.org/officeDocument/2006/relationships/image" Target="../media/image188.png"/><Relationship Id="rId43" Type="http://schemas.openxmlformats.org/officeDocument/2006/relationships/image" Target="../media/image1110.png"/><Relationship Id="rId8" Type="http://schemas.openxmlformats.org/officeDocument/2006/relationships/image" Target="../media/image38.svg"/><Relationship Id="rId3" Type="http://schemas.openxmlformats.org/officeDocument/2006/relationships/image" Target="../media/image7.png"/><Relationship Id="rId12" Type="http://schemas.openxmlformats.org/officeDocument/2006/relationships/image" Target="../media/image50.svg"/><Relationship Id="rId17" Type="http://schemas.openxmlformats.org/officeDocument/2006/relationships/image" Target="../media/image60.jpeg"/><Relationship Id="rId25" Type="http://schemas.openxmlformats.org/officeDocument/2006/relationships/image" Target="../media/image41.png"/><Relationship Id="rId33" Type="http://schemas.openxmlformats.org/officeDocument/2006/relationships/image" Target="../media/image1060.png"/><Relationship Id="rId38" Type="http://schemas.openxmlformats.org/officeDocument/2006/relationships/customXml" Target="../ink/ink51.xml"/><Relationship Id="rId46" Type="http://schemas.openxmlformats.org/officeDocument/2006/relationships/image" Target="../media/image190.png"/><Relationship Id="rId20" Type="http://schemas.openxmlformats.org/officeDocument/2006/relationships/image" Target="../media/image77.png"/><Relationship Id="rId41" Type="http://schemas.openxmlformats.org/officeDocument/2006/relationships/image" Target="../media/image110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41.png"/><Relationship Id="rId18" Type="http://schemas.openxmlformats.org/officeDocument/2006/relationships/image" Target="../media/image32.png"/><Relationship Id="rId26" Type="http://schemas.openxmlformats.org/officeDocument/2006/relationships/image" Target="../media/image95.png"/><Relationship Id="rId3" Type="http://schemas.openxmlformats.org/officeDocument/2006/relationships/image" Target="../media/image2.png"/><Relationship Id="rId21" Type="http://schemas.openxmlformats.org/officeDocument/2006/relationships/image" Target="../media/image29.png"/><Relationship Id="rId7" Type="http://schemas.openxmlformats.org/officeDocument/2006/relationships/image" Target="../media/image65.jpeg"/><Relationship Id="rId12" Type="http://schemas.openxmlformats.org/officeDocument/2006/relationships/image" Target="../media/image23.png"/><Relationship Id="rId17" Type="http://schemas.openxmlformats.org/officeDocument/2006/relationships/image" Target="../media/image35.png"/><Relationship Id="rId25" Type="http://schemas.openxmlformats.org/officeDocument/2006/relationships/image" Target="../media/image9.jpeg"/><Relationship Id="rId2" Type="http://schemas.openxmlformats.org/officeDocument/2006/relationships/image" Target="../media/image7.png"/><Relationship Id="rId16" Type="http://schemas.openxmlformats.org/officeDocument/2006/relationships/image" Target="../media/image57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22.jpeg"/><Relationship Id="rId24" Type="http://schemas.openxmlformats.org/officeDocument/2006/relationships/image" Target="../media/image31.png"/><Relationship Id="rId5" Type="http://schemas.openxmlformats.org/officeDocument/2006/relationships/image" Target="../media/image1.png"/><Relationship Id="rId15" Type="http://schemas.openxmlformats.org/officeDocument/2006/relationships/image" Target="../media/image10.png"/><Relationship Id="rId23" Type="http://schemas.openxmlformats.org/officeDocument/2006/relationships/image" Target="../media/image191.jpeg"/><Relationship Id="rId28" Type="http://schemas.openxmlformats.org/officeDocument/2006/relationships/image" Target="../media/image91.png"/><Relationship Id="rId10" Type="http://schemas.openxmlformats.org/officeDocument/2006/relationships/image" Target="../media/image67.png"/><Relationship Id="rId19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70.png"/><Relationship Id="rId14" Type="http://schemas.openxmlformats.org/officeDocument/2006/relationships/image" Target="../media/image84.png"/><Relationship Id="rId22" Type="http://schemas.openxmlformats.org/officeDocument/2006/relationships/image" Target="../media/image34.png"/><Relationship Id="rId27" Type="http://schemas.openxmlformats.org/officeDocument/2006/relationships/image" Target="../media/image7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9.png"/><Relationship Id="rId18" Type="http://schemas.openxmlformats.org/officeDocument/2006/relationships/image" Target="../media/image56.png"/><Relationship Id="rId3" Type="http://schemas.openxmlformats.org/officeDocument/2006/relationships/image" Target="../media/image46.png"/><Relationship Id="rId21" Type="http://schemas.openxmlformats.org/officeDocument/2006/relationships/image" Target="../media/image54.png"/><Relationship Id="rId7" Type="http://schemas.openxmlformats.org/officeDocument/2006/relationships/image" Target="../media/image193.jpeg"/><Relationship Id="rId12" Type="http://schemas.openxmlformats.org/officeDocument/2006/relationships/image" Target="../media/image74.png"/><Relationship Id="rId17" Type="http://schemas.openxmlformats.org/officeDocument/2006/relationships/image" Target="../media/image6.png"/><Relationship Id="rId25" Type="http://schemas.openxmlformats.org/officeDocument/2006/relationships/image" Target="../media/image196.png"/><Relationship Id="rId2" Type="http://schemas.openxmlformats.org/officeDocument/2006/relationships/image" Target="../media/image192.jpeg"/><Relationship Id="rId16" Type="http://schemas.openxmlformats.org/officeDocument/2006/relationships/image" Target="../media/image41.png"/><Relationship Id="rId20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11" Type="http://schemas.openxmlformats.org/officeDocument/2006/relationships/image" Target="../media/image12.jpeg"/><Relationship Id="rId24" Type="http://schemas.openxmlformats.org/officeDocument/2006/relationships/image" Target="../media/image195.png"/><Relationship Id="rId5" Type="http://schemas.openxmlformats.org/officeDocument/2006/relationships/image" Target="../media/image43.png"/><Relationship Id="rId15" Type="http://schemas.openxmlformats.org/officeDocument/2006/relationships/image" Target="../media/image80.png"/><Relationship Id="rId23" Type="http://schemas.openxmlformats.org/officeDocument/2006/relationships/image" Target="../media/image194.png"/><Relationship Id="rId10" Type="http://schemas.openxmlformats.org/officeDocument/2006/relationships/image" Target="../media/image36.jpeg"/><Relationship Id="rId19" Type="http://schemas.openxmlformats.org/officeDocument/2006/relationships/image" Target="../media/image52.png"/><Relationship Id="rId4" Type="http://schemas.openxmlformats.org/officeDocument/2006/relationships/image" Target="../media/image40.jpeg"/><Relationship Id="rId9" Type="http://schemas.openxmlformats.org/officeDocument/2006/relationships/image" Target="../media/image3.jpeg"/><Relationship Id="rId14" Type="http://schemas.openxmlformats.org/officeDocument/2006/relationships/image" Target="../media/image81.png"/><Relationship Id="rId22" Type="http://schemas.openxmlformats.org/officeDocument/2006/relationships/image" Target="../media/image55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13" Type="http://schemas.openxmlformats.org/officeDocument/2006/relationships/image" Target="../media/image16.png"/><Relationship Id="rId18" Type="http://schemas.openxmlformats.org/officeDocument/2006/relationships/image" Target="../media/image15.jpeg"/><Relationship Id="rId26" Type="http://schemas.openxmlformats.org/officeDocument/2006/relationships/image" Target="../media/image45.jpeg"/><Relationship Id="rId3" Type="http://schemas.openxmlformats.org/officeDocument/2006/relationships/image" Target="../media/image36.jpeg"/><Relationship Id="rId21" Type="http://schemas.openxmlformats.org/officeDocument/2006/relationships/image" Target="../media/image21.jpeg"/><Relationship Id="rId7" Type="http://schemas.openxmlformats.org/officeDocument/2006/relationships/image" Target="../media/image12.jpeg"/><Relationship Id="rId12" Type="http://schemas.openxmlformats.org/officeDocument/2006/relationships/image" Target="../media/image63.jpeg"/><Relationship Id="rId17" Type="http://schemas.openxmlformats.org/officeDocument/2006/relationships/image" Target="../media/image19.png"/><Relationship Id="rId25" Type="http://schemas.openxmlformats.org/officeDocument/2006/relationships/image" Target="../media/image44.png"/><Relationship Id="rId2" Type="http://schemas.openxmlformats.org/officeDocument/2006/relationships/image" Target="../media/image197.jpeg"/><Relationship Id="rId16" Type="http://schemas.openxmlformats.org/officeDocument/2006/relationships/image" Target="../media/image18.png"/><Relationship Id="rId20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64.png"/><Relationship Id="rId24" Type="http://schemas.openxmlformats.org/officeDocument/2006/relationships/image" Target="../media/image30.png"/><Relationship Id="rId5" Type="http://schemas.openxmlformats.org/officeDocument/2006/relationships/image" Target="../media/image68.png"/><Relationship Id="rId15" Type="http://schemas.openxmlformats.org/officeDocument/2006/relationships/image" Target="../media/image5.png"/><Relationship Id="rId23" Type="http://schemas.openxmlformats.org/officeDocument/2006/relationships/image" Target="../media/image11.png"/><Relationship Id="rId10" Type="http://schemas.openxmlformats.org/officeDocument/2006/relationships/image" Target="../media/image198.png"/><Relationship Id="rId19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22.jpeg"/><Relationship Id="rId14" Type="http://schemas.openxmlformats.org/officeDocument/2006/relationships/image" Target="../media/image17.png"/><Relationship Id="rId22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7.png"/><Relationship Id="rId18" Type="http://schemas.openxmlformats.org/officeDocument/2006/relationships/image" Target="../media/image9.jpeg"/><Relationship Id="rId3" Type="http://schemas.openxmlformats.org/officeDocument/2006/relationships/image" Target="../media/image4.png"/><Relationship Id="rId21" Type="http://schemas.openxmlformats.org/officeDocument/2006/relationships/image" Target="../media/image74.png"/><Relationship Id="rId7" Type="http://schemas.openxmlformats.org/officeDocument/2006/relationships/image" Target="../media/image200.jpeg"/><Relationship Id="rId12" Type="http://schemas.openxmlformats.org/officeDocument/2006/relationships/image" Target="../media/image8.png"/><Relationship Id="rId17" Type="http://schemas.openxmlformats.org/officeDocument/2006/relationships/image" Target="../media/image93.png"/><Relationship Id="rId2" Type="http://schemas.openxmlformats.org/officeDocument/2006/relationships/image" Target="../media/image5.png"/><Relationship Id="rId16" Type="http://schemas.openxmlformats.org/officeDocument/2006/relationships/image" Target="../media/image92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11.png"/><Relationship Id="rId24" Type="http://schemas.openxmlformats.org/officeDocument/2006/relationships/image" Target="../media/image35.png"/><Relationship Id="rId5" Type="http://schemas.openxmlformats.org/officeDocument/2006/relationships/image" Target="../media/image15.jpeg"/><Relationship Id="rId15" Type="http://schemas.openxmlformats.org/officeDocument/2006/relationships/image" Target="../media/image10.png"/><Relationship Id="rId23" Type="http://schemas.openxmlformats.org/officeDocument/2006/relationships/image" Target="../media/image103.png"/><Relationship Id="rId10" Type="http://schemas.openxmlformats.org/officeDocument/2006/relationships/image" Target="../media/image202.png"/><Relationship Id="rId19" Type="http://schemas.openxmlformats.org/officeDocument/2006/relationships/image" Target="../media/image6.png"/><Relationship Id="rId4" Type="http://schemas.openxmlformats.org/officeDocument/2006/relationships/image" Target="../media/image3.jpeg"/><Relationship Id="rId9" Type="http://schemas.openxmlformats.org/officeDocument/2006/relationships/image" Target="../media/image201.png"/><Relationship Id="rId14" Type="http://schemas.openxmlformats.org/officeDocument/2006/relationships/image" Target="../media/image203.jpeg"/><Relationship Id="rId22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206.png"/><Relationship Id="rId7" Type="http://schemas.openxmlformats.org/officeDocument/2006/relationships/image" Target="../media/image10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208.png"/><Relationship Id="rId4" Type="http://schemas.openxmlformats.org/officeDocument/2006/relationships/image" Target="../media/image207.png"/><Relationship Id="rId9" Type="http://schemas.openxmlformats.org/officeDocument/2006/relationships/image" Target="../media/image20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0.png"/><Relationship Id="rId7" Type="http://schemas.openxmlformats.org/officeDocument/2006/relationships/image" Target="../media/image74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742056-CB89-1763-435D-7BC234063FAF}"/>
              </a:ext>
            </a:extLst>
          </p:cNvPr>
          <p:cNvSpPr txBox="1"/>
          <p:nvPr/>
        </p:nvSpPr>
        <p:spPr>
          <a:xfrm>
            <a:off x="535488" y="797925"/>
            <a:ext cx="86147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Arm image should be 1.75’’ x 1.75’’ and should be screenshot in 200% zoom-in, excluding the frame</a:t>
            </a:r>
          </a:p>
          <a:p>
            <a:endParaRPr lang="en-US" sz="3600" b="1" dirty="0"/>
          </a:p>
          <a:p>
            <a:r>
              <a:rPr lang="en-US" sz="3600" b="1" dirty="0"/>
              <a:t>Trait icon image should be 1.5’’ x 1.5’’ and should be screenshot in 150% zoom-in,</a:t>
            </a:r>
            <a:r>
              <a:rPr lang="zh-CN" altLang="en-US" sz="3600" b="1" dirty="0"/>
              <a:t> </a:t>
            </a:r>
            <a:r>
              <a:rPr lang="en-US" altLang="zh-CN" sz="3600" b="1"/>
              <a:t>excluding</a:t>
            </a:r>
            <a:r>
              <a:rPr lang="zh-CN" altLang="en-US" sz="3600" b="1" dirty="0"/>
              <a:t> </a:t>
            </a:r>
            <a:r>
              <a:rPr lang="en-US" altLang="zh-CN" sz="3600" b="1" dirty="0"/>
              <a:t>the frame</a:t>
            </a:r>
            <a:endParaRPr lang="en-US" sz="3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3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E4A1E9C-F981-CEEB-D77A-853D4A9DBA1B}"/>
              </a:ext>
            </a:extLst>
          </p:cNvPr>
          <p:cNvGrpSpPr/>
          <p:nvPr/>
        </p:nvGrpSpPr>
        <p:grpSpPr>
          <a:xfrm>
            <a:off x="1365199" y="703390"/>
            <a:ext cx="1039477" cy="1022046"/>
            <a:chOff x="1716894" y="703390"/>
            <a:chExt cx="1039477" cy="102204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DE1510-05C9-9B8A-0829-D80FFE2E7A4C}"/>
                </a:ext>
              </a:extLst>
            </p:cNvPr>
            <p:cNvGrpSpPr/>
            <p:nvPr/>
          </p:nvGrpSpPr>
          <p:grpSpPr>
            <a:xfrm>
              <a:off x="2015733" y="921542"/>
              <a:ext cx="435583" cy="561416"/>
              <a:chOff x="1837717" y="50257"/>
              <a:chExt cx="453113" cy="584010"/>
            </a:xfrm>
          </p:grpSpPr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806B7A2A-58E8-E423-5EAD-2980515FD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6679" y="238174"/>
                <a:ext cx="254151" cy="336512"/>
              </a:xfrm>
              <a:prstGeom prst="rect">
                <a:avLst/>
              </a:prstGeom>
            </p:spPr>
          </p:pic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F1F5B3FF-CC03-EAF7-DEED-A570F22D02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717" y="50257"/>
                <a:ext cx="198962" cy="584010"/>
              </a:xfrm>
              <a:prstGeom prst="rect">
                <a:avLst/>
              </a:prstGeom>
            </p:spPr>
          </p:pic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FCA5378-8C34-4BF7-B4F2-007BBA1CA996}"/>
                </a:ext>
              </a:extLst>
            </p:cNvPr>
            <p:cNvGrpSpPr/>
            <p:nvPr/>
          </p:nvGrpSpPr>
          <p:grpSpPr>
            <a:xfrm>
              <a:off x="1716894" y="703390"/>
              <a:ext cx="1039477" cy="1022046"/>
              <a:chOff x="2429071" y="342901"/>
              <a:chExt cx="1530220" cy="1504560"/>
            </a:xfrm>
          </p:grpSpPr>
          <p:sp>
            <p:nvSpPr>
              <p:cNvPr id="14" name="Arrow: Pentagon 13">
                <a:extLst>
                  <a:ext uri="{FF2B5EF4-FFF2-40B4-BE49-F238E27FC236}">
                    <a16:creationId xmlns:a16="http://schemas.microsoft.com/office/drawing/2014/main" id="{F6980E12-086E-4EB4-AF19-B6D38B207A09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078BF35-302B-4B06-958E-5B2C0EB2A4C0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AA29EE4-1727-4CD0-B112-84E55A2789D8}"/>
              </a:ext>
            </a:extLst>
          </p:cNvPr>
          <p:cNvGrpSpPr/>
          <p:nvPr/>
        </p:nvGrpSpPr>
        <p:grpSpPr>
          <a:xfrm>
            <a:off x="117473" y="1902664"/>
            <a:ext cx="1039477" cy="1022046"/>
            <a:chOff x="8063562" y="905612"/>
            <a:chExt cx="1530220" cy="150456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FD600FA-E96C-4A77-88C3-DB831B772932}"/>
                </a:ext>
              </a:extLst>
            </p:cNvPr>
            <p:cNvGrpSpPr/>
            <p:nvPr/>
          </p:nvGrpSpPr>
          <p:grpSpPr>
            <a:xfrm>
              <a:off x="8533890" y="1167389"/>
              <a:ext cx="589562" cy="813383"/>
              <a:chOff x="4929142" y="4911371"/>
              <a:chExt cx="547660" cy="796015"/>
            </a:xfrm>
          </p:grpSpPr>
          <p:pic>
            <p:nvPicPr>
              <p:cNvPr id="56" name="Picture 4" descr="Musket Silhouette. Flintlock Old Pistol Symbol. Rustic Vintage Gun Vector  Silhouette Illustration Isolated On White Background. Royalty Free  Cliparts, Vectors, And Stock Illustration. Image 147714752.">
                <a:extLst>
                  <a:ext uri="{FF2B5EF4-FFF2-40B4-BE49-F238E27FC236}">
                    <a16:creationId xmlns:a16="http://schemas.microsoft.com/office/drawing/2014/main" id="{9D948027-E8E8-4997-8825-432A765C62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2" t="16514" r="8246" b="7006"/>
              <a:stretch/>
            </p:blipFill>
            <p:spPr bwMode="auto">
              <a:xfrm rot="13718801" flipV="1">
                <a:off x="4985759" y="5180820"/>
                <a:ext cx="760491" cy="221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2CFC20D2-4EF4-4159-B746-DE9007540C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929142" y="5115978"/>
                <a:ext cx="412610" cy="5914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5121D57-B15E-4AFD-B482-2A086E5F5590}"/>
                </a:ext>
              </a:extLst>
            </p:cNvPr>
            <p:cNvGrpSpPr/>
            <p:nvPr/>
          </p:nvGrpSpPr>
          <p:grpSpPr>
            <a:xfrm>
              <a:off x="8063562" y="905612"/>
              <a:ext cx="1530220" cy="1504560"/>
              <a:chOff x="2429071" y="342901"/>
              <a:chExt cx="1530220" cy="1504560"/>
            </a:xfrm>
          </p:grpSpPr>
          <p:sp>
            <p:nvSpPr>
              <p:cNvPr id="22" name="Arrow: Pentagon 21">
                <a:extLst>
                  <a:ext uri="{FF2B5EF4-FFF2-40B4-BE49-F238E27FC236}">
                    <a16:creationId xmlns:a16="http://schemas.microsoft.com/office/drawing/2014/main" id="{1BDEE7E8-E22E-4728-9E1A-CA52EE387A5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D7F90CC-9D09-42FF-9FD9-5695A9317FF2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274C85F-8ADE-475E-A72F-6D61A86791C6}"/>
              </a:ext>
            </a:extLst>
          </p:cNvPr>
          <p:cNvGrpSpPr/>
          <p:nvPr/>
        </p:nvGrpSpPr>
        <p:grpSpPr>
          <a:xfrm>
            <a:off x="6249235" y="723686"/>
            <a:ext cx="1039477" cy="1022046"/>
            <a:chOff x="6222860" y="905612"/>
            <a:chExt cx="1530220" cy="1504560"/>
          </a:xfrm>
        </p:grpSpPr>
        <p:pic>
          <p:nvPicPr>
            <p:cNvPr id="1028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95266F09-CD09-40F7-8324-9FD1F2A01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rot="13491343" flipV="1">
              <a:off x="6407258" y="1476963"/>
              <a:ext cx="1051892" cy="3065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72F2A1F-D87C-4527-9030-CE025D308C87}"/>
                </a:ext>
              </a:extLst>
            </p:cNvPr>
            <p:cNvGrpSpPr/>
            <p:nvPr/>
          </p:nvGrpSpPr>
          <p:grpSpPr>
            <a:xfrm>
              <a:off x="6222860" y="905612"/>
              <a:ext cx="1530220" cy="1504560"/>
              <a:chOff x="2429071" y="342901"/>
              <a:chExt cx="1530220" cy="1504560"/>
            </a:xfrm>
          </p:grpSpPr>
          <p:sp>
            <p:nvSpPr>
              <p:cNvPr id="25" name="Arrow: Pentagon 24">
                <a:extLst>
                  <a:ext uri="{FF2B5EF4-FFF2-40B4-BE49-F238E27FC236}">
                    <a16:creationId xmlns:a16="http://schemas.microsoft.com/office/drawing/2014/main" id="{99B8E121-94A3-4499-90FC-1F699FB9949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A1D5A82-1A8C-4732-87E2-7699670ABC6A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F5972E4-5EE7-4A19-8E35-EB2777F2DBD8}"/>
              </a:ext>
            </a:extLst>
          </p:cNvPr>
          <p:cNvGrpSpPr/>
          <p:nvPr/>
        </p:nvGrpSpPr>
        <p:grpSpPr>
          <a:xfrm>
            <a:off x="2560948" y="1909660"/>
            <a:ext cx="1039477" cy="1022046"/>
            <a:chOff x="475862" y="2939566"/>
            <a:chExt cx="1530220" cy="150456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622F25BB-3AFB-47A0-8415-36B770E93F9E}"/>
                </a:ext>
              </a:extLst>
            </p:cNvPr>
            <p:cNvGrpSpPr/>
            <p:nvPr/>
          </p:nvGrpSpPr>
          <p:grpSpPr>
            <a:xfrm>
              <a:off x="893476" y="3301216"/>
              <a:ext cx="845788" cy="720326"/>
              <a:chOff x="2025344" y="4153673"/>
              <a:chExt cx="918521" cy="782270"/>
            </a:xfrm>
          </p:grpSpPr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3B8CEEFA-A726-4F6A-AB6D-860D58D799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18905671">
                <a:off x="2396158" y="4265522"/>
                <a:ext cx="547707" cy="558572"/>
              </a:xfrm>
              <a:prstGeom prst="rect">
                <a:avLst/>
              </a:prstGeom>
            </p:spPr>
          </p:pic>
          <p:pic>
            <p:nvPicPr>
              <p:cNvPr id="65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DD2919CA-B2EE-4B47-AA07-6B072F5792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2025344" y="4153673"/>
                <a:ext cx="545769" cy="7822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8F0B16A-25D2-40B8-A0C2-65550EFCE723}"/>
                </a:ext>
              </a:extLst>
            </p:cNvPr>
            <p:cNvGrpSpPr/>
            <p:nvPr/>
          </p:nvGrpSpPr>
          <p:grpSpPr>
            <a:xfrm>
              <a:off x="475862" y="2939566"/>
              <a:ext cx="1530220" cy="1504560"/>
              <a:chOff x="475862" y="342901"/>
              <a:chExt cx="1530220" cy="1504560"/>
            </a:xfrm>
          </p:grpSpPr>
          <p:sp>
            <p:nvSpPr>
              <p:cNvPr id="31" name="Arrow: Pentagon 30">
                <a:extLst>
                  <a:ext uri="{FF2B5EF4-FFF2-40B4-BE49-F238E27FC236}">
                    <a16:creationId xmlns:a16="http://schemas.microsoft.com/office/drawing/2014/main" id="{23F26AA3-3626-45D5-9CD1-4B6338114C76}"/>
                  </a:ext>
                </a:extLst>
              </p:cNvPr>
              <p:cNvSpPr/>
              <p:nvPr/>
            </p:nvSpPr>
            <p:spPr>
              <a:xfrm rot="5400000">
                <a:off x="633902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F055379-5002-439B-A6FE-410507AF2249}"/>
                  </a:ext>
                </a:extLst>
              </p:cNvPr>
              <p:cNvSpPr/>
              <p:nvPr/>
            </p:nvSpPr>
            <p:spPr>
              <a:xfrm>
                <a:off x="475862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D937AE-5946-49AD-A9D6-F65E07233349}"/>
              </a:ext>
            </a:extLst>
          </p:cNvPr>
          <p:cNvGrpSpPr/>
          <p:nvPr/>
        </p:nvGrpSpPr>
        <p:grpSpPr>
          <a:xfrm>
            <a:off x="5048475" y="723686"/>
            <a:ext cx="1039477" cy="1022046"/>
            <a:chOff x="8063562" y="2939566"/>
            <a:chExt cx="1530220" cy="1504560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4726E33-DC38-452A-8331-AE533B51D085}"/>
                </a:ext>
              </a:extLst>
            </p:cNvPr>
            <p:cNvGrpSpPr/>
            <p:nvPr/>
          </p:nvGrpSpPr>
          <p:grpSpPr>
            <a:xfrm>
              <a:off x="8572226" y="3226899"/>
              <a:ext cx="581947" cy="903393"/>
              <a:chOff x="9343020" y="398689"/>
              <a:chExt cx="581947" cy="903393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3664E26C-B747-4907-A6E9-8C1E33BBF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3832" y="635502"/>
                <a:ext cx="441135" cy="584091"/>
              </a:xfrm>
              <a:prstGeom prst="rect">
                <a:avLst/>
              </a:prstGeom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2F7E47BE-B80E-41A7-96F6-116A69B70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9343020" y="398689"/>
                <a:ext cx="84554" cy="903393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0392447-B3D0-4BC4-874E-61FEE2472F11}"/>
                </a:ext>
              </a:extLst>
            </p:cNvPr>
            <p:cNvGrpSpPr/>
            <p:nvPr/>
          </p:nvGrpSpPr>
          <p:grpSpPr>
            <a:xfrm>
              <a:off x="8063562" y="2939566"/>
              <a:ext cx="1530220" cy="1504560"/>
              <a:chOff x="2429071" y="342901"/>
              <a:chExt cx="1530220" cy="1504560"/>
            </a:xfrm>
          </p:grpSpPr>
          <p:sp>
            <p:nvSpPr>
              <p:cNvPr id="40" name="Arrow: Pentagon 39">
                <a:extLst>
                  <a:ext uri="{FF2B5EF4-FFF2-40B4-BE49-F238E27FC236}">
                    <a16:creationId xmlns:a16="http://schemas.microsoft.com/office/drawing/2014/main" id="{DBC4AAE5-3961-4DFA-A317-7FE6EADF77B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C4D56D29-F70F-4932-831D-86D9640F2AD2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23B24E-6FC1-149E-D9B4-D4ACDC49647F}"/>
              </a:ext>
            </a:extLst>
          </p:cNvPr>
          <p:cNvGrpSpPr/>
          <p:nvPr/>
        </p:nvGrpSpPr>
        <p:grpSpPr>
          <a:xfrm>
            <a:off x="375148" y="5643587"/>
            <a:ext cx="1039477" cy="1022046"/>
            <a:chOff x="6222860" y="2939566"/>
            <a:chExt cx="1530220" cy="1504560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EFA8C13-48BE-45A2-966E-C74FDBD076BC}"/>
                </a:ext>
              </a:extLst>
            </p:cNvPr>
            <p:cNvGrpSpPr/>
            <p:nvPr/>
          </p:nvGrpSpPr>
          <p:grpSpPr>
            <a:xfrm>
              <a:off x="6485940" y="3237698"/>
              <a:ext cx="1004057" cy="694061"/>
              <a:chOff x="4408730" y="3718330"/>
              <a:chExt cx="2603249" cy="1799514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1396FBAE-4EE6-4CF1-81E0-4CE6673D7414}"/>
                  </a:ext>
                </a:extLst>
              </p:cNvPr>
              <p:cNvGrpSpPr/>
              <p:nvPr/>
            </p:nvGrpSpPr>
            <p:grpSpPr>
              <a:xfrm>
                <a:off x="4595122" y="4287572"/>
                <a:ext cx="2289255" cy="720969"/>
                <a:chOff x="4247860" y="4659923"/>
                <a:chExt cx="2418618" cy="720969"/>
              </a:xfrm>
            </p:grpSpPr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BEF673D2-858F-40E4-8B28-F154D7054661}"/>
                    </a:ext>
                  </a:extLst>
                </p:cNvPr>
                <p:cNvSpPr/>
                <p:nvPr/>
              </p:nvSpPr>
              <p:spPr>
                <a:xfrm>
                  <a:off x="4958862" y="4659923"/>
                  <a:ext cx="959907" cy="72096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6E9C2B30-6CAF-42D8-87F5-FDFE89E504CF}"/>
                    </a:ext>
                  </a:extLst>
                </p:cNvPr>
                <p:cNvSpPr/>
                <p:nvPr/>
              </p:nvSpPr>
              <p:spPr>
                <a:xfrm>
                  <a:off x="5905502" y="4969973"/>
                  <a:ext cx="760976" cy="41091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ight Triangle 92">
                  <a:extLst>
                    <a:ext uri="{FF2B5EF4-FFF2-40B4-BE49-F238E27FC236}">
                      <a16:creationId xmlns:a16="http://schemas.microsoft.com/office/drawing/2014/main" id="{D58AF32C-6207-42F2-B3CA-F206D4FBDDAA}"/>
                    </a:ext>
                  </a:extLst>
                </p:cNvPr>
                <p:cNvSpPr/>
                <p:nvPr/>
              </p:nvSpPr>
              <p:spPr>
                <a:xfrm flipH="1">
                  <a:off x="4247860" y="4862146"/>
                  <a:ext cx="711001" cy="518745"/>
                </a:xfrm>
                <a:prstGeom prst="rtTriangle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16081ED-814C-4FA1-9A06-60B846A71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62435" y="5006944"/>
                <a:ext cx="2349544" cy="510900"/>
              </a:xfrm>
              <a:prstGeom prst="rect">
                <a:avLst/>
              </a:prstGeom>
            </p:spPr>
          </p:pic>
          <p:sp>
            <p:nvSpPr>
              <p:cNvPr id="85" name="Flowchart: Terminator 84">
                <a:extLst>
                  <a:ext uri="{FF2B5EF4-FFF2-40B4-BE49-F238E27FC236}">
                    <a16:creationId xmlns:a16="http://schemas.microsoft.com/office/drawing/2014/main" id="{2EEC8717-7692-467A-8526-ED76B8BF58EA}"/>
                  </a:ext>
                </a:extLst>
              </p:cNvPr>
              <p:cNvSpPr/>
              <p:nvPr/>
            </p:nvSpPr>
            <p:spPr>
              <a:xfrm>
                <a:off x="6200725" y="4257015"/>
                <a:ext cx="720274" cy="305591"/>
              </a:xfrm>
              <a:prstGeom prst="flowChartTermina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5F6163F-B806-4943-985E-DDE3BDEB8B3E}"/>
                  </a:ext>
                </a:extLst>
              </p:cNvPr>
              <p:cNvSpPr/>
              <p:nvPr/>
            </p:nvSpPr>
            <p:spPr>
              <a:xfrm>
                <a:off x="5961387" y="3939540"/>
                <a:ext cx="202716" cy="3174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31B4634-A515-42B2-A967-AC2664103998}"/>
                  </a:ext>
                </a:extLst>
              </p:cNvPr>
              <p:cNvSpPr/>
              <p:nvPr/>
            </p:nvSpPr>
            <p:spPr>
              <a:xfrm rot="2402351">
                <a:off x="6038191" y="3718330"/>
                <a:ext cx="202716" cy="3174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5AF64F16-83A8-4593-BEA4-ED740D975664}"/>
                  </a:ext>
                </a:extLst>
              </p:cNvPr>
              <p:cNvSpPr/>
              <p:nvPr/>
            </p:nvSpPr>
            <p:spPr>
              <a:xfrm rot="17535441">
                <a:off x="4630679" y="4217679"/>
                <a:ext cx="202716" cy="5190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777F4C5-D192-49DA-B6AF-EA7BB6118228}"/>
                  </a:ext>
                </a:extLst>
              </p:cNvPr>
              <p:cNvSpPr/>
              <p:nvPr/>
            </p:nvSpPr>
            <p:spPr>
              <a:xfrm>
                <a:off x="4967104" y="4398926"/>
                <a:ext cx="601980" cy="57164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3E2E4285-7C3F-4A9C-9CA1-6E47BC6B9FC2}"/>
                  </a:ext>
                </a:extLst>
              </p:cNvPr>
              <p:cNvSpPr/>
              <p:nvPr/>
            </p:nvSpPr>
            <p:spPr>
              <a:xfrm rot="12147540">
                <a:off x="4408730" y="4195605"/>
                <a:ext cx="87941" cy="31790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9A9F587-9E0F-4233-96A8-571F13FAFFD3}"/>
                </a:ext>
              </a:extLst>
            </p:cNvPr>
            <p:cNvGrpSpPr/>
            <p:nvPr/>
          </p:nvGrpSpPr>
          <p:grpSpPr>
            <a:xfrm>
              <a:off x="6222860" y="2939566"/>
              <a:ext cx="1530220" cy="1504560"/>
              <a:chOff x="2429071" y="342901"/>
              <a:chExt cx="1530220" cy="1504560"/>
            </a:xfrm>
          </p:grpSpPr>
          <p:sp>
            <p:nvSpPr>
              <p:cNvPr id="43" name="Arrow: Pentagon 42">
                <a:extLst>
                  <a:ext uri="{FF2B5EF4-FFF2-40B4-BE49-F238E27FC236}">
                    <a16:creationId xmlns:a16="http://schemas.microsoft.com/office/drawing/2014/main" id="{7F316F00-A7E9-4622-82FC-D83E84078C7B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10F3BF44-CAFC-45C7-B90E-487320407005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C488DD-C9B4-4B62-8442-27CB0DD57295}"/>
              </a:ext>
            </a:extLst>
          </p:cNvPr>
          <p:cNvGrpSpPr/>
          <p:nvPr/>
        </p:nvGrpSpPr>
        <p:grpSpPr>
          <a:xfrm>
            <a:off x="7467925" y="723686"/>
            <a:ext cx="1039477" cy="1022046"/>
            <a:chOff x="9853181" y="2939566"/>
            <a:chExt cx="1530220" cy="15045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109C9E2-B5C5-405E-90AB-F83699951700}"/>
                </a:ext>
              </a:extLst>
            </p:cNvPr>
            <p:cNvGrpSpPr/>
            <p:nvPr/>
          </p:nvGrpSpPr>
          <p:grpSpPr>
            <a:xfrm>
              <a:off x="10263212" y="3207806"/>
              <a:ext cx="624134" cy="926934"/>
              <a:chOff x="7320415" y="4817987"/>
              <a:chExt cx="624134" cy="926934"/>
            </a:xfrm>
          </p:grpSpPr>
          <p:pic>
            <p:nvPicPr>
              <p:cNvPr id="103" name="Picture 4" descr="Musket Silhouette. Flintlock Old Pistol Symbol. Rustic Vintage Gun Vector  Silhouette Illustration Isolated On White Background. Royalty Free  Cliparts, Vectors, And Stock Illustration. Image 147714752.">
                <a:extLst>
                  <a:ext uri="{FF2B5EF4-FFF2-40B4-BE49-F238E27FC236}">
                    <a16:creationId xmlns:a16="http://schemas.microsoft.com/office/drawing/2014/main" id="{0386E2EF-CB1D-4E52-AEC1-34647FC83C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2" t="16514" r="8246" b="7006"/>
              <a:stretch/>
            </p:blipFill>
            <p:spPr bwMode="auto">
              <a:xfrm rot="14293273" flipV="1">
                <a:off x="7393751" y="5120225"/>
                <a:ext cx="853035" cy="2485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3AF60927-BE3A-4ABE-A107-7BE326B5A5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0415" y="5160830"/>
                <a:ext cx="441135" cy="584091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379CDE6-A4BB-479F-85C8-6A1CE8ECEF34}"/>
                </a:ext>
              </a:extLst>
            </p:cNvPr>
            <p:cNvGrpSpPr/>
            <p:nvPr/>
          </p:nvGrpSpPr>
          <p:grpSpPr>
            <a:xfrm>
              <a:off x="9853181" y="2939566"/>
              <a:ext cx="1530220" cy="1504560"/>
              <a:chOff x="2429071" y="342901"/>
              <a:chExt cx="1530220" cy="1504560"/>
            </a:xfrm>
          </p:grpSpPr>
          <p:sp>
            <p:nvSpPr>
              <p:cNvPr id="46" name="Arrow: Pentagon 45">
                <a:extLst>
                  <a:ext uri="{FF2B5EF4-FFF2-40B4-BE49-F238E27FC236}">
                    <a16:creationId xmlns:a16="http://schemas.microsoft.com/office/drawing/2014/main" id="{95A7A70D-B686-45AA-A648-1B5AAD1CA350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618CA6-911E-449D-9447-3D4B1D315C58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628C3E-D453-4993-B01C-8EC40B1466A8}"/>
              </a:ext>
            </a:extLst>
          </p:cNvPr>
          <p:cNvGrpSpPr/>
          <p:nvPr/>
        </p:nvGrpSpPr>
        <p:grpSpPr>
          <a:xfrm>
            <a:off x="1306052" y="1889364"/>
            <a:ext cx="1039477" cy="1022046"/>
            <a:chOff x="9853181" y="905612"/>
            <a:chExt cx="1530220" cy="15045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F142E77-3FAF-41CB-B273-98581B64417D}"/>
                </a:ext>
              </a:extLst>
            </p:cNvPr>
            <p:cNvGrpSpPr/>
            <p:nvPr/>
          </p:nvGrpSpPr>
          <p:grpSpPr>
            <a:xfrm>
              <a:off x="9853181" y="905612"/>
              <a:ext cx="1530220" cy="1504560"/>
              <a:chOff x="2429071" y="342901"/>
              <a:chExt cx="1530220" cy="1504560"/>
            </a:xfrm>
          </p:grpSpPr>
          <p:sp>
            <p:nvSpPr>
              <p:cNvPr id="28" name="Arrow: Pentagon 27">
                <a:extLst>
                  <a:ext uri="{FF2B5EF4-FFF2-40B4-BE49-F238E27FC236}">
                    <a16:creationId xmlns:a16="http://schemas.microsoft.com/office/drawing/2014/main" id="{569BCBFB-9BED-4407-A09D-237CFF23D5DD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54C0F95-55FC-4F67-A5C7-104C6A11B145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1686C9-CF0E-4B29-9214-98FEA8C3C1E9}"/>
                </a:ext>
              </a:extLst>
            </p:cNvPr>
            <p:cNvGrpSpPr/>
            <p:nvPr/>
          </p:nvGrpSpPr>
          <p:grpSpPr>
            <a:xfrm>
              <a:off x="10121751" y="1316670"/>
              <a:ext cx="852406" cy="662477"/>
              <a:chOff x="3741815" y="4973520"/>
              <a:chExt cx="1685668" cy="1310075"/>
            </a:xfrm>
          </p:grpSpPr>
          <p:pic>
            <p:nvPicPr>
              <p:cNvPr id="59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602D07C4-1D55-4521-BCE5-8E8B12984D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Arrow: Up 53">
                <a:extLst>
                  <a:ext uri="{FF2B5EF4-FFF2-40B4-BE49-F238E27FC236}">
                    <a16:creationId xmlns:a16="http://schemas.microsoft.com/office/drawing/2014/main" id="{7879FE2B-9A58-45B9-9271-CB2E2D60697A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46A9A16-3F3F-4F5C-85F2-FCFFADB55B6E}"/>
              </a:ext>
            </a:extLst>
          </p:cNvPr>
          <p:cNvSpPr txBox="1"/>
          <p:nvPr/>
        </p:nvSpPr>
        <p:spPr>
          <a:xfrm>
            <a:off x="222030" y="138877"/>
            <a:ext cx="848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Empire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699F96-7032-40F8-B808-68CDEA4CA7ED}"/>
              </a:ext>
            </a:extLst>
          </p:cNvPr>
          <p:cNvGrpSpPr/>
          <p:nvPr/>
        </p:nvGrpSpPr>
        <p:grpSpPr>
          <a:xfrm>
            <a:off x="1633909" y="5625353"/>
            <a:ext cx="1039477" cy="1022046"/>
            <a:chOff x="475862" y="4920253"/>
            <a:chExt cx="1530220" cy="150456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D17F56E-0D6C-47BA-8C5F-3FDDED958389}"/>
                </a:ext>
              </a:extLst>
            </p:cNvPr>
            <p:cNvGrpSpPr/>
            <p:nvPr/>
          </p:nvGrpSpPr>
          <p:grpSpPr>
            <a:xfrm>
              <a:off x="696883" y="5236769"/>
              <a:ext cx="1035424" cy="645780"/>
              <a:chOff x="2900763" y="2085703"/>
              <a:chExt cx="4705412" cy="2934705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DDFED99C-282C-4272-9257-9DDDACF0B5DB}"/>
                  </a:ext>
                </a:extLst>
              </p:cNvPr>
              <p:cNvGrpSpPr/>
              <p:nvPr/>
            </p:nvGrpSpPr>
            <p:grpSpPr>
              <a:xfrm>
                <a:off x="2900763" y="2861350"/>
                <a:ext cx="4198027" cy="1265260"/>
                <a:chOff x="4247860" y="4659923"/>
                <a:chExt cx="2418618" cy="720969"/>
              </a:xfrm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F30E6764-24F3-4BE4-962B-E9B7BD6AAF60}"/>
                    </a:ext>
                  </a:extLst>
                </p:cNvPr>
                <p:cNvSpPr/>
                <p:nvPr/>
              </p:nvSpPr>
              <p:spPr>
                <a:xfrm>
                  <a:off x="4958862" y="4659923"/>
                  <a:ext cx="959907" cy="72096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38E2CF1E-F67D-4EF7-B0CB-85E037E2E68E}"/>
                    </a:ext>
                  </a:extLst>
                </p:cNvPr>
                <p:cNvSpPr/>
                <p:nvPr/>
              </p:nvSpPr>
              <p:spPr>
                <a:xfrm>
                  <a:off x="5905502" y="4969973"/>
                  <a:ext cx="760976" cy="410919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ight Triangle 122">
                  <a:extLst>
                    <a:ext uri="{FF2B5EF4-FFF2-40B4-BE49-F238E27FC236}">
                      <a16:creationId xmlns:a16="http://schemas.microsoft.com/office/drawing/2014/main" id="{B4E4C0E3-164A-4385-AA4D-747068A7B30E}"/>
                    </a:ext>
                  </a:extLst>
                </p:cNvPr>
                <p:cNvSpPr/>
                <p:nvPr/>
              </p:nvSpPr>
              <p:spPr>
                <a:xfrm flipH="1">
                  <a:off x="4247860" y="4862146"/>
                  <a:ext cx="711001" cy="518745"/>
                </a:xfrm>
                <a:prstGeom prst="rtTriangle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DEA89EF-DD85-44A4-9CA7-9C5B8DDC4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4199" y="4123807"/>
                <a:ext cx="4308586" cy="896601"/>
              </a:xfrm>
              <a:prstGeom prst="rect">
                <a:avLst/>
              </a:prstGeom>
            </p:spPr>
          </p:pic>
          <p:sp>
            <p:nvSpPr>
              <p:cNvPr id="107" name="Flowchart: Terminator 106">
                <a:extLst>
                  <a:ext uri="{FF2B5EF4-FFF2-40B4-BE49-F238E27FC236}">
                    <a16:creationId xmlns:a16="http://schemas.microsoft.com/office/drawing/2014/main" id="{7EF1D89A-FCDC-4634-AF24-979B77E3CFC8}"/>
                  </a:ext>
                </a:extLst>
              </p:cNvPr>
              <p:cNvSpPr/>
              <p:nvPr/>
            </p:nvSpPr>
            <p:spPr>
              <a:xfrm>
                <a:off x="5845110" y="2807720"/>
                <a:ext cx="1320835" cy="536293"/>
              </a:xfrm>
              <a:prstGeom prst="flowChartTermina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79270E98-4E0B-446A-A97C-E8823F046C54}"/>
                  </a:ext>
                </a:extLst>
              </p:cNvPr>
              <p:cNvSpPr/>
              <p:nvPr/>
            </p:nvSpPr>
            <p:spPr>
              <a:xfrm>
                <a:off x="7093594" y="3503768"/>
                <a:ext cx="371741" cy="55715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280C34C-56DC-49DB-AF2F-B58F3D08C969}"/>
                  </a:ext>
                </a:extLst>
              </p:cNvPr>
              <p:cNvSpPr/>
              <p:nvPr/>
            </p:nvSpPr>
            <p:spPr>
              <a:xfrm rot="2402351">
                <a:off x="7234434" y="3115554"/>
                <a:ext cx="371741" cy="55715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854E55AC-F792-4F40-8E90-474AE5779033}"/>
                  </a:ext>
                </a:extLst>
              </p:cNvPr>
              <p:cNvSpPr/>
              <p:nvPr/>
            </p:nvSpPr>
            <p:spPr>
              <a:xfrm>
                <a:off x="3582903" y="3056767"/>
                <a:ext cx="1103909" cy="100320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7617432-E4AF-405B-B0D4-6A4E393D3AF9}"/>
                  </a:ext>
                </a:extLst>
              </p:cNvPr>
              <p:cNvGrpSpPr/>
              <p:nvPr/>
            </p:nvGrpSpPr>
            <p:grpSpPr>
              <a:xfrm>
                <a:off x="4134857" y="2085703"/>
                <a:ext cx="1609987" cy="1113795"/>
                <a:chOff x="7009704" y="3352146"/>
                <a:chExt cx="3690533" cy="2438650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E2CB2F8A-20F7-45FB-9CD9-7C99A25C6B17}"/>
                    </a:ext>
                  </a:extLst>
                </p:cNvPr>
                <p:cNvGrpSpPr/>
                <p:nvPr/>
              </p:nvGrpSpPr>
              <p:grpSpPr>
                <a:xfrm rot="18486280">
                  <a:off x="7600474" y="3032885"/>
                  <a:ext cx="1486513" cy="2536581"/>
                  <a:chOff x="7378980" y="3429000"/>
                  <a:chExt cx="1501251" cy="2121715"/>
                </a:xfrm>
              </p:grpSpPr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4CFF352F-8B98-480A-9073-5C9D92E61D49}"/>
                      </a:ext>
                    </a:extLst>
                  </p:cNvPr>
                  <p:cNvSpPr/>
                  <p:nvPr/>
                </p:nvSpPr>
                <p:spPr>
                  <a:xfrm>
                    <a:off x="7378980" y="3429000"/>
                    <a:ext cx="1501251" cy="410919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E179F270-5E2A-4D63-B93D-F4306E94047A}"/>
                      </a:ext>
                    </a:extLst>
                  </p:cNvPr>
                  <p:cNvSpPr/>
                  <p:nvPr/>
                </p:nvSpPr>
                <p:spPr>
                  <a:xfrm>
                    <a:off x="7553151" y="3839919"/>
                    <a:ext cx="1152908" cy="1710796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13" name="Isosceles Triangle 112">
                  <a:extLst>
                    <a:ext uri="{FF2B5EF4-FFF2-40B4-BE49-F238E27FC236}">
                      <a16:creationId xmlns:a16="http://schemas.microsoft.com/office/drawing/2014/main" id="{61A943BD-8F51-40EA-A36B-022D5E5E121E}"/>
                    </a:ext>
                  </a:extLst>
                </p:cNvPr>
                <p:cNvSpPr/>
                <p:nvPr/>
              </p:nvSpPr>
              <p:spPr>
                <a:xfrm>
                  <a:off x="7496983" y="3444038"/>
                  <a:ext cx="3203254" cy="2346758"/>
                </a:xfrm>
                <a:prstGeom prst="triangl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8D5FF0D8-CBC9-4EEF-AE3B-BDC45C57E99B}"/>
                    </a:ext>
                  </a:extLst>
                </p:cNvPr>
                <p:cNvSpPr/>
                <p:nvPr/>
              </p:nvSpPr>
              <p:spPr>
                <a:xfrm>
                  <a:off x="8536305" y="4179265"/>
                  <a:ext cx="1162689" cy="1179050"/>
                </a:xfrm>
                <a:prstGeom prst="ellipse">
                  <a:avLst/>
                </a:prstGeom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6684C94B-8573-444C-8096-A3413388B6BB}"/>
                    </a:ext>
                  </a:extLst>
                </p:cNvPr>
                <p:cNvSpPr/>
                <p:nvPr/>
              </p:nvSpPr>
              <p:spPr>
                <a:xfrm>
                  <a:off x="8757589" y="4428162"/>
                  <a:ext cx="720121" cy="681256"/>
                </a:xfrm>
                <a:prstGeom prst="ellipse">
                  <a:avLst/>
                </a:prstGeom>
                <a:ln w="28575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C0E49711-CF75-4E8E-AEE2-D3A10D5F6EC5}"/>
                    </a:ext>
                  </a:extLst>
                </p:cNvPr>
                <p:cNvSpPr/>
                <p:nvPr/>
              </p:nvSpPr>
              <p:spPr>
                <a:xfrm>
                  <a:off x="7009704" y="5043309"/>
                  <a:ext cx="1528334" cy="74631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E91D2EEF-FD73-4A91-BFDC-1A241DA7BBC7}"/>
                    </a:ext>
                  </a:extLst>
                </p:cNvPr>
                <p:cNvSpPr/>
                <p:nvPr/>
              </p:nvSpPr>
              <p:spPr>
                <a:xfrm>
                  <a:off x="9727403" y="5043309"/>
                  <a:ext cx="912686" cy="746314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CA6E41BC-042C-436B-8B19-B31B672C5E87}"/>
                    </a:ext>
                  </a:extLst>
                </p:cNvPr>
                <p:cNvSpPr/>
                <p:nvPr/>
              </p:nvSpPr>
              <p:spPr>
                <a:xfrm>
                  <a:off x="8730683" y="3352146"/>
                  <a:ext cx="773931" cy="40512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F01E00DE-0E56-4C90-9A83-0569EEADDDC9}"/>
                </a:ext>
              </a:extLst>
            </p:cNvPr>
            <p:cNvGrpSpPr/>
            <p:nvPr/>
          </p:nvGrpSpPr>
          <p:grpSpPr>
            <a:xfrm>
              <a:off x="475862" y="4920253"/>
              <a:ext cx="1530220" cy="1504560"/>
              <a:chOff x="2429071" y="342901"/>
              <a:chExt cx="1530220" cy="1504560"/>
            </a:xfrm>
          </p:grpSpPr>
          <p:sp>
            <p:nvSpPr>
              <p:cNvPr id="94" name="Arrow: Pentagon 93">
                <a:extLst>
                  <a:ext uri="{FF2B5EF4-FFF2-40B4-BE49-F238E27FC236}">
                    <a16:creationId xmlns:a16="http://schemas.microsoft.com/office/drawing/2014/main" id="{D2EAE856-3C51-41D0-A7B5-60DE21CE7007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2665A2F-48B2-4E0D-B120-EDDEA3DD4D14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1117737-F929-F4DA-B7EA-2F85EC64C801}"/>
              </a:ext>
            </a:extLst>
          </p:cNvPr>
          <p:cNvGrpSpPr/>
          <p:nvPr/>
        </p:nvGrpSpPr>
        <p:grpSpPr>
          <a:xfrm>
            <a:off x="124167" y="703390"/>
            <a:ext cx="1039477" cy="1022046"/>
            <a:chOff x="475862" y="703390"/>
            <a:chExt cx="1039477" cy="102204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39FFC28-1B60-4BC7-BF13-2AA834DC5109}"/>
                </a:ext>
              </a:extLst>
            </p:cNvPr>
            <p:cNvGrpSpPr/>
            <p:nvPr/>
          </p:nvGrpSpPr>
          <p:grpSpPr>
            <a:xfrm>
              <a:off x="475862" y="703390"/>
              <a:ext cx="1039477" cy="1022046"/>
              <a:chOff x="475862" y="342901"/>
              <a:chExt cx="1530220" cy="1504560"/>
            </a:xfrm>
          </p:grpSpPr>
          <p:sp>
            <p:nvSpPr>
              <p:cNvPr id="4" name="Arrow: Pentagon 3">
                <a:extLst>
                  <a:ext uri="{FF2B5EF4-FFF2-40B4-BE49-F238E27FC236}">
                    <a16:creationId xmlns:a16="http://schemas.microsoft.com/office/drawing/2014/main" id="{FA655A97-2218-4107-AC84-5B475C7A3BC4}"/>
                  </a:ext>
                </a:extLst>
              </p:cNvPr>
              <p:cNvSpPr/>
              <p:nvPr/>
            </p:nvSpPr>
            <p:spPr>
              <a:xfrm rot="5400000">
                <a:off x="633902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BE52B01-F7B4-422D-A02D-1BEC8BFD221E}"/>
                  </a:ext>
                </a:extLst>
              </p:cNvPr>
              <p:cNvSpPr/>
              <p:nvPr/>
            </p:nvSpPr>
            <p:spPr>
              <a:xfrm>
                <a:off x="475862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3F04CE1A-8BE9-42ED-9871-D19ABD798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2255" y="934349"/>
              <a:ext cx="198962" cy="584010"/>
            </a:xfrm>
            <a:prstGeom prst="rect">
              <a:avLst/>
            </a:prstGeom>
          </p:spPr>
        </p:pic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A160F80-9853-41E8-BC49-DD12718B12DA}"/>
              </a:ext>
            </a:extLst>
          </p:cNvPr>
          <p:cNvGrpSpPr/>
          <p:nvPr/>
        </p:nvGrpSpPr>
        <p:grpSpPr>
          <a:xfrm>
            <a:off x="2876647" y="5654768"/>
            <a:ext cx="1039477" cy="1022046"/>
            <a:chOff x="2429071" y="2939566"/>
            <a:chExt cx="1530220" cy="1504560"/>
          </a:xfrm>
        </p:grpSpPr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1700C5FA-1D31-442F-B4DC-7D5B511903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557"/>
            <a:stretch/>
          </p:blipFill>
          <p:spPr>
            <a:xfrm>
              <a:off x="2668685" y="3301216"/>
              <a:ext cx="1050069" cy="567027"/>
            </a:xfrm>
            <a:prstGeom prst="rect">
              <a:avLst/>
            </a:prstGeom>
          </p:spPr>
        </p:pic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2AFF8F27-6CD2-451D-B7AC-EFC0E0752E33}"/>
                </a:ext>
              </a:extLst>
            </p:cNvPr>
            <p:cNvGrpSpPr/>
            <p:nvPr/>
          </p:nvGrpSpPr>
          <p:grpSpPr>
            <a:xfrm>
              <a:off x="2429071" y="2939566"/>
              <a:ext cx="1530220" cy="1504560"/>
              <a:chOff x="2429071" y="342901"/>
              <a:chExt cx="1530220" cy="1504560"/>
            </a:xfrm>
          </p:grpSpPr>
          <p:sp>
            <p:nvSpPr>
              <p:cNvPr id="138" name="Arrow: Pentagon 137">
                <a:extLst>
                  <a:ext uri="{FF2B5EF4-FFF2-40B4-BE49-F238E27FC236}">
                    <a16:creationId xmlns:a16="http://schemas.microsoft.com/office/drawing/2014/main" id="{87113B03-C404-4054-B67B-9E5149466B10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4CC492D8-FC9F-4D29-B1C3-C32DDFA38438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DA267C5-0DAE-36F8-0B47-964268E7B19E}"/>
              </a:ext>
            </a:extLst>
          </p:cNvPr>
          <p:cNvGrpSpPr/>
          <p:nvPr/>
        </p:nvGrpSpPr>
        <p:grpSpPr>
          <a:xfrm>
            <a:off x="4119385" y="5633994"/>
            <a:ext cx="1039477" cy="1022046"/>
            <a:chOff x="7042006" y="4988662"/>
            <a:chExt cx="1530220" cy="150456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E036C27-545F-44D4-8B11-5D4DAF37BA6C}"/>
                </a:ext>
              </a:extLst>
            </p:cNvPr>
            <p:cNvGrpSpPr/>
            <p:nvPr/>
          </p:nvGrpSpPr>
          <p:grpSpPr>
            <a:xfrm>
              <a:off x="7042006" y="4988662"/>
              <a:ext cx="1530220" cy="1504560"/>
              <a:chOff x="2429071" y="342901"/>
              <a:chExt cx="1530220" cy="1504560"/>
            </a:xfrm>
          </p:grpSpPr>
          <p:sp>
            <p:nvSpPr>
              <p:cNvPr id="141" name="Arrow: Pentagon 140">
                <a:extLst>
                  <a:ext uri="{FF2B5EF4-FFF2-40B4-BE49-F238E27FC236}">
                    <a16:creationId xmlns:a16="http://schemas.microsoft.com/office/drawing/2014/main" id="{405C458B-5A37-4183-9C88-9F4CA0902D60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9579F432-B940-43AE-AE78-F930E4D70AD1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B3C94F6-1FE1-4DB6-9533-B9CE007613CD}"/>
                </a:ext>
              </a:extLst>
            </p:cNvPr>
            <p:cNvGrpSpPr/>
            <p:nvPr/>
          </p:nvGrpSpPr>
          <p:grpSpPr>
            <a:xfrm>
              <a:off x="7404969" y="5447905"/>
              <a:ext cx="794720" cy="525140"/>
              <a:chOff x="7009704" y="3352146"/>
              <a:chExt cx="3690533" cy="2438650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461CEC6E-8C69-49AD-8255-D0718341F27B}"/>
                  </a:ext>
                </a:extLst>
              </p:cNvPr>
              <p:cNvGrpSpPr/>
              <p:nvPr/>
            </p:nvGrpSpPr>
            <p:grpSpPr>
              <a:xfrm rot="18486280">
                <a:off x="7600474" y="3032885"/>
                <a:ext cx="1486513" cy="2536581"/>
                <a:chOff x="7378980" y="3429000"/>
                <a:chExt cx="1501251" cy="2121715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ACAB2FC-278B-4223-BBF9-E023914EBB37}"/>
                    </a:ext>
                  </a:extLst>
                </p:cNvPr>
                <p:cNvSpPr/>
                <p:nvPr/>
              </p:nvSpPr>
              <p:spPr>
                <a:xfrm>
                  <a:off x="7378980" y="3429000"/>
                  <a:ext cx="1501251" cy="41091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F1285859-786F-4BA6-BD51-499AA919CBF2}"/>
                    </a:ext>
                  </a:extLst>
                </p:cNvPr>
                <p:cNvSpPr/>
                <p:nvPr/>
              </p:nvSpPr>
              <p:spPr>
                <a:xfrm>
                  <a:off x="7553151" y="3839919"/>
                  <a:ext cx="1152908" cy="171079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45" name="Isosceles Triangle 144">
                <a:extLst>
                  <a:ext uri="{FF2B5EF4-FFF2-40B4-BE49-F238E27FC236}">
                    <a16:creationId xmlns:a16="http://schemas.microsoft.com/office/drawing/2014/main" id="{29D5DD58-16D1-4756-83CF-BF82B36B8DC9}"/>
                  </a:ext>
                </a:extLst>
              </p:cNvPr>
              <p:cNvSpPr/>
              <p:nvPr/>
            </p:nvSpPr>
            <p:spPr>
              <a:xfrm>
                <a:off x="7496983" y="3444038"/>
                <a:ext cx="3203254" cy="2346758"/>
              </a:xfrm>
              <a:prstGeom prst="triangl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41E2DDC4-9253-4CED-BAF4-D04BD1F5000F}"/>
                  </a:ext>
                </a:extLst>
              </p:cNvPr>
              <p:cNvSpPr/>
              <p:nvPr/>
            </p:nvSpPr>
            <p:spPr>
              <a:xfrm>
                <a:off x="8536305" y="4179265"/>
                <a:ext cx="1162689" cy="1179050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14DCA6CC-51AB-4024-A850-81283C6A6A0C}"/>
                  </a:ext>
                </a:extLst>
              </p:cNvPr>
              <p:cNvSpPr/>
              <p:nvPr/>
            </p:nvSpPr>
            <p:spPr>
              <a:xfrm>
                <a:off x="8757589" y="4428162"/>
                <a:ext cx="720121" cy="681256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35A3074E-201A-4DF1-8D58-36FCB4B92E9D}"/>
                  </a:ext>
                </a:extLst>
              </p:cNvPr>
              <p:cNvSpPr/>
              <p:nvPr/>
            </p:nvSpPr>
            <p:spPr>
              <a:xfrm>
                <a:off x="7009704" y="5043309"/>
                <a:ext cx="1528334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A907DEFB-79C8-484E-AA36-8B0D1DACF2D7}"/>
                  </a:ext>
                </a:extLst>
              </p:cNvPr>
              <p:cNvSpPr/>
              <p:nvPr/>
            </p:nvSpPr>
            <p:spPr>
              <a:xfrm>
                <a:off x="9727403" y="5043309"/>
                <a:ext cx="912686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C0DB094-2470-46B7-801F-F7E884006B88}"/>
                  </a:ext>
                </a:extLst>
              </p:cNvPr>
              <p:cNvSpPr/>
              <p:nvPr/>
            </p:nvSpPr>
            <p:spPr>
              <a:xfrm>
                <a:off x="8730683" y="3352146"/>
                <a:ext cx="773931" cy="405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7EF1436-25D2-6577-484D-4045264178C1}"/>
              </a:ext>
            </a:extLst>
          </p:cNvPr>
          <p:cNvGrpSpPr/>
          <p:nvPr/>
        </p:nvGrpSpPr>
        <p:grpSpPr>
          <a:xfrm>
            <a:off x="2595052" y="712293"/>
            <a:ext cx="1039477" cy="1022046"/>
            <a:chOff x="2946747" y="712293"/>
            <a:chExt cx="1039477" cy="1022046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0395E44-5578-A739-EBF2-4054B787170D}"/>
                </a:ext>
              </a:extLst>
            </p:cNvPr>
            <p:cNvGrpSpPr/>
            <p:nvPr/>
          </p:nvGrpSpPr>
          <p:grpSpPr>
            <a:xfrm>
              <a:off x="3216843" y="967871"/>
              <a:ext cx="401119" cy="516996"/>
              <a:chOff x="1837717" y="50257"/>
              <a:chExt cx="453113" cy="584010"/>
            </a:xfrm>
          </p:grpSpPr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E625946E-19FC-E94D-FDD2-63EEF11A1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6679" y="238174"/>
                <a:ext cx="254151" cy="336512"/>
              </a:xfrm>
              <a:prstGeom prst="rect">
                <a:avLst/>
              </a:prstGeom>
            </p:spPr>
          </p:pic>
          <p:pic>
            <p:nvPicPr>
              <p:cNvPr id="177" name="Picture 176">
                <a:extLst>
                  <a:ext uri="{FF2B5EF4-FFF2-40B4-BE49-F238E27FC236}">
                    <a16:creationId xmlns:a16="http://schemas.microsoft.com/office/drawing/2014/main" id="{ADA6FEC9-0B5F-5869-B750-C426CD80B7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717" y="50257"/>
                <a:ext cx="198962" cy="584010"/>
              </a:xfrm>
              <a:prstGeom prst="rect">
                <a:avLst/>
              </a:prstGeom>
            </p:spPr>
          </p:pic>
        </p:grpSp>
        <p:sp>
          <p:nvSpPr>
            <p:cNvPr id="132" name="Star: 6 Points 131">
              <a:extLst>
                <a:ext uri="{FF2B5EF4-FFF2-40B4-BE49-F238E27FC236}">
                  <a16:creationId xmlns:a16="http://schemas.microsoft.com/office/drawing/2014/main" id="{E01351FC-2BF9-4997-896B-65FA3D2A1577}"/>
                </a:ext>
              </a:extLst>
            </p:cNvPr>
            <p:cNvSpPr/>
            <p:nvPr/>
          </p:nvSpPr>
          <p:spPr>
            <a:xfrm>
              <a:off x="3581626" y="942961"/>
              <a:ext cx="212739" cy="262516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9C1F97A4-E3D1-4992-B128-897E38BB06EB}"/>
                </a:ext>
              </a:extLst>
            </p:cNvPr>
            <p:cNvGrpSpPr/>
            <p:nvPr/>
          </p:nvGrpSpPr>
          <p:grpSpPr>
            <a:xfrm>
              <a:off x="2946747" y="712293"/>
              <a:ext cx="1039477" cy="1022046"/>
              <a:chOff x="2429071" y="342901"/>
              <a:chExt cx="1530220" cy="1504560"/>
            </a:xfrm>
          </p:grpSpPr>
          <p:sp>
            <p:nvSpPr>
              <p:cNvPr id="153" name="Arrow: Pentagon 152">
                <a:extLst>
                  <a:ext uri="{FF2B5EF4-FFF2-40B4-BE49-F238E27FC236}">
                    <a16:creationId xmlns:a16="http://schemas.microsoft.com/office/drawing/2014/main" id="{67C05A93-BC5B-4859-956A-3018E06B6A5A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49590B0-0A31-45AB-A8F9-67C483EC57F6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53F4CE4-0805-EFBB-CB1D-EED10BA5F197}"/>
              </a:ext>
            </a:extLst>
          </p:cNvPr>
          <p:cNvGrpSpPr/>
          <p:nvPr/>
        </p:nvGrpSpPr>
        <p:grpSpPr>
          <a:xfrm>
            <a:off x="8632622" y="723686"/>
            <a:ext cx="1039477" cy="1022046"/>
            <a:chOff x="6039305" y="902965"/>
            <a:chExt cx="1530220" cy="1504560"/>
          </a:xfrm>
        </p:grpSpPr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75FA9608-B127-4835-944D-78CA37F661CB}"/>
                </a:ext>
              </a:extLst>
            </p:cNvPr>
            <p:cNvGrpSpPr/>
            <p:nvPr/>
          </p:nvGrpSpPr>
          <p:grpSpPr>
            <a:xfrm>
              <a:off x="6439367" y="1314630"/>
              <a:ext cx="485929" cy="721679"/>
              <a:chOff x="7320415" y="4817987"/>
              <a:chExt cx="624134" cy="926934"/>
            </a:xfrm>
          </p:grpSpPr>
          <p:pic>
            <p:nvPicPr>
              <p:cNvPr id="160" name="Picture 4" descr="Musket Silhouette. Flintlock Old Pistol Symbol. Rustic Vintage Gun Vector  Silhouette Illustration Isolated On White Background. Royalty Free  Cliparts, Vectors, And Stock Illustration. Image 147714752.">
                <a:extLst>
                  <a:ext uri="{FF2B5EF4-FFF2-40B4-BE49-F238E27FC236}">
                    <a16:creationId xmlns:a16="http://schemas.microsoft.com/office/drawing/2014/main" id="{ECC173EE-FEEA-4C14-95EB-1DFEEF3C000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2" t="16514" r="8246" b="7006"/>
              <a:stretch/>
            </p:blipFill>
            <p:spPr bwMode="auto">
              <a:xfrm rot="14293273" flipV="1">
                <a:off x="7393751" y="5120225"/>
                <a:ext cx="853035" cy="24856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594D9451-C76F-48E9-9A61-76F0E98A2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20415" y="5160830"/>
                <a:ext cx="441135" cy="584091"/>
              </a:xfrm>
              <a:prstGeom prst="rect">
                <a:avLst/>
              </a:prstGeom>
            </p:spPr>
          </p:pic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F82ED33-036C-4A95-B571-1F3887EF6528}"/>
                </a:ext>
              </a:extLst>
            </p:cNvPr>
            <p:cNvGrpSpPr/>
            <p:nvPr/>
          </p:nvGrpSpPr>
          <p:grpSpPr>
            <a:xfrm>
              <a:off x="6039305" y="902965"/>
              <a:ext cx="1530220" cy="1504560"/>
              <a:chOff x="2429071" y="342901"/>
              <a:chExt cx="1530220" cy="1504560"/>
            </a:xfrm>
          </p:grpSpPr>
          <p:sp>
            <p:nvSpPr>
              <p:cNvPr id="158" name="Arrow: Pentagon 157">
                <a:extLst>
                  <a:ext uri="{FF2B5EF4-FFF2-40B4-BE49-F238E27FC236}">
                    <a16:creationId xmlns:a16="http://schemas.microsoft.com/office/drawing/2014/main" id="{3A12320F-9416-44D4-865F-ED0ACE89653C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70A0EB0-39A3-45A5-A6A9-97040E8513FC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2" name="Star: 6 Points 161">
              <a:extLst>
                <a:ext uri="{FF2B5EF4-FFF2-40B4-BE49-F238E27FC236}">
                  <a16:creationId xmlns:a16="http://schemas.microsoft.com/office/drawing/2014/main" id="{A4074387-B1CC-4E9E-A33B-D7C6331A88A6}"/>
                </a:ext>
              </a:extLst>
            </p:cNvPr>
            <p:cNvSpPr/>
            <p:nvPr/>
          </p:nvSpPr>
          <p:spPr>
            <a:xfrm>
              <a:off x="6963681" y="1256517"/>
              <a:ext cx="313175" cy="386451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866F0E-83E8-F67D-388E-619CCC194D23}"/>
              </a:ext>
            </a:extLst>
          </p:cNvPr>
          <p:cNvGrpSpPr/>
          <p:nvPr/>
        </p:nvGrpSpPr>
        <p:grpSpPr>
          <a:xfrm>
            <a:off x="3811561" y="703479"/>
            <a:ext cx="1039477" cy="1022046"/>
            <a:chOff x="4163256" y="703479"/>
            <a:chExt cx="1039477" cy="102204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50EA28E-F54F-4966-9827-2154BCEFB177}"/>
                </a:ext>
              </a:extLst>
            </p:cNvPr>
            <p:cNvGrpSpPr/>
            <p:nvPr/>
          </p:nvGrpSpPr>
          <p:grpSpPr>
            <a:xfrm>
              <a:off x="4163256" y="703479"/>
              <a:ext cx="1039477" cy="1022046"/>
              <a:chOff x="2429071" y="342901"/>
              <a:chExt cx="1530220" cy="1504560"/>
            </a:xfrm>
          </p:grpSpPr>
          <p:sp>
            <p:nvSpPr>
              <p:cNvPr id="19" name="Arrow: Pentagon 18">
                <a:extLst>
                  <a:ext uri="{FF2B5EF4-FFF2-40B4-BE49-F238E27FC236}">
                    <a16:creationId xmlns:a16="http://schemas.microsoft.com/office/drawing/2014/main" id="{B390F755-E3CE-4862-B94C-222B4B11E7D7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6862B01-0427-43E9-A437-31212F6DC35A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D30BD39-244C-D119-35AA-2A83DB9181BC}"/>
                </a:ext>
              </a:extLst>
            </p:cNvPr>
            <p:cNvGrpSpPr/>
            <p:nvPr/>
          </p:nvGrpSpPr>
          <p:grpSpPr>
            <a:xfrm rot="20278686">
              <a:off x="4525915" y="923104"/>
              <a:ext cx="256790" cy="607821"/>
              <a:chOff x="4551437" y="917259"/>
              <a:chExt cx="256790" cy="607821"/>
            </a:xfrm>
          </p:grpSpPr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A2C44AD5-6D29-E573-DE9C-A6D17A13C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4551437" y="918871"/>
                <a:ext cx="56738" cy="606209"/>
              </a:xfrm>
              <a:prstGeom prst="rect">
                <a:avLst/>
              </a:prstGeom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6A4CDDDF-43C4-C2C1-AB11-965002FF88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4751489" y="917259"/>
                <a:ext cx="56738" cy="606209"/>
              </a:xfrm>
              <a:prstGeom prst="rect">
                <a:avLst/>
              </a:prstGeom>
            </p:spPr>
          </p:pic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14D7741-75E4-9DAF-3E70-0A4C213167F8}"/>
              </a:ext>
            </a:extLst>
          </p:cNvPr>
          <p:cNvGrpSpPr/>
          <p:nvPr/>
        </p:nvGrpSpPr>
        <p:grpSpPr>
          <a:xfrm>
            <a:off x="9787324" y="730303"/>
            <a:ext cx="1039477" cy="1022046"/>
            <a:chOff x="5014784" y="3394739"/>
            <a:chExt cx="1039477" cy="102204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3B83CDD-6281-53A6-0966-72F329AFB80E}"/>
                </a:ext>
              </a:extLst>
            </p:cNvPr>
            <p:cNvGrpSpPr/>
            <p:nvPr/>
          </p:nvGrpSpPr>
          <p:grpSpPr>
            <a:xfrm>
              <a:off x="5277056" y="3648297"/>
              <a:ext cx="514930" cy="514930"/>
              <a:chOff x="6791479" y="4800533"/>
              <a:chExt cx="514930" cy="51493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49964B4-C132-7328-3F84-DC56F8ADFF5A}"/>
                  </a:ext>
                </a:extLst>
              </p:cNvPr>
              <p:cNvSpPr/>
              <p:nvPr/>
            </p:nvSpPr>
            <p:spPr>
              <a:xfrm>
                <a:off x="6885419" y="4892733"/>
                <a:ext cx="327050" cy="32705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F3B573B4-4328-3670-DF26-F12DCC1D6E8E}"/>
                  </a:ext>
                </a:extLst>
              </p:cNvPr>
              <p:cNvSpPr/>
              <p:nvPr/>
            </p:nvSpPr>
            <p:spPr>
              <a:xfrm>
                <a:off x="7026609" y="503557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23D91CD4-6201-70B3-59F8-17C2ECDE7F48}"/>
                  </a:ext>
                </a:extLst>
              </p:cNvPr>
              <p:cNvSpPr/>
              <p:nvPr/>
            </p:nvSpPr>
            <p:spPr>
              <a:xfrm>
                <a:off x="7038745" y="4800533"/>
                <a:ext cx="20398" cy="184400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: Rounded Corners 207">
                <a:extLst>
                  <a:ext uri="{FF2B5EF4-FFF2-40B4-BE49-F238E27FC236}">
                    <a16:creationId xmlns:a16="http://schemas.microsoft.com/office/drawing/2014/main" id="{AD241743-B58B-4742-1A40-0BC0A5A33FFB}"/>
                  </a:ext>
                </a:extLst>
              </p:cNvPr>
              <p:cNvSpPr/>
              <p:nvPr/>
            </p:nvSpPr>
            <p:spPr>
              <a:xfrm>
                <a:off x="7038745" y="5131063"/>
                <a:ext cx="20398" cy="184400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DD4AC53B-C223-9858-3D19-AC3C5B6FE838}"/>
                  </a:ext>
                </a:extLst>
              </p:cNvPr>
              <p:cNvGrpSpPr/>
              <p:nvPr/>
            </p:nvGrpSpPr>
            <p:grpSpPr>
              <a:xfrm rot="16200000">
                <a:off x="7038745" y="4798793"/>
                <a:ext cx="20398" cy="514930"/>
                <a:chOff x="5815666" y="3167062"/>
                <a:chExt cx="55844" cy="1409701"/>
              </a:xfrm>
            </p:grpSpPr>
            <p:sp>
              <p:nvSpPr>
                <p:cNvPr id="209" name="Rectangle: Rounded Corners 208">
                  <a:extLst>
                    <a:ext uri="{FF2B5EF4-FFF2-40B4-BE49-F238E27FC236}">
                      <a16:creationId xmlns:a16="http://schemas.microsoft.com/office/drawing/2014/main" id="{434CA5B1-6C66-14C0-1308-8967449C7C99}"/>
                    </a:ext>
                  </a:extLst>
                </p:cNvPr>
                <p:cNvSpPr/>
                <p:nvPr/>
              </p:nvSpPr>
              <p:spPr>
                <a:xfrm>
                  <a:off x="5815666" y="3167062"/>
                  <a:ext cx="55844" cy="50482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" name="Rectangle: Rounded Corners 209">
                  <a:extLst>
                    <a:ext uri="{FF2B5EF4-FFF2-40B4-BE49-F238E27FC236}">
                      <a16:creationId xmlns:a16="http://schemas.microsoft.com/office/drawing/2014/main" id="{581D0DDA-F2CF-1F94-CE18-2FE119612370}"/>
                    </a:ext>
                  </a:extLst>
                </p:cNvPr>
                <p:cNvSpPr/>
                <p:nvPr/>
              </p:nvSpPr>
              <p:spPr>
                <a:xfrm>
                  <a:off x="5815666" y="4071938"/>
                  <a:ext cx="55844" cy="50482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DECEB2F9-11D0-9BF1-B6CB-1ED64E6C90ED}"/>
                </a:ext>
              </a:extLst>
            </p:cNvPr>
            <p:cNvGrpSpPr/>
            <p:nvPr/>
          </p:nvGrpSpPr>
          <p:grpSpPr>
            <a:xfrm>
              <a:off x="5014784" y="3394739"/>
              <a:ext cx="1039477" cy="1022046"/>
              <a:chOff x="475862" y="342901"/>
              <a:chExt cx="1530220" cy="1504560"/>
            </a:xfrm>
          </p:grpSpPr>
          <p:sp>
            <p:nvSpPr>
              <p:cNvPr id="224" name="Arrow: Pentagon 223">
                <a:extLst>
                  <a:ext uri="{FF2B5EF4-FFF2-40B4-BE49-F238E27FC236}">
                    <a16:creationId xmlns:a16="http://schemas.microsoft.com/office/drawing/2014/main" id="{15E9D7BA-AC6F-6E85-3517-83228317D71F}"/>
                  </a:ext>
                </a:extLst>
              </p:cNvPr>
              <p:cNvSpPr/>
              <p:nvPr/>
            </p:nvSpPr>
            <p:spPr>
              <a:xfrm rot="5400000">
                <a:off x="633902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72EF084B-F572-820E-9EAC-0B5D7B8DDD5F}"/>
                  </a:ext>
                </a:extLst>
              </p:cNvPr>
              <p:cNvSpPr/>
              <p:nvPr/>
            </p:nvSpPr>
            <p:spPr>
              <a:xfrm>
                <a:off x="475862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AA3A47F-08F0-30F4-8C56-3F7A05016C88}"/>
              </a:ext>
            </a:extLst>
          </p:cNvPr>
          <p:cNvGrpSpPr/>
          <p:nvPr/>
        </p:nvGrpSpPr>
        <p:grpSpPr>
          <a:xfrm>
            <a:off x="10954849" y="730303"/>
            <a:ext cx="1039477" cy="1022046"/>
            <a:chOff x="7557348" y="3418032"/>
            <a:chExt cx="1039477" cy="1022046"/>
          </a:xfrm>
        </p:grpSpPr>
        <p:pic>
          <p:nvPicPr>
            <p:cNvPr id="237" name="Picture 236">
              <a:extLst>
                <a:ext uri="{FF2B5EF4-FFF2-40B4-BE49-F238E27FC236}">
                  <a16:creationId xmlns:a16="http://schemas.microsoft.com/office/drawing/2014/main" id="{DC4A1E38-F4B8-0DD7-DBC0-4E071F936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8611" y="3621541"/>
              <a:ext cx="299663" cy="396772"/>
            </a:xfrm>
            <a:prstGeom prst="rect">
              <a:avLst/>
            </a:prstGeom>
          </p:spPr>
        </p:pic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B74AD60-E0C4-1E97-C47B-4E271B8177DE}"/>
                </a:ext>
              </a:extLst>
            </p:cNvPr>
            <p:cNvGrpSpPr/>
            <p:nvPr/>
          </p:nvGrpSpPr>
          <p:grpSpPr>
            <a:xfrm>
              <a:off x="7752391" y="3794465"/>
              <a:ext cx="460961" cy="460961"/>
              <a:chOff x="6791479" y="4800533"/>
              <a:chExt cx="514930" cy="514930"/>
            </a:xfrm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CC49C82-1E0E-0056-4A5C-E05357241B90}"/>
                  </a:ext>
                </a:extLst>
              </p:cNvPr>
              <p:cNvSpPr/>
              <p:nvPr/>
            </p:nvSpPr>
            <p:spPr>
              <a:xfrm>
                <a:off x="6885419" y="4892733"/>
                <a:ext cx="327050" cy="32705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FFCAEFAA-52E6-5F8C-FA3D-2CA1BF07EA9B}"/>
                  </a:ext>
                </a:extLst>
              </p:cNvPr>
              <p:cNvSpPr/>
              <p:nvPr/>
            </p:nvSpPr>
            <p:spPr>
              <a:xfrm>
                <a:off x="7026609" y="5035571"/>
                <a:ext cx="45720" cy="45720"/>
              </a:xfrm>
              <a:prstGeom prst="ellipse">
                <a:avLst/>
              </a:prstGeom>
              <a:solidFill>
                <a:schemeClr val="tx1"/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: Rounded Corners 228">
                <a:extLst>
                  <a:ext uri="{FF2B5EF4-FFF2-40B4-BE49-F238E27FC236}">
                    <a16:creationId xmlns:a16="http://schemas.microsoft.com/office/drawing/2014/main" id="{29A21042-443A-F0D4-4482-0DFB4F548051}"/>
                  </a:ext>
                </a:extLst>
              </p:cNvPr>
              <p:cNvSpPr/>
              <p:nvPr/>
            </p:nvSpPr>
            <p:spPr>
              <a:xfrm>
                <a:off x="7038745" y="4800533"/>
                <a:ext cx="20398" cy="184400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: Rounded Corners 229">
                <a:extLst>
                  <a:ext uri="{FF2B5EF4-FFF2-40B4-BE49-F238E27FC236}">
                    <a16:creationId xmlns:a16="http://schemas.microsoft.com/office/drawing/2014/main" id="{E3CA4EA9-B401-8EF6-7361-A0F65B8BAE2C}"/>
                  </a:ext>
                </a:extLst>
              </p:cNvPr>
              <p:cNvSpPr/>
              <p:nvPr/>
            </p:nvSpPr>
            <p:spPr>
              <a:xfrm>
                <a:off x="7038745" y="5131063"/>
                <a:ext cx="20398" cy="184400"/>
              </a:xfrm>
              <a:prstGeom prst="round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31" name="Group 230">
                <a:extLst>
                  <a:ext uri="{FF2B5EF4-FFF2-40B4-BE49-F238E27FC236}">
                    <a16:creationId xmlns:a16="http://schemas.microsoft.com/office/drawing/2014/main" id="{8595BDB1-25A9-1845-108B-5EC23D20A4C9}"/>
                  </a:ext>
                </a:extLst>
              </p:cNvPr>
              <p:cNvGrpSpPr/>
              <p:nvPr/>
            </p:nvGrpSpPr>
            <p:grpSpPr>
              <a:xfrm rot="16200000">
                <a:off x="7038745" y="4798793"/>
                <a:ext cx="20398" cy="514930"/>
                <a:chOff x="5815666" y="3167062"/>
                <a:chExt cx="55844" cy="1409701"/>
              </a:xfrm>
            </p:grpSpPr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E854A161-D85C-465F-072A-2B5C95902F9D}"/>
                    </a:ext>
                  </a:extLst>
                </p:cNvPr>
                <p:cNvSpPr/>
                <p:nvPr/>
              </p:nvSpPr>
              <p:spPr>
                <a:xfrm>
                  <a:off x="5815666" y="3167062"/>
                  <a:ext cx="55844" cy="50482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3" name="Rectangle: Rounded Corners 232">
                  <a:extLst>
                    <a:ext uri="{FF2B5EF4-FFF2-40B4-BE49-F238E27FC236}">
                      <a16:creationId xmlns:a16="http://schemas.microsoft.com/office/drawing/2014/main" id="{B469763C-34CF-794D-ACC9-8277A06E6C5A}"/>
                    </a:ext>
                  </a:extLst>
                </p:cNvPr>
                <p:cNvSpPr/>
                <p:nvPr/>
              </p:nvSpPr>
              <p:spPr>
                <a:xfrm>
                  <a:off x="5815666" y="4071938"/>
                  <a:ext cx="55844" cy="50482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9F92DC9F-691D-12D0-D1BD-13527A29FCEA}"/>
                </a:ext>
              </a:extLst>
            </p:cNvPr>
            <p:cNvGrpSpPr/>
            <p:nvPr/>
          </p:nvGrpSpPr>
          <p:grpSpPr>
            <a:xfrm>
              <a:off x="7557348" y="3418032"/>
              <a:ext cx="1039477" cy="1022046"/>
              <a:chOff x="475862" y="342901"/>
              <a:chExt cx="1530220" cy="1504560"/>
            </a:xfrm>
          </p:grpSpPr>
          <p:sp>
            <p:nvSpPr>
              <p:cNvPr id="235" name="Arrow: Pentagon 234">
                <a:extLst>
                  <a:ext uri="{FF2B5EF4-FFF2-40B4-BE49-F238E27FC236}">
                    <a16:creationId xmlns:a16="http://schemas.microsoft.com/office/drawing/2014/main" id="{8AA80966-2BC9-F1D0-C850-9A5A50601F92}"/>
                  </a:ext>
                </a:extLst>
              </p:cNvPr>
              <p:cNvSpPr/>
              <p:nvPr/>
            </p:nvSpPr>
            <p:spPr>
              <a:xfrm rot="5400000">
                <a:off x="633902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5FD16F00-9516-0202-11C9-432D66A9804F}"/>
                  </a:ext>
                </a:extLst>
              </p:cNvPr>
              <p:cNvSpPr/>
              <p:nvPr/>
            </p:nvSpPr>
            <p:spPr>
              <a:xfrm>
                <a:off x="475862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951CDF-281B-8506-65F5-86593BF09F9B}"/>
              </a:ext>
            </a:extLst>
          </p:cNvPr>
          <p:cNvGrpSpPr/>
          <p:nvPr/>
        </p:nvGrpSpPr>
        <p:grpSpPr>
          <a:xfrm>
            <a:off x="5028120" y="1913940"/>
            <a:ext cx="1039477" cy="1022046"/>
            <a:chOff x="5028120" y="1913940"/>
            <a:chExt cx="1039477" cy="1022046"/>
          </a:xfrm>
        </p:grpSpPr>
        <p:pic>
          <p:nvPicPr>
            <p:cNvPr id="178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27BDAD68-2489-135D-4257-74922DF845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>
              <a:off x="5258504" y="2110954"/>
              <a:ext cx="539396" cy="541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0681C36-AF45-DC05-E144-134382E3D700}"/>
                </a:ext>
              </a:extLst>
            </p:cNvPr>
            <p:cNvGrpSpPr/>
            <p:nvPr/>
          </p:nvGrpSpPr>
          <p:grpSpPr>
            <a:xfrm>
              <a:off x="5028120" y="1913940"/>
              <a:ext cx="1039477" cy="1022046"/>
              <a:chOff x="2429071" y="342901"/>
              <a:chExt cx="1530220" cy="1504560"/>
            </a:xfrm>
          </p:grpSpPr>
          <p:sp>
            <p:nvSpPr>
              <p:cNvPr id="78" name="Arrow: Pentagon 77">
                <a:extLst>
                  <a:ext uri="{FF2B5EF4-FFF2-40B4-BE49-F238E27FC236}">
                    <a16:creationId xmlns:a16="http://schemas.microsoft.com/office/drawing/2014/main" id="{0414A2FE-CF95-15BB-88AA-BB56EE5E0D54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3F3DBD44-69B9-C6D5-AC2F-36E38E757367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BC1B240-63B0-5CD7-5C9D-02994F17654D}"/>
              </a:ext>
            </a:extLst>
          </p:cNvPr>
          <p:cNvGrpSpPr/>
          <p:nvPr/>
        </p:nvGrpSpPr>
        <p:grpSpPr>
          <a:xfrm>
            <a:off x="6207454" y="1909660"/>
            <a:ext cx="1039477" cy="1022046"/>
            <a:chOff x="6207454" y="1909660"/>
            <a:chExt cx="1039477" cy="1022046"/>
          </a:xfrm>
        </p:grpSpPr>
        <p:pic>
          <p:nvPicPr>
            <p:cNvPr id="179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4F564EFD-0D45-5AE0-B7E4-C6E6BEC9AA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 rot="12998150">
              <a:off x="6523497" y="2025016"/>
              <a:ext cx="413971" cy="7134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306D7030-685E-E649-9381-ED4DD1B4F446}"/>
                </a:ext>
              </a:extLst>
            </p:cNvPr>
            <p:cNvGrpSpPr/>
            <p:nvPr/>
          </p:nvGrpSpPr>
          <p:grpSpPr>
            <a:xfrm>
              <a:off x="6207454" y="1909660"/>
              <a:ext cx="1039477" cy="1022046"/>
              <a:chOff x="2429071" y="342901"/>
              <a:chExt cx="1530220" cy="1504560"/>
            </a:xfrm>
          </p:grpSpPr>
          <p:sp>
            <p:nvSpPr>
              <p:cNvPr id="181" name="Arrow: Pentagon 180">
                <a:extLst>
                  <a:ext uri="{FF2B5EF4-FFF2-40B4-BE49-F238E27FC236}">
                    <a16:creationId xmlns:a16="http://schemas.microsoft.com/office/drawing/2014/main" id="{4E4F52CD-35E4-9E68-B689-9325B59D7D9D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D642FBF-190A-463D-6968-02400D94A26C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5489718-1912-32A4-E67B-03DC01750B85}"/>
              </a:ext>
            </a:extLst>
          </p:cNvPr>
          <p:cNvGrpSpPr/>
          <p:nvPr/>
        </p:nvGrpSpPr>
        <p:grpSpPr>
          <a:xfrm>
            <a:off x="10987849" y="1925854"/>
            <a:ext cx="1039477" cy="1022046"/>
            <a:chOff x="10987849" y="1925854"/>
            <a:chExt cx="1039477" cy="1022046"/>
          </a:xfrm>
        </p:grpSpPr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768F066D-66F2-EBEB-4825-0AD86CAF649A}"/>
                </a:ext>
              </a:extLst>
            </p:cNvPr>
            <p:cNvGrpSpPr/>
            <p:nvPr/>
          </p:nvGrpSpPr>
          <p:grpSpPr>
            <a:xfrm>
              <a:off x="11177743" y="2164084"/>
              <a:ext cx="659686" cy="435279"/>
              <a:chOff x="3202921" y="2401701"/>
              <a:chExt cx="754803" cy="498040"/>
            </a:xfrm>
          </p:grpSpPr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0409F23E-76F5-B275-7FFD-C3CE14765058}"/>
                  </a:ext>
                </a:extLst>
              </p:cNvPr>
              <p:cNvSpPr/>
              <p:nvPr/>
            </p:nvSpPr>
            <p:spPr>
              <a:xfrm>
                <a:off x="3413096" y="2578674"/>
                <a:ext cx="283752" cy="1620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BC0EA24A-8726-98FA-B4CD-539646998032}"/>
                  </a:ext>
                </a:extLst>
              </p:cNvPr>
              <p:cNvSpPr/>
              <p:nvPr/>
            </p:nvSpPr>
            <p:spPr>
              <a:xfrm>
                <a:off x="3692926" y="2612349"/>
                <a:ext cx="224947" cy="1283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5" name="Right Triangle 1044">
                <a:extLst>
                  <a:ext uri="{FF2B5EF4-FFF2-40B4-BE49-F238E27FC236}">
                    <a16:creationId xmlns:a16="http://schemas.microsoft.com/office/drawing/2014/main" id="{A4EB94C4-D0ED-BAD9-2FF8-E8445C5915FA}"/>
                  </a:ext>
                </a:extLst>
              </p:cNvPr>
              <p:cNvSpPr/>
              <p:nvPr/>
            </p:nvSpPr>
            <p:spPr>
              <a:xfrm flipH="1">
                <a:off x="3202921" y="2578674"/>
                <a:ext cx="210174" cy="162008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46" name="Picture 1045">
                <a:extLst>
                  <a:ext uri="{FF2B5EF4-FFF2-40B4-BE49-F238E27FC236}">
                    <a16:creationId xmlns:a16="http://schemas.microsoft.com/office/drawing/2014/main" id="{72C79677-4A9F-4042-6EE9-6FBBB62EF3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23943" y="2740183"/>
                <a:ext cx="733781" cy="159558"/>
              </a:xfrm>
              <a:prstGeom prst="rect">
                <a:avLst/>
              </a:prstGeom>
            </p:spPr>
          </p:pic>
          <p:sp>
            <p:nvSpPr>
              <p:cNvPr id="1047" name="Flowchart: Terminator 1046">
                <a:extLst>
                  <a:ext uri="{FF2B5EF4-FFF2-40B4-BE49-F238E27FC236}">
                    <a16:creationId xmlns:a16="http://schemas.microsoft.com/office/drawing/2014/main" id="{25CF32B8-A9F4-1604-9AD0-CC3FC134F4F4}"/>
                  </a:ext>
                </a:extLst>
              </p:cNvPr>
              <p:cNvSpPr/>
              <p:nvPr/>
            </p:nvSpPr>
            <p:spPr>
              <a:xfrm>
                <a:off x="3704363" y="2505974"/>
                <a:ext cx="224947" cy="95438"/>
              </a:xfrm>
              <a:prstGeom prst="flowChartTermina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8" name="Group 1047">
                <a:extLst>
                  <a:ext uri="{FF2B5EF4-FFF2-40B4-BE49-F238E27FC236}">
                    <a16:creationId xmlns:a16="http://schemas.microsoft.com/office/drawing/2014/main" id="{E9E14160-A8B1-6449-4BA3-D53F88D15E54}"/>
                  </a:ext>
                </a:extLst>
              </p:cNvPr>
              <p:cNvGrpSpPr/>
              <p:nvPr/>
            </p:nvGrpSpPr>
            <p:grpSpPr>
              <a:xfrm rot="16775424">
                <a:off x="3458798" y="2311619"/>
                <a:ext cx="192348" cy="372511"/>
                <a:chOff x="3263225" y="895304"/>
                <a:chExt cx="213441" cy="413361"/>
              </a:xfrm>
            </p:grpSpPr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A5AA9EDB-569A-E3DA-07F1-F7C985741CDE}"/>
                    </a:ext>
                  </a:extLst>
                </p:cNvPr>
                <p:cNvSpPr/>
                <p:nvPr/>
              </p:nvSpPr>
              <p:spPr>
                <a:xfrm rot="21560115">
                  <a:off x="3263225" y="982874"/>
                  <a:ext cx="213441" cy="325791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050" name="Group 1049">
                  <a:extLst>
                    <a:ext uri="{FF2B5EF4-FFF2-40B4-BE49-F238E27FC236}">
                      <a16:creationId xmlns:a16="http://schemas.microsoft.com/office/drawing/2014/main" id="{30464E64-640C-5315-B21E-EA038D359199}"/>
                    </a:ext>
                  </a:extLst>
                </p:cNvPr>
                <p:cNvGrpSpPr/>
                <p:nvPr/>
              </p:nvGrpSpPr>
              <p:grpSpPr>
                <a:xfrm>
                  <a:off x="3295738" y="895636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057" name="Oval 1056">
                    <a:extLst>
                      <a:ext uri="{FF2B5EF4-FFF2-40B4-BE49-F238E27FC236}">
                        <a16:creationId xmlns:a16="http://schemas.microsoft.com/office/drawing/2014/main" id="{A338611F-170C-C80D-64A3-D27C9D487BA5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8" name="Rectangle 1057">
                    <a:extLst>
                      <a:ext uri="{FF2B5EF4-FFF2-40B4-BE49-F238E27FC236}">
                        <a16:creationId xmlns:a16="http://schemas.microsoft.com/office/drawing/2014/main" id="{CE13EF0C-1DCB-126D-61D6-06DA197E84F6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1" name="Group 1050">
                  <a:extLst>
                    <a:ext uri="{FF2B5EF4-FFF2-40B4-BE49-F238E27FC236}">
                      <a16:creationId xmlns:a16="http://schemas.microsoft.com/office/drawing/2014/main" id="{08165C0F-B2F1-E1A1-362B-4CDF3EEAE473}"/>
                    </a:ext>
                  </a:extLst>
                </p:cNvPr>
                <p:cNvGrpSpPr/>
                <p:nvPr/>
              </p:nvGrpSpPr>
              <p:grpSpPr>
                <a:xfrm>
                  <a:off x="3352555" y="895470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055" name="Oval 1054">
                    <a:extLst>
                      <a:ext uri="{FF2B5EF4-FFF2-40B4-BE49-F238E27FC236}">
                        <a16:creationId xmlns:a16="http://schemas.microsoft.com/office/drawing/2014/main" id="{CA37FF6A-FA2C-D58C-DC5C-825FD477D16F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6" name="Rectangle 1055">
                    <a:extLst>
                      <a:ext uri="{FF2B5EF4-FFF2-40B4-BE49-F238E27FC236}">
                        <a16:creationId xmlns:a16="http://schemas.microsoft.com/office/drawing/2014/main" id="{E426FA4B-2F50-4657-7BE3-56CC9F896835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2" name="Group 1051">
                  <a:extLst>
                    <a:ext uri="{FF2B5EF4-FFF2-40B4-BE49-F238E27FC236}">
                      <a16:creationId xmlns:a16="http://schemas.microsoft.com/office/drawing/2014/main" id="{4DF7C79F-6D21-C123-2FF9-679DEDAC5ED8}"/>
                    </a:ext>
                  </a:extLst>
                </p:cNvPr>
                <p:cNvGrpSpPr/>
                <p:nvPr/>
              </p:nvGrpSpPr>
              <p:grpSpPr>
                <a:xfrm>
                  <a:off x="3410061" y="895304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053" name="Oval 1052">
                    <a:extLst>
                      <a:ext uri="{FF2B5EF4-FFF2-40B4-BE49-F238E27FC236}">
                        <a16:creationId xmlns:a16="http://schemas.microsoft.com/office/drawing/2014/main" id="{281BC86B-BF2F-7887-961F-705F99440ED8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4" name="Rectangle 1053">
                    <a:extLst>
                      <a:ext uri="{FF2B5EF4-FFF2-40B4-BE49-F238E27FC236}">
                        <a16:creationId xmlns:a16="http://schemas.microsoft.com/office/drawing/2014/main" id="{162CC327-BA81-33CA-8E2C-291D976D2598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0FBE69C-22C0-BED7-908E-4D8E5F96A628}"/>
                </a:ext>
              </a:extLst>
            </p:cNvPr>
            <p:cNvGrpSpPr/>
            <p:nvPr/>
          </p:nvGrpSpPr>
          <p:grpSpPr>
            <a:xfrm>
              <a:off x="10987849" y="1925854"/>
              <a:ext cx="1039477" cy="1022046"/>
              <a:chOff x="2429071" y="342901"/>
              <a:chExt cx="1530220" cy="1504560"/>
            </a:xfrm>
          </p:grpSpPr>
          <p:sp>
            <p:nvSpPr>
              <p:cNvPr id="185" name="Arrow: Pentagon 184">
                <a:extLst>
                  <a:ext uri="{FF2B5EF4-FFF2-40B4-BE49-F238E27FC236}">
                    <a16:creationId xmlns:a16="http://schemas.microsoft.com/office/drawing/2014/main" id="{CD6C2C0D-7C3F-52D8-BC7D-D0536D488975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601D9180-7BF8-0DF9-4D64-49EFA7FBA81E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D94DC5B-A38B-B4A4-C9C1-82B45B91428D}"/>
              </a:ext>
            </a:extLst>
          </p:cNvPr>
          <p:cNvGrpSpPr/>
          <p:nvPr/>
        </p:nvGrpSpPr>
        <p:grpSpPr>
          <a:xfrm>
            <a:off x="7444771" y="1933437"/>
            <a:ext cx="1039477" cy="1022046"/>
            <a:chOff x="7444771" y="1933437"/>
            <a:chExt cx="1039477" cy="1022046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1F10FF40-1B32-8B9F-891E-9F0E77D586D2}"/>
                </a:ext>
              </a:extLst>
            </p:cNvPr>
            <p:cNvGrpSpPr/>
            <p:nvPr/>
          </p:nvGrpSpPr>
          <p:grpSpPr>
            <a:xfrm>
              <a:off x="7444771" y="1933437"/>
              <a:ext cx="1039477" cy="1022046"/>
              <a:chOff x="2429071" y="342901"/>
              <a:chExt cx="1530220" cy="1504560"/>
            </a:xfrm>
          </p:grpSpPr>
          <p:sp>
            <p:nvSpPr>
              <p:cNvPr id="96" name="Arrow: Pentagon 95">
                <a:extLst>
                  <a:ext uri="{FF2B5EF4-FFF2-40B4-BE49-F238E27FC236}">
                    <a16:creationId xmlns:a16="http://schemas.microsoft.com/office/drawing/2014/main" id="{029E786E-2C3E-F32D-DB03-18FE27FBC18F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1F48EE0C-2E55-C5D6-D421-AC2C81E14C0E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3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AB7A3032-985F-15F3-1C30-A081438CB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47783" flipH="1">
              <a:off x="7793442" y="2158317"/>
              <a:ext cx="446811" cy="446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8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47DE4255-B5DC-5099-7A92-CE771288BD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47783" flipH="1">
              <a:off x="7666362" y="2307358"/>
              <a:ext cx="446811" cy="4468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0803DE5-2F8A-EBAF-88CF-4EFF886A98FD}"/>
              </a:ext>
            </a:extLst>
          </p:cNvPr>
          <p:cNvGrpSpPr/>
          <p:nvPr/>
        </p:nvGrpSpPr>
        <p:grpSpPr>
          <a:xfrm>
            <a:off x="8655734" y="1933437"/>
            <a:ext cx="1039477" cy="1022046"/>
            <a:chOff x="8655734" y="1933437"/>
            <a:chExt cx="1039477" cy="102204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A0A1B75-0D0D-C470-6A83-E7293214B0AC}"/>
                </a:ext>
              </a:extLst>
            </p:cNvPr>
            <p:cNvGrpSpPr/>
            <p:nvPr/>
          </p:nvGrpSpPr>
          <p:grpSpPr>
            <a:xfrm>
              <a:off x="8655734" y="1933437"/>
              <a:ext cx="1039477" cy="1022046"/>
              <a:chOff x="2429071" y="342901"/>
              <a:chExt cx="1530220" cy="1504560"/>
            </a:xfrm>
          </p:grpSpPr>
          <p:sp>
            <p:nvSpPr>
              <p:cNvPr id="77" name="Arrow: Pentagon 76">
                <a:extLst>
                  <a:ext uri="{FF2B5EF4-FFF2-40B4-BE49-F238E27FC236}">
                    <a16:creationId xmlns:a16="http://schemas.microsoft.com/office/drawing/2014/main" id="{EACD9E79-5ABA-3B41-4ABE-CBBEF91BE2C7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95CBDBF-D5DA-70A8-76C8-2FCA35B5E0B1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184F7E68-4CF6-375D-4C59-C16350F9892C}"/>
                </a:ext>
              </a:extLst>
            </p:cNvPr>
            <p:cNvGrpSpPr/>
            <p:nvPr/>
          </p:nvGrpSpPr>
          <p:grpSpPr>
            <a:xfrm>
              <a:off x="9006121" y="2136896"/>
              <a:ext cx="338700" cy="582482"/>
              <a:chOff x="3224616" y="895304"/>
              <a:chExt cx="252050" cy="433465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C66EE4F5-827E-B400-9137-A0EDADD85A6E}"/>
                  </a:ext>
                </a:extLst>
              </p:cNvPr>
              <p:cNvSpPr/>
              <p:nvPr/>
            </p:nvSpPr>
            <p:spPr>
              <a:xfrm rot="1847018">
                <a:off x="3224616" y="1139570"/>
                <a:ext cx="11000" cy="189199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92CBD630-DA9C-8D3F-673B-FF8B76213908}"/>
                  </a:ext>
                </a:extLst>
              </p:cNvPr>
              <p:cNvGrpSpPr/>
              <p:nvPr/>
            </p:nvGrpSpPr>
            <p:grpSpPr>
              <a:xfrm rot="19427532">
                <a:off x="3263225" y="895304"/>
                <a:ext cx="213441" cy="413361"/>
                <a:chOff x="3263225" y="895304"/>
                <a:chExt cx="213441" cy="413361"/>
              </a:xfrm>
            </p:grpSpPr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105071C1-AC9E-B77C-19A5-91133B3477BB}"/>
                    </a:ext>
                  </a:extLst>
                </p:cNvPr>
                <p:cNvSpPr/>
                <p:nvPr/>
              </p:nvSpPr>
              <p:spPr>
                <a:xfrm rot="21560115">
                  <a:off x="3263225" y="982874"/>
                  <a:ext cx="213441" cy="325791"/>
                </a:xfrm>
                <a:prstGeom prst="rect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2616E58-EBA2-E3A5-A8CB-40072E5E5A86}"/>
                    </a:ext>
                  </a:extLst>
                </p:cNvPr>
                <p:cNvGrpSpPr/>
                <p:nvPr/>
              </p:nvGrpSpPr>
              <p:grpSpPr>
                <a:xfrm>
                  <a:off x="3295738" y="895636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027" name="Oval 1026">
                    <a:extLst>
                      <a:ext uri="{FF2B5EF4-FFF2-40B4-BE49-F238E27FC236}">
                        <a16:creationId xmlns:a16="http://schemas.microsoft.com/office/drawing/2014/main" id="{BA63A799-38BA-E96F-ABCA-E7E6564B78CC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9" name="Rectangle 1028">
                    <a:extLst>
                      <a:ext uri="{FF2B5EF4-FFF2-40B4-BE49-F238E27FC236}">
                        <a16:creationId xmlns:a16="http://schemas.microsoft.com/office/drawing/2014/main" id="{FA316999-0C4A-4992-8D25-F02457D84E97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E5F8B0FF-8D8E-F0A8-6964-EFE09485911B}"/>
                    </a:ext>
                  </a:extLst>
                </p:cNvPr>
                <p:cNvGrpSpPr/>
                <p:nvPr/>
              </p:nvGrpSpPr>
              <p:grpSpPr>
                <a:xfrm>
                  <a:off x="3352555" y="895470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025" name="Oval 1024">
                    <a:extLst>
                      <a:ext uri="{FF2B5EF4-FFF2-40B4-BE49-F238E27FC236}">
                        <a16:creationId xmlns:a16="http://schemas.microsoft.com/office/drawing/2014/main" id="{79B6E0F5-D90A-21D7-3E2E-3618F75C92C0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6" name="Rectangle 1025">
                    <a:extLst>
                      <a:ext uri="{FF2B5EF4-FFF2-40B4-BE49-F238E27FC236}">
                        <a16:creationId xmlns:a16="http://schemas.microsoft.com/office/drawing/2014/main" id="{A6DCC25E-8211-4061-A225-4D850697D4F3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0" name="Group 189">
                  <a:extLst>
                    <a:ext uri="{FF2B5EF4-FFF2-40B4-BE49-F238E27FC236}">
                      <a16:creationId xmlns:a16="http://schemas.microsoft.com/office/drawing/2014/main" id="{77E6B067-F8E7-420F-0ACF-BC1E3910B270}"/>
                    </a:ext>
                  </a:extLst>
                </p:cNvPr>
                <p:cNvGrpSpPr/>
                <p:nvPr/>
              </p:nvGrpSpPr>
              <p:grpSpPr>
                <a:xfrm>
                  <a:off x="3410061" y="895304"/>
                  <a:ext cx="30945" cy="381653"/>
                  <a:chOff x="3307168" y="907066"/>
                  <a:chExt cx="30945" cy="381653"/>
                </a:xfrm>
              </p:grpSpPr>
              <p:sp>
                <p:nvSpPr>
                  <p:cNvPr id="191" name="Oval 190">
                    <a:extLst>
                      <a:ext uri="{FF2B5EF4-FFF2-40B4-BE49-F238E27FC236}">
                        <a16:creationId xmlns:a16="http://schemas.microsoft.com/office/drawing/2014/main" id="{F5291A98-C47D-928E-D04F-51A1CB951E85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295891" y="918343"/>
                    <a:ext cx="51455" cy="28901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4" name="Rectangle 1023">
                    <a:extLst>
                      <a:ext uri="{FF2B5EF4-FFF2-40B4-BE49-F238E27FC236}">
                        <a16:creationId xmlns:a16="http://schemas.microsoft.com/office/drawing/2014/main" id="{25B4ABE2-6128-A7EE-6792-5B7532D141CA}"/>
                      </a:ext>
                    </a:extLst>
                  </p:cNvPr>
                  <p:cNvSpPr/>
                  <p:nvPr/>
                </p:nvSpPr>
                <p:spPr>
                  <a:xfrm rot="5360115">
                    <a:off x="3144181" y="1094788"/>
                    <a:ext cx="359629" cy="28234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A38DA434-543A-3416-E660-643FE2E0890E}"/>
              </a:ext>
            </a:extLst>
          </p:cNvPr>
          <p:cNvGrpSpPr/>
          <p:nvPr/>
        </p:nvGrpSpPr>
        <p:grpSpPr>
          <a:xfrm>
            <a:off x="9837503" y="1933437"/>
            <a:ext cx="1039477" cy="1022046"/>
            <a:chOff x="9837503" y="1933437"/>
            <a:chExt cx="1039477" cy="1022046"/>
          </a:xfrm>
        </p:grpSpPr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C1BD5ABB-A296-CC7F-A25D-CF47AAA90853}"/>
                </a:ext>
              </a:extLst>
            </p:cNvPr>
            <p:cNvGrpSpPr/>
            <p:nvPr/>
          </p:nvGrpSpPr>
          <p:grpSpPr>
            <a:xfrm rot="20915553">
              <a:off x="10020924" y="2102858"/>
              <a:ext cx="718322" cy="469602"/>
              <a:chOff x="6921916" y="3757488"/>
              <a:chExt cx="613218" cy="400891"/>
            </a:xfrm>
          </p:grpSpPr>
          <p:pic>
            <p:nvPicPr>
              <p:cNvPr id="1031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86BB8AE5-5231-DB2D-674B-2C1C736F2A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1917350" flipH="1">
                <a:off x="7138381" y="3910523"/>
                <a:ext cx="396753" cy="247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813FB887-DB91-9652-6798-19A1A74A972B}"/>
                  </a:ext>
                </a:extLst>
              </p:cNvPr>
              <p:cNvGrpSpPr/>
              <p:nvPr/>
            </p:nvGrpSpPr>
            <p:grpSpPr>
              <a:xfrm rot="21101461">
                <a:off x="6921916" y="3757488"/>
                <a:ext cx="279076" cy="116137"/>
                <a:chOff x="6921916" y="3757488"/>
                <a:chExt cx="279076" cy="116137"/>
              </a:xfrm>
            </p:grpSpPr>
            <p:cxnSp>
              <p:nvCxnSpPr>
                <p:cNvPr id="1032" name="Straight Connector 1031">
                  <a:extLst>
                    <a:ext uri="{FF2B5EF4-FFF2-40B4-BE49-F238E27FC236}">
                      <a16:creationId xmlns:a16="http://schemas.microsoft.com/office/drawing/2014/main" id="{8134752F-9403-1BE8-DCE0-A531F79A4AAB}"/>
                    </a:ext>
                  </a:extLst>
                </p:cNvPr>
                <p:cNvCxnSpPr/>
                <p:nvPr/>
              </p:nvCxnSpPr>
              <p:spPr>
                <a:xfrm rot="1446147">
                  <a:off x="6969562" y="3757488"/>
                  <a:ext cx="231430" cy="85657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3" name="Straight Connector 1032">
                  <a:extLst>
                    <a:ext uri="{FF2B5EF4-FFF2-40B4-BE49-F238E27FC236}">
                      <a16:creationId xmlns:a16="http://schemas.microsoft.com/office/drawing/2014/main" id="{8B54A9EE-5107-1175-9AF9-ABE72B34C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6147">
                  <a:off x="6951681" y="3785140"/>
                  <a:ext cx="232064" cy="6615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4" name="Straight Connector 1033">
                  <a:extLst>
                    <a:ext uri="{FF2B5EF4-FFF2-40B4-BE49-F238E27FC236}">
                      <a16:creationId xmlns:a16="http://schemas.microsoft.com/office/drawing/2014/main" id="{24B84083-5E60-74A0-7FEB-5EA75059D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6147">
                  <a:off x="6933477" y="3819475"/>
                  <a:ext cx="241520" cy="42828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5" name="Straight Connector 1034">
                  <a:extLst>
                    <a:ext uri="{FF2B5EF4-FFF2-40B4-BE49-F238E27FC236}">
                      <a16:creationId xmlns:a16="http://schemas.microsoft.com/office/drawing/2014/main" id="{EEAE93E5-D013-6E87-1FC8-9FDBAA1A5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446147">
                  <a:off x="6921916" y="3859476"/>
                  <a:ext cx="239835" cy="14149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ADE45DD8-0363-17C1-8CCF-F0634B017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2448" y="2366159"/>
              <a:ext cx="291964" cy="386579"/>
            </a:xfrm>
            <a:prstGeom prst="rect">
              <a:avLst/>
            </a:prstGeom>
          </p:spPr>
        </p:pic>
        <p:grpSp>
          <p:nvGrpSpPr>
            <p:cNvPr id="1039" name="Group 1038">
              <a:extLst>
                <a:ext uri="{FF2B5EF4-FFF2-40B4-BE49-F238E27FC236}">
                  <a16:creationId xmlns:a16="http://schemas.microsoft.com/office/drawing/2014/main" id="{7442D14B-C20E-E1A6-7E2C-49F2C04DBEA7}"/>
                </a:ext>
              </a:extLst>
            </p:cNvPr>
            <p:cNvGrpSpPr/>
            <p:nvPr/>
          </p:nvGrpSpPr>
          <p:grpSpPr>
            <a:xfrm>
              <a:off x="9837503" y="1933437"/>
              <a:ext cx="1039477" cy="1022046"/>
              <a:chOff x="2429071" y="342901"/>
              <a:chExt cx="1530220" cy="1504560"/>
            </a:xfrm>
          </p:grpSpPr>
          <p:sp>
            <p:nvSpPr>
              <p:cNvPr id="1040" name="Arrow: Pentagon 1039">
                <a:extLst>
                  <a:ext uri="{FF2B5EF4-FFF2-40B4-BE49-F238E27FC236}">
                    <a16:creationId xmlns:a16="http://schemas.microsoft.com/office/drawing/2014/main" id="{9CC26A32-9311-C736-1904-ECA5F14F1193}"/>
                  </a:ext>
                </a:extLst>
              </p:cNvPr>
              <p:cNvSpPr/>
              <p:nvPr/>
            </p:nvSpPr>
            <p:spPr>
              <a:xfrm rot="5400000">
                <a:off x="2587111" y="641960"/>
                <a:ext cx="1214139" cy="1106026"/>
              </a:xfrm>
              <a:prstGeom prst="homePlat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Rectangle 1040">
                <a:extLst>
                  <a:ext uri="{FF2B5EF4-FFF2-40B4-BE49-F238E27FC236}">
                    <a16:creationId xmlns:a16="http://schemas.microsoft.com/office/drawing/2014/main" id="{70C09A57-9A74-FA61-A716-E074716FE171}"/>
                  </a:ext>
                </a:extLst>
              </p:cNvPr>
              <p:cNvSpPr/>
              <p:nvPr/>
            </p:nvSpPr>
            <p:spPr>
              <a:xfrm>
                <a:off x="2429071" y="342901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B4E6158D-5E02-9874-EFC9-6043380D24AC}"/>
              </a:ext>
            </a:extLst>
          </p:cNvPr>
          <p:cNvGrpSpPr/>
          <p:nvPr/>
        </p:nvGrpSpPr>
        <p:grpSpPr>
          <a:xfrm>
            <a:off x="3762941" y="1927948"/>
            <a:ext cx="1033272" cy="1033272"/>
            <a:chOff x="5578783" y="3799420"/>
            <a:chExt cx="1600200" cy="1600200"/>
          </a:xfrm>
        </p:grpSpPr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E6209C0E-EEA0-EC76-7DA0-2AB316C42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8905671">
              <a:off x="6533206" y="4412950"/>
              <a:ext cx="431529" cy="447596"/>
            </a:xfrm>
            <a:prstGeom prst="rect">
              <a:avLst/>
            </a:prstGeom>
          </p:spPr>
        </p:pic>
        <p:pic>
          <p:nvPicPr>
            <p:cNvPr id="244" name="Picture 6" descr="Chess, knight, game icon - Download on Iconfinder">
              <a:extLst>
                <a:ext uri="{FF2B5EF4-FFF2-40B4-BE49-F238E27FC236}">
                  <a16:creationId xmlns:a16="http://schemas.microsoft.com/office/drawing/2014/main" id="{16AD5DA0-A8F0-ABD5-34BD-2EC1C6EE4D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6241048" y="4323323"/>
              <a:ext cx="430002" cy="626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5" name="Arrow: Pentagon 244">
              <a:extLst>
                <a:ext uri="{FF2B5EF4-FFF2-40B4-BE49-F238E27FC236}">
                  <a16:creationId xmlns:a16="http://schemas.microsoft.com/office/drawing/2014/main" id="{45E62D40-63AD-0406-7A80-863AE631F404}"/>
                </a:ext>
              </a:extLst>
            </p:cNvPr>
            <p:cNvSpPr/>
            <p:nvPr/>
          </p:nvSpPr>
          <p:spPr>
            <a:xfrm rot="5400000">
              <a:off x="5733223" y="4127351"/>
              <a:ext cx="1291317" cy="1156606"/>
            </a:xfrm>
            <a:prstGeom prst="homePlat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60F50670-CBB0-787B-223F-FC1F63F43EAE}"/>
                </a:ext>
              </a:extLst>
            </p:cNvPr>
            <p:cNvSpPr/>
            <p:nvPr/>
          </p:nvSpPr>
          <p:spPr>
            <a:xfrm>
              <a:off x="5578783" y="3799420"/>
              <a:ext cx="1600200" cy="16002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8748AB1B-4A5F-BE0B-429C-E90957F3A470}"/>
                </a:ext>
              </a:extLst>
            </p:cNvPr>
            <p:cNvGrpSpPr/>
            <p:nvPr/>
          </p:nvGrpSpPr>
          <p:grpSpPr>
            <a:xfrm>
              <a:off x="5884245" y="4140278"/>
              <a:ext cx="480184" cy="492682"/>
              <a:chOff x="5679550" y="3756554"/>
              <a:chExt cx="1025561" cy="1052253"/>
            </a:xfrm>
          </p:grpSpPr>
          <p:sp>
            <p:nvSpPr>
              <p:cNvPr id="248" name="Cross 247">
                <a:extLst>
                  <a:ext uri="{FF2B5EF4-FFF2-40B4-BE49-F238E27FC236}">
                    <a16:creationId xmlns:a16="http://schemas.microsoft.com/office/drawing/2014/main" id="{35D9E8BC-F039-7C6E-59B6-C34D4A2264BB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Cross 248">
                <a:extLst>
                  <a:ext uri="{FF2B5EF4-FFF2-40B4-BE49-F238E27FC236}">
                    <a16:creationId xmlns:a16="http://schemas.microsoft.com/office/drawing/2014/main" id="{80D5105D-54E7-E9D0-76BD-A430539D222C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929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3B388-170E-4DCD-8907-346E080C9E19}"/>
              </a:ext>
            </a:extLst>
          </p:cNvPr>
          <p:cNvSpPr txBox="1"/>
          <p:nvPr/>
        </p:nvSpPr>
        <p:spPr>
          <a:xfrm>
            <a:off x="188462" y="114301"/>
            <a:ext cx="1250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Snowhaupt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24828A-BA0D-A190-F477-DEBAFEF19C7F}"/>
              </a:ext>
            </a:extLst>
          </p:cNvPr>
          <p:cNvGrpSpPr/>
          <p:nvPr/>
        </p:nvGrpSpPr>
        <p:grpSpPr>
          <a:xfrm>
            <a:off x="3682169" y="568879"/>
            <a:ext cx="1042416" cy="1024128"/>
            <a:chOff x="475862" y="905612"/>
            <a:chExt cx="1530220" cy="150456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2DD32CF-2EAD-4B5B-98F2-FC72A50853CF}"/>
                </a:ext>
              </a:extLst>
            </p:cNvPr>
            <p:cNvGrpSpPr/>
            <p:nvPr/>
          </p:nvGrpSpPr>
          <p:grpSpPr>
            <a:xfrm>
              <a:off x="774039" y="1504363"/>
              <a:ext cx="933865" cy="571883"/>
              <a:chOff x="4447504" y="5363930"/>
              <a:chExt cx="933865" cy="571883"/>
            </a:xfrm>
          </p:grpSpPr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36E8A8F8-B73A-466B-93C7-B7DA50BDF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18906" y="5515504"/>
                <a:ext cx="416158" cy="420309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365CC09C-B1F1-4835-891D-0449D5217C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52926" y="5467091"/>
                <a:ext cx="228443" cy="468722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BB10F60A-9D0E-404F-AFBF-595B9308DF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7504" y="5363930"/>
                <a:ext cx="271402" cy="571883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E2F6DC-BAB1-4318-9359-E713FEB28636}"/>
                </a:ext>
              </a:extLst>
            </p:cNvPr>
            <p:cNvGrpSpPr/>
            <p:nvPr/>
          </p:nvGrpSpPr>
          <p:grpSpPr>
            <a:xfrm>
              <a:off x="475862" y="905612"/>
              <a:ext cx="1530220" cy="1504560"/>
              <a:chOff x="475862" y="905612"/>
              <a:chExt cx="1530220" cy="15045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A06361-F844-4531-A029-5CDF5D2E6E19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Pentagon 7">
                <a:extLst>
                  <a:ext uri="{FF2B5EF4-FFF2-40B4-BE49-F238E27FC236}">
                    <a16:creationId xmlns:a16="http://schemas.microsoft.com/office/drawing/2014/main" id="{C0D5D7A2-F33C-4641-87A9-8D58981011AB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F89BAEA-F14D-4B31-AE25-ACBB968CF635}"/>
              </a:ext>
            </a:extLst>
          </p:cNvPr>
          <p:cNvGrpSpPr/>
          <p:nvPr/>
        </p:nvGrpSpPr>
        <p:grpSpPr>
          <a:xfrm>
            <a:off x="84243" y="568879"/>
            <a:ext cx="1042416" cy="1024128"/>
            <a:chOff x="2421892" y="905612"/>
            <a:chExt cx="1530220" cy="150456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9F36989-D2E7-40E0-BA14-E1FC3FD8E4BA}"/>
                </a:ext>
              </a:extLst>
            </p:cNvPr>
            <p:cNvGrpSpPr/>
            <p:nvPr/>
          </p:nvGrpSpPr>
          <p:grpSpPr>
            <a:xfrm>
              <a:off x="2722796" y="1460546"/>
              <a:ext cx="833381" cy="741412"/>
              <a:chOff x="2301046" y="3300654"/>
              <a:chExt cx="1038505" cy="923899"/>
            </a:xfrm>
          </p:grpSpPr>
          <p:pic>
            <p:nvPicPr>
              <p:cNvPr id="44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E808513A-492C-46C7-B458-EF4E81D01A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19350834">
                <a:off x="2301046" y="3300654"/>
                <a:ext cx="813014" cy="8076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251C32EF-8095-48BF-A0AD-D9BE0A774D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8416" y="3640462"/>
                <a:ext cx="441135" cy="584091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68FFDF7-CB95-4D71-B59B-881601FFE577}"/>
                </a:ext>
              </a:extLst>
            </p:cNvPr>
            <p:cNvGrpSpPr/>
            <p:nvPr/>
          </p:nvGrpSpPr>
          <p:grpSpPr>
            <a:xfrm>
              <a:off x="2421892" y="905612"/>
              <a:ext cx="1530220" cy="1504560"/>
              <a:chOff x="475862" y="905612"/>
              <a:chExt cx="1530220" cy="150456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79CE78-BD41-4475-AEAD-774F202F3A3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Pentagon 11">
                <a:extLst>
                  <a:ext uri="{FF2B5EF4-FFF2-40B4-BE49-F238E27FC236}">
                    <a16:creationId xmlns:a16="http://schemas.microsoft.com/office/drawing/2014/main" id="{EC163F4F-A7E8-4E40-9E0E-BC555C5C0469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FE1D310-E4A9-61C2-A902-BB29A2AF238F}"/>
              </a:ext>
            </a:extLst>
          </p:cNvPr>
          <p:cNvGrpSpPr/>
          <p:nvPr/>
        </p:nvGrpSpPr>
        <p:grpSpPr>
          <a:xfrm>
            <a:off x="1278990" y="568879"/>
            <a:ext cx="1042416" cy="1024128"/>
            <a:chOff x="4367922" y="905612"/>
            <a:chExt cx="1530220" cy="1504560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98F44E-BE29-49F0-8D1A-2C332E9CE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11493" y="1444303"/>
              <a:ext cx="792492" cy="792492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EA0D26E-A5B4-4B1E-AE22-168F74976C5F}"/>
                </a:ext>
              </a:extLst>
            </p:cNvPr>
            <p:cNvGrpSpPr/>
            <p:nvPr/>
          </p:nvGrpSpPr>
          <p:grpSpPr>
            <a:xfrm>
              <a:off x="4367922" y="905612"/>
              <a:ext cx="1530220" cy="1504560"/>
              <a:chOff x="475862" y="905612"/>
              <a:chExt cx="1530220" cy="15045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E8712C-06D9-44CE-B21B-D46DCD0955E9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Pentagon 14">
                <a:extLst>
                  <a:ext uri="{FF2B5EF4-FFF2-40B4-BE49-F238E27FC236}">
                    <a16:creationId xmlns:a16="http://schemas.microsoft.com/office/drawing/2014/main" id="{A48227F4-0774-4863-9D15-906F3A80178F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4432AB5-FBC1-DFF9-8625-DF277B5393E7}"/>
              </a:ext>
            </a:extLst>
          </p:cNvPr>
          <p:cNvGrpSpPr/>
          <p:nvPr/>
        </p:nvGrpSpPr>
        <p:grpSpPr>
          <a:xfrm>
            <a:off x="2472034" y="568879"/>
            <a:ext cx="1042416" cy="1024128"/>
            <a:chOff x="6313952" y="905612"/>
            <a:chExt cx="1530220" cy="150456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2F4FE4E-B446-4973-BA82-BB7E3B244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0769" y="1472636"/>
              <a:ext cx="929088" cy="735826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AC5827-55FF-4943-9A19-450DADA1282A}"/>
                </a:ext>
              </a:extLst>
            </p:cNvPr>
            <p:cNvGrpSpPr/>
            <p:nvPr/>
          </p:nvGrpSpPr>
          <p:grpSpPr>
            <a:xfrm>
              <a:off x="6313952" y="905612"/>
              <a:ext cx="1530220" cy="1504560"/>
              <a:chOff x="475862" y="905612"/>
              <a:chExt cx="1530220" cy="150456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ED9052-56F2-4F38-88AD-A3E9F6AE04B1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Pentagon 17">
                <a:extLst>
                  <a:ext uri="{FF2B5EF4-FFF2-40B4-BE49-F238E27FC236}">
                    <a16:creationId xmlns:a16="http://schemas.microsoft.com/office/drawing/2014/main" id="{3D2709C9-AA2F-4B1B-99D6-038175530A87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F28A8A4-F572-4876-98F9-19C2617E1BF2}"/>
              </a:ext>
            </a:extLst>
          </p:cNvPr>
          <p:cNvGrpSpPr/>
          <p:nvPr/>
        </p:nvGrpSpPr>
        <p:grpSpPr>
          <a:xfrm>
            <a:off x="6044734" y="579271"/>
            <a:ext cx="1042416" cy="1024128"/>
            <a:chOff x="8239890" y="910146"/>
            <a:chExt cx="1530220" cy="150456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8FF0549-4B23-4BA3-840B-428D82E9BA17}"/>
                </a:ext>
              </a:extLst>
            </p:cNvPr>
            <p:cNvGrpSpPr/>
            <p:nvPr/>
          </p:nvGrpSpPr>
          <p:grpSpPr>
            <a:xfrm>
              <a:off x="8551983" y="1463843"/>
              <a:ext cx="888768" cy="674059"/>
              <a:chOff x="4638485" y="4014555"/>
              <a:chExt cx="1121232" cy="841513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1AB43153-B241-4AC5-B009-FAC2BE5F9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38485" y="4085074"/>
                <a:ext cx="559512" cy="731096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0003B303-8203-49DD-A581-2BA3248E0C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49786" y="4014555"/>
                <a:ext cx="509931" cy="841513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9654EE4-4776-46D0-86AF-F988202ECAFD}"/>
                </a:ext>
              </a:extLst>
            </p:cNvPr>
            <p:cNvGrpSpPr/>
            <p:nvPr/>
          </p:nvGrpSpPr>
          <p:grpSpPr>
            <a:xfrm>
              <a:off x="8239890" y="910146"/>
              <a:ext cx="1530220" cy="1504560"/>
              <a:chOff x="475862" y="905612"/>
              <a:chExt cx="1530220" cy="15045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C7E4900-5AD9-412A-8968-7B6023F6B81B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Pentagon 20">
                <a:extLst>
                  <a:ext uri="{FF2B5EF4-FFF2-40B4-BE49-F238E27FC236}">
                    <a16:creationId xmlns:a16="http://schemas.microsoft.com/office/drawing/2014/main" id="{9B70B3D4-FAD8-4F39-B795-7778726E55C7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C6690B5-B0D9-4142-87DF-943D7789BD69}"/>
              </a:ext>
            </a:extLst>
          </p:cNvPr>
          <p:cNvGrpSpPr/>
          <p:nvPr/>
        </p:nvGrpSpPr>
        <p:grpSpPr>
          <a:xfrm>
            <a:off x="84243" y="1752759"/>
            <a:ext cx="1042416" cy="1024128"/>
            <a:chOff x="2421892" y="2832151"/>
            <a:chExt cx="1530220" cy="150456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07CC71D-A640-4D5E-9B99-2A6C381CCE93}"/>
                </a:ext>
              </a:extLst>
            </p:cNvPr>
            <p:cNvGrpSpPr/>
            <p:nvPr/>
          </p:nvGrpSpPr>
          <p:grpSpPr>
            <a:xfrm>
              <a:off x="2674256" y="3373574"/>
              <a:ext cx="910939" cy="780827"/>
              <a:chOff x="2735036" y="4735612"/>
              <a:chExt cx="1238046" cy="1061212"/>
            </a:xfrm>
          </p:grpSpPr>
          <p:pic>
            <p:nvPicPr>
              <p:cNvPr id="73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1E4DA803-7205-41B8-A696-9FF2E17E8F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19350834">
                <a:off x="2735036" y="4735612"/>
                <a:ext cx="813015" cy="807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E0224AE3-D5C7-45FB-953E-08F8132687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93333" y="5076519"/>
                <a:ext cx="779749" cy="720305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1AB998E-9966-4480-84D7-9BD694015EA2}"/>
                </a:ext>
              </a:extLst>
            </p:cNvPr>
            <p:cNvGrpSpPr/>
            <p:nvPr/>
          </p:nvGrpSpPr>
          <p:grpSpPr>
            <a:xfrm>
              <a:off x="2421892" y="2832151"/>
              <a:ext cx="1530220" cy="1504560"/>
              <a:chOff x="475862" y="905612"/>
              <a:chExt cx="1530220" cy="150456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5D973CE-95F8-4001-A5CF-290A18A68D2F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3DB44F4A-C56B-4639-AD43-275180B2BF58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8BEBB44-7912-E18A-0F2E-786DB8A5E07B}"/>
              </a:ext>
            </a:extLst>
          </p:cNvPr>
          <p:cNvGrpSpPr/>
          <p:nvPr/>
        </p:nvGrpSpPr>
        <p:grpSpPr>
          <a:xfrm>
            <a:off x="94579" y="5719571"/>
            <a:ext cx="1042416" cy="1024128"/>
            <a:chOff x="4367922" y="2832151"/>
            <a:chExt cx="1530220" cy="150456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FC3F41-AA97-418F-BDAA-AA826DA0002C}"/>
                </a:ext>
              </a:extLst>
            </p:cNvPr>
            <p:cNvGrpSpPr/>
            <p:nvPr/>
          </p:nvGrpSpPr>
          <p:grpSpPr>
            <a:xfrm>
              <a:off x="4821190" y="3208453"/>
              <a:ext cx="631076" cy="1000141"/>
              <a:chOff x="6506167" y="3616847"/>
              <a:chExt cx="1337615" cy="2119878"/>
            </a:xfrm>
          </p:grpSpPr>
          <p:pic>
            <p:nvPicPr>
              <p:cNvPr id="79" name="Picture 2" descr="Church Organ Stock Illustrations – 171 Church Organ Stock Illustrations,  Vectors &amp;amp; Clipart - Dreamstime">
                <a:extLst>
                  <a:ext uri="{FF2B5EF4-FFF2-40B4-BE49-F238E27FC236}">
                    <a16:creationId xmlns:a16="http://schemas.microsoft.com/office/drawing/2014/main" id="{9FBA4C2E-1EF0-4187-8248-32928B88FC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1900"/>
              <a:stretch/>
            </p:blipFill>
            <p:spPr bwMode="auto">
              <a:xfrm>
                <a:off x="6609949" y="3616847"/>
                <a:ext cx="1130052" cy="15586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DCDEF0B-6A43-4F35-A8B0-EC9BA8C0D2E1}"/>
                  </a:ext>
                </a:extLst>
              </p:cNvPr>
              <p:cNvSpPr/>
              <p:nvPr/>
            </p:nvSpPr>
            <p:spPr>
              <a:xfrm>
                <a:off x="6506167" y="5050089"/>
                <a:ext cx="1337615" cy="68663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EE3E0716-C0D1-49F4-B816-8211C746DA53}"/>
                  </a:ext>
                </a:extLst>
              </p:cNvPr>
              <p:cNvSpPr/>
              <p:nvPr/>
            </p:nvSpPr>
            <p:spPr>
              <a:xfrm>
                <a:off x="6656512" y="5175457"/>
                <a:ext cx="298938" cy="1770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D1CA96A0-C713-4F63-A449-9DD4C7971C6C}"/>
                  </a:ext>
                </a:extLst>
              </p:cNvPr>
              <p:cNvSpPr/>
              <p:nvPr/>
            </p:nvSpPr>
            <p:spPr>
              <a:xfrm>
                <a:off x="7395917" y="5179353"/>
                <a:ext cx="298938" cy="1770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DF1E89F-5E22-4DF1-BEFE-165F6AC623D5}"/>
                  </a:ext>
                </a:extLst>
              </p:cNvPr>
              <p:cNvSpPr/>
              <p:nvPr/>
            </p:nvSpPr>
            <p:spPr>
              <a:xfrm>
                <a:off x="7023933" y="5259625"/>
                <a:ext cx="298938" cy="1770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6C5AD18-E33E-4B18-A147-23424B726AFC}"/>
                  </a:ext>
                </a:extLst>
              </p:cNvPr>
              <p:cNvSpPr/>
              <p:nvPr/>
            </p:nvSpPr>
            <p:spPr>
              <a:xfrm>
                <a:off x="6655167" y="5428420"/>
                <a:ext cx="298938" cy="1770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192B0B89-2F77-4457-B90D-3C9131EA32BA}"/>
                  </a:ext>
                </a:extLst>
              </p:cNvPr>
              <p:cNvSpPr/>
              <p:nvPr/>
            </p:nvSpPr>
            <p:spPr>
              <a:xfrm>
                <a:off x="7394572" y="5432316"/>
                <a:ext cx="298938" cy="1770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344DD83-34DC-4B18-882F-3ECC80CFB21C}"/>
                </a:ext>
              </a:extLst>
            </p:cNvPr>
            <p:cNvGrpSpPr/>
            <p:nvPr/>
          </p:nvGrpSpPr>
          <p:grpSpPr>
            <a:xfrm>
              <a:off x="4367922" y="2832151"/>
              <a:ext cx="1530220" cy="1504560"/>
              <a:chOff x="475862" y="905612"/>
              <a:chExt cx="1530220" cy="150456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78D3EB7-0AD6-4508-BAD5-4C354D3E1262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Pentagon 32">
                <a:extLst>
                  <a:ext uri="{FF2B5EF4-FFF2-40B4-BE49-F238E27FC236}">
                    <a16:creationId xmlns:a16="http://schemas.microsoft.com/office/drawing/2014/main" id="{963EE18A-CBCB-40E6-8F54-04841635B128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094D661-9B56-C35C-C4B6-853DC94B4FB1}"/>
              </a:ext>
            </a:extLst>
          </p:cNvPr>
          <p:cNvGrpSpPr/>
          <p:nvPr/>
        </p:nvGrpSpPr>
        <p:grpSpPr>
          <a:xfrm>
            <a:off x="1286995" y="5728372"/>
            <a:ext cx="1042416" cy="1024128"/>
            <a:chOff x="8239890" y="2836685"/>
            <a:chExt cx="1530220" cy="150456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2C8765A-BD00-4ADA-846E-0A9AB274900A}"/>
                </a:ext>
              </a:extLst>
            </p:cNvPr>
            <p:cNvGrpSpPr/>
            <p:nvPr/>
          </p:nvGrpSpPr>
          <p:grpSpPr>
            <a:xfrm>
              <a:off x="8239890" y="2836685"/>
              <a:ext cx="1530220" cy="1504560"/>
              <a:chOff x="475862" y="905612"/>
              <a:chExt cx="1530220" cy="15045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A2D98A5-D198-4FE4-8305-3B2435D18A9C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Pentagon 38">
                <a:extLst>
                  <a:ext uri="{FF2B5EF4-FFF2-40B4-BE49-F238E27FC236}">
                    <a16:creationId xmlns:a16="http://schemas.microsoft.com/office/drawing/2014/main" id="{DD9C3BFB-6B79-4CD3-A009-2CA50FBD5104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FE3D609C-1709-4F04-8102-DABEAFA03057}"/>
                </a:ext>
              </a:extLst>
            </p:cNvPr>
            <p:cNvGrpSpPr/>
            <p:nvPr/>
          </p:nvGrpSpPr>
          <p:grpSpPr>
            <a:xfrm>
              <a:off x="8784050" y="3269298"/>
              <a:ext cx="441899" cy="897919"/>
              <a:chOff x="2336221" y="3379711"/>
              <a:chExt cx="1561840" cy="3173589"/>
            </a:xfrm>
          </p:grpSpPr>
          <p:pic>
            <p:nvPicPr>
              <p:cNvPr id="94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C8889D13-23A8-4304-ABEE-7D436CE674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2143162" y="3900994"/>
                <a:ext cx="920648" cy="470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5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F8625F20-13C6-4005-8DA2-517876159A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2461799" y="3604710"/>
                <a:ext cx="920648" cy="470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6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99BDBD0F-D19A-4BF3-97D7-63F661AECF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2780436" y="3604710"/>
                <a:ext cx="920648" cy="470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7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5625CB38-85B6-4AB0-89AC-34571EB486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3142529" y="3932952"/>
                <a:ext cx="920648" cy="4706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C58DD12-F21B-49DE-BCF7-2C31A4E2462B}"/>
                  </a:ext>
                </a:extLst>
              </p:cNvPr>
              <p:cNvGrpSpPr/>
              <p:nvPr/>
            </p:nvGrpSpPr>
            <p:grpSpPr>
              <a:xfrm>
                <a:off x="2336221" y="4342941"/>
                <a:ext cx="1561840" cy="2210359"/>
                <a:chOff x="2505808" y="3487056"/>
                <a:chExt cx="1561840" cy="2210359"/>
              </a:xfrm>
            </p:grpSpPr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C0C43AF-4352-47BB-A79C-4A6DD7AFF348}"/>
                    </a:ext>
                  </a:extLst>
                </p:cNvPr>
                <p:cNvSpPr/>
                <p:nvPr/>
              </p:nvSpPr>
              <p:spPr>
                <a:xfrm>
                  <a:off x="2681654" y="3812373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67C0FDFC-1203-4C1F-979A-B7E78F8E7597}"/>
                    </a:ext>
                  </a:extLst>
                </p:cNvPr>
                <p:cNvSpPr/>
                <p:nvPr/>
              </p:nvSpPr>
              <p:spPr>
                <a:xfrm>
                  <a:off x="3008398" y="3487056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CE0C032-97C0-49D9-8ACD-D2B71F0393FD}"/>
                    </a:ext>
                  </a:extLst>
                </p:cNvPr>
                <p:cNvSpPr/>
                <p:nvPr/>
              </p:nvSpPr>
              <p:spPr>
                <a:xfrm>
                  <a:off x="3332039" y="3487056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6ECCBFED-255D-46AD-8BB2-36FC8D39AD7E}"/>
                    </a:ext>
                  </a:extLst>
                </p:cNvPr>
                <p:cNvSpPr/>
                <p:nvPr/>
              </p:nvSpPr>
              <p:spPr>
                <a:xfrm>
                  <a:off x="3658783" y="3812373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E7D3CC22-F3A5-4CD5-9D19-F4626A7098C7}"/>
                    </a:ext>
                  </a:extLst>
                </p:cNvPr>
                <p:cNvSpPr/>
                <p:nvPr/>
              </p:nvSpPr>
              <p:spPr>
                <a:xfrm>
                  <a:off x="2505808" y="4818185"/>
                  <a:ext cx="1561840" cy="87923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17E89E46-E52C-4F58-8EFF-0962F3E6134F}"/>
                    </a:ext>
                  </a:extLst>
                </p:cNvPr>
                <p:cNvSpPr/>
                <p:nvPr/>
              </p:nvSpPr>
              <p:spPr>
                <a:xfrm>
                  <a:off x="2630373" y="4961416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6FBA5968-0870-457C-850E-F83FC6791A00}"/>
                    </a:ext>
                  </a:extLst>
                </p:cNvPr>
                <p:cNvSpPr/>
                <p:nvPr/>
              </p:nvSpPr>
              <p:spPr>
                <a:xfrm>
                  <a:off x="3606630" y="4952237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40B572BF-8348-4DEC-8957-AFDBE2066E78}"/>
                    </a:ext>
                  </a:extLst>
                </p:cNvPr>
                <p:cNvSpPr/>
                <p:nvPr/>
              </p:nvSpPr>
              <p:spPr>
                <a:xfrm>
                  <a:off x="3118501" y="4952236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C354B41C-A504-478F-A672-40A3506F2018}"/>
                  </a:ext>
                </a:extLst>
              </p:cNvPr>
              <p:cNvSpPr/>
              <p:nvPr/>
            </p:nvSpPr>
            <p:spPr>
              <a:xfrm>
                <a:off x="2989385" y="3437792"/>
                <a:ext cx="44044" cy="202223"/>
              </a:xfrm>
              <a:custGeom>
                <a:avLst/>
                <a:gdLst>
                  <a:gd name="connsiteX0" fmla="*/ 8792 w 44044"/>
                  <a:gd name="connsiteY0" fmla="*/ 0 h 202223"/>
                  <a:gd name="connsiteX1" fmla="*/ 43961 w 44044"/>
                  <a:gd name="connsiteY1" fmla="*/ 79131 h 202223"/>
                  <a:gd name="connsiteX2" fmla="*/ 26377 w 44044"/>
                  <a:gd name="connsiteY2" fmla="*/ 184639 h 202223"/>
                  <a:gd name="connsiteX3" fmla="*/ 0 w 44044"/>
                  <a:gd name="connsiteY3" fmla="*/ 202223 h 202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044" h="202223">
                    <a:moveTo>
                      <a:pt x="8792" y="0"/>
                    </a:moveTo>
                    <a:cubicBezTo>
                      <a:pt x="20674" y="19804"/>
                      <a:pt x="45670" y="51792"/>
                      <a:pt x="43961" y="79131"/>
                    </a:cubicBezTo>
                    <a:cubicBezTo>
                      <a:pt x="41737" y="114716"/>
                      <a:pt x="38369" y="151062"/>
                      <a:pt x="26377" y="184639"/>
                    </a:cubicBezTo>
                    <a:cubicBezTo>
                      <a:pt x="22823" y="194590"/>
                      <a:pt x="0" y="202223"/>
                      <a:pt x="0" y="202223"/>
                    </a:cubicBez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39CBB595-C51B-4F4A-ACD8-9CE5B3DF810E}"/>
                  </a:ext>
                </a:extLst>
              </p:cNvPr>
              <p:cNvSpPr/>
              <p:nvPr/>
            </p:nvSpPr>
            <p:spPr>
              <a:xfrm>
                <a:off x="2637692" y="3771900"/>
                <a:ext cx="101042" cy="202223"/>
              </a:xfrm>
              <a:custGeom>
                <a:avLst/>
                <a:gdLst>
                  <a:gd name="connsiteX0" fmla="*/ 52754 w 101042"/>
                  <a:gd name="connsiteY0" fmla="*/ 0 h 202223"/>
                  <a:gd name="connsiteX1" fmla="*/ 96716 w 101042"/>
                  <a:gd name="connsiteY1" fmla="*/ 35169 h 202223"/>
                  <a:gd name="connsiteX2" fmla="*/ 61546 w 101042"/>
                  <a:gd name="connsiteY2" fmla="*/ 158262 h 202223"/>
                  <a:gd name="connsiteX3" fmla="*/ 8793 w 101042"/>
                  <a:gd name="connsiteY3" fmla="*/ 193431 h 202223"/>
                  <a:gd name="connsiteX4" fmla="*/ 0 w 101042"/>
                  <a:gd name="connsiteY4" fmla="*/ 202223 h 202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042" h="202223">
                    <a:moveTo>
                      <a:pt x="52754" y="0"/>
                    </a:moveTo>
                    <a:cubicBezTo>
                      <a:pt x="67408" y="11723"/>
                      <a:pt x="91561" y="17125"/>
                      <a:pt x="96716" y="35169"/>
                    </a:cubicBezTo>
                    <a:cubicBezTo>
                      <a:pt x="109029" y="78265"/>
                      <a:pt x="94369" y="129086"/>
                      <a:pt x="61546" y="158262"/>
                    </a:cubicBezTo>
                    <a:cubicBezTo>
                      <a:pt x="45751" y="172303"/>
                      <a:pt x="23738" y="178488"/>
                      <a:pt x="8793" y="193431"/>
                    </a:cubicBezTo>
                    <a:lnTo>
                      <a:pt x="0" y="202223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8739BED-A955-B525-2DCD-99CFBEDAAA1A}"/>
              </a:ext>
            </a:extLst>
          </p:cNvPr>
          <p:cNvGrpSpPr/>
          <p:nvPr/>
        </p:nvGrpSpPr>
        <p:grpSpPr>
          <a:xfrm>
            <a:off x="1286995" y="1752759"/>
            <a:ext cx="1042416" cy="1024128"/>
            <a:chOff x="10185920" y="2836685"/>
            <a:chExt cx="1530220" cy="150456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9FEBFF-3050-4341-A771-78B7C1C46623}"/>
                </a:ext>
              </a:extLst>
            </p:cNvPr>
            <p:cNvGrpSpPr/>
            <p:nvPr/>
          </p:nvGrpSpPr>
          <p:grpSpPr>
            <a:xfrm>
              <a:off x="10185920" y="2836685"/>
              <a:ext cx="1530220" cy="1504560"/>
              <a:chOff x="475862" y="905612"/>
              <a:chExt cx="1530220" cy="150456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49F976D-C902-4A1B-A017-A07E2E35B9E4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Pentagon 41">
                <a:extLst>
                  <a:ext uri="{FF2B5EF4-FFF2-40B4-BE49-F238E27FC236}">
                    <a16:creationId xmlns:a16="http://schemas.microsoft.com/office/drawing/2014/main" id="{BE63CD70-170A-4CC6-AC2F-7596CA86ACE5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2F158E1A-59FC-4AF0-B876-BE3306D9AAC2}"/>
                </a:ext>
              </a:extLst>
            </p:cNvPr>
            <p:cNvGrpSpPr/>
            <p:nvPr/>
          </p:nvGrpSpPr>
          <p:grpSpPr>
            <a:xfrm rot="19570164">
              <a:off x="10837808" y="3173072"/>
              <a:ext cx="326885" cy="690701"/>
              <a:chOff x="4175671" y="3350868"/>
              <a:chExt cx="584643" cy="1235338"/>
            </a:xfrm>
          </p:grpSpPr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9EED8C3F-83BE-4E19-8603-F0C3EBA8EC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21124584">
                <a:off x="4459835" y="335086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7E7AB92D-A0BF-491B-9582-26167B211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19982547">
                <a:off x="4183393" y="344809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5C5B39F3-A95C-44E0-899A-3ED3ABB0D9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18968452">
                <a:off x="4175671" y="3769087"/>
                <a:ext cx="300479" cy="817119"/>
              </a:xfrm>
              <a:prstGeom prst="rect">
                <a:avLst/>
              </a:prstGeom>
            </p:spPr>
          </p:pic>
        </p:grp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C73DBD47-59D4-4008-B87E-A6561A770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664165" y="3728392"/>
              <a:ext cx="573730" cy="529992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206BD2B-B22F-3C97-A0DF-EE9D50BB6FD4}"/>
              </a:ext>
            </a:extLst>
          </p:cNvPr>
          <p:cNvGrpSpPr/>
          <p:nvPr/>
        </p:nvGrpSpPr>
        <p:grpSpPr>
          <a:xfrm>
            <a:off x="3656351" y="5739618"/>
            <a:ext cx="1042416" cy="1024128"/>
            <a:chOff x="6798085" y="4819749"/>
            <a:chExt cx="1530220" cy="150456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95B3DD2-E29B-4C01-BFC8-22B7D7203871}"/>
                </a:ext>
              </a:extLst>
            </p:cNvPr>
            <p:cNvGrpSpPr/>
            <p:nvPr/>
          </p:nvGrpSpPr>
          <p:grpSpPr>
            <a:xfrm>
              <a:off x="6798085" y="4819749"/>
              <a:ext cx="1530220" cy="1504560"/>
              <a:chOff x="475862" y="905612"/>
              <a:chExt cx="1530220" cy="1504560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62DEC3F-B2FE-44BE-9262-80F372DDDBDC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Pentagon 87">
                <a:extLst>
                  <a:ext uri="{FF2B5EF4-FFF2-40B4-BE49-F238E27FC236}">
                    <a16:creationId xmlns:a16="http://schemas.microsoft.com/office/drawing/2014/main" id="{D2FEB3E6-4730-41CE-A367-1ECFAC070EB0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CEEB7B01-4767-4DDE-838E-CA77EBC51D31}"/>
                </a:ext>
              </a:extLst>
            </p:cNvPr>
            <p:cNvGrpSpPr/>
            <p:nvPr/>
          </p:nvGrpSpPr>
          <p:grpSpPr>
            <a:xfrm>
              <a:off x="7173784" y="5417888"/>
              <a:ext cx="794720" cy="525140"/>
              <a:chOff x="7009704" y="3352146"/>
              <a:chExt cx="3690533" cy="243865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66BDCF09-B951-4378-BF51-6EBB90A89A3E}"/>
                  </a:ext>
                </a:extLst>
              </p:cNvPr>
              <p:cNvGrpSpPr/>
              <p:nvPr/>
            </p:nvGrpSpPr>
            <p:grpSpPr>
              <a:xfrm rot="18486280">
                <a:off x="7600474" y="3032885"/>
                <a:ext cx="1486513" cy="2536581"/>
                <a:chOff x="7378980" y="3429000"/>
                <a:chExt cx="1501251" cy="2121715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FF5936D4-63D3-4C4A-9CE8-80878E9D4B50}"/>
                    </a:ext>
                  </a:extLst>
                </p:cNvPr>
                <p:cNvSpPr/>
                <p:nvPr/>
              </p:nvSpPr>
              <p:spPr>
                <a:xfrm>
                  <a:off x="7378980" y="3429000"/>
                  <a:ext cx="1501251" cy="41091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D2E18B66-3720-4B63-8322-1E0830284592}"/>
                    </a:ext>
                  </a:extLst>
                </p:cNvPr>
                <p:cNvSpPr/>
                <p:nvPr/>
              </p:nvSpPr>
              <p:spPr>
                <a:xfrm>
                  <a:off x="7553151" y="3839919"/>
                  <a:ext cx="1152908" cy="171079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Isosceles Triangle 115">
                <a:extLst>
                  <a:ext uri="{FF2B5EF4-FFF2-40B4-BE49-F238E27FC236}">
                    <a16:creationId xmlns:a16="http://schemas.microsoft.com/office/drawing/2014/main" id="{C527E551-9E9E-4279-9FF5-9E92E570F17F}"/>
                  </a:ext>
                </a:extLst>
              </p:cNvPr>
              <p:cNvSpPr/>
              <p:nvPr/>
            </p:nvSpPr>
            <p:spPr>
              <a:xfrm>
                <a:off x="7496983" y="3444038"/>
                <a:ext cx="3203254" cy="2346758"/>
              </a:xfrm>
              <a:prstGeom prst="triangl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29ED9E6D-8AB7-409F-909E-A37944016031}"/>
                  </a:ext>
                </a:extLst>
              </p:cNvPr>
              <p:cNvSpPr/>
              <p:nvPr/>
            </p:nvSpPr>
            <p:spPr>
              <a:xfrm>
                <a:off x="8536305" y="4179265"/>
                <a:ext cx="1162689" cy="1179050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1EACB47-478D-46E8-B6C9-8683E103D401}"/>
                  </a:ext>
                </a:extLst>
              </p:cNvPr>
              <p:cNvSpPr/>
              <p:nvPr/>
            </p:nvSpPr>
            <p:spPr>
              <a:xfrm>
                <a:off x="8757589" y="4428162"/>
                <a:ext cx="720121" cy="681256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56B90E7-43C2-4017-9957-EBF1AA36D4B5}"/>
                  </a:ext>
                </a:extLst>
              </p:cNvPr>
              <p:cNvSpPr/>
              <p:nvPr/>
            </p:nvSpPr>
            <p:spPr>
              <a:xfrm>
                <a:off x="7009704" y="5043309"/>
                <a:ext cx="1528334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C925BAA4-EDB1-4C85-916B-F07A283154EF}"/>
                  </a:ext>
                </a:extLst>
              </p:cNvPr>
              <p:cNvSpPr/>
              <p:nvPr/>
            </p:nvSpPr>
            <p:spPr>
              <a:xfrm>
                <a:off x="9727403" y="5043309"/>
                <a:ext cx="912686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53244C87-2A9A-486F-B663-8342E300F5C3}"/>
                  </a:ext>
                </a:extLst>
              </p:cNvPr>
              <p:cNvSpPr/>
              <p:nvPr/>
            </p:nvSpPr>
            <p:spPr>
              <a:xfrm>
                <a:off x="8730683" y="3352146"/>
                <a:ext cx="773931" cy="405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90B8981-DFC6-4C04-895C-3B8D1D55B629}"/>
              </a:ext>
            </a:extLst>
          </p:cNvPr>
          <p:cNvGrpSpPr/>
          <p:nvPr/>
        </p:nvGrpSpPr>
        <p:grpSpPr>
          <a:xfrm>
            <a:off x="9688769" y="579330"/>
            <a:ext cx="1042416" cy="1024128"/>
            <a:chOff x="2450766" y="2851147"/>
            <a:chExt cx="1530220" cy="1504560"/>
          </a:xfrm>
        </p:grpSpPr>
        <p:pic>
          <p:nvPicPr>
            <p:cNvPr id="125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A4B7E78E-98D2-4AAB-A6E4-EC7455F423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20150930">
              <a:off x="2771916" y="3379321"/>
              <a:ext cx="565039" cy="5612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A8A92C0F-48C8-421F-A849-9DA91CF4D177}"/>
                </a:ext>
              </a:extLst>
            </p:cNvPr>
            <p:cNvGrpSpPr/>
            <p:nvPr/>
          </p:nvGrpSpPr>
          <p:grpSpPr>
            <a:xfrm>
              <a:off x="2450766" y="2851147"/>
              <a:ext cx="1530220" cy="1504560"/>
              <a:chOff x="475862" y="905612"/>
              <a:chExt cx="1530220" cy="150456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C49B024-0157-490E-8B5A-BE091E6C89A0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Pentagon 128">
                <a:extLst>
                  <a:ext uri="{FF2B5EF4-FFF2-40B4-BE49-F238E27FC236}">
                    <a16:creationId xmlns:a16="http://schemas.microsoft.com/office/drawing/2014/main" id="{B16A1FEF-FD72-41A3-85FA-F41C250A3FCB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EB6662-C646-4797-B09D-55A83B926B16}"/>
                </a:ext>
              </a:extLst>
            </p:cNvPr>
            <p:cNvGrpSpPr/>
            <p:nvPr/>
          </p:nvGrpSpPr>
          <p:grpSpPr>
            <a:xfrm rot="2544502">
              <a:off x="3210651" y="3425186"/>
              <a:ext cx="353705" cy="822645"/>
              <a:chOff x="6253973" y="5546706"/>
              <a:chExt cx="445761" cy="103674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B0D9FE4-5420-452F-A274-CD9F8EF1D1F4}"/>
                  </a:ext>
                </a:extLst>
              </p:cNvPr>
              <p:cNvSpPr/>
              <p:nvPr/>
            </p:nvSpPr>
            <p:spPr>
              <a:xfrm>
                <a:off x="6392917" y="6058567"/>
                <a:ext cx="177104" cy="52488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E0E7EE9-EA00-4DF6-8186-5DCBA0BC6CF7}"/>
                  </a:ext>
                </a:extLst>
              </p:cNvPr>
              <p:cNvSpPr/>
              <p:nvPr/>
            </p:nvSpPr>
            <p:spPr>
              <a:xfrm rot="16200000">
                <a:off x="6409816" y="6293536"/>
                <a:ext cx="134076" cy="44576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7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D2D8EA5E-D06F-4DE3-8247-103D079589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6220785" y="5663916"/>
                <a:ext cx="479599" cy="245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3E49205-7528-879D-317C-C6578EB1016F}"/>
              </a:ext>
            </a:extLst>
          </p:cNvPr>
          <p:cNvGrpSpPr/>
          <p:nvPr/>
        </p:nvGrpSpPr>
        <p:grpSpPr>
          <a:xfrm>
            <a:off x="4851690" y="579271"/>
            <a:ext cx="1036542" cy="1024128"/>
            <a:chOff x="1063169" y="3338444"/>
            <a:chExt cx="1527048" cy="1508760"/>
          </a:xfrm>
        </p:grpSpPr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70E5ADF3-0940-CDD9-167D-4D706A8B3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52391" y="4025282"/>
              <a:ext cx="927162" cy="737880"/>
            </a:xfrm>
            <a:prstGeom prst="rect">
              <a:avLst/>
            </a:prstGeom>
          </p:spPr>
        </p:pic>
        <p:sp>
          <p:nvSpPr>
            <p:cNvPr id="130" name="Star: 6 Points 129">
              <a:extLst>
                <a:ext uri="{FF2B5EF4-FFF2-40B4-BE49-F238E27FC236}">
                  <a16:creationId xmlns:a16="http://schemas.microsoft.com/office/drawing/2014/main" id="{024023C3-FD6F-28F6-3BB4-C393872F8A0A}"/>
                </a:ext>
              </a:extLst>
            </p:cNvPr>
            <p:cNvSpPr/>
            <p:nvPr/>
          </p:nvSpPr>
          <p:spPr>
            <a:xfrm>
              <a:off x="1668501" y="3634605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8DC64B6-19A0-1F1F-F60B-FC722B54B823}"/>
                </a:ext>
              </a:extLst>
            </p:cNvPr>
            <p:cNvGrpSpPr/>
            <p:nvPr/>
          </p:nvGrpSpPr>
          <p:grpSpPr>
            <a:xfrm>
              <a:off x="1063169" y="3338444"/>
              <a:ext cx="1527048" cy="1508760"/>
              <a:chOff x="475862" y="905612"/>
              <a:chExt cx="1530220" cy="150456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9E0FA7C-2F9A-680A-1CF7-169AFD9C592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Pentagon 134">
                <a:extLst>
                  <a:ext uri="{FF2B5EF4-FFF2-40B4-BE49-F238E27FC236}">
                    <a16:creationId xmlns:a16="http://schemas.microsoft.com/office/drawing/2014/main" id="{D558C71D-0663-C075-5311-241EDE963BAF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79DAE1E-49DD-1F34-4D70-F2489CB7732A}"/>
              </a:ext>
            </a:extLst>
          </p:cNvPr>
          <p:cNvGrpSpPr/>
          <p:nvPr/>
        </p:nvGrpSpPr>
        <p:grpSpPr>
          <a:xfrm>
            <a:off x="7230933" y="579537"/>
            <a:ext cx="1047208" cy="1034667"/>
            <a:chOff x="6094898" y="2582408"/>
            <a:chExt cx="1527048" cy="1508760"/>
          </a:xfrm>
        </p:grpSpPr>
        <p:pic>
          <p:nvPicPr>
            <p:cNvPr id="154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4CB8DEFB-6C61-1B31-0C61-52AA62B56D4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20150930">
              <a:off x="6415382" y="3112056"/>
              <a:ext cx="563868" cy="5628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1BA44F7B-B2B6-469C-8B6C-2EBC1360BC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rot="19272607">
              <a:off x="6495295" y="3439061"/>
              <a:ext cx="933151" cy="281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65FAF08-C53A-E6BD-C661-4B0EEA9386E5}"/>
                </a:ext>
              </a:extLst>
            </p:cNvPr>
            <p:cNvSpPr/>
            <p:nvPr/>
          </p:nvSpPr>
          <p:spPr>
            <a:xfrm>
              <a:off x="6094898" y="2582408"/>
              <a:ext cx="1527048" cy="15087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Pentagon 156">
              <a:extLst>
                <a:ext uri="{FF2B5EF4-FFF2-40B4-BE49-F238E27FC236}">
                  <a16:creationId xmlns:a16="http://schemas.microsoft.com/office/drawing/2014/main" id="{8A8238A0-918F-0872-413D-1901B0D63879}"/>
                </a:ext>
              </a:extLst>
            </p:cNvPr>
            <p:cNvSpPr/>
            <p:nvPr/>
          </p:nvSpPr>
          <p:spPr>
            <a:xfrm>
              <a:off x="6271635" y="2825005"/>
              <a:ext cx="1173574" cy="1217528"/>
            </a:xfrm>
            <a:prstGeom prst="pentagon">
              <a:avLst/>
            </a:prstGeom>
            <a:noFill/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30A41DC-2AB6-FA4A-6C35-83C0F2E380EC}"/>
              </a:ext>
            </a:extLst>
          </p:cNvPr>
          <p:cNvGrpSpPr/>
          <p:nvPr/>
        </p:nvGrpSpPr>
        <p:grpSpPr>
          <a:xfrm>
            <a:off x="10910263" y="568879"/>
            <a:ext cx="1036542" cy="1024128"/>
            <a:chOff x="3480736" y="3338444"/>
            <a:chExt cx="1527048" cy="1508760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0465F1E6-2795-CA61-6F40-B5391D97935A}"/>
                </a:ext>
              </a:extLst>
            </p:cNvPr>
            <p:cNvGrpSpPr/>
            <p:nvPr/>
          </p:nvGrpSpPr>
          <p:grpSpPr>
            <a:xfrm>
              <a:off x="3817803" y="4034253"/>
              <a:ext cx="811757" cy="618653"/>
              <a:chOff x="4638485" y="4014555"/>
              <a:chExt cx="1121232" cy="841513"/>
            </a:xfrm>
          </p:grpSpPr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40208AC7-17B6-E621-B493-DC719E92E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38485" y="4085074"/>
                <a:ext cx="559512" cy="731096"/>
              </a:xfrm>
              <a:prstGeom prst="rect">
                <a:avLst/>
              </a:prstGeom>
            </p:spPr>
          </p:pic>
          <p:pic>
            <p:nvPicPr>
              <p:cNvPr id="144" name="Picture 143">
                <a:extLst>
                  <a:ext uri="{FF2B5EF4-FFF2-40B4-BE49-F238E27FC236}">
                    <a16:creationId xmlns:a16="http://schemas.microsoft.com/office/drawing/2014/main" id="{EF25AF5B-9156-9D70-D8EE-7E685DA5F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49786" y="4014555"/>
                <a:ext cx="509931" cy="841513"/>
              </a:xfrm>
              <a:prstGeom prst="rect">
                <a:avLst/>
              </a:prstGeom>
            </p:spPr>
          </p:pic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FD4AF955-2685-B100-7C80-0ACBAD167EA1}"/>
                </a:ext>
              </a:extLst>
            </p:cNvPr>
            <p:cNvGrpSpPr/>
            <p:nvPr/>
          </p:nvGrpSpPr>
          <p:grpSpPr>
            <a:xfrm>
              <a:off x="3480736" y="3338444"/>
              <a:ext cx="1527048" cy="1508760"/>
              <a:chOff x="475862" y="905612"/>
              <a:chExt cx="1530220" cy="1504560"/>
            </a:xfrm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DA61E00D-CAC9-DD2C-D9E5-DD5AE19F1451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Pentagon 141">
                <a:extLst>
                  <a:ext uri="{FF2B5EF4-FFF2-40B4-BE49-F238E27FC236}">
                    <a16:creationId xmlns:a16="http://schemas.microsoft.com/office/drawing/2014/main" id="{2E7AD201-4511-C7BB-1C7D-1884D1869BA7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2" name="Star: 6 Points 161">
              <a:extLst>
                <a:ext uri="{FF2B5EF4-FFF2-40B4-BE49-F238E27FC236}">
                  <a16:creationId xmlns:a16="http://schemas.microsoft.com/office/drawing/2014/main" id="{BA6F68FC-7772-7BF0-4588-E0C64D96E139}"/>
                </a:ext>
              </a:extLst>
            </p:cNvPr>
            <p:cNvSpPr/>
            <p:nvPr/>
          </p:nvSpPr>
          <p:spPr>
            <a:xfrm>
              <a:off x="4083288" y="3634605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9060A16-9789-69C3-EFF2-A6CACB951B25}"/>
              </a:ext>
            </a:extLst>
          </p:cNvPr>
          <p:cNvGrpSpPr/>
          <p:nvPr/>
        </p:nvGrpSpPr>
        <p:grpSpPr>
          <a:xfrm>
            <a:off x="9701797" y="1758300"/>
            <a:ext cx="1036542" cy="1024128"/>
            <a:chOff x="5707651" y="3267755"/>
            <a:chExt cx="1527048" cy="1508760"/>
          </a:xfrm>
        </p:grpSpPr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ADB332A5-D6DA-AF7F-98FC-FA822CF6CDE2}"/>
                </a:ext>
              </a:extLst>
            </p:cNvPr>
            <p:cNvGrpSpPr/>
            <p:nvPr/>
          </p:nvGrpSpPr>
          <p:grpSpPr>
            <a:xfrm>
              <a:off x="5707651" y="3267755"/>
              <a:ext cx="1527048" cy="1508760"/>
              <a:chOff x="475862" y="905612"/>
              <a:chExt cx="1530220" cy="1504560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126F8D72-FD8C-9E87-B54E-5FEAB9605F9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Pentagon 152">
                <a:extLst>
                  <a:ext uri="{FF2B5EF4-FFF2-40B4-BE49-F238E27FC236}">
                    <a16:creationId xmlns:a16="http://schemas.microsoft.com/office/drawing/2014/main" id="{110D2C90-0EDE-5B6E-F3C2-5300A9DCC177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ACC4DFC-06EC-9034-2EEB-6762796A442C}"/>
                </a:ext>
              </a:extLst>
            </p:cNvPr>
            <p:cNvGrpSpPr/>
            <p:nvPr/>
          </p:nvGrpSpPr>
          <p:grpSpPr>
            <a:xfrm>
              <a:off x="6096000" y="3957871"/>
              <a:ext cx="668504" cy="736247"/>
              <a:chOff x="6028135" y="3797403"/>
              <a:chExt cx="790798" cy="870934"/>
            </a:xfrm>
          </p:grpSpPr>
          <p:pic>
            <p:nvPicPr>
              <p:cNvPr id="146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4E1F6612-D81A-1D97-37DE-56341C1E31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20150930">
                <a:off x="6028135" y="3797403"/>
                <a:ext cx="563868" cy="5628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33A0F344-D008-5F0C-1DEF-4C1D200AE84E}"/>
                  </a:ext>
                </a:extLst>
              </p:cNvPr>
              <p:cNvGrpSpPr/>
              <p:nvPr/>
            </p:nvGrpSpPr>
            <p:grpSpPr>
              <a:xfrm rot="2544502">
                <a:off x="6465961" y="3843396"/>
                <a:ext cx="352972" cy="824941"/>
                <a:chOff x="6253973" y="5546706"/>
                <a:chExt cx="445761" cy="1036749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8050A620-4BEF-2CBF-C34E-CDAF959C822C}"/>
                    </a:ext>
                  </a:extLst>
                </p:cNvPr>
                <p:cNvSpPr/>
                <p:nvPr/>
              </p:nvSpPr>
              <p:spPr>
                <a:xfrm>
                  <a:off x="6392917" y="6058567"/>
                  <a:ext cx="177104" cy="52488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BE7A10A5-AAE6-53E1-AB91-2B41E16EBB0E}"/>
                    </a:ext>
                  </a:extLst>
                </p:cNvPr>
                <p:cNvSpPr/>
                <p:nvPr/>
              </p:nvSpPr>
              <p:spPr>
                <a:xfrm rot="16200000">
                  <a:off x="6409816" y="6293536"/>
                  <a:ext cx="134076" cy="44576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51" name="Picture 10" descr="✓ flamethrower free vector eps, cdr, ai, svg vector illustration graphic art">
                  <a:extLst>
                    <a:ext uri="{FF2B5EF4-FFF2-40B4-BE49-F238E27FC236}">
                      <a16:creationId xmlns:a16="http://schemas.microsoft.com/office/drawing/2014/main" id="{98D7FB29-921B-81F0-BC99-97A2F00CA6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9258" b="25887"/>
                <a:stretch/>
              </p:blipFill>
              <p:spPr bwMode="auto">
                <a:xfrm rot="16200000">
                  <a:off x="6220785" y="5663916"/>
                  <a:ext cx="479599" cy="24517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63" name="Star: 6 Points 162">
              <a:extLst>
                <a:ext uri="{FF2B5EF4-FFF2-40B4-BE49-F238E27FC236}">
                  <a16:creationId xmlns:a16="http://schemas.microsoft.com/office/drawing/2014/main" id="{C17F7DF7-BD8B-38B4-E1B3-14ECF0E5D1B2}"/>
                </a:ext>
              </a:extLst>
            </p:cNvPr>
            <p:cNvSpPr/>
            <p:nvPr/>
          </p:nvSpPr>
          <p:spPr>
            <a:xfrm>
              <a:off x="6314912" y="3557886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3D26A01-2689-804C-F04E-3F9DF6CCD404}"/>
              </a:ext>
            </a:extLst>
          </p:cNvPr>
          <p:cNvGrpSpPr/>
          <p:nvPr/>
        </p:nvGrpSpPr>
        <p:grpSpPr>
          <a:xfrm>
            <a:off x="2470212" y="5734211"/>
            <a:ext cx="1036542" cy="1024128"/>
            <a:chOff x="4219845" y="2709281"/>
            <a:chExt cx="1527048" cy="150876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0C6B9B8D-A384-C2E1-D811-DE60B1398F78}"/>
                </a:ext>
              </a:extLst>
            </p:cNvPr>
            <p:cNvGrpSpPr/>
            <p:nvPr/>
          </p:nvGrpSpPr>
          <p:grpSpPr>
            <a:xfrm>
              <a:off x="4592566" y="3055014"/>
              <a:ext cx="758182" cy="1122430"/>
              <a:chOff x="6688184" y="2757638"/>
              <a:chExt cx="2587470" cy="3830549"/>
            </a:xfrm>
          </p:grpSpPr>
          <p:pic>
            <p:nvPicPr>
              <p:cNvPr id="170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079897D4-62CE-C056-2FEA-1BDFD29785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6731195" y="3576017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1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CB489CC6-8677-6EDE-FAEB-9BAA7DFE3D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7057978" y="3270678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2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C318D090-AA37-9A8D-C06E-695E39EC76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7384760" y="3270678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3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E9E01A4A-1535-B4BF-32CB-E59105F151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200000">
                <a:off x="7756107" y="3608949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0F464C76-E2B4-4BAF-9551-C725DEE728A8}"/>
                  </a:ext>
                </a:extLst>
              </p:cNvPr>
              <p:cNvGrpSpPr/>
              <p:nvPr/>
            </p:nvGrpSpPr>
            <p:grpSpPr>
              <a:xfrm>
                <a:off x="7211479" y="4310279"/>
                <a:ext cx="1601761" cy="2277908"/>
                <a:chOff x="2505808" y="3487056"/>
                <a:chExt cx="1561840" cy="2210359"/>
              </a:xfrm>
            </p:grpSpPr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D2360386-0916-5423-64BE-108788E13DA8}"/>
                    </a:ext>
                  </a:extLst>
                </p:cNvPr>
                <p:cNvSpPr/>
                <p:nvPr/>
              </p:nvSpPr>
              <p:spPr>
                <a:xfrm>
                  <a:off x="2681654" y="3812373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D0D2C2AF-AEEB-A9F1-A20D-E8664365F051}"/>
                    </a:ext>
                  </a:extLst>
                </p:cNvPr>
                <p:cNvSpPr/>
                <p:nvPr/>
              </p:nvSpPr>
              <p:spPr>
                <a:xfrm>
                  <a:off x="3008398" y="3487056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1142E202-0C46-842D-DE65-18F4EF820359}"/>
                    </a:ext>
                  </a:extLst>
                </p:cNvPr>
                <p:cNvSpPr/>
                <p:nvPr/>
              </p:nvSpPr>
              <p:spPr>
                <a:xfrm>
                  <a:off x="3332039" y="3487056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77055D3D-BA23-DC7E-046D-98EEB4301855}"/>
                    </a:ext>
                  </a:extLst>
                </p:cNvPr>
                <p:cNvSpPr/>
                <p:nvPr/>
              </p:nvSpPr>
              <p:spPr>
                <a:xfrm>
                  <a:off x="3658783" y="3812373"/>
                  <a:ext cx="219109" cy="155387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F6A1314A-A947-A8DC-9B3E-46B588CA7D42}"/>
                    </a:ext>
                  </a:extLst>
                </p:cNvPr>
                <p:cNvSpPr/>
                <p:nvPr/>
              </p:nvSpPr>
              <p:spPr>
                <a:xfrm>
                  <a:off x="2505808" y="4818185"/>
                  <a:ext cx="1561840" cy="87923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A2EBA4D0-8F95-5DCC-1DB1-80EAA6BC018A}"/>
                    </a:ext>
                  </a:extLst>
                </p:cNvPr>
                <p:cNvSpPr/>
                <p:nvPr/>
              </p:nvSpPr>
              <p:spPr>
                <a:xfrm>
                  <a:off x="2630373" y="4961416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28F83060-9FBA-6FAD-C5A9-B6D7C692EDB8}"/>
                    </a:ext>
                  </a:extLst>
                </p:cNvPr>
                <p:cNvSpPr/>
                <p:nvPr/>
              </p:nvSpPr>
              <p:spPr>
                <a:xfrm>
                  <a:off x="3606630" y="4952237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BD7C5441-67C4-A44A-46D7-146A7FF440C5}"/>
                    </a:ext>
                  </a:extLst>
                </p:cNvPr>
                <p:cNvSpPr/>
                <p:nvPr/>
              </p:nvSpPr>
              <p:spPr>
                <a:xfrm>
                  <a:off x="3118501" y="4952236"/>
                  <a:ext cx="329880" cy="261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46EC21C5-BEB6-D91C-6921-D665C142D9B7}"/>
                  </a:ext>
                </a:extLst>
              </p:cNvPr>
              <p:cNvSpPr/>
              <p:nvPr/>
            </p:nvSpPr>
            <p:spPr>
              <a:xfrm>
                <a:off x="7881338" y="3254472"/>
                <a:ext cx="45171" cy="331405"/>
              </a:xfrm>
              <a:custGeom>
                <a:avLst/>
                <a:gdLst>
                  <a:gd name="connsiteX0" fmla="*/ 8792 w 44044"/>
                  <a:gd name="connsiteY0" fmla="*/ 0 h 202223"/>
                  <a:gd name="connsiteX1" fmla="*/ 43961 w 44044"/>
                  <a:gd name="connsiteY1" fmla="*/ 79131 h 202223"/>
                  <a:gd name="connsiteX2" fmla="*/ 26377 w 44044"/>
                  <a:gd name="connsiteY2" fmla="*/ 184639 h 202223"/>
                  <a:gd name="connsiteX3" fmla="*/ 0 w 44044"/>
                  <a:gd name="connsiteY3" fmla="*/ 202223 h 202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044" h="202223">
                    <a:moveTo>
                      <a:pt x="8792" y="0"/>
                    </a:moveTo>
                    <a:cubicBezTo>
                      <a:pt x="20674" y="19804"/>
                      <a:pt x="45670" y="51792"/>
                      <a:pt x="43961" y="79131"/>
                    </a:cubicBezTo>
                    <a:cubicBezTo>
                      <a:pt x="41737" y="114716"/>
                      <a:pt x="38369" y="151062"/>
                      <a:pt x="26377" y="184639"/>
                    </a:cubicBezTo>
                    <a:cubicBezTo>
                      <a:pt x="22823" y="194590"/>
                      <a:pt x="0" y="202223"/>
                      <a:pt x="0" y="202223"/>
                    </a:cubicBez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B285014-8660-254A-759C-2000C516443D}"/>
                  </a:ext>
                </a:extLst>
              </p:cNvPr>
              <p:cNvSpPr/>
              <p:nvPr/>
            </p:nvSpPr>
            <p:spPr>
              <a:xfrm>
                <a:off x="7520652" y="3598795"/>
                <a:ext cx="103625" cy="331405"/>
              </a:xfrm>
              <a:custGeom>
                <a:avLst/>
                <a:gdLst>
                  <a:gd name="connsiteX0" fmla="*/ 52754 w 101042"/>
                  <a:gd name="connsiteY0" fmla="*/ 0 h 202223"/>
                  <a:gd name="connsiteX1" fmla="*/ 96716 w 101042"/>
                  <a:gd name="connsiteY1" fmla="*/ 35169 h 202223"/>
                  <a:gd name="connsiteX2" fmla="*/ 61546 w 101042"/>
                  <a:gd name="connsiteY2" fmla="*/ 158262 h 202223"/>
                  <a:gd name="connsiteX3" fmla="*/ 8793 w 101042"/>
                  <a:gd name="connsiteY3" fmla="*/ 193431 h 202223"/>
                  <a:gd name="connsiteX4" fmla="*/ 0 w 101042"/>
                  <a:gd name="connsiteY4" fmla="*/ 202223 h 202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042" h="202223">
                    <a:moveTo>
                      <a:pt x="52754" y="0"/>
                    </a:moveTo>
                    <a:cubicBezTo>
                      <a:pt x="67408" y="11723"/>
                      <a:pt x="91561" y="17125"/>
                      <a:pt x="96716" y="35169"/>
                    </a:cubicBezTo>
                    <a:cubicBezTo>
                      <a:pt x="109029" y="78265"/>
                      <a:pt x="94369" y="129086"/>
                      <a:pt x="61546" y="158262"/>
                    </a:cubicBezTo>
                    <a:cubicBezTo>
                      <a:pt x="45751" y="172303"/>
                      <a:pt x="23738" y="178488"/>
                      <a:pt x="8793" y="193431"/>
                    </a:cubicBezTo>
                    <a:lnTo>
                      <a:pt x="0" y="202223"/>
                    </a:lnTo>
                  </a:path>
                </a:pathLst>
              </a:cu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87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10E47656-4459-A3FB-225E-388C23D550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5108690">
                <a:off x="6175144" y="4634344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8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9984C278-78F5-ABA2-483D-0E9058EB2F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6987515">
                <a:off x="8279935" y="4654096"/>
                <a:ext cx="1508760" cy="4826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DCA5A048-6188-AA47-7D23-053C5BE9DCE8}"/>
                </a:ext>
              </a:extLst>
            </p:cNvPr>
            <p:cNvGrpSpPr/>
            <p:nvPr/>
          </p:nvGrpSpPr>
          <p:grpSpPr>
            <a:xfrm>
              <a:off x="4219845" y="2709281"/>
              <a:ext cx="1527048" cy="1508760"/>
              <a:chOff x="475862" y="905612"/>
              <a:chExt cx="1530220" cy="1504560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24995515-F153-2333-8D9E-D75E69F978B9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Pentagon 185">
                <a:extLst>
                  <a:ext uri="{FF2B5EF4-FFF2-40B4-BE49-F238E27FC236}">
                    <a16:creationId xmlns:a16="http://schemas.microsoft.com/office/drawing/2014/main" id="{40049FB7-A1E5-6613-55E0-731F0C8435FD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EE9DC92-AFEA-C259-952B-C6F4056DBB08}"/>
              </a:ext>
            </a:extLst>
          </p:cNvPr>
          <p:cNvGrpSpPr/>
          <p:nvPr/>
        </p:nvGrpSpPr>
        <p:grpSpPr>
          <a:xfrm>
            <a:off x="8440778" y="1762935"/>
            <a:ext cx="1033272" cy="1033272"/>
            <a:chOff x="8774996" y="2961112"/>
            <a:chExt cx="1600200" cy="1600200"/>
          </a:xfrm>
        </p:grpSpPr>
        <p:pic>
          <p:nvPicPr>
            <p:cNvPr id="234" name="Picture 233" descr="Catapult icon | Premium Vector">
              <a:extLst>
                <a:ext uri="{FF2B5EF4-FFF2-40B4-BE49-F238E27FC236}">
                  <a16:creationId xmlns:a16="http://schemas.microsoft.com/office/drawing/2014/main" id="{F922F975-D226-211B-75FE-BAE03418EC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55078" y="3469725"/>
              <a:ext cx="1014443" cy="1014443"/>
            </a:xfrm>
            <a:prstGeom prst="rect">
              <a:avLst/>
            </a:prstGeom>
          </p:spPr>
        </p:pic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FC0B8DD6-B079-A4DF-E1D7-5D1F3A65109E}"/>
                </a:ext>
              </a:extLst>
            </p:cNvPr>
            <p:cNvGrpSpPr/>
            <p:nvPr/>
          </p:nvGrpSpPr>
          <p:grpSpPr>
            <a:xfrm>
              <a:off x="8774996" y="2961112"/>
              <a:ext cx="1600200" cy="1600200"/>
              <a:chOff x="475862" y="905612"/>
              <a:chExt cx="1530220" cy="1504560"/>
            </a:xfrm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A4F68F8A-4209-A104-ECCD-68391A434923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Pentagon 203">
                <a:extLst>
                  <a:ext uri="{FF2B5EF4-FFF2-40B4-BE49-F238E27FC236}">
                    <a16:creationId xmlns:a16="http://schemas.microsoft.com/office/drawing/2014/main" id="{9A99B6AC-8EB3-C64F-0DCF-3ABDB9B0325C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83D40B-7AB6-E782-EC54-A4DAB58D08A1}"/>
              </a:ext>
            </a:extLst>
          </p:cNvPr>
          <p:cNvGrpSpPr/>
          <p:nvPr/>
        </p:nvGrpSpPr>
        <p:grpSpPr>
          <a:xfrm>
            <a:off x="2495687" y="1762935"/>
            <a:ext cx="1033272" cy="1033272"/>
            <a:chOff x="143481" y="2961112"/>
            <a:chExt cx="1600200" cy="1600200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0A279D8B-5AB6-BC20-CCF5-2A69C4170A12}"/>
                </a:ext>
              </a:extLst>
            </p:cNvPr>
            <p:cNvGrpSpPr/>
            <p:nvPr/>
          </p:nvGrpSpPr>
          <p:grpSpPr>
            <a:xfrm>
              <a:off x="143481" y="2961112"/>
              <a:ext cx="1600200" cy="1600200"/>
              <a:chOff x="8239890" y="910146"/>
              <a:chExt cx="1530220" cy="1504560"/>
            </a:xfrm>
          </p:grpSpPr>
          <p:pic>
            <p:nvPicPr>
              <p:cNvPr id="213" name="Picture 212">
                <a:extLst>
                  <a:ext uri="{FF2B5EF4-FFF2-40B4-BE49-F238E27FC236}">
                    <a16:creationId xmlns:a16="http://schemas.microsoft.com/office/drawing/2014/main" id="{A5E13977-4434-A498-1F0B-647E469A1F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86137" y="1518610"/>
                <a:ext cx="443508" cy="585614"/>
              </a:xfrm>
              <a:prstGeom prst="rect">
                <a:avLst/>
              </a:prstGeom>
            </p:spPr>
          </p:pic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4C4AED51-50C5-9514-D499-639256A6F433}"/>
                  </a:ext>
                </a:extLst>
              </p:cNvPr>
              <p:cNvGrpSpPr/>
              <p:nvPr/>
            </p:nvGrpSpPr>
            <p:grpSpPr>
              <a:xfrm>
                <a:off x="8239890" y="910146"/>
                <a:ext cx="1530220" cy="1504560"/>
                <a:chOff x="475862" y="905612"/>
                <a:chExt cx="1530220" cy="1504560"/>
              </a:xfrm>
            </p:grpSpPr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5263BE29-3DDE-48A2-9FB4-36C5A9AD962D}"/>
                    </a:ext>
                  </a:extLst>
                </p:cNvPr>
                <p:cNvSpPr/>
                <p:nvPr/>
              </p:nvSpPr>
              <p:spPr>
                <a:xfrm>
                  <a:off x="475862" y="905612"/>
                  <a:ext cx="1530220" cy="1504560"/>
                </a:xfrm>
                <a:prstGeom prst="rect">
                  <a:avLst/>
                </a:prstGeom>
                <a:noFill/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Pentagon 211">
                  <a:extLst>
                    <a:ext uri="{FF2B5EF4-FFF2-40B4-BE49-F238E27FC236}">
                      <a16:creationId xmlns:a16="http://schemas.microsoft.com/office/drawing/2014/main" id="{1C929917-E6D7-BB89-8E95-C1A3384CDED1}"/>
                    </a:ext>
                  </a:extLst>
                </p:cNvPr>
                <p:cNvSpPr/>
                <p:nvPr/>
              </p:nvSpPr>
              <p:spPr>
                <a:xfrm>
                  <a:off x="652966" y="1147534"/>
                  <a:ext cx="1176012" cy="1214139"/>
                </a:xfrm>
                <a:prstGeom prst="pentagon">
                  <a:avLst/>
                </a:prstGeom>
                <a:noFill/>
                <a:ln w="3810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379B6B1A-64A5-2EF7-21DB-45CF84698192}"/>
                </a:ext>
              </a:extLst>
            </p:cNvPr>
            <p:cNvGrpSpPr/>
            <p:nvPr/>
          </p:nvGrpSpPr>
          <p:grpSpPr>
            <a:xfrm>
              <a:off x="872436" y="3880867"/>
              <a:ext cx="535888" cy="549836"/>
              <a:chOff x="5679550" y="3756554"/>
              <a:chExt cx="1025561" cy="1052253"/>
            </a:xfrm>
          </p:grpSpPr>
          <p:sp>
            <p:nvSpPr>
              <p:cNvPr id="216" name="Cross 215">
                <a:extLst>
                  <a:ext uri="{FF2B5EF4-FFF2-40B4-BE49-F238E27FC236}">
                    <a16:creationId xmlns:a16="http://schemas.microsoft.com/office/drawing/2014/main" id="{4C99B8E0-F956-68F7-C4DF-6FB1F4A22801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Cross 216">
                <a:extLst>
                  <a:ext uri="{FF2B5EF4-FFF2-40B4-BE49-F238E27FC236}">
                    <a16:creationId xmlns:a16="http://schemas.microsoft.com/office/drawing/2014/main" id="{7210DB34-24F8-8CD1-E2E0-04592239CF67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F824B98-86D2-0A78-9BB7-AFFF5A31A229}"/>
              </a:ext>
            </a:extLst>
          </p:cNvPr>
          <p:cNvGrpSpPr/>
          <p:nvPr/>
        </p:nvGrpSpPr>
        <p:grpSpPr>
          <a:xfrm>
            <a:off x="4846047" y="5744176"/>
            <a:ext cx="1033272" cy="1033272"/>
            <a:chOff x="10516270" y="3337416"/>
            <a:chExt cx="1600200" cy="1600200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C03FDE49-CAB2-0EF7-8D3C-00ED060B3A38}"/>
                </a:ext>
              </a:extLst>
            </p:cNvPr>
            <p:cNvGrpSpPr/>
            <p:nvPr/>
          </p:nvGrpSpPr>
          <p:grpSpPr>
            <a:xfrm>
              <a:off x="10933139" y="3914282"/>
              <a:ext cx="766460" cy="699417"/>
              <a:chOff x="3223943" y="3367294"/>
              <a:chExt cx="766460" cy="699417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6E76AFB8-519E-C834-1DE5-1A77E42C5B10}"/>
                  </a:ext>
                </a:extLst>
              </p:cNvPr>
              <p:cNvSpPr/>
              <p:nvPr/>
            </p:nvSpPr>
            <p:spPr>
              <a:xfrm>
                <a:off x="3257966" y="3562320"/>
                <a:ext cx="126797" cy="25471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54F0F944-B23C-DC63-EE6A-74B59452B7CD}"/>
                  </a:ext>
                </a:extLst>
              </p:cNvPr>
              <p:cNvGrpSpPr/>
              <p:nvPr/>
            </p:nvGrpSpPr>
            <p:grpSpPr>
              <a:xfrm rot="1376485">
                <a:off x="3620681" y="3367294"/>
                <a:ext cx="226461" cy="642998"/>
                <a:chOff x="4088226" y="3106411"/>
                <a:chExt cx="226461" cy="642998"/>
              </a:xfrm>
            </p:grpSpPr>
            <p:sp>
              <p:nvSpPr>
                <p:cNvPr id="230" name="Rectangle 229">
                  <a:extLst>
                    <a:ext uri="{FF2B5EF4-FFF2-40B4-BE49-F238E27FC236}">
                      <a16:creationId xmlns:a16="http://schemas.microsoft.com/office/drawing/2014/main" id="{C2C28E9F-D030-B289-63A9-B94D3A467557}"/>
                    </a:ext>
                  </a:extLst>
                </p:cNvPr>
                <p:cNvSpPr/>
                <p:nvPr/>
              </p:nvSpPr>
              <p:spPr>
                <a:xfrm>
                  <a:off x="4143353" y="3203566"/>
                  <a:ext cx="116205" cy="32575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Rectangle: Rounded Corners 230">
                  <a:extLst>
                    <a:ext uri="{FF2B5EF4-FFF2-40B4-BE49-F238E27FC236}">
                      <a16:creationId xmlns:a16="http://schemas.microsoft.com/office/drawing/2014/main" id="{99CCE441-7E0F-A792-C443-E3B43B750F4C}"/>
                    </a:ext>
                  </a:extLst>
                </p:cNvPr>
                <p:cNvSpPr/>
                <p:nvPr/>
              </p:nvSpPr>
              <p:spPr>
                <a:xfrm>
                  <a:off x="4088226" y="3366444"/>
                  <a:ext cx="226461" cy="38296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Rectangle: Rounded Corners 231">
                  <a:extLst>
                    <a:ext uri="{FF2B5EF4-FFF2-40B4-BE49-F238E27FC236}">
                      <a16:creationId xmlns:a16="http://schemas.microsoft.com/office/drawing/2014/main" id="{F401DFBF-D61C-D177-C92B-4483516A5E8A}"/>
                    </a:ext>
                  </a:extLst>
                </p:cNvPr>
                <p:cNvSpPr/>
                <p:nvPr/>
              </p:nvSpPr>
              <p:spPr>
                <a:xfrm>
                  <a:off x="4112306" y="3106411"/>
                  <a:ext cx="180769" cy="9715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4AD6A813-BABE-B5EF-F03E-FF975D3BBF15}"/>
                  </a:ext>
                </a:extLst>
              </p:cNvPr>
              <p:cNvSpPr/>
              <p:nvPr/>
            </p:nvSpPr>
            <p:spPr>
              <a:xfrm>
                <a:off x="3223943" y="3907154"/>
                <a:ext cx="766460" cy="159557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Trapezoid 226">
                <a:extLst>
                  <a:ext uri="{FF2B5EF4-FFF2-40B4-BE49-F238E27FC236}">
                    <a16:creationId xmlns:a16="http://schemas.microsoft.com/office/drawing/2014/main" id="{8679631A-8C51-E5B6-458B-ACCA3502C4DB}"/>
                  </a:ext>
                </a:extLst>
              </p:cNvPr>
              <p:cNvSpPr/>
              <p:nvPr/>
            </p:nvSpPr>
            <p:spPr>
              <a:xfrm>
                <a:off x="3420127" y="3762375"/>
                <a:ext cx="244445" cy="144780"/>
              </a:xfrm>
              <a:prstGeom prst="trapezoi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Trapezoid 227">
                <a:extLst>
                  <a:ext uri="{FF2B5EF4-FFF2-40B4-BE49-F238E27FC236}">
                    <a16:creationId xmlns:a16="http://schemas.microsoft.com/office/drawing/2014/main" id="{45747C5F-6AB3-0629-1EC5-7FFB2FF4B99C}"/>
                  </a:ext>
                </a:extLst>
              </p:cNvPr>
              <p:cNvSpPr/>
              <p:nvPr/>
            </p:nvSpPr>
            <p:spPr>
              <a:xfrm>
                <a:off x="3710594" y="3762375"/>
                <a:ext cx="244445" cy="144780"/>
              </a:xfrm>
              <a:prstGeom prst="trapezoid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: Rounded Corners 228">
                <a:extLst>
                  <a:ext uri="{FF2B5EF4-FFF2-40B4-BE49-F238E27FC236}">
                    <a16:creationId xmlns:a16="http://schemas.microsoft.com/office/drawing/2014/main" id="{EF090DD8-551A-AA53-5928-6325C64FA7CB}"/>
                  </a:ext>
                </a:extLst>
              </p:cNvPr>
              <p:cNvSpPr/>
              <p:nvPr/>
            </p:nvSpPr>
            <p:spPr>
              <a:xfrm>
                <a:off x="3240515" y="3675868"/>
                <a:ext cx="160971" cy="222713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F5D4F6A4-95C1-F8DC-2F1C-9B223DEB897D}"/>
                </a:ext>
              </a:extLst>
            </p:cNvPr>
            <p:cNvGrpSpPr/>
            <p:nvPr/>
          </p:nvGrpSpPr>
          <p:grpSpPr>
            <a:xfrm>
              <a:off x="10516270" y="3337416"/>
              <a:ext cx="1600200" cy="1600200"/>
              <a:chOff x="475862" y="905612"/>
              <a:chExt cx="1530220" cy="1504560"/>
            </a:xfrm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CFE6CE70-77D3-581E-98BE-7F2D42624CB1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Pentagon 222">
                <a:extLst>
                  <a:ext uri="{FF2B5EF4-FFF2-40B4-BE49-F238E27FC236}">
                    <a16:creationId xmlns:a16="http://schemas.microsoft.com/office/drawing/2014/main" id="{062BCD8C-A2AC-87B0-10CB-AED962334168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0119590-2C89-C6DB-C2C3-B00E5629E822}"/>
              </a:ext>
            </a:extLst>
          </p:cNvPr>
          <p:cNvGrpSpPr/>
          <p:nvPr/>
        </p:nvGrpSpPr>
        <p:grpSpPr>
          <a:xfrm>
            <a:off x="3672953" y="1749095"/>
            <a:ext cx="1033272" cy="1033272"/>
            <a:chOff x="1850464" y="2947272"/>
            <a:chExt cx="1600200" cy="1600200"/>
          </a:xfrm>
        </p:grpSpPr>
        <p:pic>
          <p:nvPicPr>
            <p:cNvPr id="237" name="Picture 236">
              <a:extLst>
                <a:ext uri="{FF2B5EF4-FFF2-40B4-BE49-F238E27FC236}">
                  <a16:creationId xmlns:a16="http://schemas.microsoft.com/office/drawing/2014/main" id="{85B4997A-818D-0FAF-DD04-4F9D8CC37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13283" y="3501672"/>
              <a:ext cx="547921" cy="505751"/>
            </a:xfrm>
            <a:prstGeom prst="rect">
              <a:avLst/>
            </a:prstGeom>
          </p:spPr>
        </p:pic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AA4D0B00-56FB-D3BC-AD1D-83CDEA9F3564}"/>
                </a:ext>
              </a:extLst>
            </p:cNvPr>
            <p:cNvGrpSpPr/>
            <p:nvPr/>
          </p:nvGrpSpPr>
          <p:grpSpPr>
            <a:xfrm>
              <a:off x="1850464" y="2947272"/>
              <a:ext cx="1600200" cy="1600200"/>
              <a:chOff x="475862" y="905612"/>
              <a:chExt cx="1530220" cy="150456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C9EB6B0E-B4E8-5333-9BE6-D44CCA240A3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Pentagon 191">
                <a:extLst>
                  <a:ext uri="{FF2B5EF4-FFF2-40B4-BE49-F238E27FC236}">
                    <a16:creationId xmlns:a16="http://schemas.microsoft.com/office/drawing/2014/main" id="{3285B7CF-F798-F34D-384E-2042650AA4D3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36" name="Picture 235" descr="Chariot - Free transport icons">
              <a:extLst>
                <a:ext uri="{FF2B5EF4-FFF2-40B4-BE49-F238E27FC236}">
                  <a16:creationId xmlns:a16="http://schemas.microsoft.com/office/drawing/2014/main" id="{AB1AF01E-E62D-2756-5E06-98272DD3CC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244424" y="3845577"/>
              <a:ext cx="547920" cy="54792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2DAB5F9-5AC5-BE15-3397-B8695D6A1B39}"/>
              </a:ext>
            </a:extLst>
          </p:cNvPr>
          <p:cNvGrpSpPr/>
          <p:nvPr/>
        </p:nvGrpSpPr>
        <p:grpSpPr>
          <a:xfrm>
            <a:off x="4847719" y="1749095"/>
            <a:ext cx="1033272" cy="1033272"/>
            <a:chOff x="3548641" y="2947272"/>
            <a:chExt cx="1600200" cy="1600200"/>
          </a:xfrm>
        </p:grpSpPr>
        <p:pic>
          <p:nvPicPr>
            <p:cNvPr id="244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A555CE4C-1126-89D0-758E-F088E57B5E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rot="19272607">
              <a:off x="3753952" y="3547522"/>
              <a:ext cx="854018" cy="257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8" name="Picture 237">
              <a:extLst>
                <a:ext uri="{FF2B5EF4-FFF2-40B4-BE49-F238E27FC236}">
                  <a16:creationId xmlns:a16="http://schemas.microsoft.com/office/drawing/2014/main" id="{3ACC40B0-B272-49CF-0DFB-7F2B6C228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27300" y="3613786"/>
              <a:ext cx="547921" cy="505751"/>
            </a:xfrm>
            <a:prstGeom prst="rect">
              <a:avLst/>
            </a:prstGeom>
          </p:spPr>
        </p:pic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33E07364-A5DF-33A4-4A2B-3B42BFA7E6DA}"/>
                </a:ext>
              </a:extLst>
            </p:cNvPr>
            <p:cNvGrpSpPr/>
            <p:nvPr/>
          </p:nvGrpSpPr>
          <p:grpSpPr>
            <a:xfrm>
              <a:off x="3548641" y="2947272"/>
              <a:ext cx="1600200" cy="1600200"/>
              <a:chOff x="475862" y="905612"/>
              <a:chExt cx="1530220" cy="1504560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237C5B99-02FE-52C0-641C-9B42C13D7043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Pentagon 194">
                <a:extLst>
                  <a:ext uri="{FF2B5EF4-FFF2-40B4-BE49-F238E27FC236}">
                    <a16:creationId xmlns:a16="http://schemas.microsoft.com/office/drawing/2014/main" id="{FA50DDB7-B61E-8173-A995-88522E8B535A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39" name="Picture 238" descr="Chariot - Free transport icons">
              <a:extLst>
                <a:ext uri="{FF2B5EF4-FFF2-40B4-BE49-F238E27FC236}">
                  <a16:creationId xmlns:a16="http://schemas.microsoft.com/office/drawing/2014/main" id="{5E9FC5BA-41D6-DF3F-540E-2D2297E61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58462" y="3933493"/>
              <a:ext cx="547920" cy="54792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04E5F3-FA25-06A5-7B16-8879DC7C859F}"/>
              </a:ext>
            </a:extLst>
          </p:cNvPr>
          <p:cNvGrpSpPr/>
          <p:nvPr/>
        </p:nvGrpSpPr>
        <p:grpSpPr>
          <a:xfrm>
            <a:off x="6023320" y="1749095"/>
            <a:ext cx="1033272" cy="1033272"/>
            <a:chOff x="5291796" y="2947272"/>
            <a:chExt cx="1600200" cy="1600200"/>
          </a:xfrm>
        </p:grpSpPr>
        <p:pic>
          <p:nvPicPr>
            <p:cNvPr id="243" name="Picture 242">
              <a:extLst>
                <a:ext uri="{FF2B5EF4-FFF2-40B4-BE49-F238E27FC236}">
                  <a16:creationId xmlns:a16="http://schemas.microsoft.com/office/drawing/2014/main" id="{FD480DB1-5C64-6DC3-4DCF-F6E7622A9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889833" y="3304573"/>
              <a:ext cx="790670" cy="709576"/>
            </a:xfrm>
            <a:prstGeom prst="rect">
              <a:avLst/>
            </a:prstGeom>
          </p:spPr>
        </p:pic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CAC143F-35B8-6160-433F-566080257775}"/>
                </a:ext>
              </a:extLst>
            </p:cNvPr>
            <p:cNvGrpSpPr/>
            <p:nvPr/>
          </p:nvGrpSpPr>
          <p:grpSpPr>
            <a:xfrm>
              <a:off x="5291796" y="2947272"/>
              <a:ext cx="1600200" cy="1600200"/>
              <a:chOff x="475862" y="905612"/>
              <a:chExt cx="1530220" cy="1504560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11B8A24F-F582-31CD-6805-12FBF0793F96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Pentagon 197">
                <a:extLst>
                  <a:ext uri="{FF2B5EF4-FFF2-40B4-BE49-F238E27FC236}">
                    <a16:creationId xmlns:a16="http://schemas.microsoft.com/office/drawing/2014/main" id="{B756F659-2ACE-97E6-2D08-3407248E0468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42" name="Picture 241" descr="Rune - Free cultures icons">
              <a:extLst>
                <a:ext uri="{FF2B5EF4-FFF2-40B4-BE49-F238E27FC236}">
                  <a16:creationId xmlns:a16="http://schemas.microsoft.com/office/drawing/2014/main" id="{D119E622-8603-79B8-627F-C9195DFFD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17577" y="3638804"/>
              <a:ext cx="771622" cy="771622"/>
            </a:xfrm>
            <a:prstGeom prst="rect">
              <a:avLst/>
            </a:prstGeom>
          </p:spPr>
        </p:pic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08C29AE6-77BA-7FEF-D46E-AADCE8021F80}"/>
              </a:ext>
            </a:extLst>
          </p:cNvPr>
          <p:cNvGrpSpPr/>
          <p:nvPr/>
        </p:nvGrpSpPr>
        <p:grpSpPr>
          <a:xfrm>
            <a:off x="8467851" y="590076"/>
            <a:ext cx="1042416" cy="1024128"/>
            <a:chOff x="6922476" y="5358112"/>
            <a:chExt cx="1042416" cy="1024128"/>
          </a:xfrm>
        </p:grpSpPr>
        <p:pic>
          <p:nvPicPr>
            <p:cNvPr id="246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D9A15697-31A2-C1D4-2FA2-5F3F99554E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20150930">
              <a:off x="7141250" y="5717631"/>
              <a:ext cx="384916" cy="382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685D07FD-CC0D-A763-584F-198F0870A004}"/>
                </a:ext>
              </a:extLst>
            </p:cNvPr>
            <p:cNvGrpSpPr/>
            <p:nvPr/>
          </p:nvGrpSpPr>
          <p:grpSpPr>
            <a:xfrm flipH="1">
              <a:off x="7305896" y="5906752"/>
              <a:ext cx="418444" cy="424932"/>
              <a:chOff x="6250804" y="4469864"/>
              <a:chExt cx="1767666" cy="1796490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521CA544-CD93-BFED-7548-A208EE736768}"/>
                  </a:ext>
                </a:extLst>
              </p:cNvPr>
              <p:cNvGrpSpPr/>
              <p:nvPr/>
            </p:nvGrpSpPr>
            <p:grpSpPr>
              <a:xfrm rot="2105593">
                <a:off x="6898111" y="4469864"/>
                <a:ext cx="543720" cy="1475268"/>
                <a:chOff x="6998677" y="4501662"/>
                <a:chExt cx="543720" cy="1125415"/>
              </a:xfrm>
            </p:grpSpPr>
            <p:sp>
              <p:nvSpPr>
                <p:cNvPr id="255" name="Rectangle 254">
                  <a:extLst>
                    <a:ext uri="{FF2B5EF4-FFF2-40B4-BE49-F238E27FC236}">
                      <a16:creationId xmlns:a16="http://schemas.microsoft.com/office/drawing/2014/main" id="{CDA92731-CEF9-04BA-C2DA-2590A536633F}"/>
                    </a:ext>
                  </a:extLst>
                </p:cNvPr>
                <p:cNvSpPr/>
                <p:nvPr/>
              </p:nvSpPr>
              <p:spPr>
                <a:xfrm>
                  <a:off x="7104184" y="4712677"/>
                  <a:ext cx="338215" cy="9144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F4EDE2B4-7FB7-8103-1EC0-5CF688197256}"/>
                    </a:ext>
                  </a:extLst>
                </p:cNvPr>
                <p:cNvSpPr/>
                <p:nvPr/>
              </p:nvSpPr>
              <p:spPr>
                <a:xfrm>
                  <a:off x="6998677" y="4501662"/>
                  <a:ext cx="543720" cy="211015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C1571151-8619-7A5F-8432-4E085B67F402}"/>
                  </a:ext>
                </a:extLst>
              </p:cNvPr>
              <p:cNvSpPr/>
              <p:nvPr/>
            </p:nvSpPr>
            <p:spPr>
              <a:xfrm rot="19962306">
                <a:off x="7413128" y="5064532"/>
                <a:ext cx="127375" cy="90560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D363DA57-8B7A-B642-C089-E3719B0EA981}"/>
                  </a:ext>
                </a:extLst>
              </p:cNvPr>
              <p:cNvSpPr/>
              <p:nvPr/>
            </p:nvSpPr>
            <p:spPr>
              <a:xfrm rot="16200000">
                <a:off x="6775177" y="5310385"/>
                <a:ext cx="127375" cy="90560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5B16E59C-C79A-E2DE-3B4F-EA2B01CC1F9E}"/>
                  </a:ext>
                </a:extLst>
              </p:cNvPr>
              <p:cNvSpPr/>
              <p:nvPr/>
            </p:nvSpPr>
            <p:spPr>
              <a:xfrm>
                <a:off x="6250804" y="5829836"/>
                <a:ext cx="1767666" cy="43651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D28F44FD-5593-819C-7F85-DF137A61F463}"/>
                </a:ext>
              </a:extLst>
            </p:cNvPr>
            <p:cNvGrpSpPr/>
            <p:nvPr/>
          </p:nvGrpSpPr>
          <p:grpSpPr>
            <a:xfrm>
              <a:off x="6922476" y="5358112"/>
              <a:ext cx="1042416" cy="1024128"/>
              <a:chOff x="475862" y="905612"/>
              <a:chExt cx="1530220" cy="1504560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AC13C065-7F2F-13C0-74A1-C6D7100FD7ED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Pentagon 249">
                <a:extLst>
                  <a:ext uri="{FF2B5EF4-FFF2-40B4-BE49-F238E27FC236}">
                    <a16:creationId xmlns:a16="http://schemas.microsoft.com/office/drawing/2014/main" id="{E1962076-0797-1157-F7EE-0156D918B73D}"/>
                  </a:ext>
                </a:extLst>
              </p:cNvPr>
              <p:cNvSpPr/>
              <p:nvPr/>
            </p:nvSpPr>
            <p:spPr>
              <a:xfrm>
                <a:off x="652966" y="1147534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E8FCC5-58F4-32F6-D39B-21CB43327858}"/>
              </a:ext>
            </a:extLst>
          </p:cNvPr>
          <p:cNvGrpSpPr/>
          <p:nvPr/>
        </p:nvGrpSpPr>
        <p:grpSpPr>
          <a:xfrm>
            <a:off x="7218335" y="1754641"/>
            <a:ext cx="1033272" cy="1033272"/>
            <a:chOff x="7041754" y="2952818"/>
            <a:chExt cx="1600200" cy="1600200"/>
          </a:xfrm>
        </p:grpSpPr>
        <p:pic>
          <p:nvPicPr>
            <p:cNvPr id="278" name="Picture 277">
              <a:extLst>
                <a:ext uri="{FF2B5EF4-FFF2-40B4-BE49-F238E27FC236}">
                  <a16:creationId xmlns:a16="http://schemas.microsoft.com/office/drawing/2014/main" id="{9BEBDC33-9BC7-CB1A-C088-797E8D468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77243" y="3496692"/>
              <a:ext cx="275354" cy="458820"/>
            </a:xfrm>
            <a:prstGeom prst="rect">
              <a:avLst/>
            </a:prstGeom>
          </p:spPr>
        </p:pic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276F6F0D-AF27-44BB-E3F4-FF3B571774FF}"/>
                </a:ext>
              </a:extLst>
            </p:cNvPr>
            <p:cNvGrpSpPr/>
            <p:nvPr/>
          </p:nvGrpSpPr>
          <p:grpSpPr>
            <a:xfrm>
              <a:off x="7265926" y="3623584"/>
              <a:ext cx="796670" cy="820694"/>
              <a:chOff x="2301046" y="3300654"/>
              <a:chExt cx="949339" cy="961571"/>
            </a:xfrm>
          </p:grpSpPr>
          <p:pic>
            <p:nvPicPr>
              <p:cNvPr id="276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FA6F718C-3A52-5D34-F432-8075DE2CAE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19350834">
                <a:off x="2301046" y="3300654"/>
                <a:ext cx="813014" cy="8076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7" name="Picture 276">
                <a:extLst>
                  <a:ext uri="{FF2B5EF4-FFF2-40B4-BE49-F238E27FC236}">
                    <a16:creationId xmlns:a16="http://schemas.microsoft.com/office/drawing/2014/main" id="{33BA2EDE-FC59-B9A1-1705-F55769C5F7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9252" y="3678133"/>
                <a:ext cx="441133" cy="584092"/>
              </a:xfrm>
              <a:prstGeom prst="rect">
                <a:avLst/>
              </a:prstGeom>
            </p:spPr>
          </p:pic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9EE081C4-DD2C-9E62-231D-5A0C1FC9F224}"/>
                </a:ext>
              </a:extLst>
            </p:cNvPr>
            <p:cNvGrpSpPr/>
            <p:nvPr/>
          </p:nvGrpSpPr>
          <p:grpSpPr>
            <a:xfrm>
              <a:off x="7041754" y="2952818"/>
              <a:ext cx="1600200" cy="1600200"/>
              <a:chOff x="475862" y="905612"/>
              <a:chExt cx="1530220" cy="1504560"/>
            </a:xfrm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B27B85D1-707B-AC07-1FEE-D3E9C67B2CF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Pentagon 274">
                <a:extLst>
                  <a:ext uri="{FF2B5EF4-FFF2-40B4-BE49-F238E27FC236}">
                    <a16:creationId xmlns:a16="http://schemas.microsoft.com/office/drawing/2014/main" id="{65405098-D2F5-DE69-753D-CA2F2236ED73}"/>
                  </a:ext>
                </a:extLst>
              </p:cNvPr>
              <p:cNvSpPr/>
              <p:nvPr/>
            </p:nvSpPr>
            <p:spPr>
              <a:xfrm>
                <a:off x="652966" y="1153265"/>
                <a:ext cx="1176012" cy="1214139"/>
              </a:xfrm>
              <a:prstGeom prst="pentagon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8963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205FE4-2636-4EFA-A079-9AF55F07DAC5}"/>
              </a:ext>
            </a:extLst>
          </p:cNvPr>
          <p:cNvSpPr txBox="1"/>
          <p:nvPr/>
        </p:nvSpPr>
        <p:spPr>
          <a:xfrm>
            <a:off x="238650" y="149255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Wildtribe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52ABAA-4BD0-C9DA-7EC1-8FF112C9C316}"/>
              </a:ext>
            </a:extLst>
          </p:cNvPr>
          <p:cNvGrpSpPr/>
          <p:nvPr/>
        </p:nvGrpSpPr>
        <p:grpSpPr>
          <a:xfrm>
            <a:off x="129413" y="568104"/>
            <a:ext cx="1042416" cy="1024128"/>
            <a:chOff x="352772" y="769658"/>
            <a:chExt cx="1530220" cy="1504560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36168C40-9624-44D9-AD50-633421B20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096" y="1254902"/>
              <a:ext cx="929088" cy="735826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BF4AE1-086C-43B1-BBA1-7F1558D6099D}"/>
                </a:ext>
              </a:extLst>
            </p:cNvPr>
            <p:cNvGrpSpPr/>
            <p:nvPr/>
          </p:nvGrpSpPr>
          <p:grpSpPr>
            <a:xfrm>
              <a:off x="352772" y="769658"/>
              <a:ext cx="1530220" cy="1504560"/>
              <a:chOff x="352772" y="769658"/>
              <a:chExt cx="1530220" cy="15045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6CACF6B-01BF-4CF6-B10C-B69DC97EA4B0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ardrop 11">
                <a:extLst>
                  <a:ext uri="{FF2B5EF4-FFF2-40B4-BE49-F238E27FC236}">
                    <a16:creationId xmlns:a16="http://schemas.microsoft.com/office/drawing/2014/main" id="{E311E711-EDA8-429A-817D-3323BD141562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5E089FF1-E5DB-4526-A35C-6ABB740213BE}"/>
              </a:ext>
            </a:extLst>
          </p:cNvPr>
          <p:cNvGrpSpPr/>
          <p:nvPr/>
        </p:nvGrpSpPr>
        <p:grpSpPr>
          <a:xfrm>
            <a:off x="4915398" y="587995"/>
            <a:ext cx="1042416" cy="1024128"/>
            <a:chOff x="5979848" y="769658"/>
            <a:chExt cx="1530220" cy="1533204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E448851-434D-481F-A45D-ED65C7A2BA04}"/>
                </a:ext>
              </a:extLst>
            </p:cNvPr>
            <p:cNvGrpSpPr/>
            <p:nvPr/>
          </p:nvGrpSpPr>
          <p:grpSpPr>
            <a:xfrm>
              <a:off x="6515934" y="1067524"/>
              <a:ext cx="584643" cy="1235338"/>
              <a:chOff x="4175671" y="3350868"/>
              <a:chExt cx="584643" cy="1235338"/>
            </a:xfrm>
          </p:grpSpPr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1EB30DE9-9890-427F-A540-B94431E88F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124584">
                <a:off x="4459835" y="335086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E5A8AC25-ECFE-4F5D-85AD-7C817CB76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9982547">
                <a:off x="4183393" y="344809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EF3EC1AD-E6A7-40CE-94E9-42F7FE4DB6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8968452">
                <a:off x="4175671" y="3769087"/>
                <a:ext cx="300479" cy="817119"/>
              </a:xfrm>
              <a:prstGeom prst="rect">
                <a:avLst/>
              </a:prstGeom>
            </p:spPr>
          </p:pic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D18C86F-CA4D-49F0-B8D6-0178B2FDD9FE}"/>
                </a:ext>
              </a:extLst>
            </p:cNvPr>
            <p:cNvGrpSpPr/>
            <p:nvPr/>
          </p:nvGrpSpPr>
          <p:grpSpPr>
            <a:xfrm>
              <a:off x="5979848" y="769658"/>
              <a:ext cx="1530220" cy="1504560"/>
              <a:chOff x="2228464" y="769658"/>
              <a:chExt cx="1530220" cy="15045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B09040A-7E0F-493E-A5C2-5C003068C989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ardrop 21">
                <a:extLst>
                  <a:ext uri="{FF2B5EF4-FFF2-40B4-BE49-F238E27FC236}">
                    <a16:creationId xmlns:a16="http://schemas.microsoft.com/office/drawing/2014/main" id="{DA51F5D0-33AD-4DBA-8343-CD56DA4DD908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356958D-1870-46DA-8A53-2AFBA74F892D}"/>
              </a:ext>
            </a:extLst>
          </p:cNvPr>
          <p:cNvGrpSpPr/>
          <p:nvPr/>
        </p:nvGrpSpPr>
        <p:grpSpPr>
          <a:xfrm>
            <a:off x="1330858" y="5684617"/>
            <a:ext cx="1042416" cy="1024128"/>
            <a:chOff x="9731232" y="769658"/>
            <a:chExt cx="1530220" cy="150456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23E3284D-43C4-4BCD-808D-76AF95D1AB68}"/>
                </a:ext>
              </a:extLst>
            </p:cNvPr>
            <p:cNvGrpSpPr/>
            <p:nvPr/>
          </p:nvGrpSpPr>
          <p:grpSpPr>
            <a:xfrm>
              <a:off x="10005441" y="1140812"/>
              <a:ext cx="1027860" cy="886888"/>
              <a:chOff x="2791529" y="4833162"/>
              <a:chExt cx="1027860" cy="886888"/>
            </a:xfrm>
          </p:grpSpPr>
          <p:pic>
            <p:nvPicPr>
              <p:cNvPr id="82" name="Picture 81" descr="Icon&#10;&#10;Description automatically generated">
                <a:extLst>
                  <a:ext uri="{FF2B5EF4-FFF2-40B4-BE49-F238E27FC236}">
                    <a16:creationId xmlns:a16="http://schemas.microsoft.com/office/drawing/2014/main" id="{F90DB5B3-95C4-465E-BF12-BA0FDB8DA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37884" y="5003232"/>
                <a:ext cx="681505" cy="681505"/>
              </a:xfrm>
              <a:prstGeom prst="rect">
                <a:avLst/>
              </a:prstGeom>
            </p:spPr>
          </p:pic>
          <p:pic>
            <p:nvPicPr>
              <p:cNvPr id="84" name="Picture 4" descr="Wood, log icon - Download on Iconfinder on Iconfinder">
                <a:extLst>
                  <a:ext uri="{FF2B5EF4-FFF2-40B4-BE49-F238E27FC236}">
                    <a16:creationId xmlns:a16="http://schemas.microsoft.com/office/drawing/2014/main" id="{33EE161B-BBFE-4CA7-87B4-121722DA7C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2609637" y="5015054"/>
                <a:ext cx="886888" cy="523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EF89169-E9DA-4004-870F-4A9986E5A403}"/>
                </a:ext>
              </a:extLst>
            </p:cNvPr>
            <p:cNvGrpSpPr/>
            <p:nvPr/>
          </p:nvGrpSpPr>
          <p:grpSpPr>
            <a:xfrm>
              <a:off x="9731232" y="769658"/>
              <a:ext cx="1530220" cy="1504560"/>
              <a:chOff x="2228464" y="769658"/>
              <a:chExt cx="1530220" cy="150456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02E878-32C8-4DC3-8364-C6B14EA6C812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ardrop 27">
                <a:extLst>
                  <a:ext uri="{FF2B5EF4-FFF2-40B4-BE49-F238E27FC236}">
                    <a16:creationId xmlns:a16="http://schemas.microsoft.com/office/drawing/2014/main" id="{35AE6FCC-D28B-475D-BD5A-4DB24DFD6CE9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688281-1937-B739-7B42-E2B4F871AF24}"/>
              </a:ext>
            </a:extLst>
          </p:cNvPr>
          <p:cNvGrpSpPr/>
          <p:nvPr/>
        </p:nvGrpSpPr>
        <p:grpSpPr>
          <a:xfrm>
            <a:off x="2515710" y="5684617"/>
            <a:ext cx="1042416" cy="1024128"/>
            <a:chOff x="352772" y="2676720"/>
            <a:chExt cx="1530220" cy="150456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F660A-8776-4259-B59B-F460203E82E7}"/>
                </a:ext>
              </a:extLst>
            </p:cNvPr>
            <p:cNvGrpSpPr/>
            <p:nvPr/>
          </p:nvGrpSpPr>
          <p:grpSpPr>
            <a:xfrm>
              <a:off x="686320" y="3101642"/>
              <a:ext cx="961295" cy="845164"/>
              <a:chOff x="6194169" y="5424303"/>
              <a:chExt cx="961295" cy="84516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C398983D-9324-4EA2-AB41-F7189A151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4169" y="5424303"/>
                <a:ext cx="321197" cy="845164"/>
              </a:xfrm>
              <a:prstGeom prst="rect">
                <a:avLst/>
              </a:prstGeom>
            </p:spPr>
          </p:pic>
          <p:pic>
            <p:nvPicPr>
              <p:cNvPr id="83" name="Picture 82" descr="Icon&#10;&#10;Description automatically generated">
                <a:extLst>
                  <a:ext uri="{FF2B5EF4-FFF2-40B4-BE49-F238E27FC236}">
                    <a16:creationId xmlns:a16="http://schemas.microsoft.com/office/drawing/2014/main" id="{F67915E7-8EF8-45F4-9D1B-63252046C9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8"/>
              <a:stretch/>
            </p:blipFill>
            <p:spPr>
              <a:xfrm>
                <a:off x="6507956" y="5567381"/>
                <a:ext cx="647508" cy="681505"/>
              </a:xfrm>
              <a:prstGeom prst="rect">
                <a:avLst/>
              </a:prstGeom>
            </p:spPr>
          </p:pic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82F898E-F156-4070-AB85-FC8678F5EFDF}"/>
                </a:ext>
              </a:extLst>
            </p:cNvPr>
            <p:cNvGrpSpPr/>
            <p:nvPr/>
          </p:nvGrpSpPr>
          <p:grpSpPr>
            <a:xfrm>
              <a:off x="352772" y="2676720"/>
              <a:ext cx="1530220" cy="1504560"/>
              <a:chOff x="352772" y="769658"/>
              <a:chExt cx="1530220" cy="15045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542BF9A-11F8-469D-9C67-C3449A292604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ardrop 48">
                <a:extLst>
                  <a:ext uri="{FF2B5EF4-FFF2-40B4-BE49-F238E27FC236}">
                    <a16:creationId xmlns:a16="http://schemas.microsoft.com/office/drawing/2014/main" id="{D7D4067E-0164-496A-AB4E-DB612D0BB968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F2750D5-F7C1-04D2-12FB-4B643C75E3FA}"/>
              </a:ext>
            </a:extLst>
          </p:cNvPr>
          <p:cNvGrpSpPr/>
          <p:nvPr/>
        </p:nvGrpSpPr>
        <p:grpSpPr>
          <a:xfrm>
            <a:off x="8478166" y="589886"/>
            <a:ext cx="1042416" cy="1024128"/>
            <a:chOff x="4097762" y="4572232"/>
            <a:chExt cx="1530220" cy="150456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B20EDF07-ABEC-4D99-AFD3-F4A653C25825}"/>
                </a:ext>
              </a:extLst>
            </p:cNvPr>
            <p:cNvGrpSpPr/>
            <p:nvPr/>
          </p:nvGrpSpPr>
          <p:grpSpPr>
            <a:xfrm>
              <a:off x="4392672" y="4974910"/>
              <a:ext cx="1007494" cy="939822"/>
              <a:chOff x="5330919" y="4897904"/>
              <a:chExt cx="1007494" cy="939822"/>
            </a:xfrm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70AB0F92-3A99-4434-AFE3-A89672E662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0919" y="5133416"/>
                <a:ext cx="648998" cy="704310"/>
              </a:xfrm>
              <a:prstGeom prst="rect">
                <a:avLst/>
              </a:prstGeom>
            </p:spPr>
          </p:pic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16B5D48B-17D4-409E-B487-966E14BC1A06}"/>
                  </a:ext>
                </a:extLst>
              </p:cNvPr>
              <p:cNvGrpSpPr/>
              <p:nvPr/>
            </p:nvGrpSpPr>
            <p:grpSpPr>
              <a:xfrm rot="16533413">
                <a:off x="5722767" y="4873085"/>
                <a:ext cx="590827" cy="640465"/>
                <a:chOff x="4052911" y="4937513"/>
                <a:chExt cx="1077055" cy="1167544"/>
              </a:xfrm>
            </p:grpSpPr>
            <p:pic>
              <p:nvPicPr>
                <p:cNvPr id="91" name="Picture 2" descr="Lance Icon #332107 - Free Icons Library">
                  <a:extLst>
                    <a:ext uri="{FF2B5EF4-FFF2-40B4-BE49-F238E27FC236}">
                      <a16:creationId xmlns:a16="http://schemas.microsoft.com/office/drawing/2014/main" id="{36600687-4174-4ED9-8200-D2DF3400D10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52911" y="4937513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2" name="Picture 2" descr="Lance Icon #332107 - Free Icons Library">
                  <a:extLst>
                    <a:ext uri="{FF2B5EF4-FFF2-40B4-BE49-F238E27FC236}">
                      <a16:creationId xmlns:a16="http://schemas.microsoft.com/office/drawing/2014/main" id="{CA2AC811-6885-4824-9757-72E31174BD4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17022" y="5010105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3" name="Picture 2" descr="Lance Icon #332107 - Free Icons Library">
                  <a:extLst>
                    <a:ext uri="{FF2B5EF4-FFF2-40B4-BE49-F238E27FC236}">
                      <a16:creationId xmlns:a16="http://schemas.microsoft.com/office/drawing/2014/main" id="{5C8EB19D-B0ED-4943-8AB4-926D556F17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11343" y="5292113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CD8C3D4-B16E-415E-A11E-86B7F408E189}"/>
                </a:ext>
              </a:extLst>
            </p:cNvPr>
            <p:cNvGrpSpPr/>
            <p:nvPr/>
          </p:nvGrpSpPr>
          <p:grpSpPr>
            <a:xfrm>
              <a:off x="4097762" y="4572232"/>
              <a:ext cx="1530220" cy="1504560"/>
              <a:chOff x="2228464" y="769658"/>
              <a:chExt cx="1530220" cy="1504560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6F9E373-F494-4A64-94D4-A1978CB86B0F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ardrop 57">
                <a:extLst>
                  <a:ext uri="{FF2B5EF4-FFF2-40B4-BE49-F238E27FC236}">
                    <a16:creationId xmlns:a16="http://schemas.microsoft.com/office/drawing/2014/main" id="{137246EC-676C-4426-8DB7-D3C1758B6189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37FCA6-7624-0F53-503C-C8437C562FC9}"/>
              </a:ext>
            </a:extLst>
          </p:cNvPr>
          <p:cNvGrpSpPr/>
          <p:nvPr/>
        </p:nvGrpSpPr>
        <p:grpSpPr>
          <a:xfrm>
            <a:off x="4875435" y="5684617"/>
            <a:ext cx="1042416" cy="1024128"/>
            <a:chOff x="352772" y="4591705"/>
            <a:chExt cx="1530220" cy="1504560"/>
          </a:xfrm>
        </p:grpSpPr>
        <p:pic>
          <p:nvPicPr>
            <p:cNvPr id="80" name="Picture 79" descr="A black dog running&#10;&#10;Description automatically generated with low confidence">
              <a:extLst>
                <a:ext uri="{FF2B5EF4-FFF2-40B4-BE49-F238E27FC236}">
                  <a16:creationId xmlns:a16="http://schemas.microsoft.com/office/drawing/2014/main" id="{54B2D537-8E47-4FBA-9C27-C9FB91C85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512" y="4932274"/>
              <a:ext cx="1024584" cy="1024584"/>
            </a:xfrm>
            <a:prstGeom prst="rect">
              <a:avLst/>
            </a:prstGeom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6F4695A-992C-43DE-8DF7-95F632AF5AF5}"/>
                </a:ext>
              </a:extLst>
            </p:cNvPr>
            <p:cNvGrpSpPr/>
            <p:nvPr/>
          </p:nvGrpSpPr>
          <p:grpSpPr>
            <a:xfrm>
              <a:off x="352772" y="4591705"/>
              <a:ext cx="1530220" cy="1504560"/>
              <a:chOff x="352772" y="769658"/>
              <a:chExt cx="1530220" cy="150456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4E743758-DB4C-4612-9354-CD469FCDA466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ardrop 66">
                <a:extLst>
                  <a:ext uri="{FF2B5EF4-FFF2-40B4-BE49-F238E27FC236}">
                    <a16:creationId xmlns:a16="http://schemas.microsoft.com/office/drawing/2014/main" id="{5561F6FA-6BDB-4004-8EB6-FA354CC9D255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C8B39A-08BB-9FCA-3903-E17D07D602D1}"/>
              </a:ext>
            </a:extLst>
          </p:cNvPr>
          <p:cNvGrpSpPr/>
          <p:nvPr/>
        </p:nvGrpSpPr>
        <p:grpSpPr>
          <a:xfrm>
            <a:off x="1333182" y="579654"/>
            <a:ext cx="1042416" cy="1024128"/>
            <a:chOff x="2228464" y="769658"/>
            <a:chExt cx="1530220" cy="150456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95E676-6F86-466E-B850-E997863AC062}"/>
                </a:ext>
              </a:extLst>
            </p:cNvPr>
            <p:cNvGrpSpPr/>
            <p:nvPr/>
          </p:nvGrpSpPr>
          <p:grpSpPr>
            <a:xfrm>
              <a:off x="2228464" y="769658"/>
              <a:ext cx="1530220" cy="1504560"/>
              <a:chOff x="2228464" y="769658"/>
              <a:chExt cx="1530220" cy="150456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117E808-8A94-408E-80C8-021AD555741D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ardrop 13">
                <a:extLst>
                  <a:ext uri="{FF2B5EF4-FFF2-40B4-BE49-F238E27FC236}">
                    <a16:creationId xmlns:a16="http://schemas.microsoft.com/office/drawing/2014/main" id="{9F841645-CDC5-4F2C-8C9B-7576F2C86001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0DD3B4B-C93D-48CE-843C-42D1BFAFABE7}"/>
                </a:ext>
              </a:extLst>
            </p:cNvPr>
            <p:cNvGrpSpPr/>
            <p:nvPr/>
          </p:nvGrpSpPr>
          <p:grpSpPr>
            <a:xfrm>
              <a:off x="2501689" y="1177784"/>
              <a:ext cx="976948" cy="812944"/>
              <a:chOff x="3594680" y="5038390"/>
              <a:chExt cx="976948" cy="812944"/>
            </a:xfrm>
          </p:grpSpPr>
          <p:pic>
            <p:nvPicPr>
              <p:cNvPr id="69" name="Picture 2" descr="Lance Icon #332107 - Free Icons Library">
                <a:extLst>
                  <a:ext uri="{FF2B5EF4-FFF2-40B4-BE49-F238E27FC236}">
                    <a16:creationId xmlns:a16="http://schemas.microsoft.com/office/drawing/2014/main" id="{0DBF0E08-A868-4346-BE3C-20FD81F6C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4680" y="5038390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0" name="Picture 2" descr="Lance Icon #332107 - Free Icons Library">
                <a:extLst>
                  <a:ext uri="{FF2B5EF4-FFF2-40B4-BE49-F238E27FC236}">
                    <a16:creationId xmlns:a16="http://schemas.microsoft.com/office/drawing/2014/main" id="{E6DC9AD1-0D15-4FA7-A657-FD8C601FF5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758684" y="5038390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DDD4286-2B27-9566-E989-3613B29703F8}"/>
              </a:ext>
            </a:extLst>
          </p:cNvPr>
          <p:cNvGrpSpPr/>
          <p:nvPr/>
        </p:nvGrpSpPr>
        <p:grpSpPr>
          <a:xfrm>
            <a:off x="2517595" y="575047"/>
            <a:ext cx="1042416" cy="1024128"/>
            <a:chOff x="4104156" y="769658"/>
            <a:chExt cx="1530220" cy="150456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B3E87B3-5A12-4019-BB45-079F9DD001BC}"/>
                </a:ext>
              </a:extLst>
            </p:cNvPr>
            <p:cNvGrpSpPr/>
            <p:nvPr/>
          </p:nvGrpSpPr>
          <p:grpSpPr>
            <a:xfrm>
              <a:off x="4104156" y="769658"/>
              <a:ext cx="1530220" cy="1504560"/>
              <a:chOff x="352772" y="769658"/>
              <a:chExt cx="1530220" cy="150456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6D75A91-62F4-43D2-AA77-781AA4CAF8C2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ardrop 18">
                <a:extLst>
                  <a:ext uri="{FF2B5EF4-FFF2-40B4-BE49-F238E27FC236}">
                    <a16:creationId xmlns:a16="http://schemas.microsoft.com/office/drawing/2014/main" id="{C78D89A9-F8D3-4771-A077-65787E4FC40E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1793951-60EE-416E-97BC-FD54A857293F}"/>
                </a:ext>
              </a:extLst>
            </p:cNvPr>
            <p:cNvGrpSpPr/>
            <p:nvPr/>
          </p:nvGrpSpPr>
          <p:grpSpPr>
            <a:xfrm>
              <a:off x="4392672" y="1011115"/>
              <a:ext cx="1077055" cy="1167544"/>
              <a:chOff x="4052911" y="4937513"/>
              <a:chExt cx="1077055" cy="1167544"/>
            </a:xfrm>
          </p:grpSpPr>
          <p:pic>
            <p:nvPicPr>
              <p:cNvPr id="72" name="Picture 2" descr="Lance Icon #332107 - Free Icons Library">
                <a:extLst>
                  <a:ext uri="{FF2B5EF4-FFF2-40B4-BE49-F238E27FC236}">
                    <a16:creationId xmlns:a16="http://schemas.microsoft.com/office/drawing/2014/main" id="{062F49E8-C7DE-4EE5-A04D-0ED6178CC0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2911" y="49375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2" descr="Lance Icon #332107 - Free Icons Library">
                <a:extLst>
                  <a:ext uri="{FF2B5EF4-FFF2-40B4-BE49-F238E27FC236}">
                    <a16:creationId xmlns:a16="http://schemas.microsoft.com/office/drawing/2014/main" id="{F50473B2-6B1C-4B02-B6F0-2FBF1E6F75D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7022" y="5010105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2" descr="Lance Icon #332107 - Free Icons Library">
                <a:extLst>
                  <a:ext uri="{FF2B5EF4-FFF2-40B4-BE49-F238E27FC236}">
                    <a16:creationId xmlns:a16="http://schemas.microsoft.com/office/drawing/2014/main" id="{780F8B70-19B5-4C7A-83FC-87DA55D4CE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1343" y="52921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157ECDB-21E6-475F-9B9E-D629E25DB5C4}"/>
              </a:ext>
            </a:extLst>
          </p:cNvPr>
          <p:cNvGrpSpPr/>
          <p:nvPr/>
        </p:nvGrpSpPr>
        <p:grpSpPr>
          <a:xfrm>
            <a:off x="127089" y="5677674"/>
            <a:ext cx="1042416" cy="1024128"/>
            <a:chOff x="7855540" y="769658"/>
            <a:chExt cx="1530220" cy="150456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5A01EF2-6A72-416B-BEF4-9C5597EEED94}"/>
                </a:ext>
              </a:extLst>
            </p:cNvPr>
            <p:cNvGrpSpPr/>
            <p:nvPr/>
          </p:nvGrpSpPr>
          <p:grpSpPr>
            <a:xfrm>
              <a:off x="7855540" y="769658"/>
              <a:ext cx="1530220" cy="1504560"/>
              <a:chOff x="352772" y="769658"/>
              <a:chExt cx="1530220" cy="15045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3619308-869D-4B9D-80A6-D8DC09C6F4E6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ardrop 24">
                <a:extLst>
                  <a:ext uri="{FF2B5EF4-FFF2-40B4-BE49-F238E27FC236}">
                    <a16:creationId xmlns:a16="http://schemas.microsoft.com/office/drawing/2014/main" id="{680CD332-32EA-4074-B5AB-1A425EDFF978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1" name="Picture 80" descr="Icon&#10;&#10;Description automatically generated">
              <a:extLst>
                <a:ext uri="{FF2B5EF4-FFF2-40B4-BE49-F238E27FC236}">
                  <a16:creationId xmlns:a16="http://schemas.microsoft.com/office/drawing/2014/main" id="{05F88C78-AE5F-4153-82B6-A2190A1FA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6486" y="1282062"/>
              <a:ext cx="681505" cy="681505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9E654B-B284-90EA-3E2D-B0F3FBCA15DC}"/>
              </a:ext>
            </a:extLst>
          </p:cNvPr>
          <p:cNvGrpSpPr/>
          <p:nvPr/>
        </p:nvGrpSpPr>
        <p:grpSpPr>
          <a:xfrm>
            <a:off x="7270616" y="582334"/>
            <a:ext cx="1042416" cy="1024128"/>
            <a:chOff x="2222070" y="4572232"/>
            <a:chExt cx="1530220" cy="150456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FC00529-23CE-4FCF-A50C-AA3AC5589DB0}"/>
                </a:ext>
              </a:extLst>
            </p:cNvPr>
            <p:cNvGrpSpPr/>
            <p:nvPr/>
          </p:nvGrpSpPr>
          <p:grpSpPr>
            <a:xfrm>
              <a:off x="2222070" y="4572232"/>
              <a:ext cx="1530220" cy="1504560"/>
              <a:chOff x="352772" y="769658"/>
              <a:chExt cx="1530220" cy="15045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CBDC72C-4EFD-4B41-832D-96B950A562D1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Teardrop 54">
                <a:extLst>
                  <a:ext uri="{FF2B5EF4-FFF2-40B4-BE49-F238E27FC236}">
                    <a16:creationId xmlns:a16="http://schemas.microsoft.com/office/drawing/2014/main" id="{811C71B9-307D-4216-BB63-5F451D2640CD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8E909E2-06E2-4FA9-A98F-BB951140B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59270" y="5092666"/>
              <a:ext cx="648998" cy="70431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4E5E77-E6BB-E278-31B5-A62B2471D117}"/>
              </a:ext>
            </a:extLst>
          </p:cNvPr>
          <p:cNvGrpSpPr/>
          <p:nvPr/>
        </p:nvGrpSpPr>
        <p:grpSpPr>
          <a:xfrm>
            <a:off x="2507926" y="1712623"/>
            <a:ext cx="1042416" cy="1024128"/>
            <a:chOff x="9731232" y="2676720"/>
            <a:chExt cx="1530220" cy="1504560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8292B91-F03C-4590-94F5-41F22747A8E2}"/>
                </a:ext>
              </a:extLst>
            </p:cNvPr>
            <p:cNvGrpSpPr/>
            <p:nvPr/>
          </p:nvGrpSpPr>
          <p:grpSpPr>
            <a:xfrm>
              <a:off x="9731232" y="2676720"/>
              <a:ext cx="1530220" cy="1504560"/>
              <a:chOff x="2228464" y="769658"/>
              <a:chExt cx="1530220" cy="1504560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FE2E93B-D854-4C4B-968B-14061D22E4B3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ardrop 63">
                <a:extLst>
                  <a:ext uri="{FF2B5EF4-FFF2-40B4-BE49-F238E27FC236}">
                    <a16:creationId xmlns:a16="http://schemas.microsoft.com/office/drawing/2014/main" id="{C9FB5D00-DE57-4CCA-B2A9-F0D18C3345C3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8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1E8B8732-C418-4E1B-A18A-C4A0FB0470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>
              <a:off x="10428205" y="3015261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6" descr="Rhinoceros Icon - Download Rhinoceros Icon 6866 | Noun Project">
              <a:extLst>
                <a:ext uri="{FF2B5EF4-FFF2-40B4-BE49-F238E27FC236}">
                  <a16:creationId xmlns:a16="http://schemas.microsoft.com/office/drawing/2014/main" id="{FAEE4A56-EE82-47C1-9109-8574C46EAD8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85" t="15480" r="7067" b="20695"/>
            <a:stretch/>
          </p:blipFill>
          <p:spPr bwMode="auto">
            <a:xfrm>
              <a:off x="10000658" y="3391528"/>
              <a:ext cx="855094" cy="62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F6003A9-8951-9B8F-6195-9F8D658DB331}"/>
              </a:ext>
            </a:extLst>
          </p:cNvPr>
          <p:cNvGrpSpPr/>
          <p:nvPr/>
        </p:nvGrpSpPr>
        <p:grpSpPr>
          <a:xfrm>
            <a:off x="145211" y="1716953"/>
            <a:ext cx="1042416" cy="1024128"/>
            <a:chOff x="5544656" y="2694908"/>
            <a:chExt cx="1530220" cy="150456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FA2C1872-4D5B-4ED1-9410-6D70FAA115FC}"/>
                </a:ext>
              </a:extLst>
            </p:cNvPr>
            <p:cNvGrpSpPr/>
            <p:nvPr/>
          </p:nvGrpSpPr>
          <p:grpSpPr>
            <a:xfrm>
              <a:off x="5544656" y="2694908"/>
              <a:ext cx="1530220" cy="1504560"/>
              <a:chOff x="352772" y="769658"/>
              <a:chExt cx="1530220" cy="150456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D017239-42A7-4AB2-B856-5E513DBE9043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Teardrop 96">
                <a:extLst>
                  <a:ext uri="{FF2B5EF4-FFF2-40B4-BE49-F238E27FC236}">
                    <a16:creationId xmlns:a16="http://schemas.microsoft.com/office/drawing/2014/main" id="{5C0D4A88-0239-40BD-9B0C-CBA7BDD41D77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8" name="Picture 6" descr="Rhinoceros Icon - Download Rhinoceros Icon 6866 | Noun Project">
              <a:extLst>
                <a:ext uri="{FF2B5EF4-FFF2-40B4-BE49-F238E27FC236}">
                  <a16:creationId xmlns:a16="http://schemas.microsoft.com/office/drawing/2014/main" id="{310AFD29-02F3-454D-8BB6-CD109FF333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85" t="15480" r="7067" b="20695"/>
            <a:stretch/>
          </p:blipFill>
          <p:spPr bwMode="auto">
            <a:xfrm>
              <a:off x="5878807" y="3196702"/>
              <a:ext cx="855094" cy="62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C31A61-BA4B-9AD6-EE30-4DAC0A1102E2}"/>
              </a:ext>
            </a:extLst>
          </p:cNvPr>
          <p:cNvGrpSpPr/>
          <p:nvPr/>
        </p:nvGrpSpPr>
        <p:grpSpPr>
          <a:xfrm>
            <a:off x="1333262" y="1712623"/>
            <a:ext cx="1042416" cy="1024128"/>
            <a:chOff x="7637944" y="2676720"/>
            <a:chExt cx="1530220" cy="150456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1F0D551-45BF-4CDD-8F99-E2B349392D24}"/>
                </a:ext>
              </a:extLst>
            </p:cNvPr>
            <p:cNvGrpSpPr/>
            <p:nvPr/>
          </p:nvGrpSpPr>
          <p:grpSpPr>
            <a:xfrm>
              <a:off x="7637944" y="2676720"/>
              <a:ext cx="1530220" cy="1504560"/>
              <a:chOff x="352772" y="769658"/>
              <a:chExt cx="1530220" cy="15045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E351B2A-3565-44BD-9E25-E72A95F711CA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ardrop 60">
                <a:extLst>
                  <a:ext uri="{FF2B5EF4-FFF2-40B4-BE49-F238E27FC236}">
                    <a16:creationId xmlns:a16="http://schemas.microsoft.com/office/drawing/2014/main" id="{C2727429-F34B-476D-AB34-AD9E65C36467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5" name="Picture 6" descr="Rhinoceros Icon - Download Rhinoceros Icon 6866 | Noun Project">
              <a:extLst>
                <a:ext uri="{FF2B5EF4-FFF2-40B4-BE49-F238E27FC236}">
                  <a16:creationId xmlns:a16="http://schemas.microsoft.com/office/drawing/2014/main" id="{29834DED-EA34-43D8-88DA-BED7F90B652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85" t="15480" r="7067" b="20695"/>
            <a:stretch/>
          </p:blipFill>
          <p:spPr bwMode="auto">
            <a:xfrm>
              <a:off x="7972096" y="3289583"/>
              <a:ext cx="855094" cy="627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C3B3DA8-C68F-419E-B57D-AEA41DA598D6}"/>
                </a:ext>
              </a:extLst>
            </p:cNvPr>
            <p:cNvGrpSpPr/>
            <p:nvPr/>
          </p:nvGrpSpPr>
          <p:grpSpPr>
            <a:xfrm>
              <a:off x="8153264" y="3019446"/>
              <a:ext cx="356803" cy="366090"/>
              <a:chOff x="5679550" y="3756554"/>
              <a:chExt cx="1025561" cy="1052253"/>
            </a:xfrm>
          </p:grpSpPr>
          <p:sp>
            <p:nvSpPr>
              <p:cNvPr id="100" name="Cross 99">
                <a:extLst>
                  <a:ext uri="{FF2B5EF4-FFF2-40B4-BE49-F238E27FC236}">
                    <a16:creationId xmlns:a16="http://schemas.microsoft.com/office/drawing/2014/main" id="{B88D9770-7D38-49BC-8EA6-5A23CA2044CB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Cross 105">
                <a:extLst>
                  <a:ext uri="{FF2B5EF4-FFF2-40B4-BE49-F238E27FC236}">
                    <a16:creationId xmlns:a16="http://schemas.microsoft.com/office/drawing/2014/main" id="{278EDF28-2D31-4678-A971-D3DD001DEEAB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02942D-CD1D-B11D-7B5F-42837340AB50}"/>
              </a:ext>
            </a:extLst>
          </p:cNvPr>
          <p:cNvGrpSpPr/>
          <p:nvPr/>
        </p:nvGrpSpPr>
        <p:grpSpPr>
          <a:xfrm>
            <a:off x="3709974" y="576978"/>
            <a:ext cx="1042416" cy="1029932"/>
            <a:chOff x="2700560" y="3187959"/>
            <a:chExt cx="1527048" cy="1508760"/>
          </a:xfrm>
        </p:grpSpPr>
        <p:pic>
          <p:nvPicPr>
            <p:cNvPr id="146" name="Picture 145" descr="Shape&#10;&#10;Description automatically generated">
              <a:extLst>
                <a:ext uri="{FF2B5EF4-FFF2-40B4-BE49-F238E27FC236}">
                  <a16:creationId xmlns:a16="http://schemas.microsoft.com/office/drawing/2014/main" id="{65B11F03-FEBD-3393-DF13-2BB7EB471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8695" y="3478924"/>
              <a:ext cx="368103" cy="456756"/>
            </a:xfrm>
            <a:prstGeom prst="rect">
              <a:avLst/>
            </a:prstGeom>
          </p:spPr>
        </p:pic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41978C7E-247C-9C1C-5BEE-4DD1CA214177}"/>
                </a:ext>
              </a:extLst>
            </p:cNvPr>
            <p:cNvGrpSpPr/>
            <p:nvPr/>
          </p:nvGrpSpPr>
          <p:grpSpPr>
            <a:xfrm>
              <a:off x="2700560" y="3187959"/>
              <a:ext cx="1527048" cy="1508760"/>
              <a:chOff x="352772" y="769658"/>
              <a:chExt cx="1530220" cy="150456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A430893-8B99-DDA4-1920-A52C8DE8F7E4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Teardrop 128">
                <a:extLst>
                  <a:ext uri="{FF2B5EF4-FFF2-40B4-BE49-F238E27FC236}">
                    <a16:creationId xmlns:a16="http://schemas.microsoft.com/office/drawing/2014/main" id="{B1020F04-FBE1-B5F8-CCED-6299913C1A61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329F49C2-A811-6585-53BE-C2BE096C96B3}"/>
                </a:ext>
              </a:extLst>
            </p:cNvPr>
            <p:cNvGrpSpPr/>
            <p:nvPr/>
          </p:nvGrpSpPr>
          <p:grpSpPr>
            <a:xfrm>
              <a:off x="3062988" y="3557795"/>
              <a:ext cx="962737" cy="1048709"/>
              <a:chOff x="4052911" y="4937513"/>
              <a:chExt cx="1077055" cy="1167544"/>
            </a:xfrm>
          </p:grpSpPr>
          <p:pic>
            <p:nvPicPr>
              <p:cNvPr id="125" name="Picture 2" descr="Lance Icon #332107 - Free Icons Library">
                <a:extLst>
                  <a:ext uri="{FF2B5EF4-FFF2-40B4-BE49-F238E27FC236}">
                    <a16:creationId xmlns:a16="http://schemas.microsoft.com/office/drawing/2014/main" id="{C5023C68-621B-5FA2-D504-473697D827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2911" y="49375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6" name="Picture 2" descr="Lance Icon #332107 - Free Icons Library">
                <a:extLst>
                  <a:ext uri="{FF2B5EF4-FFF2-40B4-BE49-F238E27FC236}">
                    <a16:creationId xmlns:a16="http://schemas.microsoft.com/office/drawing/2014/main" id="{A2A34F44-1C0D-E54D-E8FF-3CDEB029E0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7022" y="5010105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7" name="Picture 2" descr="Lance Icon #332107 - Free Icons Library">
                <a:extLst>
                  <a:ext uri="{FF2B5EF4-FFF2-40B4-BE49-F238E27FC236}">
                    <a16:creationId xmlns:a16="http://schemas.microsoft.com/office/drawing/2014/main" id="{60900903-1874-F432-CB0A-D4DAF4C604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1343" y="52921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5D03E22-289B-4A9C-BB06-2E1098E41E22}"/>
              </a:ext>
            </a:extLst>
          </p:cNvPr>
          <p:cNvGrpSpPr/>
          <p:nvPr/>
        </p:nvGrpSpPr>
        <p:grpSpPr>
          <a:xfrm>
            <a:off x="9670988" y="589886"/>
            <a:ext cx="1042416" cy="1029932"/>
            <a:chOff x="6544843" y="3392408"/>
            <a:chExt cx="1527048" cy="1508760"/>
          </a:xfrm>
        </p:grpSpPr>
        <p:pic>
          <p:nvPicPr>
            <p:cNvPr id="147" name="Picture 146" descr="Shape&#10;&#10;Description automatically generated">
              <a:extLst>
                <a:ext uri="{FF2B5EF4-FFF2-40B4-BE49-F238E27FC236}">
                  <a16:creationId xmlns:a16="http://schemas.microsoft.com/office/drawing/2014/main" id="{5FB3AE46-08B7-8D2B-2DE4-02FB63C68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7817" y="3687706"/>
              <a:ext cx="368103" cy="456756"/>
            </a:xfrm>
            <a:prstGeom prst="rect">
              <a:avLst/>
            </a:prstGeom>
          </p:spPr>
        </p:pic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D4AF062F-E146-AA86-15A3-600A40F2F00B}"/>
                </a:ext>
              </a:extLst>
            </p:cNvPr>
            <p:cNvGrpSpPr/>
            <p:nvPr/>
          </p:nvGrpSpPr>
          <p:grpSpPr>
            <a:xfrm>
              <a:off x="6912553" y="3927524"/>
              <a:ext cx="949608" cy="890142"/>
              <a:chOff x="5330919" y="4897904"/>
              <a:chExt cx="1007494" cy="939822"/>
            </a:xfrm>
          </p:grpSpPr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9587A3ED-3F5F-CBC7-C05E-4F1C2DCC1A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30919" y="5133416"/>
                <a:ext cx="648998" cy="704310"/>
              </a:xfrm>
              <a:prstGeom prst="rect">
                <a:avLst/>
              </a:prstGeom>
            </p:spPr>
          </p:pic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CF4AFF06-233E-5734-AE65-197E81BAD87B}"/>
                  </a:ext>
                </a:extLst>
              </p:cNvPr>
              <p:cNvGrpSpPr/>
              <p:nvPr/>
            </p:nvGrpSpPr>
            <p:grpSpPr>
              <a:xfrm rot="16533413">
                <a:off x="5722767" y="4873085"/>
                <a:ext cx="590827" cy="640465"/>
                <a:chOff x="4052911" y="4937513"/>
                <a:chExt cx="1077055" cy="1167544"/>
              </a:xfrm>
            </p:grpSpPr>
            <p:pic>
              <p:nvPicPr>
                <p:cNvPr id="137" name="Picture 2" descr="Lance Icon #332107 - Free Icons Library">
                  <a:extLst>
                    <a:ext uri="{FF2B5EF4-FFF2-40B4-BE49-F238E27FC236}">
                      <a16:creationId xmlns:a16="http://schemas.microsoft.com/office/drawing/2014/main" id="{D8D5E26E-8733-55E8-7329-07A2CF2C8AE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052911" y="4937513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8" name="Picture 2" descr="Lance Icon #332107 - Free Icons Library">
                  <a:extLst>
                    <a:ext uri="{FF2B5EF4-FFF2-40B4-BE49-F238E27FC236}">
                      <a16:creationId xmlns:a16="http://schemas.microsoft.com/office/drawing/2014/main" id="{9095CEAE-57D2-DA1B-08DB-D0B198B8F56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17022" y="5010105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39" name="Picture 2" descr="Lance Icon #332107 - Free Icons Library">
                  <a:extLst>
                    <a:ext uri="{FF2B5EF4-FFF2-40B4-BE49-F238E27FC236}">
                      <a16:creationId xmlns:a16="http://schemas.microsoft.com/office/drawing/2014/main" id="{90DD3BDC-B3B2-C703-6734-622FD1346D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11343" y="5292113"/>
                  <a:ext cx="812944" cy="8129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49BBD9FA-F7FE-850B-9D17-0EF3AE9901A1}"/>
                </a:ext>
              </a:extLst>
            </p:cNvPr>
            <p:cNvGrpSpPr/>
            <p:nvPr/>
          </p:nvGrpSpPr>
          <p:grpSpPr>
            <a:xfrm>
              <a:off x="6544843" y="3392408"/>
              <a:ext cx="1527048" cy="1508760"/>
              <a:chOff x="2228464" y="769658"/>
              <a:chExt cx="1530220" cy="1504560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2C8811A-3F69-5420-F1BF-6512E625DFF9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Teardrop 133">
                <a:extLst>
                  <a:ext uri="{FF2B5EF4-FFF2-40B4-BE49-F238E27FC236}">
                    <a16:creationId xmlns:a16="http://schemas.microsoft.com/office/drawing/2014/main" id="{C6AE28E3-9F9E-D70B-6D6D-565F992661ED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D4E474-90F1-0601-2DFF-121A6A0368A6}"/>
              </a:ext>
            </a:extLst>
          </p:cNvPr>
          <p:cNvGrpSpPr/>
          <p:nvPr/>
        </p:nvGrpSpPr>
        <p:grpSpPr>
          <a:xfrm>
            <a:off x="6102280" y="584730"/>
            <a:ext cx="1042416" cy="1033855"/>
            <a:chOff x="4521760" y="3327989"/>
            <a:chExt cx="1527048" cy="1514507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DFF8014D-E4A5-7AC0-B30E-5398F1009EBD}"/>
                </a:ext>
              </a:extLst>
            </p:cNvPr>
            <p:cNvGrpSpPr/>
            <p:nvPr/>
          </p:nvGrpSpPr>
          <p:grpSpPr>
            <a:xfrm>
              <a:off x="4973755" y="3818368"/>
              <a:ext cx="491516" cy="1024128"/>
              <a:chOff x="4175671" y="3350868"/>
              <a:chExt cx="584643" cy="1235338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F5E0ECD4-18E4-EF42-D2E3-C17BF7D1E4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124584">
                <a:off x="4459835" y="335086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9EADFC0E-BC2E-325B-453C-70BCF8488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9982547">
                <a:off x="4183393" y="3448098"/>
                <a:ext cx="300479" cy="817119"/>
              </a:xfrm>
              <a:prstGeom prst="rect">
                <a:avLst/>
              </a:prstGeom>
            </p:spPr>
          </p:pic>
          <p:pic>
            <p:nvPicPr>
              <p:cNvPr id="116" name="Picture 115">
                <a:extLst>
                  <a:ext uri="{FF2B5EF4-FFF2-40B4-BE49-F238E27FC236}">
                    <a16:creationId xmlns:a16="http://schemas.microsoft.com/office/drawing/2014/main" id="{E3827633-7D8F-F575-5AEF-7E642FCD27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8968452">
                <a:off x="4175671" y="3769087"/>
                <a:ext cx="300479" cy="817119"/>
              </a:xfrm>
              <a:prstGeom prst="rect">
                <a:avLst/>
              </a:prstGeom>
            </p:spPr>
          </p:pic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EAF5063E-3CAC-D42B-1237-8BA14205B86C}"/>
                </a:ext>
              </a:extLst>
            </p:cNvPr>
            <p:cNvGrpSpPr/>
            <p:nvPr/>
          </p:nvGrpSpPr>
          <p:grpSpPr>
            <a:xfrm>
              <a:off x="4521760" y="3327989"/>
              <a:ext cx="1527048" cy="1480573"/>
              <a:chOff x="2228464" y="769658"/>
              <a:chExt cx="1530220" cy="150456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F290E313-6BF1-F597-55B3-7CD78C1B8AE3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ardrop 112">
                <a:extLst>
                  <a:ext uri="{FF2B5EF4-FFF2-40B4-BE49-F238E27FC236}">
                    <a16:creationId xmlns:a16="http://schemas.microsoft.com/office/drawing/2014/main" id="{F660B670-B2FB-7E45-D7BE-48B585B3EBB3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0" name="Star: 6 Points 139">
              <a:extLst>
                <a:ext uri="{FF2B5EF4-FFF2-40B4-BE49-F238E27FC236}">
                  <a16:creationId xmlns:a16="http://schemas.microsoft.com/office/drawing/2014/main" id="{EAE95B56-C843-A961-7690-B3A4193839B6}"/>
                </a:ext>
              </a:extLst>
            </p:cNvPr>
            <p:cNvSpPr/>
            <p:nvPr/>
          </p:nvSpPr>
          <p:spPr>
            <a:xfrm>
              <a:off x="5520471" y="3600206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6F8B437-3F20-F8EC-5BCB-82B8F2F5F2F9}"/>
              </a:ext>
            </a:extLst>
          </p:cNvPr>
          <p:cNvGrpSpPr/>
          <p:nvPr/>
        </p:nvGrpSpPr>
        <p:grpSpPr>
          <a:xfrm>
            <a:off x="6051169" y="5674772"/>
            <a:ext cx="1042416" cy="1029932"/>
            <a:chOff x="8602038" y="3327755"/>
            <a:chExt cx="1527048" cy="1508760"/>
          </a:xfrm>
        </p:grpSpPr>
        <p:pic>
          <p:nvPicPr>
            <p:cNvPr id="118" name="Picture 117" descr="A black dog running&#10;&#10;Description automatically generated with low confidence">
              <a:extLst>
                <a:ext uri="{FF2B5EF4-FFF2-40B4-BE49-F238E27FC236}">
                  <a16:creationId xmlns:a16="http://schemas.microsoft.com/office/drawing/2014/main" id="{899FECA8-A4E3-C708-39B0-4EF656F7A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61287" y="3713235"/>
              <a:ext cx="1022460" cy="1027444"/>
            </a:xfrm>
            <a:prstGeom prst="rect">
              <a:avLst/>
            </a:prstGeom>
          </p:spPr>
        </p:pic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70271C5C-D0FB-8152-4135-2E57EC3E96A0}"/>
                </a:ext>
              </a:extLst>
            </p:cNvPr>
            <p:cNvGrpSpPr/>
            <p:nvPr/>
          </p:nvGrpSpPr>
          <p:grpSpPr>
            <a:xfrm>
              <a:off x="8602038" y="3327755"/>
              <a:ext cx="1527048" cy="1508760"/>
              <a:chOff x="352772" y="769658"/>
              <a:chExt cx="1530220" cy="1504560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4AF4D2A-CC1A-0A06-FA53-8CD27BFAE793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Teardrop 120">
                <a:extLst>
                  <a:ext uri="{FF2B5EF4-FFF2-40B4-BE49-F238E27FC236}">
                    <a16:creationId xmlns:a16="http://schemas.microsoft.com/office/drawing/2014/main" id="{5DFEFE5F-F32C-0289-95F1-A7DF6ED6C732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EEB34E6-3E64-8370-3616-9C34A5A1D182}"/>
                </a:ext>
              </a:extLst>
            </p:cNvPr>
            <p:cNvGrpSpPr/>
            <p:nvPr/>
          </p:nvGrpSpPr>
          <p:grpSpPr>
            <a:xfrm>
              <a:off x="9436061" y="3618843"/>
              <a:ext cx="468635" cy="413537"/>
              <a:chOff x="9550162" y="3618843"/>
              <a:chExt cx="354534" cy="312851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D23CD47-9D57-C92E-F586-714AC86A6AE4}"/>
                  </a:ext>
                </a:extLst>
              </p:cNvPr>
              <p:cNvSpPr/>
              <p:nvPr/>
            </p:nvSpPr>
            <p:spPr>
              <a:xfrm>
                <a:off x="9639611" y="3618843"/>
                <a:ext cx="176723" cy="16929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247A5CA3-FF47-BA0F-CF4D-28A0AA5E08F6}"/>
                  </a:ext>
                </a:extLst>
              </p:cNvPr>
              <p:cNvSpPr/>
              <p:nvPr/>
            </p:nvSpPr>
            <p:spPr>
              <a:xfrm>
                <a:off x="9550162" y="3757752"/>
                <a:ext cx="176723" cy="16929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E676FA24-0200-748E-DD30-3EFA08035E4E}"/>
                  </a:ext>
                </a:extLst>
              </p:cNvPr>
              <p:cNvSpPr/>
              <p:nvPr/>
            </p:nvSpPr>
            <p:spPr>
              <a:xfrm>
                <a:off x="9727973" y="3762396"/>
                <a:ext cx="176723" cy="169298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22C1ABE-E776-F56A-BBA4-E840B9065F10}"/>
              </a:ext>
            </a:extLst>
          </p:cNvPr>
          <p:cNvGrpSpPr/>
          <p:nvPr/>
        </p:nvGrpSpPr>
        <p:grpSpPr>
          <a:xfrm>
            <a:off x="3699701" y="5684617"/>
            <a:ext cx="1042416" cy="1029932"/>
            <a:chOff x="8237686" y="657232"/>
            <a:chExt cx="1527048" cy="1508760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A3D8BE7B-3987-533A-971D-1249259E662B}"/>
                </a:ext>
              </a:extLst>
            </p:cNvPr>
            <p:cNvGrpSpPr/>
            <p:nvPr/>
          </p:nvGrpSpPr>
          <p:grpSpPr>
            <a:xfrm>
              <a:off x="8523300" y="1155952"/>
              <a:ext cx="959302" cy="847523"/>
              <a:chOff x="6194169" y="5424303"/>
              <a:chExt cx="961295" cy="845164"/>
            </a:xfrm>
          </p:grpSpPr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BBA97008-F0D0-BE5E-84AA-88B18F9C7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4169" y="5424303"/>
                <a:ext cx="321197" cy="845164"/>
              </a:xfrm>
              <a:prstGeom prst="rect">
                <a:avLst/>
              </a:prstGeom>
            </p:spPr>
          </p:pic>
          <p:pic>
            <p:nvPicPr>
              <p:cNvPr id="154" name="Picture 153" descr="Icon&#10;&#10;Description automatically generated">
                <a:extLst>
                  <a:ext uri="{FF2B5EF4-FFF2-40B4-BE49-F238E27FC236}">
                    <a16:creationId xmlns:a16="http://schemas.microsoft.com/office/drawing/2014/main" id="{239CE77C-7512-EAF3-A90A-611D267D683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88"/>
              <a:stretch/>
            </p:blipFill>
            <p:spPr>
              <a:xfrm>
                <a:off x="6507956" y="5567381"/>
                <a:ext cx="647508" cy="681505"/>
              </a:xfrm>
              <a:prstGeom prst="rect">
                <a:avLst/>
              </a:prstGeom>
            </p:spPr>
          </p:pic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DA6B5F7F-F798-12BA-9B8C-86BA8F745EFD}"/>
                </a:ext>
              </a:extLst>
            </p:cNvPr>
            <p:cNvGrpSpPr/>
            <p:nvPr/>
          </p:nvGrpSpPr>
          <p:grpSpPr>
            <a:xfrm>
              <a:off x="8237686" y="657232"/>
              <a:ext cx="1527048" cy="1508760"/>
              <a:chOff x="352772" y="769658"/>
              <a:chExt cx="1530220" cy="1504560"/>
            </a:xfrm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7990203-92E3-3C98-1553-9B1A32368C96}"/>
                  </a:ext>
                </a:extLst>
              </p:cNvPr>
              <p:cNvSpPr/>
              <p:nvPr/>
            </p:nvSpPr>
            <p:spPr>
              <a:xfrm>
                <a:off x="352772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Teardrop 151">
                <a:extLst>
                  <a:ext uri="{FF2B5EF4-FFF2-40B4-BE49-F238E27FC236}">
                    <a16:creationId xmlns:a16="http://schemas.microsoft.com/office/drawing/2014/main" id="{6EE39D6D-E677-8674-863C-95AA36E0F974}"/>
                  </a:ext>
                </a:extLst>
              </p:cNvPr>
              <p:cNvSpPr/>
              <p:nvPr/>
            </p:nvSpPr>
            <p:spPr>
              <a:xfrm>
                <a:off x="509954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5" name="Star: 6 Points 154">
              <a:extLst>
                <a:ext uri="{FF2B5EF4-FFF2-40B4-BE49-F238E27FC236}">
                  <a16:creationId xmlns:a16="http://schemas.microsoft.com/office/drawing/2014/main" id="{20C57EFE-292A-8E90-2853-35F071F5B924}"/>
                </a:ext>
              </a:extLst>
            </p:cNvPr>
            <p:cNvSpPr/>
            <p:nvPr/>
          </p:nvSpPr>
          <p:spPr>
            <a:xfrm>
              <a:off x="9254804" y="930858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D342D76-9536-0CAF-E577-337FEA4D591C}"/>
              </a:ext>
            </a:extLst>
          </p:cNvPr>
          <p:cNvGrpSpPr/>
          <p:nvPr/>
        </p:nvGrpSpPr>
        <p:grpSpPr>
          <a:xfrm>
            <a:off x="8452932" y="1772197"/>
            <a:ext cx="1033272" cy="1033272"/>
            <a:chOff x="7416740" y="3166238"/>
            <a:chExt cx="1600200" cy="1600200"/>
          </a:xfrm>
        </p:grpSpPr>
        <p:pic>
          <p:nvPicPr>
            <p:cNvPr id="182" name="Picture 181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2FE501A5-1253-E1E2-EF0D-790FDA57AC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20244133">
              <a:off x="7685040" y="3658951"/>
              <a:ext cx="491667" cy="733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22C7E23E-07BB-A739-E03F-8C6B2804C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662" t="11774" r="10743" b="69664"/>
            <a:stretch>
              <a:fillRect/>
            </a:stretch>
          </p:blipFill>
          <p:spPr>
            <a:xfrm>
              <a:off x="8047389" y="3865386"/>
              <a:ext cx="771379" cy="497273"/>
            </a:xfrm>
            <a:prstGeom prst="rect">
              <a:avLst/>
            </a:prstGeom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387C904-D9D2-E306-9C70-BD8D96B0CF08}"/>
                </a:ext>
              </a:extLst>
            </p:cNvPr>
            <p:cNvGrpSpPr/>
            <p:nvPr/>
          </p:nvGrpSpPr>
          <p:grpSpPr>
            <a:xfrm>
              <a:off x="7416740" y="3166238"/>
              <a:ext cx="1600200" cy="1600200"/>
              <a:chOff x="2228464" y="769658"/>
              <a:chExt cx="1530220" cy="150456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5447AC51-83FB-7F95-F981-264AA02C7C6F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Teardrop 129">
                <a:extLst>
                  <a:ext uri="{FF2B5EF4-FFF2-40B4-BE49-F238E27FC236}">
                    <a16:creationId xmlns:a16="http://schemas.microsoft.com/office/drawing/2014/main" id="{88FAFF6B-2487-5AEE-DBF0-669C9ECE1DAC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580231C5-E2F5-29EE-CA70-56D75B934583}"/>
              </a:ext>
            </a:extLst>
          </p:cNvPr>
          <p:cNvGrpSpPr/>
          <p:nvPr/>
        </p:nvGrpSpPr>
        <p:grpSpPr>
          <a:xfrm>
            <a:off x="9607246" y="1726526"/>
            <a:ext cx="1033272" cy="1033272"/>
            <a:chOff x="9192987" y="3166238"/>
            <a:chExt cx="1600200" cy="1600200"/>
          </a:xfrm>
        </p:grpSpPr>
        <p:pic>
          <p:nvPicPr>
            <p:cNvPr id="183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901AB3CE-4F95-375C-CDE1-4A6D6A79F0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 rot="18973106">
              <a:off x="9936011" y="3339390"/>
              <a:ext cx="588239" cy="101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EA039905-1EB3-BCDF-6FEB-8751DD311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662" t="11774" r="10743" b="69664"/>
            <a:stretch>
              <a:fillRect/>
            </a:stretch>
          </p:blipFill>
          <p:spPr>
            <a:xfrm>
              <a:off x="9393060" y="4106447"/>
              <a:ext cx="771379" cy="497273"/>
            </a:xfrm>
            <a:prstGeom prst="rect">
              <a:avLst/>
            </a:prstGeom>
          </p:spPr>
        </p:pic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10CE380-4DB4-062B-6D8D-4CA440398A96}"/>
                </a:ext>
              </a:extLst>
            </p:cNvPr>
            <p:cNvGrpSpPr/>
            <p:nvPr/>
          </p:nvGrpSpPr>
          <p:grpSpPr>
            <a:xfrm>
              <a:off x="9192987" y="3166238"/>
              <a:ext cx="1600200" cy="1600200"/>
              <a:chOff x="2228464" y="769658"/>
              <a:chExt cx="1530220" cy="1504560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D20040B-325B-B22F-13BE-85C1F8327637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Teardrop 147">
                <a:extLst>
                  <a:ext uri="{FF2B5EF4-FFF2-40B4-BE49-F238E27FC236}">
                    <a16:creationId xmlns:a16="http://schemas.microsoft.com/office/drawing/2014/main" id="{B0206652-4FEC-D18F-8735-88D538FCE743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9C91F7-62AD-A009-21EF-EAE19A17EF91}"/>
              </a:ext>
            </a:extLst>
          </p:cNvPr>
          <p:cNvGrpSpPr/>
          <p:nvPr/>
        </p:nvGrpSpPr>
        <p:grpSpPr>
          <a:xfrm>
            <a:off x="3730162" y="1752758"/>
            <a:ext cx="1033272" cy="1033272"/>
            <a:chOff x="218916" y="3166238"/>
            <a:chExt cx="1600200" cy="16002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81980F6-30E5-7759-0489-49514DB9F00F}"/>
                </a:ext>
              </a:extLst>
            </p:cNvPr>
            <p:cNvGrpSpPr/>
            <p:nvPr/>
          </p:nvGrpSpPr>
          <p:grpSpPr>
            <a:xfrm>
              <a:off x="218916" y="3166238"/>
              <a:ext cx="1600200" cy="1600200"/>
              <a:chOff x="2228464" y="769658"/>
              <a:chExt cx="1530220" cy="150456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C73FD60-1CC7-080A-27A3-C5ADAE6E9621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Teardrop 41">
                <a:extLst>
                  <a:ext uri="{FF2B5EF4-FFF2-40B4-BE49-F238E27FC236}">
                    <a16:creationId xmlns:a16="http://schemas.microsoft.com/office/drawing/2014/main" id="{5205A625-DA96-C5DA-1B7D-9238BDF201A8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25DC766-29CB-68C1-8395-2DFBB4210F00}"/>
                </a:ext>
              </a:extLst>
            </p:cNvPr>
            <p:cNvGrpSpPr/>
            <p:nvPr/>
          </p:nvGrpSpPr>
          <p:grpSpPr>
            <a:xfrm rot="15625938">
              <a:off x="887272" y="3427662"/>
              <a:ext cx="652229" cy="703596"/>
              <a:chOff x="4052911" y="4937513"/>
              <a:chExt cx="1077055" cy="1167544"/>
            </a:xfrm>
          </p:grpSpPr>
          <p:pic>
            <p:nvPicPr>
              <p:cNvPr id="158" name="Picture 2" descr="Lance Icon #332107 - Free Icons Library">
                <a:extLst>
                  <a:ext uri="{FF2B5EF4-FFF2-40B4-BE49-F238E27FC236}">
                    <a16:creationId xmlns:a16="http://schemas.microsoft.com/office/drawing/2014/main" id="{7F2730F6-213C-53ED-1E44-8EC79D223D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2911" y="49375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9" name="Picture 2" descr="Lance Icon #332107 - Free Icons Library">
                <a:extLst>
                  <a:ext uri="{FF2B5EF4-FFF2-40B4-BE49-F238E27FC236}">
                    <a16:creationId xmlns:a16="http://schemas.microsoft.com/office/drawing/2014/main" id="{DAD2C70C-0B3F-8909-3994-D3F53E70E4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7022" y="5010105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0" name="Picture 2" descr="Lance Icon #332107 - Free Icons Library">
                <a:extLst>
                  <a:ext uri="{FF2B5EF4-FFF2-40B4-BE49-F238E27FC236}">
                    <a16:creationId xmlns:a16="http://schemas.microsoft.com/office/drawing/2014/main" id="{3136BA91-DEF5-9C87-C0AE-E552669C1E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1343" y="52921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B946764-AE0D-3FB2-EFEC-8F2874BDB7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57536" y="3865803"/>
              <a:ext cx="737917" cy="737917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27D3352-D8FE-18DF-42ED-708B614BEB4C}"/>
              </a:ext>
            </a:extLst>
          </p:cNvPr>
          <p:cNvGrpSpPr/>
          <p:nvPr/>
        </p:nvGrpSpPr>
        <p:grpSpPr>
          <a:xfrm>
            <a:off x="4894707" y="1740145"/>
            <a:ext cx="1033272" cy="1033272"/>
            <a:chOff x="1995163" y="3166238"/>
            <a:chExt cx="1600200" cy="160020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25F89D0-86BE-6B08-66E4-B35F564322F8}"/>
                </a:ext>
              </a:extLst>
            </p:cNvPr>
            <p:cNvGrpSpPr/>
            <p:nvPr/>
          </p:nvGrpSpPr>
          <p:grpSpPr>
            <a:xfrm>
              <a:off x="1995163" y="3166238"/>
              <a:ext cx="1600200" cy="1600200"/>
              <a:chOff x="2228464" y="769658"/>
              <a:chExt cx="1530220" cy="150456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17F1543-D3BB-4233-20C8-E3C44FED109F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ardrop 44">
                <a:extLst>
                  <a:ext uri="{FF2B5EF4-FFF2-40B4-BE49-F238E27FC236}">
                    <a16:creationId xmlns:a16="http://schemas.microsoft.com/office/drawing/2014/main" id="{6758425E-D11F-6FFE-B03A-3D4B7EBB1D2E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6" name="Graphic 155">
              <a:extLst>
                <a:ext uri="{FF2B5EF4-FFF2-40B4-BE49-F238E27FC236}">
                  <a16:creationId xmlns:a16="http://schemas.microsoft.com/office/drawing/2014/main" id="{A214E8D3-8456-B8FC-DD19-9C34BCF6DF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2321221" y="3917072"/>
              <a:ext cx="737917" cy="737917"/>
            </a:xfrm>
            <a:prstGeom prst="rect">
              <a:avLst/>
            </a:prstGeom>
          </p:spPr>
        </p:pic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48E0A854-33A4-A428-D432-C805E2AED3D0}"/>
                </a:ext>
              </a:extLst>
            </p:cNvPr>
            <p:cNvGrpSpPr/>
            <p:nvPr/>
          </p:nvGrpSpPr>
          <p:grpSpPr>
            <a:xfrm rot="20715197">
              <a:off x="2780576" y="3495640"/>
              <a:ext cx="600204" cy="619258"/>
              <a:chOff x="7637717" y="1546440"/>
              <a:chExt cx="2755213" cy="2842680"/>
            </a:xfrm>
          </p:grpSpPr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736592BD-E42F-9508-F502-0E8E5EF573FB}"/>
                  </a:ext>
                </a:extLst>
              </p:cNvPr>
              <p:cNvSpPr/>
              <p:nvPr/>
            </p:nvSpPr>
            <p:spPr>
              <a:xfrm rot="204291">
                <a:off x="7744200" y="2460653"/>
                <a:ext cx="2542367" cy="541768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9293648A-FCA3-B3B5-35BA-A861220658A4}"/>
                  </a:ext>
                </a:extLst>
              </p:cNvPr>
              <p:cNvSpPr/>
              <p:nvPr/>
            </p:nvSpPr>
            <p:spPr>
              <a:xfrm>
                <a:off x="8120489" y="3732593"/>
                <a:ext cx="2061756" cy="493292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: Rounded Corners 171">
                <a:extLst>
                  <a:ext uri="{FF2B5EF4-FFF2-40B4-BE49-F238E27FC236}">
                    <a16:creationId xmlns:a16="http://schemas.microsoft.com/office/drawing/2014/main" id="{10B814D1-F726-BE18-371B-E18C33B1BB29}"/>
                  </a:ext>
                </a:extLst>
              </p:cNvPr>
              <p:cNvSpPr/>
              <p:nvPr/>
            </p:nvSpPr>
            <p:spPr>
              <a:xfrm rot="21431545">
                <a:off x="8302404" y="1546440"/>
                <a:ext cx="556524" cy="2835027"/>
              </a:xfrm>
              <a:prstGeom prst="round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: Rounded Corners 172">
                <a:extLst>
                  <a:ext uri="{FF2B5EF4-FFF2-40B4-BE49-F238E27FC236}">
                    <a16:creationId xmlns:a16="http://schemas.microsoft.com/office/drawing/2014/main" id="{2165B078-6143-216C-9243-8DDBFCCFBF9B}"/>
                  </a:ext>
                </a:extLst>
              </p:cNvPr>
              <p:cNvSpPr/>
              <p:nvPr/>
            </p:nvSpPr>
            <p:spPr>
              <a:xfrm rot="190685">
                <a:off x="9381666" y="1554093"/>
                <a:ext cx="556524" cy="2835027"/>
              </a:xfrm>
              <a:prstGeom prst="round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tangle: Rounded Corners 173">
                <a:extLst>
                  <a:ext uri="{FF2B5EF4-FFF2-40B4-BE49-F238E27FC236}">
                    <a16:creationId xmlns:a16="http://schemas.microsoft.com/office/drawing/2014/main" id="{8CBAB955-45F3-D30B-CE95-E51CF1BB3127}"/>
                  </a:ext>
                </a:extLst>
              </p:cNvPr>
              <p:cNvSpPr/>
              <p:nvPr/>
            </p:nvSpPr>
            <p:spPr>
              <a:xfrm>
                <a:off x="7637717" y="1821990"/>
                <a:ext cx="2755213" cy="541768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2737EA08-9FDB-0C9E-A56C-6A246ADB9FE8}"/>
                  </a:ext>
                </a:extLst>
              </p:cNvPr>
              <p:cNvSpPr/>
              <p:nvPr/>
            </p:nvSpPr>
            <p:spPr>
              <a:xfrm rot="21437914">
                <a:off x="7870568" y="3116407"/>
                <a:ext cx="2452422" cy="541768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93F6CC-5D3D-B5C4-6212-32683CA26258}"/>
              </a:ext>
            </a:extLst>
          </p:cNvPr>
          <p:cNvGrpSpPr/>
          <p:nvPr/>
        </p:nvGrpSpPr>
        <p:grpSpPr>
          <a:xfrm>
            <a:off x="6061646" y="1784810"/>
            <a:ext cx="1033272" cy="1033272"/>
            <a:chOff x="3807262" y="3166238"/>
            <a:chExt cx="1600200" cy="160020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8031715-3CB1-178B-5C48-5F5A95CE2A85}"/>
                </a:ext>
              </a:extLst>
            </p:cNvPr>
            <p:cNvGrpSpPr/>
            <p:nvPr/>
          </p:nvGrpSpPr>
          <p:grpSpPr>
            <a:xfrm>
              <a:off x="3807262" y="3166238"/>
              <a:ext cx="1600200" cy="1600200"/>
              <a:chOff x="2228464" y="769658"/>
              <a:chExt cx="1530220" cy="150456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BB08B6F-9DC8-7A86-BFBB-960550BD491C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ardrop 50">
                <a:extLst>
                  <a:ext uri="{FF2B5EF4-FFF2-40B4-BE49-F238E27FC236}">
                    <a16:creationId xmlns:a16="http://schemas.microsoft.com/office/drawing/2014/main" id="{892F9A87-173A-F80D-B271-B8BFF4101D37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6" name="Graphic 175">
              <a:extLst>
                <a:ext uri="{FF2B5EF4-FFF2-40B4-BE49-F238E27FC236}">
                  <a16:creationId xmlns:a16="http://schemas.microsoft.com/office/drawing/2014/main" id="{F13C18D7-37C6-1340-0CC3-42DD8F92D2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131732" y="3876075"/>
              <a:ext cx="737917" cy="737917"/>
            </a:xfrm>
            <a:prstGeom prst="rect">
              <a:avLst/>
            </a:prstGeom>
          </p:spPr>
        </p:pic>
        <p:pic>
          <p:nvPicPr>
            <p:cNvPr id="177" name="Picture 176" descr="Spiked Club Icons - Free SVG &amp; PNG Spiked Club Images - Noun Project">
              <a:extLst>
                <a:ext uri="{FF2B5EF4-FFF2-40B4-BE49-F238E27FC236}">
                  <a16:creationId xmlns:a16="http://schemas.microsoft.com/office/drawing/2014/main" id="{160B59DD-66CC-4EDA-09AF-137E4BF364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16430410">
              <a:off x="4333888" y="3388259"/>
              <a:ext cx="915999" cy="915999"/>
            </a:xfrm>
            <a:prstGeom prst="rect">
              <a:avLst/>
            </a:prstGeom>
          </p:spPr>
        </p:pic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4F9D5EE-1F93-2112-379A-164CCB036329}"/>
              </a:ext>
            </a:extLst>
          </p:cNvPr>
          <p:cNvGrpSpPr/>
          <p:nvPr/>
        </p:nvGrpSpPr>
        <p:grpSpPr>
          <a:xfrm>
            <a:off x="7257379" y="1772197"/>
            <a:ext cx="1033272" cy="1033272"/>
            <a:chOff x="5583509" y="3166238"/>
            <a:chExt cx="1600200" cy="1600200"/>
          </a:xfrm>
        </p:grpSpPr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14DB2021-CC37-DBB0-31AA-F680933F7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662" t="11774" r="10743" b="69664"/>
            <a:stretch>
              <a:fillRect/>
            </a:stretch>
          </p:blipFill>
          <p:spPr>
            <a:xfrm>
              <a:off x="6190902" y="3877817"/>
              <a:ext cx="771379" cy="497273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41A149C5-6197-0325-C1DE-0392DE55154C}"/>
                </a:ext>
              </a:extLst>
            </p:cNvPr>
            <p:cNvGrpSpPr/>
            <p:nvPr/>
          </p:nvGrpSpPr>
          <p:grpSpPr>
            <a:xfrm>
              <a:off x="5583509" y="3166238"/>
              <a:ext cx="1600200" cy="1600200"/>
              <a:chOff x="2228464" y="769658"/>
              <a:chExt cx="1530220" cy="150456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30E2C78-AED0-AEAF-D75F-8D97DFBD8E2D}"/>
                  </a:ext>
                </a:extLst>
              </p:cNvPr>
              <p:cNvSpPr/>
              <p:nvPr/>
            </p:nvSpPr>
            <p:spPr>
              <a:xfrm>
                <a:off x="2228464" y="769658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Teardrop 108">
                <a:extLst>
                  <a:ext uri="{FF2B5EF4-FFF2-40B4-BE49-F238E27FC236}">
                    <a16:creationId xmlns:a16="http://schemas.microsoft.com/office/drawing/2014/main" id="{B3BA124E-6C05-623E-0446-FDBE196947CB}"/>
                  </a:ext>
                </a:extLst>
              </p:cNvPr>
              <p:cNvSpPr/>
              <p:nvPr/>
            </p:nvSpPr>
            <p:spPr>
              <a:xfrm>
                <a:off x="2385646" y="1011115"/>
                <a:ext cx="1209034" cy="1223400"/>
              </a:xfrm>
              <a:prstGeom prst="teardrop">
                <a:avLst>
                  <a:gd name="adj" fmla="val 10000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1" name="Picture 2" descr="Lance Icon #332107 - Free Icons Library">
              <a:extLst>
                <a:ext uri="{FF2B5EF4-FFF2-40B4-BE49-F238E27FC236}">
                  <a16:creationId xmlns:a16="http://schemas.microsoft.com/office/drawing/2014/main" id="{4323A239-6F86-BEC2-7262-3EDCB2CA5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9996645">
              <a:off x="5735852" y="3650659"/>
              <a:ext cx="720297" cy="720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0193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43B388-170E-4DCD-8907-346E080C9E19}"/>
              </a:ext>
            </a:extLst>
          </p:cNvPr>
          <p:cNvSpPr txBox="1"/>
          <p:nvPr/>
        </p:nvSpPr>
        <p:spPr>
          <a:xfrm>
            <a:off x="188462" y="114301"/>
            <a:ext cx="1369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Burningterra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E0F9DE-E78D-4334-B90D-42DA42E73004}"/>
              </a:ext>
            </a:extLst>
          </p:cNvPr>
          <p:cNvGrpSpPr/>
          <p:nvPr/>
        </p:nvGrpSpPr>
        <p:grpSpPr>
          <a:xfrm>
            <a:off x="6046712" y="480632"/>
            <a:ext cx="1042416" cy="1024128"/>
            <a:chOff x="6313955" y="905612"/>
            <a:chExt cx="1530220" cy="150456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7AB0FAF-CC50-4712-8D5D-55753C9BE520}"/>
                </a:ext>
              </a:extLst>
            </p:cNvPr>
            <p:cNvGrpSpPr/>
            <p:nvPr/>
          </p:nvGrpSpPr>
          <p:grpSpPr>
            <a:xfrm>
              <a:off x="6665597" y="1400394"/>
              <a:ext cx="936045" cy="861873"/>
              <a:chOff x="1312656" y="4916258"/>
              <a:chExt cx="1131044" cy="1033613"/>
            </a:xfrm>
          </p:grpSpPr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760A0310-7F9A-4FA9-A8C5-F7C99186D5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0631382">
                <a:off x="1312656" y="4916258"/>
                <a:ext cx="579620" cy="908129"/>
              </a:xfrm>
              <a:prstGeom prst="rect">
                <a:avLst/>
              </a:prstGeom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F1A52BF6-EDF5-43CA-B8C5-6908056DD2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7114" y="5276636"/>
                <a:ext cx="666586" cy="673235"/>
              </a:xfrm>
              <a:prstGeom prst="rect">
                <a:avLst/>
              </a:prstGeom>
            </p:spPr>
          </p:pic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76D8F0-11F0-4806-A34E-DF94D0614703}"/>
                </a:ext>
              </a:extLst>
            </p:cNvPr>
            <p:cNvGrpSpPr/>
            <p:nvPr/>
          </p:nvGrpSpPr>
          <p:grpSpPr>
            <a:xfrm>
              <a:off x="6313955" y="905612"/>
              <a:ext cx="1530220" cy="1504560"/>
              <a:chOff x="475862" y="905612"/>
              <a:chExt cx="1530220" cy="150456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A57C8056-2A17-4636-AFBF-69B6212DB0A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Flowchart: Delay 95">
                <a:extLst>
                  <a:ext uri="{FF2B5EF4-FFF2-40B4-BE49-F238E27FC236}">
                    <a16:creationId xmlns:a16="http://schemas.microsoft.com/office/drawing/2014/main" id="{002336D1-B0BF-4D9D-B65C-A1C786F2D332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0393C02-E293-1B6E-48FB-C36552C37D06}"/>
              </a:ext>
            </a:extLst>
          </p:cNvPr>
          <p:cNvGrpSpPr/>
          <p:nvPr/>
        </p:nvGrpSpPr>
        <p:grpSpPr>
          <a:xfrm>
            <a:off x="3727798" y="5728490"/>
            <a:ext cx="1042416" cy="1024128"/>
            <a:chOff x="2386725" y="2832151"/>
            <a:chExt cx="1530220" cy="150456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76FDA59-DAF8-4B8A-BCBE-685EDD401000}"/>
                </a:ext>
              </a:extLst>
            </p:cNvPr>
            <p:cNvGrpSpPr/>
            <p:nvPr/>
          </p:nvGrpSpPr>
          <p:grpSpPr>
            <a:xfrm>
              <a:off x="2760075" y="3205807"/>
              <a:ext cx="808763" cy="1075418"/>
              <a:chOff x="2760075" y="3205807"/>
              <a:chExt cx="808763" cy="1075418"/>
            </a:xfrm>
          </p:grpSpPr>
          <p:pic>
            <p:nvPicPr>
              <p:cNvPr id="161" name="Picture 6" descr="Black demon mask Royalty Free Vector Image - VectorStock">
                <a:extLst>
                  <a:ext uri="{FF2B5EF4-FFF2-40B4-BE49-F238E27FC236}">
                    <a16:creationId xmlns:a16="http://schemas.microsoft.com/office/drawing/2014/main" id="{3A3DBDA0-FE74-4006-BA59-8D12B759E6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58" t="3076" r="5741" b="21026"/>
              <a:stretch/>
            </p:blipFill>
            <p:spPr bwMode="auto">
              <a:xfrm>
                <a:off x="2775208" y="3205807"/>
                <a:ext cx="772224" cy="7554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388AD41F-0CC6-45AD-9966-9468A607A6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20444518">
                <a:off x="2760075" y="3449665"/>
                <a:ext cx="209279" cy="831560"/>
              </a:xfrm>
              <a:prstGeom prst="rect">
                <a:avLst/>
              </a:prstGeom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A63CBD60-FFD1-4ECE-B592-E52629CD5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211519">
                <a:off x="3359559" y="3448983"/>
                <a:ext cx="209279" cy="831560"/>
              </a:xfrm>
              <a:prstGeom prst="rect">
                <a:avLst/>
              </a:prstGeom>
            </p:spPr>
          </p:pic>
        </p:grpSp>
        <p:sp>
          <p:nvSpPr>
            <p:cNvPr id="163" name="Isosceles Triangle 162">
              <a:extLst>
                <a:ext uri="{FF2B5EF4-FFF2-40B4-BE49-F238E27FC236}">
                  <a16:creationId xmlns:a16="http://schemas.microsoft.com/office/drawing/2014/main" id="{2CD755F3-1B12-4190-93EF-5085BFB77C89}"/>
                </a:ext>
              </a:extLst>
            </p:cNvPr>
            <p:cNvSpPr/>
            <p:nvPr/>
          </p:nvSpPr>
          <p:spPr>
            <a:xfrm rot="10800000">
              <a:off x="3064987" y="3856148"/>
              <a:ext cx="192666" cy="105091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016087B6-63C5-4491-B568-6118E328015E}"/>
                </a:ext>
              </a:extLst>
            </p:cNvPr>
            <p:cNvGrpSpPr/>
            <p:nvPr/>
          </p:nvGrpSpPr>
          <p:grpSpPr>
            <a:xfrm>
              <a:off x="2386725" y="2832151"/>
              <a:ext cx="1530220" cy="1504560"/>
              <a:chOff x="475862" y="905612"/>
              <a:chExt cx="1530220" cy="1504560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73F48FC-AEC9-4F06-A5CF-150FF2F920E7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lowchart: Delay 107">
                <a:extLst>
                  <a:ext uri="{FF2B5EF4-FFF2-40B4-BE49-F238E27FC236}">
                    <a16:creationId xmlns:a16="http://schemas.microsoft.com/office/drawing/2014/main" id="{7D2D4F3A-6584-4213-8B0A-A58B14DB7853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E62D8BB-10A2-4496-90E7-1B65120DB191}"/>
              </a:ext>
            </a:extLst>
          </p:cNvPr>
          <p:cNvGrpSpPr/>
          <p:nvPr/>
        </p:nvGrpSpPr>
        <p:grpSpPr>
          <a:xfrm>
            <a:off x="90967" y="5728490"/>
            <a:ext cx="1042416" cy="1024128"/>
            <a:chOff x="6313955" y="2832151"/>
            <a:chExt cx="1530220" cy="1504560"/>
          </a:xfrm>
        </p:grpSpPr>
        <p:pic>
          <p:nvPicPr>
            <p:cNvPr id="156" name="Picture 8" descr="Demon silhouette Images, Stock Photos &amp;amp; Vectors | Shutterstock">
              <a:extLst>
                <a:ext uri="{FF2B5EF4-FFF2-40B4-BE49-F238E27FC236}">
                  <a16:creationId xmlns:a16="http://schemas.microsoft.com/office/drawing/2014/main" id="{A90EB8AE-FC1C-4A88-9BDA-5661FE0243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6" t="3846" r="2458" b="10440"/>
            <a:stretch/>
          </p:blipFill>
          <p:spPr bwMode="auto">
            <a:xfrm>
              <a:off x="6573507" y="3194801"/>
              <a:ext cx="1011115" cy="1047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5E22000-02E0-440D-A7D2-FD9C75E5B394}"/>
                </a:ext>
              </a:extLst>
            </p:cNvPr>
            <p:cNvGrpSpPr/>
            <p:nvPr/>
          </p:nvGrpSpPr>
          <p:grpSpPr>
            <a:xfrm>
              <a:off x="6313955" y="2832151"/>
              <a:ext cx="1530220" cy="1504560"/>
              <a:chOff x="475862" y="905612"/>
              <a:chExt cx="1530220" cy="150456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E6E8A38A-7AF2-499E-B5D7-B9F08AA76BA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lowchart: Delay 113">
                <a:extLst>
                  <a:ext uri="{FF2B5EF4-FFF2-40B4-BE49-F238E27FC236}">
                    <a16:creationId xmlns:a16="http://schemas.microsoft.com/office/drawing/2014/main" id="{C029024A-7132-4F10-A189-115696913AF4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D2EC1C2-3068-0E73-5C74-88402A5878FE}"/>
              </a:ext>
            </a:extLst>
          </p:cNvPr>
          <p:cNvGrpSpPr/>
          <p:nvPr/>
        </p:nvGrpSpPr>
        <p:grpSpPr>
          <a:xfrm>
            <a:off x="1298360" y="5728490"/>
            <a:ext cx="1042416" cy="1024128"/>
            <a:chOff x="8277570" y="2832151"/>
            <a:chExt cx="1530220" cy="150456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DDB62A-8D3F-448E-AA0A-687D64814F7C}"/>
                </a:ext>
              </a:extLst>
            </p:cNvPr>
            <p:cNvGrpSpPr/>
            <p:nvPr/>
          </p:nvGrpSpPr>
          <p:grpSpPr>
            <a:xfrm>
              <a:off x="8550171" y="3123679"/>
              <a:ext cx="1020186" cy="1107622"/>
              <a:chOff x="8532587" y="3123679"/>
              <a:chExt cx="1020186" cy="1107622"/>
            </a:xfrm>
          </p:grpSpPr>
          <p:pic>
            <p:nvPicPr>
              <p:cNvPr id="87" name="Picture 8" descr="Demon silhouette Images, Stock Photos &amp;amp; Vectors | Shutterstock">
                <a:extLst>
                  <a:ext uri="{FF2B5EF4-FFF2-40B4-BE49-F238E27FC236}">
                    <a16:creationId xmlns:a16="http://schemas.microsoft.com/office/drawing/2014/main" id="{913D5721-AF0C-4746-8F74-08E72FD737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86" t="3846" r="2458" b="10440"/>
              <a:stretch/>
            </p:blipFill>
            <p:spPr bwMode="auto">
              <a:xfrm>
                <a:off x="8532587" y="3123679"/>
                <a:ext cx="1011115" cy="104737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B0BE63AF-9A20-4CB6-A803-50ABA7E11F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50171" y="3847782"/>
                <a:ext cx="383520" cy="3835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2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3D0FA0FC-4AB9-407B-A47B-B217A9208F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69253" y="3661065"/>
                <a:ext cx="383520" cy="3835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2AC7FB2-C5C6-4641-BE5F-8CFAB9DA0AC4}"/>
                </a:ext>
              </a:extLst>
            </p:cNvPr>
            <p:cNvGrpSpPr/>
            <p:nvPr/>
          </p:nvGrpSpPr>
          <p:grpSpPr>
            <a:xfrm>
              <a:off x="8277570" y="2832151"/>
              <a:ext cx="1530220" cy="1504560"/>
              <a:chOff x="475862" y="905612"/>
              <a:chExt cx="1530220" cy="1504560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DDE3293A-BD30-467C-BA25-8E94EF766F21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Flowchart: Delay 116">
                <a:extLst>
                  <a:ext uri="{FF2B5EF4-FFF2-40B4-BE49-F238E27FC236}">
                    <a16:creationId xmlns:a16="http://schemas.microsoft.com/office/drawing/2014/main" id="{FD3CA57D-EB85-423F-AA24-3C00D9553BD9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7E677A2-9B2B-44F3-811D-8CC1FE4DC804}"/>
              </a:ext>
            </a:extLst>
          </p:cNvPr>
          <p:cNvGrpSpPr/>
          <p:nvPr/>
        </p:nvGrpSpPr>
        <p:grpSpPr>
          <a:xfrm>
            <a:off x="3658381" y="474712"/>
            <a:ext cx="1042416" cy="1024128"/>
            <a:chOff x="2386725" y="905612"/>
            <a:chExt cx="1530220" cy="1504560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29EFC34-B182-4E36-BB4F-CEFE672B0410}"/>
                </a:ext>
              </a:extLst>
            </p:cNvPr>
            <p:cNvGrpSpPr/>
            <p:nvPr/>
          </p:nvGrpSpPr>
          <p:grpSpPr>
            <a:xfrm>
              <a:off x="2386725" y="905612"/>
              <a:ext cx="1530220" cy="1504560"/>
              <a:chOff x="475862" y="905612"/>
              <a:chExt cx="1530220" cy="150456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20A6246-E34A-403A-81C4-44CEBDFB1B16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lowchart: Delay 89">
                <a:extLst>
                  <a:ext uri="{FF2B5EF4-FFF2-40B4-BE49-F238E27FC236}">
                    <a16:creationId xmlns:a16="http://schemas.microsoft.com/office/drawing/2014/main" id="{678D0650-155F-45C0-8BDE-E5DBA1621DFA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1AC0AAD9-66BC-4AD5-87FC-CB5A1C36010C}"/>
                </a:ext>
              </a:extLst>
            </p:cNvPr>
            <p:cNvGrpSpPr/>
            <p:nvPr/>
          </p:nvGrpSpPr>
          <p:grpSpPr>
            <a:xfrm>
              <a:off x="2767388" y="1404479"/>
              <a:ext cx="768894" cy="787329"/>
              <a:chOff x="6107494" y="5006299"/>
              <a:chExt cx="921479" cy="943572"/>
            </a:xfrm>
          </p:grpSpPr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B6CFA505-8FE5-4099-93D6-EA3043CE1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0800000" flipH="1">
                <a:off x="6107494" y="5006299"/>
                <a:ext cx="254893" cy="943572"/>
              </a:xfrm>
              <a:prstGeom prst="rect">
                <a:avLst/>
              </a:prstGeom>
            </p:spPr>
          </p:pic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484ED30A-EB1F-4551-8263-F099E3263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2387" y="5238678"/>
                <a:ext cx="666586" cy="673235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B599FC-6737-440C-B3F6-484057C13712}"/>
              </a:ext>
            </a:extLst>
          </p:cNvPr>
          <p:cNvGrpSpPr/>
          <p:nvPr/>
        </p:nvGrpSpPr>
        <p:grpSpPr>
          <a:xfrm>
            <a:off x="4845684" y="469402"/>
            <a:ext cx="1042416" cy="1024128"/>
            <a:chOff x="4350340" y="905612"/>
            <a:chExt cx="1530220" cy="150456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A5BDE47-FB2B-4ECE-A54F-023668C8A1FC}"/>
                </a:ext>
              </a:extLst>
            </p:cNvPr>
            <p:cNvGrpSpPr/>
            <p:nvPr/>
          </p:nvGrpSpPr>
          <p:grpSpPr>
            <a:xfrm>
              <a:off x="4350340" y="905612"/>
              <a:ext cx="1530220" cy="1504560"/>
              <a:chOff x="475862" y="905612"/>
              <a:chExt cx="1530220" cy="1504560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9D72811-2871-4211-BCE6-FC563C18841D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lowchart: Delay 92">
                <a:extLst>
                  <a:ext uri="{FF2B5EF4-FFF2-40B4-BE49-F238E27FC236}">
                    <a16:creationId xmlns:a16="http://schemas.microsoft.com/office/drawing/2014/main" id="{E0130715-A8CD-4D37-B8B7-FBAD36387F4D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EE583C76-E5B8-4F9B-A577-4676A6BAFEF8}"/>
                </a:ext>
              </a:extLst>
            </p:cNvPr>
            <p:cNvGrpSpPr/>
            <p:nvPr/>
          </p:nvGrpSpPr>
          <p:grpSpPr>
            <a:xfrm>
              <a:off x="4540030" y="1454589"/>
              <a:ext cx="982011" cy="754920"/>
              <a:chOff x="3133547" y="5458317"/>
              <a:chExt cx="982011" cy="754920"/>
            </a:xfrm>
          </p:grpSpPr>
          <p:pic>
            <p:nvPicPr>
              <p:cNvPr id="138" name="Picture 2" descr="Halberd Icon - Download Halberd Icon 2008 | Noun Project">
                <a:extLst>
                  <a:ext uri="{FF2B5EF4-FFF2-40B4-BE49-F238E27FC236}">
                    <a16:creationId xmlns:a16="http://schemas.microsoft.com/office/drawing/2014/main" id="{6D052038-3F5E-4E50-BB41-3491244AEA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06181">
                <a:off x="3133547" y="5458317"/>
                <a:ext cx="666079" cy="666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9" name="Picture 138">
                <a:extLst>
                  <a:ext uri="{FF2B5EF4-FFF2-40B4-BE49-F238E27FC236}">
                    <a16:creationId xmlns:a16="http://schemas.microsoft.com/office/drawing/2014/main" id="{ED2B1335-D62A-4A9A-845D-FD8E3655C7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2362" y="5644423"/>
                <a:ext cx="563196" cy="568814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07D6B23-CF21-4EE3-844C-0CBC168C3F0F}"/>
              </a:ext>
            </a:extLst>
          </p:cNvPr>
          <p:cNvGrpSpPr/>
          <p:nvPr/>
        </p:nvGrpSpPr>
        <p:grpSpPr>
          <a:xfrm>
            <a:off x="77132" y="1664314"/>
            <a:ext cx="1042416" cy="1024128"/>
            <a:chOff x="8277570" y="905612"/>
            <a:chExt cx="1530220" cy="150456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7FBF151-3374-45AE-91AB-E4D1962CC4AF}"/>
                </a:ext>
              </a:extLst>
            </p:cNvPr>
            <p:cNvGrpSpPr/>
            <p:nvPr/>
          </p:nvGrpSpPr>
          <p:grpSpPr>
            <a:xfrm>
              <a:off x="8277570" y="905612"/>
              <a:ext cx="1530220" cy="1504560"/>
              <a:chOff x="475862" y="905612"/>
              <a:chExt cx="1530220" cy="150456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F56E5E2-8DA7-4EEE-8DF3-8FEE59A3B01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Flowchart: Delay 98">
                <a:extLst>
                  <a:ext uri="{FF2B5EF4-FFF2-40B4-BE49-F238E27FC236}">
                    <a16:creationId xmlns:a16="http://schemas.microsoft.com/office/drawing/2014/main" id="{6556B566-2B44-4959-AB3E-ECEB47F0E6D5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06BA4D7-4478-4CCC-84BB-29F36EBF643A}"/>
                </a:ext>
              </a:extLst>
            </p:cNvPr>
            <p:cNvGrpSpPr/>
            <p:nvPr/>
          </p:nvGrpSpPr>
          <p:grpSpPr>
            <a:xfrm>
              <a:off x="8676445" y="1409933"/>
              <a:ext cx="772701" cy="807486"/>
              <a:chOff x="8522163" y="4632794"/>
              <a:chExt cx="772701" cy="807486"/>
            </a:xfrm>
          </p:grpSpPr>
          <p:pic>
            <p:nvPicPr>
              <p:cNvPr id="141" name="Picture 2" descr="Chess knight stock vector. Illustration of play, abstract - 98504632">
                <a:extLst>
                  <a:ext uri="{FF2B5EF4-FFF2-40B4-BE49-F238E27FC236}">
                    <a16:creationId xmlns:a16="http://schemas.microsoft.com/office/drawing/2014/main" id="{58BAA9A4-235F-4BC8-B651-0655A37FAD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38655" y="4642000"/>
                <a:ext cx="556209" cy="798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3715E377-9C22-4475-A680-8340F17099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0800000" flipH="1">
                <a:off x="8522163" y="4632794"/>
                <a:ext cx="212686" cy="787329"/>
              </a:xfrm>
              <a:prstGeom prst="rect">
                <a:avLst/>
              </a:prstGeom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71F0D6-B4DD-B289-DD28-4A8E2AAE8A7D}"/>
              </a:ext>
            </a:extLst>
          </p:cNvPr>
          <p:cNvGrpSpPr/>
          <p:nvPr/>
        </p:nvGrpSpPr>
        <p:grpSpPr>
          <a:xfrm>
            <a:off x="1258163" y="1673146"/>
            <a:ext cx="1042416" cy="1024128"/>
            <a:chOff x="10241185" y="905612"/>
            <a:chExt cx="1530220" cy="150456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A562F10-40ED-4832-B7AA-80355FF6A8CB}"/>
                </a:ext>
              </a:extLst>
            </p:cNvPr>
            <p:cNvGrpSpPr/>
            <p:nvPr/>
          </p:nvGrpSpPr>
          <p:grpSpPr>
            <a:xfrm>
              <a:off x="10241185" y="905612"/>
              <a:ext cx="1530220" cy="1504560"/>
              <a:chOff x="475862" y="905612"/>
              <a:chExt cx="1530220" cy="1504560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3CBE2B16-CAA8-4EDE-8F29-815EB94D147D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Flowchart: Delay 101">
                <a:extLst>
                  <a:ext uri="{FF2B5EF4-FFF2-40B4-BE49-F238E27FC236}">
                    <a16:creationId xmlns:a16="http://schemas.microsoft.com/office/drawing/2014/main" id="{EF958B4B-95E6-43F9-B3CD-D1B504D03EF5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15A46B07-8571-40F5-8B5A-EE6555885763}"/>
                </a:ext>
              </a:extLst>
            </p:cNvPr>
            <p:cNvGrpSpPr/>
            <p:nvPr/>
          </p:nvGrpSpPr>
          <p:grpSpPr>
            <a:xfrm>
              <a:off x="10427081" y="1329633"/>
              <a:ext cx="1068217" cy="977291"/>
              <a:chOff x="8272684" y="5594533"/>
              <a:chExt cx="1068217" cy="977291"/>
            </a:xfrm>
          </p:grpSpPr>
          <p:pic>
            <p:nvPicPr>
              <p:cNvPr id="144" name="Picture 2" descr="Halberd Icon - Download Halberd Icon 2008 | Noun Project">
                <a:extLst>
                  <a:ext uri="{FF2B5EF4-FFF2-40B4-BE49-F238E27FC236}">
                    <a16:creationId xmlns:a16="http://schemas.microsoft.com/office/drawing/2014/main" id="{6CBEDB11-9C6A-4E10-A38D-283879428C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414192">
                <a:off x="8272684" y="5594533"/>
                <a:ext cx="788355" cy="7883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5" name="Picture 2" descr="Chess knight stock vector. Illustration of play, abstract - 98504632">
                <a:extLst>
                  <a:ext uri="{FF2B5EF4-FFF2-40B4-BE49-F238E27FC236}">
                    <a16:creationId xmlns:a16="http://schemas.microsoft.com/office/drawing/2014/main" id="{7E6DB78F-1303-4BEC-8A87-981352F0B0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84692" y="5773544"/>
                <a:ext cx="556209" cy="798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C043D9-CBFB-6476-5100-0376B4C0CA7F}"/>
              </a:ext>
            </a:extLst>
          </p:cNvPr>
          <p:cNvGrpSpPr/>
          <p:nvPr/>
        </p:nvGrpSpPr>
        <p:grpSpPr>
          <a:xfrm>
            <a:off x="6096000" y="1637229"/>
            <a:ext cx="1042416" cy="1024128"/>
            <a:chOff x="423110" y="2832151"/>
            <a:chExt cx="1530220" cy="1504560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79DEAE5-6E14-407C-A86F-98A433213310}"/>
                </a:ext>
              </a:extLst>
            </p:cNvPr>
            <p:cNvGrpSpPr/>
            <p:nvPr/>
          </p:nvGrpSpPr>
          <p:grpSpPr>
            <a:xfrm>
              <a:off x="423110" y="2832151"/>
              <a:ext cx="1530220" cy="1504560"/>
              <a:chOff x="475862" y="905612"/>
              <a:chExt cx="1530220" cy="1504560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D49AF67-709C-4794-A704-00E286336DA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Flowchart: Delay 104">
                <a:extLst>
                  <a:ext uri="{FF2B5EF4-FFF2-40B4-BE49-F238E27FC236}">
                    <a16:creationId xmlns:a16="http://schemas.microsoft.com/office/drawing/2014/main" id="{39116025-6C59-41F9-846F-B511923FA6A4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BF92B7A-95B8-4804-BB05-4458432DA89A}"/>
                </a:ext>
              </a:extLst>
            </p:cNvPr>
            <p:cNvGrpSpPr/>
            <p:nvPr/>
          </p:nvGrpSpPr>
          <p:grpSpPr>
            <a:xfrm rot="284745">
              <a:off x="695667" y="3607952"/>
              <a:ext cx="1002690" cy="412380"/>
              <a:chOff x="2676525" y="1935534"/>
              <a:chExt cx="6838950" cy="2812678"/>
            </a:xfrm>
          </p:grpSpPr>
          <p:pic>
            <p:nvPicPr>
              <p:cNvPr id="147" name="Picture 146">
                <a:extLst>
                  <a:ext uri="{FF2B5EF4-FFF2-40B4-BE49-F238E27FC236}">
                    <a16:creationId xmlns:a16="http://schemas.microsoft.com/office/drawing/2014/main" id="{2186AED3-F72E-4F81-B417-817709B70D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76525" y="2109787"/>
                <a:ext cx="6838950" cy="2638425"/>
              </a:xfrm>
              <a:prstGeom prst="rect">
                <a:avLst/>
              </a:prstGeom>
            </p:spPr>
          </p:pic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0F0D975-810A-4977-B2CB-966E75AB40BF}"/>
                  </a:ext>
                </a:extLst>
              </p:cNvPr>
              <p:cNvSpPr/>
              <p:nvPr/>
            </p:nvSpPr>
            <p:spPr>
              <a:xfrm rot="21316495" flipH="1">
                <a:off x="7325852" y="1935534"/>
                <a:ext cx="676290" cy="602327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780D4893-3911-4CED-8F0C-51835A65E845}"/>
                  </a:ext>
                </a:extLst>
              </p:cNvPr>
              <p:cNvSpPr/>
              <p:nvPr/>
            </p:nvSpPr>
            <p:spPr>
              <a:xfrm rot="21173588" flipH="1">
                <a:off x="6964047" y="2008805"/>
                <a:ext cx="676290" cy="602327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72E44E2-130F-46DF-A900-1D0DA12286D5}"/>
                  </a:ext>
                </a:extLst>
              </p:cNvPr>
              <p:cNvSpPr/>
              <p:nvPr/>
            </p:nvSpPr>
            <p:spPr>
              <a:xfrm rot="21047560" flipH="1">
                <a:off x="6669360" y="2162000"/>
                <a:ext cx="676290" cy="602327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979DB762-19AA-455D-ADF4-842CC5D9ACAC}"/>
                  </a:ext>
                </a:extLst>
              </p:cNvPr>
              <p:cNvSpPr/>
              <p:nvPr/>
            </p:nvSpPr>
            <p:spPr>
              <a:xfrm rot="21103619" flipH="1">
                <a:off x="6450315" y="2349899"/>
                <a:ext cx="676290" cy="602327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9A031069-D30A-4F42-ADFB-930F1B920D3F}"/>
                  </a:ext>
                </a:extLst>
              </p:cNvPr>
              <p:cNvSpPr/>
              <p:nvPr/>
            </p:nvSpPr>
            <p:spPr>
              <a:xfrm rot="20920544" flipH="1">
                <a:off x="5473029" y="2505529"/>
                <a:ext cx="473891" cy="427431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0F4319B3-77A5-4A2A-BD98-93473198447B}"/>
                  </a:ext>
                </a:extLst>
              </p:cNvPr>
              <p:cNvSpPr/>
              <p:nvPr/>
            </p:nvSpPr>
            <p:spPr>
              <a:xfrm rot="20920544" flipH="1">
                <a:off x="5249968" y="2584232"/>
                <a:ext cx="473891" cy="427431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F6C687B7-8127-413A-BEAD-47227B5D620E}"/>
                  </a:ext>
                </a:extLst>
              </p:cNvPr>
              <p:cNvSpPr/>
              <p:nvPr/>
            </p:nvSpPr>
            <p:spPr>
              <a:xfrm rot="20920544" flipH="1">
                <a:off x="5006555" y="2663340"/>
                <a:ext cx="473891" cy="427431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297AA6C-F7FB-47EA-AF41-007B9CBB2B6B}"/>
                  </a:ext>
                </a:extLst>
              </p:cNvPr>
              <p:cNvSpPr/>
              <p:nvPr/>
            </p:nvSpPr>
            <p:spPr>
              <a:xfrm rot="20920544" flipH="1">
                <a:off x="4803466" y="2742448"/>
                <a:ext cx="473891" cy="427431"/>
              </a:xfrm>
              <a:custGeom>
                <a:avLst/>
                <a:gdLst>
                  <a:gd name="connsiteX0" fmla="*/ 562708 w 775558"/>
                  <a:gd name="connsiteY0" fmla="*/ 18067 h 917059"/>
                  <a:gd name="connsiteX1" fmla="*/ 483577 w 775558"/>
                  <a:gd name="connsiteY1" fmla="*/ 35652 h 917059"/>
                  <a:gd name="connsiteX2" fmla="*/ 448408 w 775558"/>
                  <a:gd name="connsiteY2" fmla="*/ 62029 h 917059"/>
                  <a:gd name="connsiteX3" fmla="*/ 404446 w 775558"/>
                  <a:gd name="connsiteY3" fmla="*/ 79613 h 917059"/>
                  <a:gd name="connsiteX4" fmla="*/ 325316 w 775558"/>
                  <a:gd name="connsiteY4" fmla="*/ 132367 h 917059"/>
                  <a:gd name="connsiteX5" fmla="*/ 298939 w 775558"/>
                  <a:gd name="connsiteY5" fmla="*/ 158744 h 917059"/>
                  <a:gd name="connsiteX6" fmla="*/ 281354 w 775558"/>
                  <a:gd name="connsiteY6" fmla="*/ 193913 h 917059"/>
                  <a:gd name="connsiteX7" fmla="*/ 254977 w 775558"/>
                  <a:gd name="connsiteY7" fmla="*/ 220290 h 917059"/>
                  <a:gd name="connsiteX8" fmla="*/ 193431 w 775558"/>
                  <a:gd name="connsiteY8" fmla="*/ 299421 h 917059"/>
                  <a:gd name="connsiteX9" fmla="*/ 158262 w 775558"/>
                  <a:gd name="connsiteY9" fmla="*/ 360967 h 917059"/>
                  <a:gd name="connsiteX10" fmla="*/ 131885 w 775558"/>
                  <a:gd name="connsiteY10" fmla="*/ 422513 h 917059"/>
                  <a:gd name="connsiteX11" fmla="*/ 114300 w 775558"/>
                  <a:gd name="connsiteY11" fmla="*/ 457683 h 917059"/>
                  <a:gd name="connsiteX12" fmla="*/ 96716 w 775558"/>
                  <a:gd name="connsiteY12" fmla="*/ 519229 h 917059"/>
                  <a:gd name="connsiteX13" fmla="*/ 79131 w 775558"/>
                  <a:gd name="connsiteY13" fmla="*/ 545606 h 917059"/>
                  <a:gd name="connsiteX14" fmla="*/ 43962 w 775558"/>
                  <a:gd name="connsiteY14" fmla="*/ 659906 h 917059"/>
                  <a:gd name="connsiteX15" fmla="*/ 26377 w 775558"/>
                  <a:gd name="connsiteY15" fmla="*/ 747829 h 917059"/>
                  <a:gd name="connsiteX16" fmla="*/ 17585 w 775558"/>
                  <a:gd name="connsiteY16" fmla="*/ 774206 h 917059"/>
                  <a:gd name="connsiteX17" fmla="*/ 0 w 775558"/>
                  <a:gd name="connsiteY17" fmla="*/ 870921 h 917059"/>
                  <a:gd name="connsiteX18" fmla="*/ 8793 w 775558"/>
                  <a:gd name="connsiteY18" fmla="*/ 914883 h 917059"/>
                  <a:gd name="connsiteX19" fmla="*/ 43962 w 775558"/>
                  <a:gd name="connsiteY19" fmla="*/ 906090 h 917059"/>
                  <a:gd name="connsiteX20" fmla="*/ 114300 w 775558"/>
                  <a:gd name="connsiteY20" fmla="*/ 897298 h 917059"/>
                  <a:gd name="connsiteX21" fmla="*/ 465993 w 775558"/>
                  <a:gd name="connsiteY21" fmla="*/ 888506 h 917059"/>
                  <a:gd name="connsiteX22" fmla="*/ 448408 w 775558"/>
                  <a:gd name="connsiteY22" fmla="*/ 853337 h 917059"/>
                  <a:gd name="connsiteX23" fmla="*/ 439616 w 775558"/>
                  <a:gd name="connsiteY23" fmla="*/ 818167 h 917059"/>
                  <a:gd name="connsiteX24" fmla="*/ 430823 w 775558"/>
                  <a:gd name="connsiteY24" fmla="*/ 791790 h 917059"/>
                  <a:gd name="connsiteX25" fmla="*/ 413239 w 775558"/>
                  <a:gd name="connsiteY25" fmla="*/ 721452 h 917059"/>
                  <a:gd name="connsiteX26" fmla="*/ 422031 w 775558"/>
                  <a:gd name="connsiteY26" fmla="*/ 492852 h 917059"/>
                  <a:gd name="connsiteX27" fmla="*/ 448408 w 775558"/>
                  <a:gd name="connsiteY27" fmla="*/ 413721 h 917059"/>
                  <a:gd name="connsiteX28" fmla="*/ 457200 w 775558"/>
                  <a:gd name="connsiteY28" fmla="*/ 387344 h 917059"/>
                  <a:gd name="connsiteX29" fmla="*/ 474785 w 775558"/>
                  <a:gd name="connsiteY29" fmla="*/ 352175 h 917059"/>
                  <a:gd name="connsiteX30" fmla="*/ 509954 w 775558"/>
                  <a:gd name="connsiteY30" fmla="*/ 273044 h 917059"/>
                  <a:gd name="connsiteX31" fmla="*/ 562708 w 775558"/>
                  <a:gd name="connsiteY31" fmla="*/ 202706 h 917059"/>
                  <a:gd name="connsiteX32" fmla="*/ 606669 w 775558"/>
                  <a:gd name="connsiteY32" fmla="*/ 123575 h 917059"/>
                  <a:gd name="connsiteX33" fmla="*/ 633046 w 775558"/>
                  <a:gd name="connsiteY33" fmla="*/ 105990 h 917059"/>
                  <a:gd name="connsiteX34" fmla="*/ 641839 w 775558"/>
                  <a:gd name="connsiteY34" fmla="*/ 79613 h 917059"/>
                  <a:gd name="connsiteX35" fmla="*/ 677008 w 775558"/>
                  <a:gd name="connsiteY35" fmla="*/ 62029 h 917059"/>
                  <a:gd name="connsiteX36" fmla="*/ 729762 w 775558"/>
                  <a:gd name="connsiteY36" fmla="*/ 35652 h 917059"/>
                  <a:gd name="connsiteX37" fmla="*/ 747346 w 775558"/>
                  <a:gd name="connsiteY37" fmla="*/ 9275 h 917059"/>
                  <a:gd name="connsiteX38" fmla="*/ 773723 w 775558"/>
                  <a:gd name="connsiteY38" fmla="*/ 483 h 917059"/>
                  <a:gd name="connsiteX39" fmla="*/ 562708 w 775558"/>
                  <a:gd name="connsiteY39" fmla="*/ 18067 h 91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775558" h="917059">
                    <a:moveTo>
                      <a:pt x="562708" y="18067"/>
                    </a:moveTo>
                    <a:cubicBezTo>
                      <a:pt x="514350" y="23928"/>
                      <a:pt x="491852" y="31515"/>
                      <a:pt x="483577" y="35652"/>
                    </a:cubicBezTo>
                    <a:cubicBezTo>
                      <a:pt x="470470" y="42205"/>
                      <a:pt x="461218" y="54913"/>
                      <a:pt x="448408" y="62029"/>
                    </a:cubicBezTo>
                    <a:cubicBezTo>
                      <a:pt x="434611" y="69694"/>
                      <a:pt x="418563" y="72555"/>
                      <a:pt x="404446" y="79613"/>
                    </a:cubicBezTo>
                    <a:cubicBezTo>
                      <a:pt x="380835" y="91418"/>
                      <a:pt x="345931" y="114697"/>
                      <a:pt x="325316" y="132367"/>
                    </a:cubicBezTo>
                    <a:cubicBezTo>
                      <a:pt x="315875" y="140459"/>
                      <a:pt x="306166" y="148626"/>
                      <a:pt x="298939" y="158744"/>
                    </a:cubicBezTo>
                    <a:cubicBezTo>
                      <a:pt x="291321" y="169409"/>
                      <a:pt x="288972" y="183248"/>
                      <a:pt x="281354" y="193913"/>
                    </a:cubicBezTo>
                    <a:cubicBezTo>
                      <a:pt x="274127" y="204031"/>
                      <a:pt x="262611" y="210475"/>
                      <a:pt x="254977" y="220290"/>
                    </a:cubicBezTo>
                    <a:cubicBezTo>
                      <a:pt x="181361" y="314940"/>
                      <a:pt x="253314" y="239538"/>
                      <a:pt x="193431" y="299421"/>
                    </a:cubicBezTo>
                    <a:cubicBezTo>
                      <a:pt x="176158" y="351242"/>
                      <a:pt x="196283" y="300134"/>
                      <a:pt x="158262" y="360967"/>
                    </a:cubicBezTo>
                    <a:cubicBezTo>
                      <a:pt x="131752" y="403384"/>
                      <a:pt x="148202" y="384440"/>
                      <a:pt x="131885" y="422513"/>
                    </a:cubicBezTo>
                    <a:cubicBezTo>
                      <a:pt x="126722" y="434560"/>
                      <a:pt x="120162" y="445960"/>
                      <a:pt x="114300" y="457683"/>
                    </a:cubicBezTo>
                    <a:cubicBezTo>
                      <a:pt x="111483" y="468950"/>
                      <a:pt x="103022" y="506617"/>
                      <a:pt x="96716" y="519229"/>
                    </a:cubicBezTo>
                    <a:cubicBezTo>
                      <a:pt x="91990" y="528681"/>
                      <a:pt x="84993" y="536814"/>
                      <a:pt x="79131" y="545606"/>
                    </a:cubicBezTo>
                    <a:cubicBezTo>
                      <a:pt x="37386" y="712583"/>
                      <a:pt x="83799" y="540394"/>
                      <a:pt x="43962" y="659906"/>
                    </a:cubicBezTo>
                    <a:cubicBezTo>
                      <a:pt x="32280" y="694951"/>
                      <a:pt x="35038" y="708853"/>
                      <a:pt x="26377" y="747829"/>
                    </a:cubicBezTo>
                    <a:cubicBezTo>
                      <a:pt x="24367" y="756876"/>
                      <a:pt x="19833" y="765215"/>
                      <a:pt x="17585" y="774206"/>
                    </a:cubicBezTo>
                    <a:cubicBezTo>
                      <a:pt x="11443" y="798776"/>
                      <a:pt x="3918" y="847413"/>
                      <a:pt x="0" y="870921"/>
                    </a:cubicBezTo>
                    <a:cubicBezTo>
                      <a:pt x="2931" y="885575"/>
                      <a:pt x="-2877" y="905548"/>
                      <a:pt x="8793" y="914883"/>
                    </a:cubicBezTo>
                    <a:cubicBezTo>
                      <a:pt x="18229" y="922432"/>
                      <a:pt x="32043" y="908077"/>
                      <a:pt x="43962" y="906090"/>
                    </a:cubicBezTo>
                    <a:cubicBezTo>
                      <a:pt x="67269" y="902205"/>
                      <a:pt x="90692" y="898282"/>
                      <a:pt x="114300" y="897298"/>
                    </a:cubicBezTo>
                    <a:cubicBezTo>
                      <a:pt x="231466" y="892416"/>
                      <a:pt x="348762" y="891437"/>
                      <a:pt x="465993" y="888506"/>
                    </a:cubicBezTo>
                    <a:cubicBezTo>
                      <a:pt x="460131" y="876783"/>
                      <a:pt x="453010" y="865609"/>
                      <a:pt x="448408" y="853337"/>
                    </a:cubicBezTo>
                    <a:cubicBezTo>
                      <a:pt x="444165" y="842022"/>
                      <a:pt x="442936" y="829786"/>
                      <a:pt x="439616" y="818167"/>
                    </a:cubicBezTo>
                    <a:cubicBezTo>
                      <a:pt x="437070" y="809256"/>
                      <a:pt x="433262" y="800731"/>
                      <a:pt x="430823" y="791790"/>
                    </a:cubicBezTo>
                    <a:cubicBezTo>
                      <a:pt x="424464" y="768474"/>
                      <a:pt x="413239" y="721452"/>
                      <a:pt x="413239" y="721452"/>
                    </a:cubicBezTo>
                    <a:cubicBezTo>
                      <a:pt x="416170" y="645252"/>
                      <a:pt x="416959" y="568939"/>
                      <a:pt x="422031" y="492852"/>
                    </a:cubicBezTo>
                    <a:cubicBezTo>
                      <a:pt x="423624" y="468960"/>
                      <a:pt x="440738" y="434175"/>
                      <a:pt x="448408" y="413721"/>
                    </a:cubicBezTo>
                    <a:cubicBezTo>
                      <a:pt x="451662" y="405043"/>
                      <a:pt x="453549" y="395863"/>
                      <a:pt x="457200" y="387344"/>
                    </a:cubicBezTo>
                    <a:cubicBezTo>
                      <a:pt x="462363" y="375297"/>
                      <a:pt x="469462" y="364152"/>
                      <a:pt x="474785" y="352175"/>
                    </a:cubicBezTo>
                    <a:cubicBezTo>
                      <a:pt x="484942" y="329321"/>
                      <a:pt x="495521" y="294694"/>
                      <a:pt x="509954" y="273044"/>
                    </a:cubicBezTo>
                    <a:cubicBezTo>
                      <a:pt x="526211" y="248659"/>
                      <a:pt x="562708" y="202706"/>
                      <a:pt x="562708" y="202706"/>
                    </a:cubicBezTo>
                    <a:cubicBezTo>
                      <a:pt x="579697" y="151740"/>
                      <a:pt x="570224" y="153947"/>
                      <a:pt x="606669" y="123575"/>
                    </a:cubicBezTo>
                    <a:cubicBezTo>
                      <a:pt x="614787" y="116810"/>
                      <a:pt x="624254" y="111852"/>
                      <a:pt x="633046" y="105990"/>
                    </a:cubicBezTo>
                    <a:cubicBezTo>
                      <a:pt x="635977" y="97198"/>
                      <a:pt x="635285" y="86166"/>
                      <a:pt x="641839" y="79613"/>
                    </a:cubicBezTo>
                    <a:cubicBezTo>
                      <a:pt x="651107" y="70345"/>
                      <a:pt x="665628" y="68532"/>
                      <a:pt x="677008" y="62029"/>
                    </a:cubicBezTo>
                    <a:cubicBezTo>
                      <a:pt x="724733" y="34758"/>
                      <a:pt x="681400" y="51772"/>
                      <a:pt x="729762" y="35652"/>
                    </a:cubicBezTo>
                    <a:cubicBezTo>
                      <a:pt x="735623" y="26860"/>
                      <a:pt x="739095" y="15876"/>
                      <a:pt x="747346" y="9275"/>
                    </a:cubicBezTo>
                    <a:cubicBezTo>
                      <a:pt x="754583" y="3485"/>
                      <a:pt x="782979" y="946"/>
                      <a:pt x="773723" y="483"/>
                    </a:cubicBezTo>
                    <a:cubicBezTo>
                      <a:pt x="706399" y="-2883"/>
                      <a:pt x="611066" y="12206"/>
                      <a:pt x="562708" y="18067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FB32CF0-E456-F9D7-F6DB-787718A08946}"/>
              </a:ext>
            </a:extLst>
          </p:cNvPr>
          <p:cNvGrpSpPr/>
          <p:nvPr/>
        </p:nvGrpSpPr>
        <p:grpSpPr>
          <a:xfrm>
            <a:off x="4931280" y="5737492"/>
            <a:ext cx="1042416" cy="1024128"/>
            <a:chOff x="4350340" y="2832151"/>
            <a:chExt cx="1530220" cy="1504560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EC3A682D-FE74-4775-9AEB-7CA1492D50F1}"/>
                </a:ext>
              </a:extLst>
            </p:cNvPr>
            <p:cNvGrpSpPr/>
            <p:nvPr/>
          </p:nvGrpSpPr>
          <p:grpSpPr>
            <a:xfrm>
              <a:off x="4350340" y="2832151"/>
              <a:ext cx="1530220" cy="1504560"/>
              <a:chOff x="475862" y="905612"/>
              <a:chExt cx="1530220" cy="1504560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FB53592-DA4D-40B8-A61E-459E7AB749D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Flowchart: Delay 110">
                <a:extLst>
                  <a:ext uri="{FF2B5EF4-FFF2-40B4-BE49-F238E27FC236}">
                    <a16:creationId xmlns:a16="http://schemas.microsoft.com/office/drawing/2014/main" id="{72315CED-2F79-4B3D-9557-9C003D57EF00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AF359B4-4871-468B-A7F5-48117EF57CC1}"/>
                </a:ext>
              </a:extLst>
            </p:cNvPr>
            <p:cNvGrpSpPr/>
            <p:nvPr/>
          </p:nvGrpSpPr>
          <p:grpSpPr>
            <a:xfrm>
              <a:off x="4717937" y="3085612"/>
              <a:ext cx="795025" cy="1156559"/>
              <a:chOff x="1586781" y="1894202"/>
              <a:chExt cx="1077723" cy="1567813"/>
            </a:xfrm>
          </p:grpSpPr>
          <p:pic>
            <p:nvPicPr>
              <p:cNvPr id="158" name="Picture 6" descr="Black demon mask Royalty Free Vector Image - VectorStock">
                <a:extLst>
                  <a:ext uri="{FF2B5EF4-FFF2-40B4-BE49-F238E27FC236}">
                    <a16:creationId xmlns:a16="http://schemas.microsoft.com/office/drawing/2014/main" id="{4AB29A07-9E31-4E4B-8E00-D291262654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58" t="3076" r="5741" b="21026"/>
              <a:stretch/>
            </p:blipFill>
            <p:spPr bwMode="auto">
              <a:xfrm>
                <a:off x="1586781" y="2407728"/>
                <a:ext cx="1077723" cy="10542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9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9FF496F5-BE64-47E7-A995-A94FE3F770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6321" y="1894202"/>
                <a:ext cx="758641" cy="7586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DB0FF3-EE5B-83B0-77F6-380CEC4FF886}"/>
              </a:ext>
            </a:extLst>
          </p:cNvPr>
          <p:cNvGrpSpPr/>
          <p:nvPr/>
        </p:nvGrpSpPr>
        <p:grpSpPr>
          <a:xfrm>
            <a:off x="2509092" y="5737492"/>
            <a:ext cx="1042416" cy="1024128"/>
            <a:chOff x="411733" y="4663882"/>
            <a:chExt cx="1530220" cy="1504560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13454CE-1D7E-4189-BF5E-7E7C8DD42ED3}"/>
                </a:ext>
              </a:extLst>
            </p:cNvPr>
            <p:cNvGrpSpPr/>
            <p:nvPr/>
          </p:nvGrpSpPr>
          <p:grpSpPr>
            <a:xfrm>
              <a:off x="411733" y="4663882"/>
              <a:ext cx="1530220" cy="1504560"/>
              <a:chOff x="475862" y="905612"/>
              <a:chExt cx="1530220" cy="150456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5507081-176F-43E8-9571-0BC20CFF8944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lowchart: Delay 81">
                <a:extLst>
                  <a:ext uri="{FF2B5EF4-FFF2-40B4-BE49-F238E27FC236}">
                    <a16:creationId xmlns:a16="http://schemas.microsoft.com/office/drawing/2014/main" id="{D6DE53C2-DF5B-4C3D-9135-5BEBD7C658EF}"/>
                  </a:ext>
                </a:extLst>
              </p:cNvPr>
              <p:cNvSpPr/>
              <p:nvPr/>
            </p:nvSpPr>
            <p:spPr>
              <a:xfrm rot="16200000">
                <a:off x="642694" y="1166596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3" name="Picture 6" descr="Black demon mask Royalty Free Vector Image - VectorStock">
              <a:extLst>
                <a:ext uri="{FF2B5EF4-FFF2-40B4-BE49-F238E27FC236}">
                  <a16:creationId xmlns:a16="http://schemas.microsoft.com/office/drawing/2014/main" id="{E27AD9EC-A3B8-4533-BE88-67093A61349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8" t="3076" r="5741" b="21026"/>
            <a:stretch/>
          </p:blipFill>
          <p:spPr bwMode="auto">
            <a:xfrm>
              <a:off x="809843" y="5227676"/>
              <a:ext cx="772224" cy="755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461182-DDEF-07CC-B272-AADB4BCDD8FC}"/>
              </a:ext>
            </a:extLst>
          </p:cNvPr>
          <p:cNvGrpSpPr/>
          <p:nvPr/>
        </p:nvGrpSpPr>
        <p:grpSpPr>
          <a:xfrm>
            <a:off x="3668634" y="1664324"/>
            <a:ext cx="1042416" cy="1024128"/>
            <a:chOff x="10241185" y="2832151"/>
            <a:chExt cx="1530220" cy="15045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49253AF4-A6E7-4B53-AF58-F829D71C0E55}"/>
                </a:ext>
              </a:extLst>
            </p:cNvPr>
            <p:cNvGrpSpPr/>
            <p:nvPr/>
          </p:nvGrpSpPr>
          <p:grpSpPr>
            <a:xfrm>
              <a:off x="10241185" y="2832151"/>
              <a:ext cx="1530220" cy="1504560"/>
              <a:chOff x="475862" y="905612"/>
              <a:chExt cx="1530220" cy="1504560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C06C206C-4D51-487D-A645-B5F7241E0EF2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Flowchart: Delay 119">
                <a:extLst>
                  <a:ext uri="{FF2B5EF4-FFF2-40B4-BE49-F238E27FC236}">
                    <a16:creationId xmlns:a16="http://schemas.microsoft.com/office/drawing/2014/main" id="{E7CCF54A-0562-4122-A4D6-09F99A58250C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FD54935-4BF2-486A-9347-1F5D9C867740}"/>
                </a:ext>
              </a:extLst>
            </p:cNvPr>
            <p:cNvGrpSpPr/>
            <p:nvPr/>
          </p:nvGrpSpPr>
          <p:grpSpPr>
            <a:xfrm>
              <a:off x="10519355" y="3372769"/>
              <a:ext cx="973879" cy="798280"/>
              <a:chOff x="6037055" y="5227676"/>
              <a:chExt cx="973879" cy="7982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5D40851-0E7C-41C7-832E-109554C09479}"/>
                  </a:ext>
                </a:extLst>
              </p:cNvPr>
              <p:cNvGrpSpPr/>
              <p:nvPr/>
            </p:nvGrpSpPr>
            <p:grpSpPr>
              <a:xfrm>
                <a:off x="6037055" y="5407084"/>
                <a:ext cx="973879" cy="576023"/>
                <a:chOff x="5831367" y="5410440"/>
                <a:chExt cx="1211934" cy="576023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8B6997B1-491B-46BE-871E-CD6F634295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4869810">
                  <a:off x="6357807" y="4952295"/>
                  <a:ext cx="227350" cy="1143639"/>
                </a:xfrm>
                <a:prstGeom prst="rect">
                  <a:avLst/>
                </a:prstGeom>
              </p:spPr>
            </p:pic>
            <p:pic>
              <p:nvPicPr>
                <p:cNvPr id="126" name="Picture 125">
                  <a:extLst>
                    <a:ext uri="{FF2B5EF4-FFF2-40B4-BE49-F238E27FC236}">
                      <a16:creationId xmlns:a16="http://schemas.microsoft.com/office/drawing/2014/main" id="{CBD240CA-B514-4D9B-B1D1-E9CC39E588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4869810">
                  <a:off x="6289512" y="5300968"/>
                  <a:ext cx="227350" cy="1143639"/>
                </a:xfrm>
                <a:prstGeom prst="rect">
                  <a:avLst/>
                </a:prstGeom>
              </p:spPr>
            </p:pic>
          </p:grpSp>
          <p:pic>
            <p:nvPicPr>
              <p:cNvPr id="125" name="Picture 2" descr="Chess knight stock vector. Illustration of play, abstract - 98504632">
                <a:extLst>
                  <a:ext uri="{FF2B5EF4-FFF2-40B4-BE49-F238E27FC236}">
                    <a16:creationId xmlns:a16="http://schemas.microsoft.com/office/drawing/2014/main" id="{9B77922C-45CA-42C7-808F-B97F22D15A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7055" y="5227676"/>
                <a:ext cx="556209" cy="798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7590C5C-CCB0-B66C-1E82-95ABE10CA195}"/>
              </a:ext>
            </a:extLst>
          </p:cNvPr>
          <p:cNvGrpSpPr/>
          <p:nvPr/>
        </p:nvGrpSpPr>
        <p:grpSpPr>
          <a:xfrm>
            <a:off x="7293639" y="1633804"/>
            <a:ext cx="1042416" cy="1024128"/>
            <a:chOff x="423110" y="905612"/>
            <a:chExt cx="1530220" cy="15045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C390F56-075B-409A-82A1-E0B09CCEA445}"/>
                </a:ext>
              </a:extLst>
            </p:cNvPr>
            <p:cNvGrpSpPr/>
            <p:nvPr/>
          </p:nvGrpSpPr>
          <p:grpSpPr>
            <a:xfrm>
              <a:off x="423110" y="905612"/>
              <a:ext cx="1530220" cy="1504560"/>
              <a:chOff x="475862" y="905612"/>
              <a:chExt cx="1530220" cy="150456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9A06361-F844-4531-A029-5CDF5D2E6E19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" name="Flowchart: Delay 1">
                <a:extLst>
                  <a:ext uri="{FF2B5EF4-FFF2-40B4-BE49-F238E27FC236}">
                    <a16:creationId xmlns:a16="http://schemas.microsoft.com/office/drawing/2014/main" id="{8257CD2E-EC55-4CEE-8E87-537B73D1B257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B6C8A58-4764-4364-8302-AB8B525FF333}"/>
                </a:ext>
              </a:extLst>
            </p:cNvPr>
            <p:cNvGrpSpPr/>
            <p:nvPr/>
          </p:nvGrpSpPr>
          <p:grpSpPr>
            <a:xfrm>
              <a:off x="656989" y="1287281"/>
              <a:ext cx="1140155" cy="944387"/>
              <a:chOff x="4090995" y="5062200"/>
              <a:chExt cx="1140155" cy="944387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D9EFD8B-339D-486E-BCE9-6E56E3543B4F}"/>
                  </a:ext>
                </a:extLst>
              </p:cNvPr>
              <p:cNvGrpSpPr/>
              <p:nvPr/>
            </p:nvGrpSpPr>
            <p:grpSpPr>
              <a:xfrm rot="284745">
                <a:off x="4111529" y="5456934"/>
                <a:ext cx="1002690" cy="412380"/>
                <a:chOff x="2676525" y="1935534"/>
                <a:chExt cx="6838950" cy="2812678"/>
              </a:xfrm>
            </p:grpSpPr>
            <p:pic>
              <p:nvPicPr>
                <p:cNvPr id="131" name="Picture 130">
                  <a:extLst>
                    <a:ext uri="{FF2B5EF4-FFF2-40B4-BE49-F238E27FC236}">
                      <a16:creationId xmlns:a16="http://schemas.microsoft.com/office/drawing/2014/main" id="{5DBF9683-7BC4-47CF-A7B3-89C15A1B4A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76525" y="2109787"/>
                  <a:ext cx="6838950" cy="2638425"/>
                </a:xfrm>
                <a:prstGeom prst="rect">
                  <a:avLst/>
                </a:prstGeom>
              </p:spPr>
            </p:pic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05446D75-BF51-48EE-A497-2F3D188DF60B}"/>
                    </a:ext>
                  </a:extLst>
                </p:cNvPr>
                <p:cNvSpPr/>
                <p:nvPr/>
              </p:nvSpPr>
              <p:spPr>
                <a:xfrm rot="21316495" flipH="1">
                  <a:off x="7325852" y="1935534"/>
                  <a:ext cx="676290" cy="602327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Freeform: Shape 132">
                  <a:extLst>
                    <a:ext uri="{FF2B5EF4-FFF2-40B4-BE49-F238E27FC236}">
                      <a16:creationId xmlns:a16="http://schemas.microsoft.com/office/drawing/2014/main" id="{99723C97-833F-4CCD-8833-BC4E4D6B29FA}"/>
                    </a:ext>
                  </a:extLst>
                </p:cNvPr>
                <p:cNvSpPr/>
                <p:nvPr/>
              </p:nvSpPr>
              <p:spPr>
                <a:xfrm rot="21173588" flipH="1">
                  <a:off x="6964047" y="2008805"/>
                  <a:ext cx="676290" cy="602327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Freeform: Shape 164">
                  <a:extLst>
                    <a:ext uri="{FF2B5EF4-FFF2-40B4-BE49-F238E27FC236}">
                      <a16:creationId xmlns:a16="http://schemas.microsoft.com/office/drawing/2014/main" id="{AFE94B2F-91C3-4114-BCE3-F70A7E18F7C4}"/>
                    </a:ext>
                  </a:extLst>
                </p:cNvPr>
                <p:cNvSpPr/>
                <p:nvPr/>
              </p:nvSpPr>
              <p:spPr>
                <a:xfrm rot="21047560" flipH="1">
                  <a:off x="6669360" y="2162000"/>
                  <a:ext cx="676290" cy="602327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C645638B-8ED0-4EA1-AE49-759F08640460}"/>
                    </a:ext>
                  </a:extLst>
                </p:cNvPr>
                <p:cNvSpPr/>
                <p:nvPr/>
              </p:nvSpPr>
              <p:spPr>
                <a:xfrm rot="21103619" flipH="1">
                  <a:off x="6450315" y="2349899"/>
                  <a:ext cx="676290" cy="602327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258B5E6F-0FCB-41D9-8593-D9494E76508D}"/>
                    </a:ext>
                  </a:extLst>
                </p:cNvPr>
                <p:cNvSpPr/>
                <p:nvPr/>
              </p:nvSpPr>
              <p:spPr>
                <a:xfrm rot="20920544" flipH="1">
                  <a:off x="5473029" y="2505529"/>
                  <a:ext cx="473891" cy="427431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C62C8BA4-C36B-4C43-B51A-45D5DEF87DAB}"/>
                    </a:ext>
                  </a:extLst>
                </p:cNvPr>
                <p:cNvSpPr/>
                <p:nvPr/>
              </p:nvSpPr>
              <p:spPr>
                <a:xfrm rot="20920544" flipH="1">
                  <a:off x="5249968" y="2584232"/>
                  <a:ext cx="473891" cy="427431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Freeform: Shape 168">
                  <a:extLst>
                    <a:ext uri="{FF2B5EF4-FFF2-40B4-BE49-F238E27FC236}">
                      <a16:creationId xmlns:a16="http://schemas.microsoft.com/office/drawing/2014/main" id="{0D9E5DEB-7C1D-4A64-BEEF-796ED1F66A7F}"/>
                    </a:ext>
                  </a:extLst>
                </p:cNvPr>
                <p:cNvSpPr/>
                <p:nvPr/>
              </p:nvSpPr>
              <p:spPr>
                <a:xfrm rot="20920544" flipH="1">
                  <a:off x="5006555" y="2663340"/>
                  <a:ext cx="473891" cy="427431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Freeform: Shape 169">
                  <a:extLst>
                    <a:ext uri="{FF2B5EF4-FFF2-40B4-BE49-F238E27FC236}">
                      <a16:creationId xmlns:a16="http://schemas.microsoft.com/office/drawing/2014/main" id="{31766E0A-E826-435D-A0C1-050152A025BE}"/>
                    </a:ext>
                  </a:extLst>
                </p:cNvPr>
                <p:cNvSpPr/>
                <p:nvPr/>
              </p:nvSpPr>
              <p:spPr>
                <a:xfrm rot="20920544" flipH="1">
                  <a:off x="4803466" y="2742448"/>
                  <a:ext cx="473891" cy="427431"/>
                </a:xfrm>
                <a:custGeom>
                  <a:avLst/>
                  <a:gdLst>
                    <a:gd name="connsiteX0" fmla="*/ 562708 w 775558"/>
                    <a:gd name="connsiteY0" fmla="*/ 18067 h 917059"/>
                    <a:gd name="connsiteX1" fmla="*/ 483577 w 775558"/>
                    <a:gd name="connsiteY1" fmla="*/ 35652 h 917059"/>
                    <a:gd name="connsiteX2" fmla="*/ 448408 w 775558"/>
                    <a:gd name="connsiteY2" fmla="*/ 62029 h 917059"/>
                    <a:gd name="connsiteX3" fmla="*/ 404446 w 775558"/>
                    <a:gd name="connsiteY3" fmla="*/ 79613 h 917059"/>
                    <a:gd name="connsiteX4" fmla="*/ 325316 w 775558"/>
                    <a:gd name="connsiteY4" fmla="*/ 132367 h 917059"/>
                    <a:gd name="connsiteX5" fmla="*/ 298939 w 775558"/>
                    <a:gd name="connsiteY5" fmla="*/ 158744 h 917059"/>
                    <a:gd name="connsiteX6" fmla="*/ 281354 w 775558"/>
                    <a:gd name="connsiteY6" fmla="*/ 193913 h 917059"/>
                    <a:gd name="connsiteX7" fmla="*/ 254977 w 775558"/>
                    <a:gd name="connsiteY7" fmla="*/ 220290 h 917059"/>
                    <a:gd name="connsiteX8" fmla="*/ 193431 w 775558"/>
                    <a:gd name="connsiteY8" fmla="*/ 299421 h 917059"/>
                    <a:gd name="connsiteX9" fmla="*/ 158262 w 775558"/>
                    <a:gd name="connsiteY9" fmla="*/ 360967 h 917059"/>
                    <a:gd name="connsiteX10" fmla="*/ 131885 w 775558"/>
                    <a:gd name="connsiteY10" fmla="*/ 422513 h 917059"/>
                    <a:gd name="connsiteX11" fmla="*/ 114300 w 775558"/>
                    <a:gd name="connsiteY11" fmla="*/ 457683 h 917059"/>
                    <a:gd name="connsiteX12" fmla="*/ 96716 w 775558"/>
                    <a:gd name="connsiteY12" fmla="*/ 519229 h 917059"/>
                    <a:gd name="connsiteX13" fmla="*/ 79131 w 775558"/>
                    <a:gd name="connsiteY13" fmla="*/ 545606 h 917059"/>
                    <a:gd name="connsiteX14" fmla="*/ 43962 w 775558"/>
                    <a:gd name="connsiteY14" fmla="*/ 659906 h 917059"/>
                    <a:gd name="connsiteX15" fmla="*/ 26377 w 775558"/>
                    <a:gd name="connsiteY15" fmla="*/ 747829 h 917059"/>
                    <a:gd name="connsiteX16" fmla="*/ 17585 w 775558"/>
                    <a:gd name="connsiteY16" fmla="*/ 774206 h 917059"/>
                    <a:gd name="connsiteX17" fmla="*/ 0 w 775558"/>
                    <a:gd name="connsiteY17" fmla="*/ 870921 h 917059"/>
                    <a:gd name="connsiteX18" fmla="*/ 8793 w 775558"/>
                    <a:gd name="connsiteY18" fmla="*/ 914883 h 917059"/>
                    <a:gd name="connsiteX19" fmla="*/ 43962 w 775558"/>
                    <a:gd name="connsiteY19" fmla="*/ 906090 h 917059"/>
                    <a:gd name="connsiteX20" fmla="*/ 114300 w 775558"/>
                    <a:gd name="connsiteY20" fmla="*/ 897298 h 917059"/>
                    <a:gd name="connsiteX21" fmla="*/ 465993 w 775558"/>
                    <a:gd name="connsiteY21" fmla="*/ 888506 h 917059"/>
                    <a:gd name="connsiteX22" fmla="*/ 448408 w 775558"/>
                    <a:gd name="connsiteY22" fmla="*/ 853337 h 917059"/>
                    <a:gd name="connsiteX23" fmla="*/ 439616 w 775558"/>
                    <a:gd name="connsiteY23" fmla="*/ 818167 h 917059"/>
                    <a:gd name="connsiteX24" fmla="*/ 430823 w 775558"/>
                    <a:gd name="connsiteY24" fmla="*/ 791790 h 917059"/>
                    <a:gd name="connsiteX25" fmla="*/ 413239 w 775558"/>
                    <a:gd name="connsiteY25" fmla="*/ 721452 h 917059"/>
                    <a:gd name="connsiteX26" fmla="*/ 422031 w 775558"/>
                    <a:gd name="connsiteY26" fmla="*/ 492852 h 917059"/>
                    <a:gd name="connsiteX27" fmla="*/ 448408 w 775558"/>
                    <a:gd name="connsiteY27" fmla="*/ 413721 h 917059"/>
                    <a:gd name="connsiteX28" fmla="*/ 457200 w 775558"/>
                    <a:gd name="connsiteY28" fmla="*/ 387344 h 917059"/>
                    <a:gd name="connsiteX29" fmla="*/ 474785 w 775558"/>
                    <a:gd name="connsiteY29" fmla="*/ 352175 h 917059"/>
                    <a:gd name="connsiteX30" fmla="*/ 509954 w 775558"/>
                    <a:gd name="connsiteY30" fmla="*/ 273044 h 917059"/>
                    <a:gd name="connsiteX31" fmla="*/ 562708 w 775558"/>
                    <a:gd name="connsiteY31" fmla="*/ 202706 h 917059"/>
                    <a:gd name="connsiteX32" fmla="*/ 606669 w 775558"/>
                    <a:gd name="connsiteY32" fmla="*/ 123575 h 917059"/>
                    <a:gd name="connsiteX33" fmla="*/ 633046 w 775558"/>
                    <a:gd name="connsiteY33" fmla="*/ 105990 h 917059"/>
                    <a:gd name="connsiteX34" fmla="*/ 641839 w 775558"/>
                    <a:gd name="connsiteY34" fmla="*/ 79613 h 917059"/>
                    <a:gd name="connsiteX35" fmla="*/ 677008 w 775558"/>
                    <a:gd name="connsiteY35" fmla="*/ 62029 h 917059"/>
                    <a:gd name="connsiteX36" fmla="*/ 729762 w 775558"/>
                    <a:gd name="connsiteY36" fmla="*/ 35652 h 917059"/>
                    <a:gd name="connsiteX37" fmla="*/ 747346 w 775558"/>
                    <a:gd name="connsiteY37" fmla="*/ 9275 h 917059"/>
                    <a:gd name="connsiteX38" fmla="*/ 773723 w 775558"/>
                    <a:gd name="connsiteY38" fmla="*/ 483 h 917059"/>
                    <a:gd name="connsiteX39" fmla="*/ 562708 w 775558"/>
                    <a:gd name="connsiteY39" fmla="*/ 18067 h 917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775558" h="917059">
                      <a:moveTo>
                        <a:pt x="562708" y="18067"/>
                      </a:moveTo>
                      <a:cubicBezTo>
                        <a:pt x="514350" y="23928"/>
                        <a:pt x="491852" y="31515"/>
                        <a:pt x="483577" y="35652"/>
                      </a:cubicBezTo>
                      <a:cubicBezTo>
                        <a:pt x="470470" y="42205"/>
                        <a:pt x="461218" y="54913"/>
                        <a:pt x="448408" y="62029"/>
                      </a:cubicBezTo>
                      <a:cubicBezTo>
                        <a:pt x="434611" y="69694"/>
                        <a:pt x="418563" y="72555"/>
                        <a:pt x="404446" y="79613"/>
                      </a:cubicBezTo>
                      <a:cubicBezTo>
                        <a:pt x="380835" y="91418"/>
                        <a:pt x="345931" y="114697"/>
                        <a:pt x="325316" y="132367"/>
                      </a:cubicBezTo>
                      <a:cubicBezTo>
                        <a:pt x="315875" y="140459"/>
                        <a:pt x="306166" y="148626"/>
                        <a:pt x="298939" y="158744"/>
                      </a:cubicBezTo>
                      <a:cubicBezTo>
                        <a:pt x="291321" y="169409"/>
                        <a:pt x="288972" y="183248"/>
                        <a:pt x="281354" y="193913"/>
                      </a:cubicBezTo>
                      <a:cubicBezTo>
                        <a:pt x="274127" y="204031"/>
                        <a:pt x="262611" y="210475"/>
                        <a:pt x="254977" y="220290"/>
                      </a:cubicBezTo>
                      <a:cubicBezTo>
                        <a:pt x="181361" y="314940"/>
                        <a:pt x="253314" y="239538"/>
                        <a:pt x="193431" y="299421"/>
                      </a:cubicBezTo>
                      <a:cubicBezTo>
                        <a:pt x="176158" y="351242"/>
                        <a:pt x="196283" y="300134"/>
                        <a:pt x="158262" y="360967"/>
                      </a:cubicBezTo>
                      <a:cubicBezTo>
                        <a:pt x="131752" y="403384"/>
                        <a:pt x="148202" y="384440"/>
                        <a:pt x="131885" y="422513"/>
                      </a:cubicBezTo>
                      <a:cubicBezTo>
                        <a:pt x="126722" y="434560"/>
                        <a:pt x="120162" y="445960"/>
                        <a:pt x="114300" y="457683"/>
                      </a:cubicBezTo>
                      <a:cubicBezTo>
                        <a:pt x="111483" y="468950"/>
                        <a:pt x="103022" y="506617"/>
                        <a:pt x="96716" y="519229"/>
                      </a:cubicBezTo>
                      <a:cubicBezTo>
                        <a:pt x="91990" y="528681"/>
                        <a:pt x="84993" y="536814"/>
                        <a:pt x="79131" y="545606"/>
                      </a:cubicBezTo>
                      <a:cubicBezTo>
                        <a:pt x="37386" y="712583"/>
                        <a:pt x="83799" y="540394"/>
                        <a:pt x="43962" y="659906"/>
                      </a:cubicBezTo>
                      <a:cubicBezTo>
                        <a:pt x="32280" y="694951"/>
                        <a:pt x="35038" y="708853"/>
                        <a:pt x="26377" y="747829"/>
                      </a:cubicBezTo>
                      <a:cubicBezTo>
                        <a:pt x="24367" y="756876"/>
                        <a:pt x="19833" y="765215"/>
                        <a:pt x="17585" y="774206"/>
                      </a:cubicBezTo>
                      <a:cubicBezTo>
                        <a:pt x="11443" y="798776"/>
                        <a:pt x="3918" y="847413"/>
                        <a:pt x="0" y="870921"/>
                      </a:cubicBezTo>
                      <a:cubicBezTo>
                        <a:pt x="2931" y="885575"/>
                        <a:pt x="-2877" y="905548"/>
                        <a:pt x="8793" y="914883"/>
                      </a:cubicBezTo>
                      <a:cubicBezTo>
                        <a:pt x="18229" y="922432"/>
                        <a:pt x="32043" y="908077"/>
                        <a:pt x="43962" y="906090"/>
                      </a:cubicBezTo>
                      <a:cubicBezTo>
                        <a:pt x="67269" y="902205"/>
                        <a:pt x="90692" y="898282"/>
                        <a:pt x="114300" y="897298"/>
                      </a:cubicBezTo>
                      <a:cubicBezTo>
                        <a:pt x="231466" y="892416"/>
                        <a:pt x="348762" y="891437"/>
                        <a:pt x="465993" y="888506"/>
                      </a:cubicBezTo>
                      <a:cubicBezTo>
                        <a:pt x="460131" y="876783"/>
                        <a:pt x="453010" y="865609"/>
                        <a:pt x="448408" y="853337"/>
                      </a:cubicBezTo>
                      <a:cubicBezTo>
                        <a:pt x="444165" y="842022"/>
                        <a:pt x="442936" y="829786"/>
                        <a:pt x="439616" y="818167"/>
                      </a:cubicBezTo>
                      <a:cubicBezTo>
                        <a:pt x="437070" y="809256"/>
                        <a:pt x="433262" y="800731"/>
                        <a:pt x="430823" y="791790"/>
                      </a:cubicBezTo>
                      <a:cubicBezTo>
                        <a:pt x="424464" y="768474"/>
                        <a:pt x="413239" y="721452"/>
                        <a:pt x="413239" y="721452"/>
                      </a:cubicBezTo>
                      <a:cubicBezTo>
                        <a:pt x="416170" y="645252"/>
                        <a:pt x="416959" y="568939"/>
                        <a:pt x="422031" y="492852"/>
                      </a:cubicBezTo>
                      <a:cubicBezTo>
                        <a:pt x="423624" y="468960"/>
                        <a:pt x="440738" y="434175"/>
                        <a:pt x="448408" y="413721"/>
                      </a:cubicBezTo>
                      <a:cubicBezTo>
                        <a:pt x="451662" y="405043"/>
                        <a:pt x="453549" y="395863"/>
                        <a:pt x="457200" y="387344"/>
                      </a:cubicBezTo>
                      <a:cubicBezTo>
                        <a:pt x="462363" y="375297"/>
                        <a:pt x="469462" y="364152"/>
                        <a:pt x="474785" y="352175"/>
                      </a:cubicBezTo>
                      <a:cubicBezTo>
                        <a:pt x="484942" y="329321"/>
                        <a:pt x="495521" y="294694"/>
                        <a:pt x="509954" y="273044"/>
                      </a:cubicBezTo>
                      <a:cubicBezTo>
                        <a:pt x="526211" y="248659"/>
                        <a:pt x="562708" y="202706"/>
                        <a:pt x="562708" y="202706"/>
                      </a:cubicBezTo>
                      <a:cubicBezTo>
                        <a:pt x="579697" y="151740"/>
                        <a:pt x="570224" y="153947"/>
                        <a:pt x="606669" y="123575"/>
                      </a:cubicBezTo>
                      <a:cubicBezTo>
                        <a:pt x="614787" y="116810"/>
                        <a:pt x="624254" y="111852"/>
                        <a:pt x="633046" y="105990"/>
                      </a:cubicBezTo>
                      <a:cubicBezTo>
                        <a:pt x="635977" y="97198"/>
                        <a:pt x="635285" y="86166"/>
                        <a:pt x="641839" y="79613"/>
                      </a:cubicBezTo>
                      <a:cubicBezTo>
                        <a:pt x="651107" y="70345"/>
                        <a:pt x="665628" y="68532"/>
                        <a:pt x="677008" y="62029"/>
                      </a:cubicBezTo>
                      <a:cubicBezTo>
                        <a:pt x="724733" y="34758"/>
                        <a:pt x="681400" y="51772"/>
                        <a:pt x="729762" y="35652"/>
                      </a:cubicBezTo>
                      <a:cubicBezTo>
                        <a:pt x="735623" y="26860"/>
                        <a:pt x="739095" y="15876"/>
                        <a:pt x="747346" y="9275"/>
                      </a:cubicBezTo>
                      <a:cubicBezTo>
                        <a:pt x="754583" y="3485"/>
                        <a:pt x="782979" y="946"/>
                        <a:pt x="773723" y="483"/>
                      </a:cubicBezTo>
                      <a:cubicBezTo>
                        <a:pt x="706399" y="-2883"/>
                        <a:pt x="611066" y="12206"/>
                        <a:pt x="562708" y="18067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71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5D6A81F4-F26A-4996-B329-7124203767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0995" y="5197757"/>
                <a:ext cx="304480" cy="3044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3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DA7D9E30-FF1B-489A-A59D-EB312D965E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04070" y="5062200"/>
                <a:ext cx="304480" cy="3044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13656C8E-C2C2-4B9A-922A-80B9E33D2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22698" y="5155814"/>
                <a:ext cx="304480" cy="3044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FBE26DDD-492E-44AB-A052-C3A65F3667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1078" y="5702108"/>
                <a:ext cx="304480" cy="3044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6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3A658E3B-7D4A-4E11-9186-8DF29FD33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26670" y="5659710"/>
                <a:ext cx="304480" cy="3044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2A27A4-30AE-3F96-74E8-4E00C58E37EB}"/>
              </a:ext>
            </a:extLst>
          </p:cNvPr>
          <p:cNvGrpSpPr/>
          <p:nvPr/>
        </p:nvGrpSpPr>
        <p:grpSpPr>
          <a:xfrm>
            <a:off x="2467144" y="478696"/>
            <a:ext cx="1042416" cy="1024128"/>
            <a:chOff x="10403953" y="4059286"/>
            <a:chExt cx="1527048" cy="1508760"/>
          </a:xfrm>
        </p:grpSpPr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C66B7F71-22A1-E840-6270-54A3FB77D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0631382">
              <a:off x="10877820" y="4453518"/>
              <a:ext cx="637327" cy="1010989"/>
            </a:xfrm>
            <a:prstGeom prst="rect">
              <a:avLst/>
            </a:prstGeom>
          </p:spPr>
        </p:pic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370826AD-BE13-AF66-27BA-7DFCC02469B2}"/>
                </a:ext>
              </a:extLst>
            </p:cNvPr>
            <p:cNvGrpSpPr/>
            <p:nvPr/>
          </p:nvGrpSpPr>
          <p:grpSpPr>
            <a:xfrm>
              <a:off x="10403953" y="4059286"/>
              <a:ext cx="1527048" cy="1508760"/>
              <a:chOff x="475862" y="905612"/>
              <a:chExt cx="1530220" cy="150456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5CD45D72-474D-0F4A-7497-B885D0D29392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lowchart: Delay 163">
                <a:extLst>
                  <a:ext uri="{FF2B5EF4-FFF2-40B4-BE49-F238E27FC236}">
                    <a16:creationId xmlns:a16="http://schemas.microsoft.com/office/drawing/2014/main" id="{630B8509-5B0C-EC3D-E3AC-33C5D26E7ECF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7DEB3D-C4D3-ACE2-3708-642D10679789}"/>
              </a:ext>
            </a:extLst>
          </p:cNvPr>
          <p:cNvGrpSpPr/>
          <p:nvPr/>
        </p:nvGrpSpPr>
        <p:grpSpPr>
          <a:xfrm>
            <a:off x="95772" y="478696"/>
            <a:ext cx="1042416" cy="1024128"/>
            <a:chOff x="4203656" y="3104446"/>
            <a:chExt cx="1527048" cy="1508760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01EA14CD-2E87-4E62-9261-794D26E8B734}"/>
                </a:ext>
              </a:extLst>
            </p:cNvPr>
            <p:cNvGrpSpPr/>
            <p:nvPr/>
          </p:nvGrpSpPr>
          <p:grpSpPr>
            <a:xfrm>
              <a:off x="4203656" y="3104446"/>
              <a:ext cx="1527048" cy="1508760"/>
              <a:chOff x="475862" y="905612"/>
              <a:chExt cx="1530220" cy="1504560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5C950D4-AABC-9742-26EC-0B663D609CD4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Flowchart: Delay 183">
                <a:extLst>
                  <a:ext uri="{FF2B5EF4-FFF2-40B4-BE49-F238E27FC236}">
                    <a16:creationId xmlns:a16="http://schemas.microsoft.com/office/drawing/2014/main" id="{A6688122-17B5-BFF2-09A1-7B856604462D}"/>
                  </a:ext>
                </a:extLst>
              </p:cNvPr>
              <p:cNvSpPr/>
              <p:nvPr/>
            </p:nvSpPr>
            <p:spPr>
              <a:xfrm rot="16200000">
                <a:off x="642694" y="1175339"/>
                <a:ext cx="1214140" cy="1176013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6E997806-0BAB-C7F6-54C7-0DD90A8CE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 flipH="1">
              <a:off x="4650022" y="3595321"/>
              <a:ext cx="212245" cy="789526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B27A3F6-7C1A-585C-2A52-77ECFA712738}"/>
                </a:ext>
              </a:extLst>
            </p:cNvPr>
            <p:cNvGrpSpPr/>
            <p:nvPr/>
          </p:nvGrpSpPr>
          <p:grpSpPr>
            <a:xfrm>
              <a:off x="4862267" y="3816745"/>
              <a:ext cx="442103" cy="549642"/>
              <a:chOff x="6391816" y="829908"/>
              <a:chExt cx="1389375" cy="1727331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5E46F39E-DB85-3867-1DAC-F5C213C701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91816" y="829908"/>
                <a:ext cx="1389375" cy="1727331"/>
              </a:xfrm>
              <a:prstGeom prst="rect">
                <a:avLst/>
              </a:prstGeom>
            </p:spPr>
          </p:pic>
          <p:pic>
            <p:nvPicPr>
              <p:cNvPr id="177" name="Picture 6" descr="Black demon mask Royalty Free Vector Image - VectorStock">
                <a:extLst>
                  <a:ext uri="{FF2B5EF4-FFF2-40B4-BE49-F238E27FC236}">
                    <a16:creationId xmlns:a16="http://schemas.microsoft.com/office/drawing/2014/main" id="{11C25E92-15C3-0E7D-47C6-6E795DC768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58" t="3076" r="5741" b="21026"/>
              <a:stretch/>
            </p:blipFill>
            <p:spPr bwMode="auto">
              <a:xfrm>
                <a:off x="6708796" y="1308587"/>
                <a:ext cx="735728" cy="7191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7191974-7C20-72E2-1112-15F667E9E91C}"/>
              </a:ext>
            </a:extLst>
          </p:cNvPr>
          <p:cNvGrpSpPr/>
          <p:nvPr/>
        </p:nvGrpSpPr>
        <p:grpSpPr>
          <a:xfrm>
            <a:off x="1281458" y="478696"/>
            <a:ext cx="1042416" cy="1024128"/>
            <a:chOff x="7096667" y="3979652"/>
            <a:chExt cx="1527048" cy="150876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6B5A9A9-A1EA-F450-EF04-6FAA05327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1751473">
              <a:off x="7488695" y="4322742"/>
              <a:ext cx="392895" cy="1089538"/>
            </a:xfrm>
            <a:prstGeom prst="rect">
              <a:avLst/>
            </a:prstGeom>
          </p:spPr>
        </p:pic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B1EC21E5-0D41-56C4-1919-B2DCCA1CB561}"/>
                </a:ext>
              </a:extLst>
            </p:cNvPr>
            <p:cNvGrpSpPr/>
            <p:nvPr/>
          </p:nvGrpSpPr>
          <p:grpSpPr>
            <a:xfrm>
              <a:off x="7096667" y="3979652"/>
              <a:ext cx="1527048" cy="1508760"/>
              <a:chOff x="475862" y="905612"/>
              <a:chExt cx="1530220" cy="150456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D66915FF-F1CD-244D-A93D-64AC4C469057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Flowchart: Delay 190">
                <a:extLst>
                  <a:ext uri="{FF2B5EF4-FFF2-40B4-BE49-F238E27FC236}">
                    <a16:creationId xmlns:a16="http://schemas.microsoft.com/office/drawing/2014/main" id="{8204C701-119D-8841-B51A-018FBBC19C9F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10675BD-22C5-8C47-8191-A172C3E3A7E9}"/>
                </a:ext>
              </a:extLst>
            </p:cNvPr>
            <p:cNvGrpSpPr/>
            <p:nvPr/>
          </p:nvGrpSpPr>
          <p:grpSpPr>
            <a:xfrm>
              <a:off x="7760713" y="4742630"/>
              <a:ext cx="442103" cy="549642"/>
              <a:chOff x="6391816" y="829908"/>
              <a:chExt cx="1389375" cy="1727331"/>
            </a:xfrm>
          </p:grpSpPr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B09D23CD-6DB8-587D-B8E5-337EE03F3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91816" y="829908"/>
                <a:ext cx="1389375" cy="1727331"/>
              </a:xfrm>
              <a:prstGeom prst="rect">
                <a:avLst/>
              </a:prstGeom>
            </p:spPr>
          </p:pic>
          <p:pic>
            <p:nvPicPr>
              <p:cNvPr id="182" name="Picture 6" descr="Black demon mask Royalty Free Vector Image - VectorStock">
                <a:extLst>
                  <a:ext uri="{FF2B5EF4-FFF2-40B4-BE49-F238E27FC236}">
                    <a16:creationId xmlns:a16="http://schemas.microsoft.com/office/drawing/2014/main" id="{79645FBE-3233-4FD8-7489-C8AD8F8A7B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58" t="3076" r="5741" b="21026"/>
              <a:stretch/>
            </p:blipFill>
            <p:spPr bwMode="auto">
              <a:xfrm>
                <a:off x="6708796" y="1308587"/>
                <a:ext cx="735728" cy="7191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3533DC-8F1E-5846-EACE-92178FD5EF58}"/>
              </a:ext>
            </a:extLst>
          </p:cNvPr>
          <p:cNvGrpSpPr/>
          <p:nvPr/>
        </p:nvGrpSpPr>
        <p:grpSpPr>
          <a:xfrm>
            <a:off x="4856568" y="1648704"/>
            <a:ext cx="1042416" cy="1024128"/>
            <a:chOff x="5955132" y="1374713"/>
            <a:chExt cx="1600200" cy="150876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63539E5F-1B8F-FF87-28AD-51C319B5437C}"/>
                </a:ext>
              </a:extLst>
            </p:cNvPr>
            <p:cNvGrpSpPr/>
            <p:nvPr/>
          </p:nvGrpSpPr>
          <p:grpSpPr>
            <a:xfrm>
              <a:off x="6357806" y="2007598"/>
              <a:ext cx="1028164" cy="808170"/>
              <a:chOff x="6037055" y="5227676"/>
              <a:chExt cx="973879" cy="798280"/>
            </a:xfrm>
          </p:grpSpPr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4631CD73-1E04-2604-7690-FD94E0267213}"/>
                  </a:ext>
                </a:extLst>
              </p:cNvPr>
              <p:cNvGrpSpPr/>
              <p:nvPr/>
            </p:nvGrpSpPr>
            <p:grpSpPr>
              <a:xfrm>
                <a:off x="6037055" y="5407084"/>
                <a:ext cx="973879" cy="576023"/>
                <a:chOff x="5831367" y="5410440"/>
                <a:chExt cx="1211934" cy="576023"/>
              </a:xfrm>
            </p:grpSpPr>
            <p:pic>
              <p:nvPicPr>
                <p:cNvPr id="194" name="Picture 193">
                  <a:extLst>
                    <a:ext uri="{FF2B5EF4-FFF2-40B4-BE49-F238E27FC236}">
                      <a16:creationId xmlns:a16="http://schemas.microsoft.com/office/drawing/2014/main" id="{F10C47F4-027A-2448-3944-CFD323D974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4869810">
                  <a:off x="6357807" y="4952295"/>
                  <a:ext cx="227350" cy="1143639"/>
                </a:xfrm>
                <a:prstGeom prst="rect">
                  <a:avLst/>
                </a:prstGeom>
              </p:spPr>
            </p:pic>
            <p:pic>
              <p:nvPicPr>
                <p:cNvPr id="195" name="Picture 194">
                  <a:extLst>
                    <a:ext uri="{FF2B5EF4-FFF2-40B4-BE49-F238E27FC236}">
                      <a16:creationId xmlns:a16="http://schemas.microsoft.com/office/drawing/2014/main" id="{359C8AF1-FB45-1E1A-1796-741A2FB34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 rot="4869810">
                  <a:off x="6289512" y="5300968"/>
                  <a:ext cx="227350" cy="1143639"/>
                </a:xfrm>
                <a:prstGeom prst="rect">
                  <a:avLst/>
                </a:prstGeom>
              </p:spPr>
            </p:pic>
          </p:grpSp>
          <p:pic>
            <p:nvPicPr>
              <p:cNvPr id="193" name="Picture 2" descr="Chess knight stock vector. Illustration of play, abstract - 98504632">
                <a:extLst>
                  <a:ext uri="{FF2B5EF4-FFF2-40B4-BE49-F238E27FC236}">
                    <a16:creationId xmlns:a16="http://schemas.microsoft.com/office/drawing/2014/main" id="{17C694FE-62D4-C51A-DAE0-DA77FFC1A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37055" y="5227676"/>
                <a:ext cx="556209" cy="7982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4FDBCB9-A4D0-CF40-F076-7546F6BF80A0}"/>
                </a:ext>
              </a:extLst>
            </p:cNvPr>
            <p:cNvGrpSpPr/>
            <p:nvPr/>
          </p:nvGrpSpPr>
          <p:grpSpPr>
            <a:xfrm>
              <a:off x="5955132" y="1374713"/>
              <a:ext cx="1600200" cy="1508760"/>
              <a:chOff x="475862" y="905612"/>
              <a:chExt cx="1530220" cy="1504560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28711FD2-EA24-86A4-CAB9-1754F430683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Flowchart: Delay 196">
                <a:extLst>
                  <a:ext uri="{FF2B5EF4-FFF2-40B4-BE49-F238E27FC236}">
                    <a16:creationId xmlns:a16="http://schemas.microsoft.com/office/drawing/2014/main" id="{D28B7C2F-8E62-3B10-4A25-256F987EAFA3}"/>
                  </a:ext>
                </a:extLst>
              </p:cNvPr>
              <p:cNvSpPr/>
              <p:nvPr/>
            </p:nvSpPr>
            <p:spPr>
              <a:xfrm rot="16200000">
                <a:off x="642694" y="1157804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8" name="Star: 6 Points 197">
              <a:extLst>
                <a:ext uri="{FF2B5EF4-FFF2-40B4-BE49-F238E27FC236}">
                  <a16:creationId xmlns:a16="http://schemas.microsoft.com/office/drawing/2014/main" id="{91A01053-719B-B0E7-21F3-10E4CA8C5B2D}"/>
                </a:ext>
              </a:extLst>
            </p:cNvPr>
            <p:cNvSpPr/>
            <p:nvPr/>
          </p:nvSpPr>
          <p:spPr>
            <a:xfrm>
              <a:off x="6621533" y="1680998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506687-7BEE-160F-847B-2EA316E4CCF7}"/>
              </a:ext>
            </a:extLst>
          </p:cNvPr>
          <p:cNvGrpSpPr/>
          <p:nvPr/>
        </p:nvGrpSpPr>
        <p:grpSpPr>
          <a:xfrm>
            <a:off x="7253141" y="486765"/>
            <a:ext cx="1033272" cy="1033272"/>
            <a:chOff x="188462" y="3429000"/>
            <a:chExt cx="1600200" cy="160020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D88CC958-99CA-F539-E0C9-7D7FA86AB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1065" y="4229100"/>
              <a:ext cx="510058" cy="514740"/>
            </a:xfrm>
            <a:prstGeom prst="rect">
              <a:avLst/>
            </a:prstGeom>
          </p:spPr>
        </p:pic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EFF9A808-7803-2B8D-E1B8-3B558B569B06}"/>
                </a:ext>
              </a:extLst>
            </p:cNvPr>
            <p:cNvGrpSpPr/>
            <p:nvPr/>
          </p:nvGrpSpPr>
          <p:grpSpPr>
            <a:xfrm>
              <a:off x="188462" y="3429000"/>
              <a:ext cx="1600200" cy="1600200"/>
              <a:chOff x="475862" y="905612"/>
              <a:chExt cx="1530220" cy="1504560"/>
            </a:xfrm>
          </p:grpSpPr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AA00A9FB-3DDA-34A6-3843-0561F4FC581B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Flowchart: Delay 202">
                <a:extLst>
                  <a:ext uri="{FF2B5EF4-FFF2-40B4-BE49-F238E27FC236}">
                    <a16:creationId xmlns:a16="http://schemas.microsoft.com/office/drawing/2014/main" id="{CFE8FA15-2805-E2BB-F166-CAD68F71399C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AD923BEC-4A65-15EC-A218-2919993878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56133">
              <a:off x="425275" y="4028987"/>
              <a:ext cx="743669" cy="743669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B6068D1-9546-D42F-7FBA-354E13140028}"/>
              </a:ext>
            </a:extLst>
          </p:cNvPr>
          <p:cNvGrpSpPr/>
          <p:nvPr/>
        </p:nvGrpSpPr>
        <p:grpSpPr>
          <a:xfrm>
            <a:off x="8450522" y="486765"/>
            <a:ext cx="1033272" cy="1033272"/>
            <a:chOff x="1919268" y="3429000"/>
            <a:chExt cx="1600200" cy="1600200"/>
          </a:xfrm>
        </p:grpSpPr>
        <p:sp>
          <p:nvSpPr>
            <p:cNvPr id="51" name="Star: 6 Points 50">
              <a:extLst>
                <a:ext uri="{FF2B5EF4-FFF2-40B4-BE49-F238E27FC236}">
                  <a16:creationId xmlns:a16="http://schemas.microsoft.com/office/drawing/2014/main" id="{BEFBFF96-E2E4-37CF-7B1D-3A6A32090E5E}"/>
                </a:ext>
              </a:extLst>
            </p:cNvPr>
            <p:cNvSpPr/>
            <p:nvPr/>
          </p:nvSpPr>
          <p:spPr>
            <a:xfrm>
              <a:off x="2577380" y="3715748"/>
              <a:ext cx="312526" cy="411017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5C3BE3C-4121-9D02-4747-38DF2294A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0292" y="4392238"/>
              <a:ext cx="510058" cy="51474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7786525-CAAB-6C99-5960-0D382A23D13D}"/>
                </a:ext>
              </a:extLst>
            </p:cNvPr>
            <p:cNvGrpSpPr/>
            <p:nvPr/>
          </p:nvGrpSpPr>
          <p:grpSpPr>
            <a:xfrm>
              <a:off x="1919268" y="3429000"/>
              <a:ext cx="1600200" cy="1600200"/>
              <a:chOff x="475862" y="905612"/>
              <a:chExt cx="1530220" cy="15045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92C3738-B04D-6E83-CB95-CC0E2D6B6CDB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lowchart: Delay 38">
                <a:extLst>
                  <a:ext uri="{FF2B5EF4-FFF2-40B4-BE49-F238E27FC236}">
                    <a16:creationId xmlns:a16="http://schemas.microsoft.com/office/drawing/2014/main" id="{AF62E22B-D769-CA34-AD92-96C4ED0AB404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E198745B-D991-3FE0-FBD6-9A2891C1CE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56133">
              <a:off x="2185764" y="4121620"/>
              <a:ext cx="743669" cy="74366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0BC4997-4E21-FAE5-AC8E-F86CAC6668A9}"/>
              </a:ext>
            </a:extLst>
          </p:cNvPr>
          <p:cNvGrpSpPr/>
          <p:nvPr/>
        </p:nvGrpSpPr>
        <p:grpSpPr>
          <a:xfrm>
            <a:off x="95538" y="2870606"/>
            <a:ext cx="1033272" cy="1033272"/>
            <a:chOff x="5397567" y="3429000"/>
            <a:chExt cx="1600200" cy="1600200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93B5778-8075-1326-14A0-DE56BA920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593903">
              <a:off x="6026412" y="4317816"/>
              <a:ext cx="768935" cy="296417"/>
            </a:xfrm>
            <a:prstGeom prst="rect">
              <a:avLst/>
            </a:prstGeom>
          </p:spPr>
        </p:pic>
        <p:pic>
          <p:nvPicPr>
            <p:cNvPr id="74" name="Picture 73" descr="Chariot - Free transport icons">
              <a:extLst>
                <a:ext uri="{FF2B5EF4-FFF2-40B4-BE49-F238E27FC236}">
                  <a16:creationId xmlns:a16="http://schemas.microsoft.com/office/drawing/2014/main" id="{D307A52C-FA67-A8F6-E87A-A981D11238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714969" y="4243236"/>
              <a:ext cx="501512" cy="501512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3A36487-1A25-2D7B-CD13-BFE3DFB41762}"/>
                </a:ext>
              </a:extLst>
            </p:cNvPr>
            <p:cNvGrpSpPr/>
            <p:nvPr/>
          </p:nvGrpSpPr>
          <p:grpSpPr>
            <a:xfrm>
              <a:off x="5397567" y="3429000"/>
              <a:ext cx="1600200" cy="1600200"/>
              <a:chOff x="475862" y="905612"/>
              <a:chExt cx="1530220" cy="150456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297DBF3-C1F4-4F89-2E71-19FAD72F7F3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lowchart: Delay 58">
                <a:extLst>
                  <a:ext uri="{FF2B5EF4-FFF2-40B4-BE49-F238E27FC236}">
                    <a16:creationId xmlns:a16="http://schemas.microsoft.com/office/drawing/2014/main" id="{1ADCC187-3770-3830-9400-A84CC4097062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6EB825-7B5B-51BC-E9DE-AB42F5B2D446}"/>
              </a:ext>
            </a:extLst>
          </p:cNvPr>
          <p:cNvGrpSpPr/>
          <p:nvPr/>
        </p:nvGrpSpPr>
        <p:grpSpPr>
          <a:xfrm>
            <a:off x="1313970" y="2879734"/>
            <a:ext cx="1033272" cy="1033272"/>
            <a:chOff x="3650074" y="3429000"/>
            <a:chExt cx="1600200" cy="160020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9BA2A6C-26AC-2466-FF61-4637895E3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593903">
              <a:off x="4268419" y="4505944"/>
              <a:ext cx="768935" cy="296417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4C38D93-C1D0-1B42-D997-7B48A66914CA}"/>
                </a:ext>
              </a:extLst>
            </p:cNvPr>
            <p:cNvGrpSpPr/>
            <p:nvPr/>
          </p:nvGrpSpPr>
          <p:grpSpPr>
            <a:xfrm>
              <a:off x="3650074" y="3429000"/>
              <a:ext cx="1600200" cy="1600200"/>
              <a:chOff x="475862" y="905612"/>
              <a:chExt cx="1530220" cy="150456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8609239-8DD1-123A-5FFD-8DE581AF62A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lowchart: Delay 53">
                <a:extLst>
                  <a:ext uri="{FF2B5EF4-FFF2-40B4-BE49-F238E27FC236}">
                    <a16:creationId xmlns:a16="http://schemas.microsoft.com/office/drawing/2014/main" id="{65A16DDA-0FA3-AD9B-630A-3E9D724806C4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71" name="Picture 70" descr="Chariot - Free transport icons">
              <a:extLst>
                <a:ext uri="{FF2B5EF4-FFF2-40B4-BE49-F238E27FC236}">
                  <a16:creationId xmlns:a16="http://schemas.microsoft.com/office/drawing/2014/main" id="{9A891C95-046F-AAB5-5A1B-14A143360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56976" y="4431364"/>
              <a:ext cx="501512" cy="501512"/>
            </a:xfrm>
            <a:prstGeom prst="rect">
              <a:avLst/>
            </a:prstGeom>
          </p:spPr>
        </p:pic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15D53392-FA5F-6A7D-D94B-85498509AB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2077883" flipV="1">
              <a:off x="4221586" y="3863922"/>
              <a:ext cx="601018" cy="601018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75D39C1-FDFC-4DB3-60EE-2CF70111B0F8}"/>
              </a:ext>
            </a:extLst>
          </p:cNvPr>
          <p:cNvGrpSpPr/>
          <p:nvPr/>
        </p:nvGrpSpPr>
        <p:grpSpPr>
          <a:xfrm>
            <a:off x="2491517" y="2879734"/>
            <a:ext cx="1033272" cy="1033272"/>
            <a:chOff x="7145060" y="3429000"/>
            <a:chExt cx="1600200" cy="1600200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08D4F79-56D1-5257-BEC8-C878BFD44542}"/>
                </a:ext>
              </a:extLst>
            </p:cNvPr>
            <p:cNvGrpSpPr/>
            <p:nvPr/>
          </p:nvGrpSpPr>
          <p:grpSpPr>
            <a:xfrm rot="20210865">
              <a:off x="7373367" y="3880530"/>
              <a:ext cx="753791" cy="544060"/>
              <a:chOff x="2893431" y="4214869"/>
              <a:chExt cx="1608109" cy="1160677"/>
            </a:xfrm>
          </p:grpSpPr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93482377-5261-E8F5-CAC0-A537F1F1A4F2}"/>
                  </a:ext>
                </a:extLst>
              </p:cNvPr>
              <p:cNvGrpSpPr/>
              <p:nvPr/>
            </p:nvGrpSpPr>
            <p:grpSpPr>
              <a:xfrm rot="2834996">
                <a:off x="3277247" y="4574387"/>
                <a:ext cx="417343" cy="1184975"/>
                <a:chOff x="4088226" y="3106411"/>
                <a:chExt cx="226461" cy="642998"/>
              </a:xfrm>
            </p:grpSpPr>
            <p:sp>
              <p:nvSpPr>
                <p:cNvPr id="199" name="Rectangle 198">
                  <a:extLst>
                    <a:ext uri="{FF2B5EF4-FFF2-40B4-BE49-F238E27FC236}">
                      <a16:creationId xmlns:a16="http://schemas.microsoft.com/office/drawing/2014/main" id="{28FF712D-B325-720C-9B4E-227BB02D02CA}"/>
                    </a:ext>
                  </a:extLst>
                </p:cNvPr>
                <p:cNvSpPr/>
                <p:nvPr/>
              </p:nvSpPr>
              <p:spPr>
                <a:xfrm>
                  <a:off x="4143353" y="3203566"/>
                  <a:ext cx="116205" cy="325755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" name="Rectangle: Rounded Corners 206">
                  <a:extLst>
                    <a:ext uri="{FF2B5EF4-FFF2-40B4-BE49-F238E27FC236}">
                      <a16:creationId xmlns:a16="http://schemas.microsoft.com/office/drawing/2014/main" id="{16E3D5F0-5558-15B7-EE40-5EE8F6C33C94}"/>
                    </a:ext>
                  </a:extLst>
                </p:cNvPr>
                <p:cNvSpPr/>
                <p:nvPr/>
              </p:nvSpPr>
              <p:spPr>
                <a:xfrm>
                  <a:off x="4088226" y="3366444"/>
                  <a:ext cx="226461" cy="38296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0F61E6D5-F5D9-1593-FC16-DDA15F94DCAD}"/>
                    </a:ext>
                  </a:extLst>
                </p:cNvPr>
                <p:cNvSpPr/>
                <p:nvPr/>
              </p:nvSpPr>
              <p:spPr>
                <a:xfrm>
                  <a:off x="4112306" y="3106411"/>
                  <a:ext cx="180769" cy="97155"/>
                </a:xfrm>
                <a:prstGeom prst="round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188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5AC6984B-F2D9-819A-20B7-67679BF9BE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896555">
                <a:off x="3863067" y="4215122"/>
                <a:ext cx="638725" cy="6382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F9E30A01-31E2-3649-BB19-6AE531B60BAE}"/>
                </a:ext>
              </a:extLst>
            </p:cNvPr>
            <p:cNvGrpSpPr/>
            <p:nvPr/>
          </p:nvGrpSpPr>
          <p:grpSpPr>
            <a:xfrm>
              <a:off x="7145060" y="3429000"/>
              <a:ext cx="1600200" cy="1600200"/>
              <a:chOff x="475862" y="905612"/>
              <a:chExt cx="1530220" cy="150456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B98E950-AFA4-3387-230F-D383EE086CA2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lowchart: Delay 61">
                <a:extLst>
                  <a:ext uri="{FF2B5EF4-FFF2-40B4-BE49-F238E27FC236}">
                    <a16:creationId xmlns:a16="http://schemas.microsoft.com/office/drawing/2014/main" id="{004DF7DC-78C0-DDDA-B227-F42614B59248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AD9BC33-61F4-D2D4-7101-DDCB0BB64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593903">
              <a:off x="7759061" y="4496856"/>
              <a:ext cx="768935" cy="296417"/>
            </a:xfrm>
            <a:prstGeom prst="rect">
              <a:avLst/>
            </a:prstGeom>
          </p:spPr>
        </p:pic>
        <p:pic>
          <p:nvPicPr>
            <p:cNvPr id="77" name="Picture 76" descr="Chariot - Free transport icons">
              <a:extLst>
                <a:ext uri="{FF2B5EF4-FFF2-40B4-BE49-F238E27FC236}">
                  <a16:creationId xmlns:a16="http://schemas.microsoft.com/office/drawing/2014/main" id="{79BA9370-A5C8-5FAA-35F9-788AAC828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447618" y="4422276"/>
              <a:ext cx="501512" cy="50151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527525-9E5C-1775-B371-BE5509505492}"/>
              </a:ext>
            </a:extLst>
          </p:cNvPr>
          <p:cNvGrpSpPr/>
          <p:nvPr/>
        </p:nvGrpSpPr>
        <p:grpSpPr>
          <a:xfrm>
            <a:off x="8465930" y="1630182"/>
            <a:ext cx="1033272" cy="1033272"/>
            <a:chOff x="7145060" y="1699747"/>
            <a:chExt cx="1600200" cy="1600200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ED83047-8310-A56C-1FD9-A250D2C96E74}"/>
                </a:ext>
              </a:extLst>
            </p:cNvPr>
            <p:cNvGrpSpPr/>
            <p:nvPr/>
          </p:nvGrpSpPr>
          <p:grpSpPr>
            <a:xfrm>
              <a:off x="7145060" y="1699747"/>
              <a:ext cx="1600200" cy="1600200"/>
              <a:chOff x="475862" y="905612"/>
              <a:chExt cx="1530220" cy="1504560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0019479-AF43-99B2-4F96-B4397C83D519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Flowchart: Delay 69">
                <a:extLst>
                  <a:ext uri="{FF2B5EF4-FFF2-40B4-BE49-F238E27FC236}">
                    <a16:creationId xmlns:a16="http://schemas.microsoft.com/office/drawing/2014/main" id="{CB763F95-9B72-872E-6C61-9FDD639E4D7D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23" name="Picture 122" descr="Cerberus Icons - Free SVG &amp; PNG Cerberus Images - Noun Project">
              <a:extLst>
                <a:ext uri="{FF2B5EF4-FFF2-40B4-BE49-F238E27FC236}">
                  <a16:creationId xmlns:a16="http://schemas.microsoft.com/office/drawing/2014/main" id="{0B3110C1-FF0C-6DCE-F978-00D33FB1A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373935" y="2099314"/>
              <a:ext cx="1160837" cy="1160837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3965CD-6020-5303-9AC3-E13577D57429}"/>
              </a:ext>
            </a:extLst>
          </p:cNvPr>
          <p:cNvGrpSpPr/>
          <p:nvPr/>
        </p:nvGrpSpPr>
        <p:grpSpPr>
          <a:xfrm>
            <a:off x="2444240" y="1664440"/>
            <a:ext cx="1033272" cy="1033272"/>
            <a:chOff x="8892553" y="3443136"/>
            <a:chExt cx="1600200" cy="1600200"/>
          </a:xfrm>
        </p:grpSpPr>
        <p:pic>
          <p:nvPicPr>
            <p:cNvPr id="212" name="Picture 2" descr="Chess knight stock vector. Illustration of play, abstract - 98504632">
              <a:extLst>
                <a:ext uri="{FF2B5EF4-FFF2-40B4-BE49-F238E27FC236}">
                  <a16:creationId xmlns:a16="http://schemas.microsoft.com/office/drawing/2014/main" id="{D6473998-EEA1-77A8-156D-3BBD0F9C28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5099" y="4074764"/>
              <a:ext cx="581645" cy="849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F1F9BD79-8FAB-011F-809B-28908BDE5F97}"/>
                </a:ext>
              </a:extLst>
            </p:cNvPr>
            <p:cNvGrpSpPr/>
            <p:nvPr/>
          </p:nvGrpSpPr>
          <p:grpSpPr>
            <a:xfrm>
              <a:off x="8892553" y="3443136"/>
              <a:ext cx="1600200" cy="1600200"/>
              <a:chOff x="475862" y="905612"/>
              <a:chExt cx="1530220" cy="1504560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9F2F3E7-4808-C504-EABE-A847C8E6C2A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Flowchart: Delay 217">
                <a:extLst>
                  <a:ext uri="{FF2B5EF4-FFF2-40B4-BE49-F238E27FC236}">
                    <a16:creationId xmlns:a16="http://schemas.microsoft.com/office/drawing/2014/main" id="{36CDFD89-07C1-5609-4726-20450B6D4FCD}"/>
                  </a:ext>
                </a:extLst>
              </p:cNvPr>
              <p:cNvSpPr/>
              <p:nvPr/>
            </p:nvSpPr>
            <p:spPr>
              <a:xfrm rot="16200000">
                <a:off x="642694" y="1167357"/>
                <a:ext cx="1214140" cy="1176012"/>
              </a:xfrm>
              <a:prstGeom prst="flowChartDe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219" name="Graphic 218">
              <a:extLst>
                <a:ext uri="{FF2B5EF4-FFF2-40B4-BE49-F238E27FC236}">
                  <a16:creationId xmlns:a16="http://schemas.microsoft.com/office/drawing/2014/main" id="{C855F40D-C881-3DD3-7ACA-F571BD2C36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756133">
              <a:off x="9150455" y="4019898"/>
              <a:ext cx="743669" cy="7436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748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0AAE1113-CB37-4F84-A581-1822A843005D}"/>
              </a:ext>
            </a:extLst>
          </p:cNvPr>
          <p:cNvSpPr txBox="1"/>
          <p:nvPr/>
        </p:nvSpPr>
        <p:spPr>
          <a:xfrm>
            <a:off x="238650" y="149255"/>
            <a:ext cx="1398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Oldcemetery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EA5044F-8D0C-4EE5-85C0-D32C044E904E}"/>
              </a:ext>
            </a:extLst>
          </p:cNvPr>
          <p:cNvGrpSpPr/>
          <p:nvPr/>
        </p:nvGrpSpPr>
        <p:grpSpPr>
          <a:xfrm>
            <a:off x="6096000" y="601563"/>
            <a:ext cx="1042416" cy="1024128"/>
            <a:chOff x="6366710" y="896820"/>
            <a:chExt cx="1530220" cy="1504560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8A3825B8-BFD8-4C14-9F62-8A4E9E0A6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9444" y="1346395"/>
              <a:ext cx="719115" cy="949584"/>
            </a:xfrm>
            <a:prstGeom prst="rect">
              <a:avLst/>
            </a:prstGeom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B2E1F6C4-B678-4CAA-8E5E-FEF8E68EF8E1}"/>
                </a:ext>
              </a:extLst>
            </p:cNvPr>
            <p:cNvSpPr/>
            <p:nvPr/>
          </p:nvSpPr>
          <p:spPr>
            <a:xfrm>
              <a:off x="6366710" y="896820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Hexagon 106">
              <a:extLst>
                <a:ext uri="{FF2B5EF4-FFF2-40B4-BE49-F238E27FC236}">
                  <a16:creationId xmlns:a16="http://schemas.microsoft.com/office/drawing/2014/main" id="{D686F118-08ED-41A9-A436-8CB374DB36FB}"/>
                </a:ext>
              </a:extLst>
            </p:cNvPr>
            <p:cNvSpPr/>
            <p:nvPr/>
          </p:nvSpPr>
          <p:spPr>
            <a:xfrm>
              <a:off x="6504337" y="1143279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1B39B9-33AD-4723-BB00-4CA2680FEC83}"/>
              </a:ext>
            </a:extLst>
          </p:cNvPr>
          <p:cNvGrpSpPr/>
          <p:nvPr/>
        </p:nvGrpSpPr>
        <p:grpSpPr>
          <a:xfrm>
            <a:off x="8524294" y="601563"/>
            <a:ext cx="1042416" cy="1024128"/>
            <a:chOff x="10329110" y="896820"/>
            <a:chExt cx="1530220" cy="150456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FF8E98-1ABC-4CFC-95FB-9A9F6804D91A}"/>
                </a:ext>
              </a:extLst>
            </p:cNvPr>
            <p:cNvGrpSpPr/>
            <p:nvPr/>
          </p:nvGrpSpPr>
          <p:grpSpPr>
            <a:xfrm>
              <a:off x="10716404" y="1298130"/>
              <a:ext cx="883878" cy="1011543"/>
              <a:chOff x="8730644" y="1263143"/>
              <a:chExt cx="883878" cy="1011543"/>
            </a:xfrm>
          </p:grpSpPr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0975319D-D644-41FD-921F-2FECF2AB2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730644" y="1325102"/>
                <a:ext cx="719115" cy="949584"/>
              </a:xfrm>
              <a:prstGeom prst="rect">
                <a:avLst/>
              </a:prstGeom>
            </p:spPr>
          </p:pic>
          <p:pic>
            <p:nvPicPr>
              <p:cNvPr id="139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BE993D36-06CA-44A3-AE36-D716915367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30774" y="1263143"/>
                <a:ext cx="483748" cy="483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F4E4F5B-E54D-41C0-8A3A-938778BE3080}"/>
                </a:ext>
              </a:extLst>
            </p:cNvPr>
            <p:cNvSpPr/>
            <p:nvPr/>
          </p:nvSpPr>
          <p:spPr>
            <a:xfrm>
              <a:off x="10329110" y="896820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Hexagon 112">
              <a:extLst>
                <a:ext uri="{FF2B5EF4-FFF2-40B4-BE49-F238E27FC236}">
                  <a16:creationId xmlns:a16="http://schemas.microsoft.com/office/drawing/2014/main" id="{DAF816D0-2AAB-46FE-ADF8-F8287A3B89AD}"/>
                </a:ext>
              </a:extLst>
            </p:cNvPr>
            <p:cNvSpPr/>
            <p:nvPr/>
          </p:nvSpPr>
          <p:spPr>
            <a:xfrm>
              <a:off x="10466737" y="1143279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799CE4-407B-4CE5-8B83-F17E7C972ABB}"/>
              </a:ext>
            </a:extLst>
          </p:cNvPr>
          <p:cNvGrpSpPr/>
          <p:nvPr/>
        </p:nvGrpSpPr>
        <p:grpSpPr>
          <a:xfrm>
            <a:off x="10928655" y="621263"/>
            <a:ext cx="1042416" cy="1024128"/>
            <a:chOff x="2404310" y="2832646"/>
            <a:chExt cx="1530220" cy="15045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2099358-23AF-46C3-B01F-A406046C3154}"/>
                </a:ext>
              </a:extLst>
            </p:cNvPr>
            <p:cNvGrpSpPr/>
            <p:nvPr/>
          </p:nvGrpSpPr>
          <p:grpSpPr>
            <a:xfrm>
              <a:off x="2781832" y="3235133"/>
              <a:ext cx="849581" cy="924330"/>
              <a:chOff x="2781832" y="3235133"/>
              <a:chExt cx="849581" cy="924330"/>
            </a:xfrm>
          </p:grpSpPr>
          <p:pic>
            <p:nvPicPr>
              <p:cNvPr id="147" name="Picture 2" descr="Death Knight Logo Vector Images (over 240)">
                <a:extLst>
                  <a:ext uri="{FF2B5EF4-FFF2-40B4-BE49-F238E27FC236}">
                    <a16:creationId xmlns:a16="http://schemas.microsoft.com/office/drawing/2014/main" id="{C70630B4-28DA-42AB-9EFE-F9E9D59766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150" t="5916" r="4666" b="5976"/>
              <a:stretch/>
            </p:blipFill>
            <p:spPr bwMode="auto">
              <a:xfrm>
                <a:off x="2943300" y="3429000"/>
                <a:ext cx="688113" cy="73046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8" name="Picture 4" descr="My Scythes - Scythe Logo, HD Png Download - kindpng">
                <a:extLst>
                  <a:ext uri="{FF2B5EF4-FFF2-40B4-BE49-F238E27FC236}">
                    <a16:creationId xmlns:a16="http://schemas.microsoft.com/office/drawing/2014/main" id="{DD8010DA-AD25-4C44-8640-541055B524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01" t="4312" r="7496" b="25425"/>
              <a:stretch/>
            </p:blipFill>
            <p:spPr bwMode="auto">
              <a:xfrm>
                <a:off x="2781832" y="3235133"/>
                <a:ext cx="375687" cy="4686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5FCCB7C-C37F-4462-9BCB-6ED55EEF15E9}"/>
                </a:ext>
              </a:extLst>
            </p:cNvPr>
            <p:cNvSpPr/>
            <p:nvPr/>
          </p:nvSpPr>
          <p:spPr>
            <a:xfrm>
              <a:off x="2404310" y="2832646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ADC7AFE0-A20A-40B8-962C-F6FBCEF46AE2}"/>
                </a:ext>
              </a:extLst>
            </p:cNvPr>
            <p:cNvSpPr/>
            <p:nvPr/>
          </p:nvSpPr>
          <p:spPr>
            <a:xfrm>
              <a:off x="2541937" y="3079105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0CA27BC-CC98-410C-8935-2DE42F04585B}"/>
              </a:ext>
            </a:extLst>
          </p:cNvPr>
          <p:cNvGrpSpPr/>
          <p:nvPr/>
        </p:nvGrpSpPr>
        <p:grpSpPr>
          <a:xfrm>
            <a:off x="118611" y="5679557"/>
            <a:ext cx="1042416" cy="1024128"/>
            <a:chOff x="4385510" y="2832646"/>
            <a:chExt cx="1530220" cy="15045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2ECAEFA-36CE-4280-BEF7-44391B1D798F}"/>
                </a:ext>
              </a:extLst>
            </p:cNvPr>
            <p:cNvGrpSpPr/>
            <p:nvPr/>
          </p:nvGrpSpPr>
          <p:grpSpPr>
            <a:xfrm>
              <a:off x="4787989" y="3184842"/>
              <a:ext cx="815296" cy="1089125"/>
              <a:chOff x="4787989" y="3184842"/>
              <a:chExt cx="815296" cy="1089125"/>
            </a:xfrm>
          </p:grpSpPr>
          <p:pic>
            <p:nvPicPr>
              <p:cNvPr id="140" name="Picture 4" descr="demon Icon - Download demon Icon 247538 | Noun Project">
                <a:extLst>
                  <a:ext uri="{FF2B5EF4-FFF2-40B4-BE49-F238E27FC236}">
                    <a16:creationId xmlns:a16="http://schemas.microsoft.com/office/drawing/2014/main" id="{FE22FFB3-D83C-4D48-A465-711A16DDB7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19537" y="3184842"/>
                <a:ext cx="483748" cy="4837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9" name="Picture 6" descr="Coffin Clipart - 330x596 PNG Download - PNGkit">
                <a:extLst>
                  <a:ext uri="{FF2B5EF4-FFF2-40B4-BE49-F238E27FC236}">
                    <a16:creationId xmlns:a16="http://schemas.microsoft.com/office/drawing/2014/main" id="{10ABF4B7-0F82-4FC5-B6F6-09154196C0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856" t="5478" r="29199" b="6148"/>
              <a:stretch/>
            </p:blipFill>
            <p:spPr bwMode="auto">
              <a:xfrm rot="19958873">
                <a:off x="4787989" y="3314493"/>
                <a:ext cx="484323" cy="9594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FCAF47B-C7BD-497F-9E67-E5FFACBE6B9C}"/>
                </a:ext>
              </a:extLst>
            </p:cNvPr>
            <p:cNvGrpSpPr/>
            <p:nvPr/>
          </p:nvGrpSpPr>
          <p:grpSpPr>
            <a:xfrm>
              <a:off x="4385510" y="2832646"/>
              <a:ext cx="1530220" cy="1504560"/>
              <a:chOff x="4385510" y="2832646"/>
              <a:chExt cx="1530220" cy="150456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7BCA0E01-B357-4728-9A9C-6CFBE13CDB33}"/>
                  </a:ext>
                </a:extLst>
              </p:cNvPr>
              <p:cNvSpPr/>
              <p:nvPr/>
            </p:nvSpPr>
            <p:spPr>
              <a:xfrm>
                <a:off x="4385510" y="2832646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Hexagon 121">
                <a:extLst>
                  <a:ext uri="{FF2B5EF4-FFF2-40B4-BE49-F238E27FC236}">
                    <a16:creationId xmlns:a16="http://schemas.microsoft.com/office/drawing/2014/main" id="{0CB9EEBB-F7DE-404D-BFD4-5E8E38BE0B56}"/>
                  </a:ext>
                </a:extLst>
              </p:cNvPr>
              <p:cNvSpPr/>
              <p:nvPr/>
            </p:nvSpPr>
            <p:spPr>
              <a:xfrm>
                <a:off x="4523137" y="3079105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A97069-E485-FFB9-0066-EF5D36A82AE5}"/>
              </a:ext>
            </a:extLst>
          </p:cNvPr>
          <p:cNvGrpSpPr/>
          <p:nvPr/>
        </p:nvGrpSpPr>
        <p:grpSpPr>
          <a:xfrm>
            <a:off x="132119" y="623474"/>
            <a:ext cx="1036542" cy="1024128"/>
            <a:chOff x="4575230" y="2860750"/>
            <a:chExt cx="1527048" cy="1508760"/>
          </a:xfrm>
        </p:grpSpPr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931B3616-A87C-48CE-AD81-6675201FF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2306956" flipV="1">
              <a:off x="5242348" y="3156333"/>
              <a:ext cx="235359" cy="1174676"/>
            </a:xfrm>
            <a:prstGeom prst="rect">
              <a:avLst/>
            </a:prstGeom>
          </p:spPr>
        </p:pic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911F6ED-89CF-4B34-8BB8-0A514459EE40}"/>
                </a:ext>
              </a:extLst>
            </p:cNvPr>
            <p:cNvGrpSpPr/>
            <p:nvPr/>
          </p:nvGrpSpPr>
          <p:grpSpPr>
            <a:xfrm>
              <a:off x="4575230" y="2860750"/>
              <a:ext cx="1527048" cy="1508760"/>
              <a:chOff x="423110" y="896820"/>
              <a:chExt cx="1530220" cy="150456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89FECE9-7918-4A24-A28C-D542448CE24C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Hexagon 100">
                <a:extLst>
                  <a:ext uri="{FF2B5EF4-FFF2-40B4-BE49-F238E27FC236}">
                    <a16:creationId xmlns:a16="http://schemas.microsoft.com/office/drawing/2014/main" id="{CF433D14-21E1-4E33-AF55-EA68381D527E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42CF1B-1557-CB9F-9DC8-5ADEDA6CE660}"/>
              </a:ext>
            </a:extLst>
          </p:cNvPr>
          <p:cNvGrpSpPr/>
          <p:nvPr/>
        </p:nvGrpSpPr>
        <p:grpSpPr>
          <a:xfrm>
            <a:off x="2498107" y="593551"/>
            <a:ext cx="1036542" cy="1024128"/>
            <a:chOff x="7624606" y="2847147"/>
            <a:chExt cx="1527048" cy="1508760"/>
          </a:xfrm>
        </p:grpSpPr>
        <p:pic>
          <p:nvPicPr>
            <p:cNvPr id="156" name="Picture 155">
              <a:extLst>
                <a:ext uri="{FF2B5EF4-FFF2-40B4-BE49-F238E27FC236}">
                  <a16:creationId xmlns:a16="http://schemas.microsoft.com/office/drawing/2014/main" id="{703867FF-C5BD-4D01-A299-5DF550D1B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8254539" y="3286664"/>
              <a:ext cx="429684" cy="859996"/>
            </a:xfrm>
            <a:prstGeom prst="rect">
              <a:avLst/>
            </a:prstGeom>
          </p:spPr>
        </p:pic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713CAAFD-2AF8-404C-966C-36326594A898}"/>
                </a:ext>
              </a:extLst>
            </p:cNvPr>
            <p:cNvSpPr/>
            <p:nvPr/>
          </p:nvSpPr>
          <p:spPr>
            <a:xfrm>
              <a:off x="7624606" y="2847147"/>
              <a:ext cx="1527048" cy="15087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Hexagon 103">
              <a:extLst>
                <a:ext uri="{FF2B5EF4-FFF2-40B4-BE49-F238E27FC236}">
                  <a16:creationId xmlns:a16="http://schemas.microsoft.com/office/drawing/2014/main" id="{0F1C0DE0-6766-4FA5-918F-DA50AFAF9925}"/>
                </a:ext>
              </a:extLst>
            </p:cNvPr>
            <p:cNvSpPr/>
            <p:nvPr/>
          </p:nvSpPr>
          <p:spPr>
            <a:xfrm>
              <a:off x="7761947" y="3094293"/>
              <a:ext cx="1252364" cy="121753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F57436-F369-4874-BE77-563034A14716}"/>
              </a:ext>
            </a:extLst>
          </p:cNvPr>
          <p:cNvGrpSpPr/>
          <p:nvPr/>
        </p:nvGrpSpPr>
        <p:grpSpPr>
          <a:xfrm>
            <a:off x="9723583" y="609725"/>
            <a:ext cx="1042416" cy="1024128"/>
            <a:chOff x="423110" y="2832646"/>
            <a:chExt cx="1530220" cy="1504560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F676F70-4A61-4438-AB2E-F1B8B1B5307E}"/>
                </a:ext>
              </a:extLst>
            </p:cNvPr>
            <p:cNvSpPr/>
            <p:nvPr/>
          </p:nvSpPr>
          <p:spPr>
            <a:xfrm>
              <a:off x="423110" y="2832646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Hexagon 115">
              <a:extLst>
                <a:ext uri="{FF2B5EF4-FFF2-40B4-BE49-F238E27FC236}">
                  <a16:creationId xmlns:a16="http://schemas.microsoft.com/office/drawing/2014/main" id="{435B65E7-0615-4A4F-A03C-973D4C0F4FFB}"/>
                </a:ext>
              </a:extLst>
            </p:cNvPr>
            <p:cNvSpPr/>
            <p:nvPr/>
          </p:nvSpPr>
          <p:spPr>
            <a:xfrm>
              <a:off x="560737" y="3079105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6" name="Picture 2" descr="Death Knight Logo Vector Images (over 240)">
              <a:extLst>
                <a:ext uri="{FF2B5EF4-FFF2-40B4-BE49-F238E27FC236}">
                  <a16:creationId xmlns:a16="http://schemas.microsoft.com/office/drawing/2014/main" id="{17893C86-BD29-4119-B1FE-56E3D2AB95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50" t="5916" r="4666" b="5976"/>
            <a:stretch/>
          </p:blipFill>
          <p:spPr bwMode="auto">
            <a:xfrm>
              <a:off x="832957" y="3320943"/>
              <a:ext cx="688113" cy="730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5602DAA-1782-403E-8C5F-85F0C4B447EA}"/>
              </a:ext>
            </a:extLst>
          </p:cNvPr>
          <p:cNvGrpSpPr/>
          <p:nvPr/>
        </p:nvGrpSpPr>
        <p:grpSpPr>
          <a:xfrm>
            <a:off x="7320264" y="609725"/>
            <a:ext cx="1042416" cy="1024128"/>
            <a:chOff x="8347910" y="896820"/>
            <a:chExt cx="1530220" cy="1504560"/>
          </a:xfrm>
        </p:grpSpPr>
        <p:pic>
          <p:nvPicPr>
            <p:cNvPr id="141" name="Picture 140">
              <a:extLst>
                <a:ext uri="{FF2B5EF4-FFF2-40B4-BE49-F238E27FC236}">
                  <a16:creationId xmlns:a16="http://schemas.microsoft.com/office/drawing/2014/main" id="{42CAB41C-636F-42F4-AB7C-F92974836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30644" y="1317321"/>
              <a:ext cx="719115" cy="949584"/>
            </a:xfrm>
            <a:prstGeom prst="rect">
              <a:avLst/>
            </a:prstGeom>
          </p:spPr>
        </p:pic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8979C60-BA51-46C1-B7AE-733017376C58}"/>
                </a:ext>
              </a:extLst>
            </p:cNvPr>
            <p:cNvSpPr/>
            <p:nvPr/>
          </p:nvSpPr>
          <p:spPr>
            <a:xfrm>
              <a:off x="8347910" y="896820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Hexagon 109">
              <a:extLst>
                <a:ext uri="{FF2B5EF4-FFF2-40B4-BE49-F238E27FC236}">
                  <a16:creationId xmlns:a16="http://schemas.microsoft.com/office/drawing/2014/main" id="{F0EA7467-F2A2-49DE-BA26-A50218B3CDCC}"/>
                </a:ext>
              </a:extLst>
            </p:cNvPr>
            <p:cNvSpPr/>
            <p:nvPr/>
          </p:nvSpPr>
          <p:spPr>
            <a:xfrm>
              <a:off x="8485537" y="1143279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FD596E68-F927-4AA0-BA55-A633C98DC084}"/>
                </a:ext>
              </a:extLst>
            </p:cNvPr>
            <p:cNvGrpSpPr/>
            <p:nvPr/>
          </p:nvGrpSpPr>
          <p:grpSpPr>
            <a:xfrm rot="738895">
              <a:off x="9255242" y="1238430"/>
              <a:ext cx="292325" cy="637084"/>
              <a:chOff x="1739453" y="4716210"/>
              <a:chExt cx="292325" cy="637084"/>
            </a:xfrm>
          </p:grpSpPr>
          <p:sp>
            <p:nvSpPr>
              <p:cNvPr id="160" name="Arrow: Right 159">
                <a:extLst>
                  <a:ext uri="{FF2B5EF4-FFF2-40B4-BE49-F238E27FC236}">
                    <a16:creationId xmlns:a16="http://schemas.microsoft.com/office/drawing/2014/main" id="{ACEA6891-B419-4CBB-AEB8-D67598681C4B}"/>
                  </a:ext>
                </a:extLst>
              </p:cNvPr>
              <p:cNvSpPr/>
              <p:nvPr/>
            </p:nvSpPr>
            <p:spPr>
              <a:xfrm rot="13614897">
                <a:off x="1559780" y="4919821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Arrow: Right 160">
                <a:extLst>
                  <a:ext uri="{FF2B5EF4-FFF2-40B4-BE49-F238E27FC236}">
                    <a16:creationId xmlns:a16="http://schemas.microsoft.com/office/drawing/2014/main" id="{4A0A67B2-A44F-487E-979D-9385454C312D}"/>
                  </a:ext>
                </a:extLst>
              </p:cNvPr>
              <p:cNvSpPr/>
              <p:nvPr/>
            </p:nvSpPr>
            <p:spPr>
              <a:xfrm rot="13614897">
                <a:off x="1535842" y="5059896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Arrow: Right 161">
                <a:extLst>
                  <a:ext uri="{FF2B5EF4-FFF2-40B4-BE49-F238E27FC236}">
                    <a16:creationId xmlns:a16="http://schemas.microsoft.com/office/drawing/2014/main" id="{D3572F21-AB8A-4F99-8B18-9F5237790A1F}"/>
                  </a:ext>
                </a:extLst>
              </p:cNvPr>
              <p:cNvSpPr/>
              <p:nvPr/>
            </p:nvSpPr>
            <p:spPr>
              <a:xfrm rot="13614897">
                <a:off x="1738380" y="4950372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20497FF-6E49-8F80-CFEE-02580E0A27FB}"/>
              </a:ext>
            </a:extLst>
          </p:cNvPr>
          <p:cNvGrpSpPr/>
          <p:nvPr/>
        </p:nvGrpSpPr>
        <p:grpSpPr>
          <a:xfrm>
            <a:off x="3698743" y="595430"/>
            <a:ext cx="1042416" cy="1024128"/>
            <a:chOff x="423110" y="896820"/>
            <a:chExt cx="1530220" cy="150456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C20D85B-0CDB-4BF3-8765-FB7EE0D21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912575" y="1298130"/>
              <a:ext cx="319021" cy="857602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634A5BA-B184-46C0-84E0-3FDAFA6678C5}"/>
                </a:ext>
              </a:extLst>
            </p:cNvPr>
            <p:cNvGrpSpPr/>
            <p:nvPr/>
          </p:nvGrpSpPr>
          <p:grpSpPr>
            <a:xfrm>
              <a:off x="423110" y="896820"/>
              <a:ext cx="1530220" cy="1504560"/>
              <a:chOff x="423110" y="896820"/>
              <a:chExt cx="1530220" cy="150456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6531317-D605-42E0-8EB9-5C34E7512B0D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Hexagon 2">
                <a:extLst>
                  <a:ext uri="{FF2B5EF4-FFF2-40B4-BE49-F238E27FC236}">
                    <a16:creationId xmlns:a16="http://schemas.microsoft.com/office/drawing/2014/main" id="{EE130065-50E4-439E-8308-F148837AE964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DAFD0C5D-89D8-4FC9-8EF3-6756519368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4089" y="1529141"/>
              <a:ext cx="441135" cy="58409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E38F3A-F8BD-609B-FADA-75F739972FA2}"/>
              </a:ext>
            </a:extLst>
          </p:cNvPr>
          <p:cNvGrpSpPr/>
          <p:nvPr/>
        </p:nvGrpSpPr>
        <p:grpSpPr>
          <a:xfrm>
            <a:off x="9765451" y="1768545"/>
            <a:ext cx="1042416" cy="1024128"/>
            <a:chOff x="423110" y="4691028"/>
            <a:chExt cx="1530220" cy="1504560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76130B37-6AF5-435A-925E-84B3E53619DF}"/>
                </a:ext>
              </a:extLst>
            </p:cNvPr>
            <p:cNvGrpSpPr/>
            <p:nvPr/>
          </p:nvGrpSpPr>
          <p:grpSpPr>
            <a:xfrm>
              <a:off x="423110" y="4691028"/>
              <a:ext cx="1530220" cy="1504560"/>
              <a:chOff x="8347910" y="2832646"/>
              <a:chExt cx="1530220" cy="1504560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0F6FE31-4BB0-4EF7-8A9E-7EF04D6F8524}"/>
                  </a:ext>
                </a:extLst>
              </p:cNvPr>
              <p:cNvSpPr/>
              <p:nvPr/>
            </p:nvSpPr>
            <p:spPr>
              <a:xfrm>
                <a:off x="8347910" y="2832646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Hexagon 85">
                <a:extLst>
                  <a:ext uri="{FF2B5EF4-FFF2-40B4-BE49-F238E27FC236}">
                    <a16:creationId xmlns:a16="http://schemas.microsoft.com/office/drawing/2014/main" id="{EBF52E89-3C24-45F6-A26F-25C60888D96C}"/>
                  </a:ext>
                </a:extLst>
              </p:cNvPr>
              <p:cNvSpPr/>
              <p:nvPr/>
            </p:nvSpPr>
            <p:spPr>
              <a:xfrm>
                <a:off x="8485537" y="3079105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4B4D528-5748-466F-BDC6-7D198DBEA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54544" y="5282538"/>
              <a:ext cx="484951" cy="770217"/>
            </a:xfrm>
            <a:prstGeom prst="rect">
              <a:avLst/>
            </a:prstGeom>
          </p:spPr>
        </p:pic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D541E215-E630-48DB-8C23-113AA90B5CDA}"/>
                </a:ext>
              </a:extLst>
            </p:cNvPr>
            <p:cNvSpPr/>
            <p:nvPr/>
          </p:nvSpPr>
          <p:spPr>
            <a:xfrm rot="16200000">
              <a:off x="575443" y="5416038"/>
              <a:ext cx="497009" cy="21060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row: Right 91">
              <a:extLst>
                <a:ext uri="{FF2B5EF4-FFF2-40B4-BE49-F238E27FC236}">
                  <a16:creationId xmlns:a16="http://schemas.microsoft.com/office/drawing/2014/main" id="{059624F5-16FD-4DA1-900D-DAA19A1268F0}"/>
                </a:ext>
              </a:extLst>
            </p:cNvPr>
            <p:cNvSpPr/>
            <p:nvPr/>
          </p:nvSpPr>
          <p:spPr>
            <a:xfrm rot="16200000">
              <a:off x="1305485" y="5420596"/>
              <a:ext cx="497009" cy="210602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70A228-D207-413C-D9C9-1466B059F31F}"/>
              </a:ext>
            </a:extLst>
          </p:cNvPr>
          <p:cNvGrpSpPr/>
          <p:nvPr/>
        </p:nvGrpSpPr>
        <p:grpSpPr>
          <a:xfrm>
            <a:off x="8554516" y="1768545"/>
            <a:ext cx="1042416" cy="1024128"/>
            <a:chOff x="4247882" y="4754087"/>
            <a:chExt cx="1530220" cy="1504560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8DBD9CA-F49B-442D-80D0-26762F879A86}"/>
                </a:ext>
              </a:extLst>
            </p:cNvPr>
            <p:cNvGrpSpPr/>
            <p:nvPr/>
          </p:nvGrpSpPr>
          <p:grpSpPr>
            <a:xfrm>
              <a:off x="4247882" y="4754087"/>
              <a:ext cx="1530220" cy="1504560"/>
              <a:chOff x="10329110" y="2832646"/>
              <a:chExt cx="1530220" cy="150456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3A86894-D7BE-4082-B6D0-AD2CBA3E5DFF}"/>
                  </a:ext>
                </a:extLst>
              </p:cNvPr>
              <p:cNvSpPr/>
              <p:nvPr/>
            </p:nvSpPr>
            <p:spPr>
              <a:xfrm>
                <a:off x="10329110" y="2832646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Hexagon 95">
                <a:extLst>
                  <a:ext uri="{FF2B5EF4-FFF2-40B4-BE49-F238E27FC236}">
                    <a16:creationId xmlns:a16="http://schemas.microsoft.com/office/drawing/2014/main" id="{695AA67E-A43D-43B6-B8DD-E14F6FE99E89}"/>
                  </a:ext>
                </a:extLst>
              </p:cNvPr>
              <p:cNvSpPr/>
              <p:nvPr/>
            </p:nvSpPr>
            <p:spPr>
              <a:xfrm>
                <a:off x="10466737" y="3079105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2AC90511-F3A1-4F79-87BD-63039FAE9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770515" y="5405639"/>
              <a:ext cx="484951" cy="770217"/>
            </a:xfrm>
            <a:prstGeom prst="rect">
              <a:avLst/>
            </a:prstGeom>
          </p:spPr>
        </p:pic>
        <p:pic>
          <p:nvPicPr>
            <p:cNvPr id="99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599F18AB-4251-40DA-AC02-3D47E4A207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4786857" y="5168877"/>
              <a:ext cx="415752" cy="2125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AD3B6C-EE6E-4138-87C1-63AB02585C51}"/>
              </a:ext>
            </a:extLst>
          </p:cNvPr>
          <p:cNvGrpSpPr/>
          <p:nvPr/>
        </p:nvGrpSpPr>
        <p:grpSpPr>
          <a:xfrm>
            <a:off x="7331788" y="1768545"/>
            <a:ext cx="1042416" cy="1024128"/>
            <a:chOff x="2266682" y="4754087"/>
            <a:chExt cx="1530220" cy="1504560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D755EBB-1A7C-4654-9026-1B908325A443}"/>
                </a:ext>
              </a:extLst>
            </p:cNvPr>
            <p:cNvGrpSpPr/>
            <p:nvPr/>
          </p:nvGrpSpPr>
          <p:grpSpPr>
            <a:xfrm>
              <a:off x="2266682" y="4754087"/>
              <a:ext cx="1530220" cy="1504560"/>
              <a:chOff x="8347910" y="2832646"/>
              <a:chExt cx="1530220" cy="1504560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DC979E96-18A7-4B6F-8D3E-3095D66BF81E}"/>
                  </a:ext>
                </a:extLst>
              </p:cNvPr>
              <p:cNvSpPr/>
              <p:nvPr/>
            </p:nvSpPr>
            <p:spPr>
              <a:xfrm>
                <a:off x="8347910" y="2832646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Hexagon 92">
                <a:extLst>
                  <a:ext uri="{FF2B5EF4-FFF2-40B4-BE49-F238E27FC236}">
                    <a16:creationId xmlns:a16="http://schemas.microsoft.com/office/drawing/2014/main" id="{B4AA2BA3-1F47-49EC-A8D2-16ECF4F4CAB4}"/>
                  </a:ext>
                </a:extLst>
              </p:cNvPr>
              <p:cNvSpPr/>
              <p:nvPr/>
            </p:nvSpPr>
            <p:spPr>
              <a:xfrm>
                <a:off x="8485537" y="3079105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C7C083E6-9B66-4500-A760-18B7C0AC1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98116" y="5407143"/>
              <a:ext cx="484951" cy="770217"/>
            </a:xfrm>
            <a:prstGeom prst="rect">
              <a:avLst/>
            </a:prstGeom>
          </p:spPr>
        </p:pic>
        <p:pic>
          <p:nvPicPr>
            <p:cNvPr id="100" name="Picture 99" descr="Shape&#10;&#10;Description automatically generated">
              <a:extLst>
                <a:ext uri="{FF2B5EF4-FFF2-40B4-BE49-F238E27FC236}">
                  <a16:creationId xmlns:a16="http://schemas.microsoft.com/office/drawing/2014/main" id="{C8B610A7-6C05-4E83-B701-E1157EB6E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922792" y="5050091"/>
              <a:ext cx="257669" cy="319725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E58107-0F92-C885-4539-23F958ED23AC}"/>
              </a:ext>
            </a:extLst>
          </p:cNvPr>
          <p:cNvGrpSpPr/>
          <p:nvPr/>
        </p:nvGrpSpPr>
        <p:grpSpPr>
          <a:xfrm>
            <a:off x="2529720" y="5679557"/>
            <a:ext cx="1042416" cy="1024128"/>
            <a:chOff x="8333265" y="2827036"/>
            <a:chExt cx="1530220" cy="1504560"/>
          </a:xfrm>
        </p:grpSpPr>
        <p:pic>
          <p:nvPicPr>
            <p:cNvPr id="114" name="Picture 6" descr="Coffin Clipart - 330x596 PNG Download - PNGkit">
              <a:extLst>
                <a:ext uri="{FF2B5EF4-FFF2-40B4-BE49-F238E27FC236}">
                  <a16:creationId xmlns:a16="http://schemas.microsoft.com/office/drawing/2014/main" id="{C3D7D028-C255-4EFE-8759-9978643E2D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56" t="5478" r="29199" b="6148"/>
            <a:stretch/>
          </p:blipFill>
          <p:spPr bwMode="auto">
            <a:xfrm rot="19958873">
              <a:off x="8757446" y="3292514"/>
              <a:ext cx="484323" cy="959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CFB94EE-A7A5-4C63-B3D0-9E8147F28594}"/>
                </a:ext>
              </a:extLst>
            </p:cNvPr>
            <p:cNvSpPr/>
            <p:nvPr/>
          </p:nvSpPr>
          <p:spPr>
            <a:xfrm>
              <a:off x="8333265" y="2827036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Hexagon 110">
              <a:extLst>
                <a:ext uri="{FF2B5EF4-FFF2-40B4-BE49-F238E27FC236}">
                  <a16:creationId xmlns:a16="http://schemas.microsoft.com/office/drawing/2014/main" id="{39E9B5D6-F14E-4437-9A4B-4FE2915A8C49}"/>
                </a:ext>
              </a:extLst>
            </p:cNvPr>
            <p:cNvSpPr/>
            <p:nvPr/>
          </p:nvSpPr>
          <p:spPr>
            <a:xfrm>
              <a:off x="8470892" y="3073495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A920BA-8A61-4E33-89EE-C08FBB6B088E}"/>
                </a:ext>
              </a:extLst>
            </p:cNvPr>
            <p:cNvGrpSpPr/>
            <p:nvPr/>
          </p:nvGrpSpPr>
          <p:grpSpPr>
            <a:xfrm>
              <a:off x="9034558" y="3255517"/>
              <a:ext cx="471940" cy="529861"/>
              <a:chOff x="6769985" y="4937487"/>
              <a:chExt cx="1288965" cy="1447161"/>
            </a:xfrm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50097F1-0E90-41EA-BFE1-562C79ED3FA0}"/>
                  </a:ext>
                </a:extLst>
              </p:cNvPr>
              <p:cNvSpPr/>
              <p:nvPr/>
            </p:nvSpPr>
            <p:spPr>
              <a:xfrm>
                <a:off x="6844190" y="5250819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99E504C-CD7C-4B28-8777-D61821999C1A}"/>
                  </a:ext>
                </a:extLst>
              </p:cNvPr>
              <p:cNvSpPr/>
              <p:nvPr/>
            </p:nvSpPr>
            <p:spPr>
              <a:xfrm>
                <a:off x="6952244" y="4975773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CD392BF-B0EC-4DF4-907C-0B1528A6B1CC}"/>
                  </a:ext>
                </a:extLst>
              </p:cNvPr>
              <p:cNvSpPr/>
              <p:nvPr/>
            </p:nvSpPr>
            <p:spPr>
              <a:xfrm>
                <a:off x="7604077" y="510347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3E7B3FA2-0D85-4D87-A43F-43C899D2865E}"/>
                  </a:ext>
                </a:extLst>
              </p:cNvPr>
              <p:cNvSpPr/>
              <p:nvPr/>
            </p:nvSpPr>
            <p:spPr>
              <a:xfrm>
                <a:off x="7967268" y="5285392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E3F66915-4D1F-49A0-ADCC-49DECAF43E7A}"/>
                  </a:ext>
                </a:extLst>
              </p:cNvPr>
              <p:cNvSpPr/>
              <p:nvPr/>
            </p:nvSpPr>
            <p:spPr>
              <a:xfrm>
                <a:off x="7910046" y="5560439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574638C9-479A-439A-809A-9CE98E4153C6}"/>
                  </a:ext>
                </a:extLst>
              </p:cNvPr>
              <p:cNvSpPr/>
              <p:nvPr/>
            </p:nvSpPr>
            <p:spPr>
              <a:xfrm>
                <a:off x="6789618" y="5525862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42E56137-A3DC-4F11-87A9-62FF0289628E}"/>
                  </a:ext>
                </a:extLst>
              </p:cNvPr>
              <p:cNvSpPr/>
              <p:nvPr/>
            </p:nvSpPr>
            <p:spPr>
              <a:xfrm>
                <a:off x="6769985" y="575749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1D80907F-D687-4FD2-926F-2B9E46D4C106}"/>
                  </a:ext>
                </a:extLst>
              </p:cNvPr>
              <p:cNvSpPr/>
              <p:nvPr/>
            </p:nvSpPr>
            <p:spPr>
              <a:xfrm>
                <a:off x="7064467" y="5855722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E2E1AF44-A748-492E-9462-C05E6B90E62D}"/>
                  </a:ext>
                </a:extLst>
              </p:cNvPr>
              <p:cNvSpPr/>
              <p:nvPr/>
            </p:nvSpPr>
            <p:spPr>
              <a:xfrm>
                <a:off x="7716300" y="6058732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33FD94E7-743C-466E-A382-DB3F0B4BA967}"/>
                  </a:ext>
                </a:extLst>
              </p:cNvPr>
              <p:cNvSpPr/>
              <p:nvPr/>
            </p:nvSpPr>
            <p:spPr>
              <a:xfrm>
                <a:off x="7913357" y="574295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BF55299-E09C-49D5-8345-28249F9D7B91}"/>
                  </a:ext>
                </a:extLst>
              </p:cNvPr>
              <p:cNvSpPr/>
              <p:nvPr/>
            </p:nvSpPr>
            <p:spPr>
              <a:xfrm>
                <a:off x="7292569" y="4937487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00B0B233-0018-4A73-A9EA-DF0C0167B272}"/>
                  </a:ext>
                </a:extLst>
              </p:cNvPr>
              <p:cNvSpPr/>
              <p:nvPr/>
            </p:nvSpPr>
            <p:spPr>
              <a:xfrm>
                <a:off x="7826446" y="507029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51F6C144-99EA-428C-810E-3DD08A6811DB}"/>
                  </a:ext>
                </a:extLst>
              </p:cNvPr>
              <p:cNvSpPr/>
              <p:nvPr/>
            </p:nvSpPr>
            <p:spPr>
              <a:xfrm>
                <a:off x="7068019" y="5331156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79D74D58-A8DC-4CAF-9C96-0DB561A6444D}"/>
                  </a:ext>
                </a:extLst>
              </p:cNvPr>
              <p:cNvSpPr/>
              <p:nvPr/>
            </p:nvSpPr>
            <p:spPr>
              <a:xfrm>
                <a:off x="7651923" y="5478502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45D16E55-1546-4975-B7B8-B9FF89217B5C}"/>
                  </a:ext>
                </a:extLst>
              </p:cNvPr>
              <p:cNvSpPr/>
              <p:nvPr/>
            </p:nvSpPr>
            <p:spPr>
              <a:xfrm>
                <a:off x="7594701" y="5753549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D5CC9EEC-0904-467F-BA05-357D294B62E2}"/>
                  </a:ext>
                </a:extLst>
              </p:cNvPr>
              <p:cNvSpPr/>
              <p:nvPr/>
            </p:nvSpPr>
            <p:spPr>
              <a:xfrm>
                <a:off x="7180242" y="6286417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C3CA105E-938D-48DE-8F50-98F1C21D74E2}"/>
                  </a:ext>
                </a:extLst>
              </p:cNvPr>
              <p:cNvSpPr/>
              <p:nvPr/>
            </p:nvSpPr>
            <p:spPr>
              <a:xfrm>
                <a:off x="7598012" y="593606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1706AF6B-EAF8-4F98-BFD5-02D1AF442237}"/>
                  </a:ext>
                </a:extLst>
              </p:cNvPr>
              <p:cNvSpPr/>
              <p:nvPr/>
            </p:nvSpPr>
            <p:spPr>
              <a:xfrm>
                <a:off x="7511101" y="5263401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410CE187-4474-45B0-96BA-6B24EB939493}"/>
                  </a:ext>
                </a:extLst>
              </p:cNvPr>
              <p:cNvSpPr/>
              <p:nvPr/>
            </p:nvSpPr>
            <p:spPr>
              <a:xfrm>
                <a:off x="7410201" y="5720506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0B501D21-E352-4EA0-A969-674742B0035B}"/>
                  </a:ext>
                </a:extLst>
              </p:cNvPr>
              <p:cNvSpPr/>
              <p:nvPr/>
            </p:nvSpPr>
            <p:spPr>
              <a:xfrm>
                <a:off x="7373520" y="5834257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CDDAD5A6-A62B-4016-B831-600563968B50}"/>
                  </a:ext>
                </a:extLst>
              </p:cNvPr>
              <p:cNvSpPr/>
              <p:nvPr/>
            </p:nvSpPr>
            <p:spPr>
              <a:xfrm>
                <a:off x="7356290" y="6178065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5D2443AB-DE1D-4F36-8F61-F6C2ECF476F1}"/>
                  </a:ext>
                </a:extLst>
              </p:cNvPr>
              <p:cNvSpPr/>
              <p:nvPr/>
            </p:nvSpPr>
            <p:spPr>
              <a:xfrm>
                <a:off x="7269379" y="5505405"/>
                <a:ext cx="91682" cy="98231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0479BC6-8FF8-4E26-85F4-42359281C320}"/>
              </a:ext>
            </a:extLst>
          </p:cNvPr>
          <p:cNvGrpSpPr/>
          <p:nvPr/>
        </p:nvGrpSpPr>
        <p:grpSpPr>
          <a:xfrm>
            <a:off x="1323209" y="5679557"/>
            <a:ext cx="1042416" cy="1024128"/>
            <a:chOff x="6366710" y="2832646"/>
            <a:chExt cx="1530220" cy="1504560"/>
          </a:xfrm>
        </p:grpSpPr>
        <p:pic>
          <p:nvPicPr>
            <p:cNvPr id="150" name="Picture 6" descr="Coffin Clipart - 330x596 PNG Download - PNGkit">
              <a:extLst>
                <a:ext uri="{FF2B5EF4-FFF2-40B4-BE49-F238E27FC236}">
                  <a16:creationId xmlns:a16="http://schemas.microsoft.com/office/drawing/2014/main" id="{FEBDD44B-8971-4F88-A0B2-E2D086C98F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56" t="5478" r="29199" b="6148"/>
            <a:stretch/>
          </p:blipFill>
          <p:spPr bwMode="auto">
            <a:xfrm rot="19958873">
              <a:off x="6790891" y="3298124"/>
              <a:ext cx="484323" cy="9594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A4074A3-1B7D-4EAB-BE29-70C9E3F5ACC7}"/>
                </a:ext>
              </a:extLst>
            </p:cNvPr>
            <p:cNvSpPr/>
            <p:nvPr/>
          </p:nvSpPr>
          <p:spPr>
            <a:xfrm>
              <a:off x="6366710" y="2832646"/>
              <a:ext cx="1530220" cy="150456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E2C94054-7D86-4450-8E9D-A2F6422702A1}"/>
                </a:ext>
              </a:extLst>
            </p:cNvPr>
            <p:cNvSpPr/>
            <p:nvPr/>
          </p:nvSpPr>
          <p:spPr>
            <a:xfrm>
              <a:off x="6504337" y="3079105"/>
              <a:ext cx="1254965" cy="1214141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0D133E-A69B-4618-AA15-2F5D1ADA4654}"/>
                </a:ext>
              </a:extLst>
            </p:cNvPr>
            <p:cNvGrpSpPr/>
            <p:nvPr/>
          </p:nvGrpSpPr>
          <p:grpSpPr>
            <a:xfrm>
              <a:off x="7121050" y="3141983"/>
              <a:ext cx="495706" cy="678908"/>
              <a:chOff x="6315874" y="4974224"/>
              <a:chExt cx="560399" cy="767510"/>
            </a:xfrm>
          </p:grpSpPr>
          <p:pic>
            <p:nvPicPr>
              <p:cNvPr id="181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A8C94898-2DC4-4842-B72E-33D8187ED0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4967825">
                <a:off x="6181218" y="5108880"/>
                <a:ext cx="550984" cy="2816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2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B093AD5C-3F0E-44E8-A80A-74AEB351C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 rot="14925135">
                <a:off x="6459945" y="5325406"/>
                <a:ext cx="550984" cy="2816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FDE39C-CA18-2C28-946A-3149CB172E3B}"/>
              </a:ext>
            </a:extLst>
          </p:cNvPr>
          <p:cNvGrpSpPr/>
          <p:nvPr/>
        </p:nvGrpSpPr>
        <p:grpSpPr>
          <a:xfrm>
            <a:off x="1315113" y="604813"/>
            <a:ext cx="1036542" cy="1024128"/>
            <a:chOff x="6065291" y="2424995"/>
            <a:chExt cx="1527048" cy="1508760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CEE037DF-06C7-D190-66C8-1B5B1A82B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V="1">
              <a:off x="6511301" y="2810062"/>
              <a:ext cx="176688" cy="881848"/>
            </a:xfrm>
            <a:prstGeom prst="rect">
              <a:avLst/>
            </a:prstGeom>
          </p:spPr>
        </p:pic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F0EC155E-18B6-1BF2-D01B-96A401F79670}"/>
                </a:ext>
              </a:extLst>
            </p:cNvPr>
            <p:cNvGrpSpPr/>
            <p:nvPr/>
          </p:nvGrpSpPr>
          <p:grpSpPr>
            <a:xfrm>
              <a:off x="6065291" y="2424995"/>
              <a:ext cx="1527048" cy="1508760"/>
              <a:chOff x="423110" y="896820"/>
              <a:chExt cx="1530220" cy="1504560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86D669B-9449-5DF7-3DA6-119731ECE124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Hexagon 141">
                <a:extLst>
                  <a:ext uri="{FF2B5EF4-FFF2-40B4-BE49-F238E27FC236}">
                    <a16:creationId xmlns:a16="http://schemas.microsoft.com/office/drawing/2014/main" id="{35989830-60D9-DE78-B470-BE818A81CDC4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BB090794-4EE1-29D4-25DB-AE4942204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87989" y="3017932"/>
              <a:ext cx="472588" cy="625243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D5CA34-242F-0D49-DB22-2B1AD52B93A2}"/>
              </a:ext>
            </a:extLst>
          </p:cNvPr>
          <p:cNvGrpSpPr/>
          <p:nvPr/>
        </p:nvGrpSpPr>
        <p:grpSpPr>
          <a:xfrm>
            <a:off x="4921240" y="593551"/>
            <a:ext cx="1036542" cy="1024128"/>
            <a:chOff x="8329987" y="3967519"/>
            <a:chExt cx="1527048" cy="1508760"/>
          </a:xfrm>
        </p:grpSpPr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8F0EA342-4E04-B121-C627-8DA774875479}"/>
                </a:ext>
              </a:extLst>
            </p:cNvPr>
            <p:cNvGrpSpPr/>
            <p:nvPr/>
          </p:nvGrpSpPr>
          <p:grpSpPr>
            <a:xfrm>
              <a:off x="8329987" y="3967519"/>
              <a:ext cx="1527048" cy="1508760"/>
              <a:chOff x="423110" y="896820"/>
              <a:chExt cx="1530220" cy="1504560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48449D3E-5217-4B2C-A8ED-13EE03B62129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Hexagon 184">
                <a:extLst>
                  <a:ext uri="{FF2B5EF4-FFF2-40B4-BE49-F238E27FC236}">
                    <a16:creationId xmlns:a16="http://schemas.microsoft.com/office/drawing/2014/main" id="{802CA337-578B-5123-F1C5-29072F220154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E85A7F-AF65-34D6-59C3-4A871B3F67C0}"/>
                </a:ext>
              </a:extLst>
            </p:cNvPr>
            <p:cNvGrpSpPr/>
            <p:nvPr/>
          </p:nvGrpSpPr>
          <p:grpSpPr>
            <a:xfrm>
              <a:off x="8837928" y="4580792"/>
              <a:ext cx="547739" cy="810146"/>
              <a:chOff x="8818437" y="4369949"/>
              <a:chExt cx="581442" cy="859996"/>
            </a:xfrm>
          </p:grpSpPr>
          <p:pic>
            <p:nvPicPr>
              <p:cNvPr id="153" name="Picture 152">
                <a:extLst>
                  <a:ext uri="{FF2B5EF4-FFF2-40B4-BE49-F238E27FC236}">
                    <a16:creationId xmlns:a16="http://schemas.microsoft.com/office/drawing/2014/main" id="{48671309-83F2-8629-5874-7A1EAED7C4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8818437" y="4369949"/>
                <a:ext cx="318360" cy="859996"/>
              </a:xfrm>
              <a:prstGeom prst="rect">
                <a:avLst/>
              </a:prstGeom>
            </p:spPr>
          </p:pic>
          <p:pic>
            <p:nvPicPr>
              <p:cNvPr id="183" name="Picture 182">
                <a:extLst>
                  <a:ext uri="{FF2B5EF4-FFF2-40B4-BE49-F238E27FC236}">
                    <a16:creationId xmlns:a16="http://schemas.microsoft.com/office/drawing/2014/main" id="{DFADDC6C-B193-744E-2052-C962828575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9658" y="4601605"/>
                <a:ext cx="440221" cy="585721"/>
              </a:xfrm>
              <a:prstGeom prst="rect">
                <a:avLst/>
              </a:prstGeom>
            </p:spPr>
          </p:pic>
        </p:grpSp>
        <p:sp>
          <p:nvSpPr>
            <p:cNvPr id="186" name="Star: 6 Points 185">
              <a:extLst>
                <a:ext uri="{FF2B5EF4-FFF2-40B4-BE49-F238E27FC236}">
                  <a16:creationId xmlns:a16="http://schemas.microsoft.com/office/drawing/2014/main" id="{8E09FD5D-50BC-2E8D-5E17-F9AC0C962613}"/>
                </a:ext>
              </a:extLst>
            </p:cNvPr>
            <p:cNvSpPr/>
            <p:nvPr/>
          </p:nvSpPr>
          <p:spPr>
            <a:xfrm>
              <a:off x="8937248" y="4263454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08256C7-451E-975D-C2DF-03313ED5DD46}"/>
              </a:ext>
            </a:extLst>
          </p:cNvPr>
          <p:cNvGrpSpPr/>
          <p:nvPr/>
        </p:nvGrpSpPr>
        <p:grpSpPr>
          <a:xfrm>
            <a:off x="3754971" y="5687017"/>
            <a:ext cx="1042416" cy="1024128"/>
            <a:chOff x="4830786" y="3216590"/>
            <a:chExt cx="1527048" cy="1508760"/>
          </a:xfrm>
        </p:grpSpPr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5FC93E4D-C996-480F-4D2E-4369B5EDC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349824" y="3695529"/>
              <a:ext cx="506556" cy="75394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F33EB9B-21B2-8C88-1A9F-73FA478DAE31}"/>
                </a:ext>
              </a:extLst>
            </p:cNvPr>
            <p:cNvGrpSpPr/>
            <p:nvPr/>
          </p:nvGrpSpPr>
          <p:grpSpPr>
            <a:xfrm>
              <a:off x="4830786" y="3216590"/>
              <a:ext cx="1527048" cy="1508760"/>
              <a:chOff x="4830786" y="3216590"/>
              <a:chExt cx="1527048" cy="150876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E36FFE52-2020-6F2D-A69E-4A031D04B720}"/>
                  </a:ext>
                </a:extLst>
              </p:cNvPr>
              <p:cNvSpPr/>
              <p:nvPr/>
            </p:nvSpPr>
            <p:spPr>
              <a:xfrm>
                <a:off x="4830786" y="3216590"/>
                <a:ext cx="1527048" cy="15087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Hexagon 190">
                <a:extLst>
                  <a:ext uri="{FF2B5EF4-FFF2-40B4-BE49-F238E27FC236}">
                    <a16:creationId xmlns:a16="http://schemas.microsoft.com/office/drawing/2014/main" id="{CF78259B-5F38-A42A-A964-330680CDE1B8}"/>
                  </a:ext>
                </a:extLst>
              </p:cNvPr>
              <p:cNvSpPr/>
              <p:nvPr/>
            </p:nvSpPr>
            <p:spPr>
              <a:xfrm>
                <a:off x="4976918" y="3463736"/>
                <a:ext cx="1252364" cy="121753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FA26B1D-25EC-3590-3660-05206C894B97}"/>
              </a:ext>
            </a:extLst>
          </p:cNvPr>
          <p:cNvGrpSpPr/>
          <p:nvPr/>
        </p:nvGrpSpPr>
        <p:grpSpPr>
          <a:xfrm>
            <a:off x="4959569" y="5694890"/>
            <a:ext cx="1042416" cy="1024128"/>
            <a:chOff x="6543786" y="3216590"/>
            <a:chExt cx="1527048" cy="1508760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7B008BC2-FAE3-69EC-A1F0-0E076F616B9D}"/>
                </a:ext>
              </a:extLst>
            </p:cNvPr>
            <p:cNvGrpSpPr/>
            <p:nvPr/>
          </p:nvGrpSpPr>
          <p:grpSpPr>
            <a:xfrm>
              <a:off x="6543786" y="3216590"/>
              <a:ext cx="1527048" cy="1508760"/>
              <a:chOff x="4830786" y="3216590"/>
              <a:chExt cx="1527048" cy="1508760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448C1752-F588-98B4-8ACC-46A9FC3F1CAC}"/>
                  </a:ext>
                </a:extLst>
              </p:cNvPr>
              <p:cNvSpPr/>
              <p:nvPr/>
            </p:nvSpPr>
            <p:spPr>
              <a:xfrm>
                <a:off x="4830786" y="3216590"/>
                <a:ext cx="1527048" cy="15087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Hexagon 194">
                <a:extLst>
                  <a:ext uri="{FF2B5EF4-FFF2-40B4-BE49-F238E27FC236}">
                    <a16:creationId xmlns:a16="http://schemas.microsoft.com/office/drawing/2014/main" id="{00140BE6-D7F5-424C-9D5A-FBAF761B2F1A}"/>
                  </a:ext>
                </a:extLst>
              </p:cNvPr>
              <p:cNvSpPr/>
              <p:nvPr/>
            </p:nvSpPr>
            <p:spPr>
              <a:xfrm>
                <a:off x="4976918" y="3463736"/>
                <a:ext cx="1252364" cy="121753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196" name="Picture 4" descr="Werewolf Icon - Download Werewolf Icon 1390109 | Noun Project">
              <a:extLst>
                <a:ext uri="{FF2B5EF4-FFF2-40B4-BE49-F238E27FC236}">
                  <a16:creationId xmlns:a16="http://schemas.microsoft.com/office/drawing/2014/main" id="{9A57BD3E-07B1-3205-D1C1-EE025D0703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9341" y="3555988"/>
              <a:ext cx="1033025" cy="1033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607223-1613-8E63-3552-0E33899DB4B5}"/>
              </a:ext>
            </a:extLst>
          </p:cNvPr>
          <p:cNvGrpSpPr/>
          <p:nvPr/>
        </p:nvGrpSpPr>
        <p:grpSpPr>
          <a:xfrm>
            <a:off x="6011389" y="1776607"/>
            <a:ext cx="1033272" cy="1033272"/>
            <a:chOff x="9072044" y="2333207"/>
            <a:chExt cx="1600200" cy="1600200"/>
          </a:xfrm>
        </p:grpSpPr>
        <p:pic>
          <p:nvPicPr>
            <p:cNvPr id="66" name="Picture 65" descr="Necromancer icon in vector. Illustration 34051027 Vector Art at Vecteezy">
              <a:extLst>
                <a:ext uri="{FF2B5EF4-FFF2-40B4-BE49-F238E27FC236}">
                  <a16:creationId xmlns:a16="http://schemas.microsoft.com/office/drawing/2014/main" id="{0DBAF42E-B1DB-6DB4-484D-8754524FC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16037" t="16612" r="16442" b="16607"/>
            <a:stretch>
              <a:fillRect/>
            </a:stretch>
          </p:blipFill>
          <p:spPr>
            <a:xfrm>
              <a:off x="9441075" y="2827031"/>
              <a:ext cx="837084" cy="827923"/>
            </a:xfrm>
            <a:prstGeom prst="rect">
              <a:avLst/>
            </a:prstGeom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7AAF78C-AACC-83F5-E762-27734ED76699}"/>
                </a:ext>
              </a:extLst>
            </p:cNvPr>
            <p:cNvGrpSpPr/>
            <p:nvPr/>
          </p:nvGrpSpPr>
          <p:grpSpPr>
            <a:xfrm>
              <a:off x="9072044" y="2333207"/>
              <a:ext cx="1600200" cy="1600200"/>
              <a:chOff x="423110" y="896820"/>
              <a:chExt cx="1530220" cy="150456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2E32E3D-213C-8A16-D0B3-CDB0614DF619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Hexagon 45">
                <a:extLst>
                  <a:ext uri="{FF2B5EF4-FFF2-40B4-BE49-F238E27FC236}">
                    <a16:creationId xmlns:a16="http://schemas.microsoft.com/office/drawing/2014/main" id="{4F421CA0-66E6-E653-C78B-24DB7030421C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BD1619-45DE-D8A9-042B-F9E9159405F6}"/>
              </a:ext>
            </a:extLst>
          </p:cNvPr>
          <p:cNvGrpSpPr/>
          <p:nvPr/>
        </p:nvGrpSpPr>
        <p:grpSpPr>
          <a:xfrm>
            <a:off x="2471424" y="1796230"/>
            <a:ext cx="1033272" cy="1033272"/>
            <a:chOff x="3656174" y="2286453"/>
            <a:chExt cx="1600200" cy="1600200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C93824B-EB97-E46D-F9FE-C00E556FA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627300" y="2865899"/>
              <a:ext cx="320787" cy="624499"/>
            </a:xfrm>
            <a:prstGeom prst="rect">
              <a:avLst/>
            </a:prstGeom>
          </p:spPr>
        </p:pic>
        <p:pic>
          <p:nvPicPr>
            <p:cNvPr id="67" name="Picture 66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E4924588-E4ED-1626-D9C0-95E8E75DC1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20073948">
              <a:off x="3881624" y="2851001"/>
              <a:ext cx="370451" cy="552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67" descr="Skeleton - Free education icons">
              <a:extLst>
                <a:ext uri="{FF2B5EF4-FFF2-40B4-BE49-F238E27FC236}">
                  <a16:creationId xmlns:a16="http://schemas.microsoft.com/office/drawing/2014/main" id="{3CE417E3-54EA-1CE8-0ED7-F179C2F6A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990930" y="2784179"/>
              <a:ext cx="743418" cy="743418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AA0E6971-E23D-6E23-2317-0539D2F72E66}"/>
                </a:ext>
              </a:extLst>
            </p:cNvPr>
            <p:cNvGrpSpPr/>
            <p:nvPr/>
          </p:nvGrpSpPr>
          <p:grpSpPr>
            <a:xfrm>
              <a:off x="3656174" y="2286453"/>
              <a:ext cx="1600200" cy="1600200"/>
              <a:chOff x="423110" y="896820"/>
              <a:chExt cx="1530220" cy="150456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0EAAD64-3E94-B5AD-E1FE-171D5691B97B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Hexagon 48">
                <a:extLst>
                  <a:ext uri="{FF2B5EF4-FFF2-40B4-BE49-F238E27FC236}">
                    <a16:creationId xmlns:a16="http://schemas.microsoft.com/office/drawing/2014/main" id="{20A08E28-5658-321F-C560-2F43FD60BA51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38B5BEF-24BA-3F49-9B0E-351974548185}"/>
              </a:ext>
            </a:extLst>
          </p:cNvPr>
          <p:cNvGrpSpPr/>
          <p:nvPr/>
        </p:nvGrpSpPr>
        <p:grpSpPr>
          <a:xfrm>
            <a:off x="190698" y="1783289"/>
            <a:ext cx="1033272" cy="1033272"/>
            <a:chOff x="149448" y="2314212"/>
            <a:chExt cx="1600200" cy="1600200"/>
          </a:xfrm>
        </p:grpSpPr>
        <p:pic>
          <p:nvPicPr>
            <p:cNvPr id="53" name="Picture 52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36FFEB75-3106-7899-77CD-C4753FE8AF3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20073948">
              <a:off x="474668" y="2960952"/>
              <a:ext cx="370451" cy="5525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0D23132-627E-A6CF-1341-B75CC0D41A92}"/>
                </a:ext>
              </a:extLst>
            </p:cNvPr>
            <p:cNvGrpSpPr/>
            <p:nvPr/>
          </p:nvGrpSpPr>
          <p:grpSpPr>
            <a:xfrm>
              <a:off x="149448" y="2314212"/>
              <a:ext cx="1600200" cy="1600200"/>
              <a:chOff x="423110" y="896820"/>
              <a:chExt cx="1530220" cy="15045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D29B5D3-1CE1-E036-CA26-247A5545CDA4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Hexagon 23">
                <a:extLst>
                  <a:ext uri="{FF2B5EF4-FFF2-40B4-BE49-F238E27FC236}">
                    <a16:creationId xmlns:a16="http://schemas.microsoft.com/office/drawing/2014/main" id="{A1D23301-9A9A-63B5-C469-7F23ACA39DD0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0" name="Picture 49" descr="Skeleton - Free education icons">
              <a:extLst>
                <a:ext uri="{FF2B5EF4-FFF2-40B4-BE49-F238E27FC236}">
                  <a16:creationId xmlns:a16="http://schemas.microsoft.com/office/drawing/2014/main" id="{A1138434-D7A3-7877-8E95-694DD4850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21760" y="2850289"/>
              <a:ext cx="743418" cy="74341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D5EA66-134B-98FC-0575-1FCDF5DE28EF}"/>
              </a:ext>
            </a:extLst>
          </p:cNvPr>
          <p:cNvGrpSpPr/>
          <p:nvPr/>
        </p:nvGrpSpPr>
        <p:grpSpPr>
          <a:xfrm>
            <a:off x="1330186" y="1787508"/>
            <a:ext cx="1033272" cy="1033272"/>
            <a:chOff x="1921297" y="2298990"/>
            <a:chExt cx="1600200" cy="16002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F506565-4B1E-6BE8-F8F0-D3AC076D058C}"/>
                </a:ext>
              </a:extLst>
            </p:cNvPr>
            <p:cNvGrpSpPr/>
            <p:nvPr/>
          </p:nvGrpSpPr>
          <p:grpSpPr>
            <a:xfrm>
              <a:off x="1921297" y="2298990"/>
              <a:ext cx="1600200" cy="1600200"/>
              <a:chOff x="423110" y="896820"/>
              <a:chExt cx="1530220" cy="150456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3AA4D4A-41A7-7F75-A1DB-ACF78F8A66B7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Hexagon 35">
                <a:extLst>
                  <a:ext uri="{FF2B5EF4-FFF2-40B4-BE49-F238E27FC236}">
                    <a16:creationId xmlns:a16="http://schemas.microsoft.com/office/drawing/2014/main" id="{612701F6-5E14-BF3C-3CA6-E7FA066679FB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1" name="Picture 50" descr="Skeleton - Free education icons">
              <a:extLst>
                <a:ext uri="{FF2B5EF4-FFF2-40B4-BE49-F238E27FC236}">
                  <a16:creationId xmlns:a16="http://schemas.microsoft.com/office/drawing/2014/main" id="{E4451A18-2BC9-2D2F-FFAE-D4AB8CEBB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471660" y="2865899"/>
              <a:ext cx="743418" cy="743418"/>
            </a:xfrm>
            <a:prstGeom prst="rect">
              <a:avLst/>
            </a:prstGeom>
          </p:spPr>
        </p:pic>
        <p:pic>
          <p:nvPicPr>
            <p:cNvPr id="52" name="Picture 2" descr="Lance Icon #332107 - Free Icons Library">
              <a:extLst>
                <a:ext uri="{FF2B5EF4-FFF2-40B4-BE49-F238E27FC236}">
                  <a16:creationId xmlns:a16="http://schemas.microsoft.com/office/drawing/2014/main" id="{106BA42D-D6E4-E769-CAE7-246D9000B4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826429">
              <a:off x="2134564" y="2915798"/>
              <a:ext cx="645977" cy="642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154EB09-39D1-3765-D492-00A4D5AC83E5}"/>
              </a:ext>
            </a:extLst>
          </p:cNvPr>
          <p:cNvGrpSpPr/>
          <p:nvPr/>
        </p:nvGrpSpPr>
        <p:grpSpPr>
          <a:xfrm>
            <a:off x="4841998" y="1780368"/>
            <a:ext cx="1033272" cy="1033272"/>
            <a:chOff x="7320729" y="2307501"/>
            <a:chExt cx="1600200" cy="1600200"/>
          </a:xfrm>
        </p:grpSpPr>
        <p:pic>
          <p:nvPicPr>
            <p:cNvPr id="60" name="Picture 2" descr="Death Knight Logo Vector Images (over 240)">
              <a:extLst>
                <a:ext uri="{FF2B5EF4-FFF2-40B4-BE49-F238E27FC236}">
                  <a16:creationId xmlns:a16="http://schemas.microsoft.com/office/drawing/2014/main" id="{C93E5EF3-955F-EEDC-AB36-E1269EC992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50" t="5916" r="4666" b="5976"/>
            <a:stretch/>
          </p:blipFill>
          <p:spPr bwMode="auto">
            <a:xfrm rot="1478708">
              <a:off x="7713150" y="2881010"/>
              <a:ext cx="823958" cy="889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3E02F68-AF5B-86DD-574C-4D6ED242FA06}"/>
                </a:ext>
              </a:extLst>
            </p:cNvPr>
            <p:cNvSpPr/>
            <p:nvPr/>
          </p:nvSpPr>
          <p:spPr>
            <a:xfrm>
              <a:off x="7320729" y="2307501"/>
              <a:ext cx="1600200" cy="1600200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>
              <a:extLst>
                <a:ext uri="{FF2B5EF4-FFF2-40B4-BE49-F238E27FC236}">
                  <a16:creationId xmlns:a16="http://schemas.microsoft.com/office/drawing/2014/main" id="{D238BF2C-D505-76D2-4EE4-8A690EC39A95}"/>
                </a:ext>
              </a:extLst>
            </p:cNvPr>
            <p:cNvSpPr/>
            <p:nvPr/>
          </p:nvSpPr>
          <p:spPr>
            <a:xfrm>
              <a:off x="7464647" y="2569628"/>
              <a:ext cx="1312356" cy="1291322"/>
            </a:xfrm>
            <a:prstGeom prst="hexagon">
              <a:avLst>
                <a:gd name="adj" fmla="val 26761"/>
                <a:gd name="vf" fmla="val 115470"/>
              </a:avLst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FF4A783-24E5-B84D-1DC1-B2B7D068A312}"/>
                </a:ext>
              </a:extLst>
            </p:cNvPr>
            <p:cNvGrpSpPr/>
            <p:nvPr/>
          </p:nvGrpSpPr>
          <p:grpSpPr>
            <a:xfrm rot="7643321">
              <a:off x="7941030" y="2542486"/>
              <a:ext cx="292325" cy="637084"/>
              <a:chOff x="1739453" y="4716210"/>
              <a:chExt cx="292325" cy="637084"/>
            </a:xfrm>
          </p:grpSpPr>
          <p:sp>
            <p:nvSpPr>
              <p:cNvPr id="63" name="Arrow: Right 62">
                <a:extLst>
                  <a:ext uri="{FF2B5EF4-FFF2-40B4-BE49-F238E27FC236}">
                    <a16:creationId xmlns:a16="http://schemas.microsoft.com/office/drawing/2014/main" id="{58E09BA5-D7EF-2D16-77CA-3ABFD01FE534}"/>
                  </a:ext>
                </a:extLst>
              </p:cNvPr>
              <p:cNvSpPr/>
              <p:nvPr/>
            </p:nvSpPr>
            <p:spPr>
              <a:xfrm rot="13614897">
                <a:off x="1559780" y="4919821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Arrow: Right 63">
                <a:extLst>
                  <a:ext uri="{FF2B5EF4-FFF2-40B4-BE49-F238E27FC236}">
                    <a16:creationId xmlns:a16="http://schemas.microsoft.com/office/drawing/2014/main" id="{BE0FBC4B-DC38-0567-08D1-D5A0C503D602}"/>
                  </a:ext>
                </a:extLst>
              </p:cNvPr>
              <p:cNvSpPr/>
              <p:nvPr/>
            </p:nvSpPr>
            <p:spPr>
              <a:xfrm rot="13614897">
                <a:off x="1535842" y="5059896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row: Right 64">
                <a:extLst>
                  <a:ext uri="{FF2B5EF4-FFF2-40B4-BE49-F238E27FC236}">
                    <a16:creationId xmlns:a16="http://schemas.microsoft.com/office/drawing/2014/main" id="{3BE7E787-A1F2-65EF-55D9-E916110E91CE}"/>
                  </a:ext>
                </a:extLst>
              </p:cNvPr>
              <p:cNvSpPr/>
              <p:nvPr/>
            </p:nvSpPr>
            <p:spPr>
              <a:xfrm rot="13614897">
                <a:off x="1738380" y="4950372"/>
                <a:ext cx="497009" cy="89787"/>
              </a:xfrm>
              <a:prstGeom prst="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E4A539D-4E89-3B0B-AA95-F58EAD0AEF0A}"/>
              </a:ext>
            </a:extLst>
          </p:cNvPr>
          <p:cNvGrpSpPr/>
          <p:nvPr/>
        </p:nvGrpSpPr>
        <p:grpSpPr>
          <a:xfrm>
            <a:off x="3646598" y="1770256"/>
            <a:ext cx="1033272" cy="1033272"/>
            <a:chOff x="5399045" y="2297389"/>
            <a:chExt cx="1600200" cy="1600200"/>
          </a:xfrm>
        </p:grpSpPr>
        <p:pic>
          <p:nvPicPr>
            <p:cNvPr id="73" name="Picture 2" descr="Chess knight stock vector. Illustration of play, abstract - 98504632">
              <a:extLst>
                <a:ext uri="{FF2B5EF4-FFF2-40B4-BE49-F238E27FC236}">
                  <a16:creationId xmlns:a16="http://schemas.microsoft.com/office/drawing/2014/main" id="{43D5A289-B65B-10F3-E42B-E73E7FD32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0106" y="2792226"/>
              <a:ext cx="609437" cy="874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8895DCC-169D-A72F-82FA-36FADA6690E3}"/>
                </a:ext>
              </a:extLst>
            </p:cNvPr>
            <p:cNvGrpSpPr/>
            <p:nvPr/>
          </p:nvGrpSpPr>
          <p:grpSpPr>
            <a:xfrm>
              <a:off x="5399045" y="2297389"/>
              <a:ext cx="1600200" cy="1600200"/>
              <a:chOff x="423110" y="896820"/>
              <a:chExt cx="1530220" cy="15045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8320C19-CB83-861A-6942-8F17B80ED73D}"/>
                  </a:ext>
                </a:extLst>
              </p:cNvPr>
              <p:cNvSpPr/>
              <p:nvPr/>
            </p:nvSpPr>
            <p:spPr>
              <a:xfrm>
                <a:off x="423110" y="896820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Hexagon 39">
                <a:extLst>
                  <a:ext uri="{FF2B5EF4-FFF2-40B4-BE49-F238E27FC236}">
                    <a16:creationId xmlns:a16="http://schemas.microsoft.com/office/drawing/2014/main" id="{B4D377A7-C4BD-B4F7-1911-97F1F1108E0F}"/>
                  </a:ext>
                </a:extLst>
              </p:cNvPr>
              <p:cNvSpPr/>
              <p:nvPr/>
            </p:nvSpPr>
            <p:spPr>
              <a:xfrm>
                <a:off x="560737" y="1143279"/>
                <a:ext cx="1254965" cy="1214141"/>
              </a:xfrm>
              <a:prstGeom prst="hexagon">
                <a:avLst>
                  <a:gd name="adj" fmla="val 26761"/>
                  <a:gd name="vf" fmla="val 11547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0" name="Picture 69" descr="Skeleton - Free education icons">
              <a:extLst>
                <a:ext uri="{FF2B5EF4-FFF2-40B4-BE49-F238E27FC236}">
                  <a16:creationId xmlns:a16="http://schemas.microsoft.com/office/drawing/2014/main" id="{59B277EC-09E8-C3AB-2D50-DFE4E1355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22263" y="2835678"/>
              <a:ext cx="578389" cy="5783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6456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AFFDFD-B81A-4A64-BF7E-F77A9915329A}"/>
              </a:ext>
            </a:extLst>
          </p:cNvPr>
          <p:cNvSpPr txBox="1"/>
          <p:nvPr/>
        </p:nvSpPr>
        <p:spPr>
          <a:xfrm>
            <a:off x="188462" y="114301"/>
            <a:ext cx="1245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Polluteland</a:t>
            </a:r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94837D-A746-485A-A305-E0205E9925CD}"/>
              </a:ext>
            </a:extLst>
          </p:cNvPr>
          <p:cNvGrpSpPr/>
          <p:nvPr/>
        </p:nvGrpSpPr>
        <p:grpSpPr>
          <a:xfrm>
            <a:off x="1416046" y="553741"/>
            <a:ext cx="1042416" cy="1024128"/>
            <a:chOff x="2369139" y="905612"/>
            <a:chExt cx="1530220" cy="150456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D6CF01E-7BD5-4188-B8CF-63BCFC48AF8C}"/>
                </a:ext>
              </a:extLst>
            </p:cNvPr>
            <p:cNvGrpSpPr/>
            <p:nvPr/>
          </p:nvGrpSpPr>
          <p:grpSpPr>
            <a:xfrm>
              <a:off x="2720167" y="1289600"/>
              <a:ext cx="828162" cy="956668"/>
              <a:chOff x="1353377" y="2714855"/>
              <a:chExt cx="719018" cy="877203"/>
            </a:xfrm>
          </p:grpSpPr>
          <p:pic>
            <p:nvPicPr>
              <p:cNvPr id="47" name="Picture 46" descr="Machete Silhouette Stock Illustrations – 384 Machete Silhouette Stock  Illustrations, Vectors &amp;amp; Clipart - Dreamstime">
                <a:extLst>
                  <a:ext uri="{FF2B5EF4-FFF2-40B4-BE49-F238E27FC236}">
                    <a16:creationId xmlns:a16="http://schemas.microsoft.com/office/drawing/2014/main" id="{BD9946D5-5445-4DB2-9A66-FBD59921E2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77" t="6978" r="21310" b="6197"/>
              <a:stretch/>
            </p:blipFill>
            <p:spPr bwMode="auto">
              <a:xfrm rot="20477473">
                <a:off x="1353377" y="2714855"/>
                <a:ext cx="376503" cy="8570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DE8918B9-B98C-4F60-A681-2D6F8F471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1260" y="3007967"/>
                <a:ext cx="441135" cy="584091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9F9CD0-878D-4D77-BFF8-05EC6736E319}"/>
                </a:ext>
              </a:extLst>
            </p:cNvPr>
            <p:cNvGrpSpPr/>
            <p:nvPr/>
          </p:nvGrpSpPr>
          <p:grpSpPr>
            <a:xfrm>
              <a:off x="2369139" y="905612"/>
              <a:ext cx="1530220" cy="1504560"/>
              <a:chOff x="475862" y="905612"/>
              <a:chExt cx="1530220" cy="150456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7C49BFD-973A-4A74-A429-F898814E617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lowchart: Display 14">
                <a:extLst>
                  <a:ext uri="{FF2B5EF4-FFF2-40B4-BE49-F238E27FC236}">
                    <a16:creationId xmlns:a16="http://schemas.microsoft.com/office/drawing/2014/main" id="{C5422270-B3D2-4F69-B610-983DC289CA28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ACC5072-67D9-4D15-9274-7D2B955F8E9B}"/>
              </a:ext>
            </a:extLst>
          </p:cNvPr>
          <p:cNvGrpSpPr/>
          <p:nvPr/>
        </p:nvGrpSpPr>
        <p:grpSpPr>
          <a:xfrm>
            <a:off x="7425857" y="529903"/>
            <a:ext cx="1042416" cy="1024128"/>
            <a:chOff x="475862" y="2832151"/>
            <a:chExt cx="1530220" cy="1504560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589D2BB-5268-4950-8991-6747057DFFB9}"/>
                </a:ext>
              </a:extLst>
            </p:cNvPr>
            <p:cNvGrpSpPr/>
            <p:nvPr/>
          </p:nvGrpSpPr>
          <p:grpSpPr>
            <a:xfrm rot="1828857">
              <a:off x="762197" y="3275675"/>
              <a:ext cx="957549" cy="789974"/>
              <a:chOff x="2196207" y="2863637"/>
              <a:chExt cx="2757986" cy="2275327"/>
            </a:xfrm>
          </p:grpSpPr>
          <p:pic>
            <p:nvPicPr>
              <p:cNvPr id="93" name="Picture 8" descr="Line icon for gatling 3237222 Vector Art at Vecteezy">
                <a:extLst>
                  <a:ext uri="{FF2B5EF4-FFF2-40B4-BE49-F238E27FC236}">
                    <a16:creationId xmlns:a16="http://schemas.microsoft.com/office/drawing/2014/main" id="{F5CBC43B-6A9A-4C78-92CF-035330248E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96207" y="2925471"/>
                <a:ext cx="2623399" cy="22134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FC02C03-F823-4FF0-A69A-1BBA17E990C9}"/>
                  </a:ext>
                </a:extLst>
              </p:cNvPr>
              <p:cNvSpPr/>
              <p:nvPr/>
            </p:nvSpPr>
            <p:spPr>
              <a:xfrm rot="19527126">
                <a:off x="3163796" y="2863637"/>
                <a:ext cx="1019561" cy="5011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DF877FA-6F09-4008-8C56-48C307E83552}"/>
                  </a:ext>
                </a:extLst>
              </p:cNvPr>
              <p:cNvSpPr/>
              <p:nvPr/>
            </p:nvSpPr>
            <p:spPr>
              <a:xfrm rot="19081648">
                <a:off x="4013700" y="3428531"/>
                <a:ext cx="157110" cy="41323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F22754A-8C0A-41C1-91DF-9890ECBA36BF}"/>
                  </a:ext>
                </a:extLst>
              </p:cNvPr>
              <p:cNvSpPr/>
              <p:nvPr/>
            </p:nvSpPr>
            <p:spPr>
              <a:xfrm rot="13584833">
                <a:off x="2830186" y="4013063"/>
                <a:ext cx="137209" cy="60438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D1104159-1C9C-44C6-A9B7-4DFCDA53ED06}"/>
                  </a:ext>
                </a:extLst>
              </p:cNvPr>
              <p:cNvSpPr/>
              <p:nvPr/>
            </p:nvSpPr>
            <p:spPr>
              <a:xfrm rot="13584833">
                <a:off x="3103724" y="4494607"/>
                <a:ext cx="231175" cy="60438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A28CECFF-D1AC-4F26-BB8D-77860F872A29}"/>
                  </a:ext>
                </a:extLst>
              </p:cNvPr>
              <p:cNvSpPr/>
              <p:nvPr/>
            </p:nvSpPr>
            <p:spPr>
              <a:xfrm rot="19044101">
                <a:off x="3850222" y="3905329"/>
                <a:ext cx="1103971" cy="50116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CA8C07A-3DBE-4A83-8A63-F1F50C57274F}"/>
                </a:ext>
              </a:extLst>
            </p:cNvPr>
            <p:cNvGrpSpPr/>
            <p:nvPr/>
          </p:nvGrpSpPr>
          <p:grpSpPr>
            <a:xfrm>
              <a:off x="475862" y="2832151"/>
              <a:ext cx="1530220" cy="1504560"/>
              <a:chOff x="475862" y="905612"/>
              <a:chExt cx="1530220" cy="150456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71EFED6-C847-4E96-9FC7-6A39B425327F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lowchart: Display 29">
                <a:extLst>
                  <a:ext uri="{FF2B5EF4-FFF2-40B4-BE49-F238E27FC236}">
                    <a16:creationId xmlns:a16="http://schemas.microsoft.com/office/drawing/2014/main" id="{44ADA008-7A09-47DE-8DB7-0DBC2819A861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38F0217-FCBF-45B6-81A1-5568F421EAA0}"/>
              </a:ext>
            </a:extLst>
          </p:cNvPr>
          <p:cNvGrpSpPr/>
          <p:nvPr/>
        </p:nvGrpSpPr>
        <p:grpSpPr>
          <a:xfrm>
            <a:off x="8640259" y="5696789"/>
            <a:ext cx="1042416" cy="1024128"/>
            <a:chOff x="6155693" y="2832151"/>
            <a:chExt cx="1530220" cy="1504560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444CEB06-0A1C-4E47-B4AE-FF60B460C333}"/>
                </a:ext>
              </a:extLst>
            </p:cNvPr>
            <p:cNvGrpSpPr/>
            <p:nvPr/>
          </p:nvGrpSpPr>
          <p:grpSpPr>
            <a:xfrm>
              <a:off x="6417939" y="3420208"/>
              <a:ext cx="1006500" cy="701805"/>
              <a:chOff x="2272059" y="3781225"/>
              <a:chExt cx="1441455" cy="1005088"/>
            </a:xfrm>
          </p:grpSpPr>
          <p:pic>
            <p:nvPicPr>
              <p:cNvPr id="108" name="Picture 14" descr="Cannon Gun Stock Illustrations – 10,392 Cannon Gun Stock Illustrations,  Vectors &amp;amp; Clipart - Dreamstime">
                <a:extLst>
                  <a:ext uri="{FF2B5EF4-FFF2-40B4-BE49-F238E27FC236}">
                    <a16:creationId xmlns:a16="http://schemas.microsoft.com/office/drawing/2014/main" id="{F4F4A6FD-08F2-453A-B492-644B5C381C1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55277" y="4123592"/>
                <a:ext cx="1058237" cy="6627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C41C7FEC-3543-4F66-AF6D-DFB931A28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72059" y="3781225"/>
                <a:ext cx="432328" cy="544589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F84C2C6-AA62-4007-ABA3-4C71E6F4159C}"/>
                </a:ext>
              </a:extLst>
            </p:cNvPr>
            <p:cNvGrpSpPr/>
            <p:nvPr/>
          </p:nvGrpSpPr>
          <p:grpSpPr>
            <a:xfrm>
              <a:off x="6155693" y="2832151"/>
              <a:ext cx="1530220" cy="1504560"/>
              <a:chOff x="475862" y="905612"/>
              <a:chExt cx="1530220" cy="15045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400985C-9E41-412D-A168-82F811EFD9C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lowchart: Display 38">
                <a:extLst>
                  <a:ext uri="{FF2B5EF4-FFF2-40B4-BE49-F238E27FC236}">
                    <a16:creationId xmlns:a16="http://schemas.microsoft.com/office/drawing/2014/main" id="{9CC6BC5C-C54B-4A61-9A35-970133237D16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BA2F168-E6C3-E462-40D8-7F1D3E79D44E}"/>
              </a:ext>
            </a:extLst>
          </p:cNvPr>
          <p:cNvGrpSpPr/>
          <p:nvPr/>
        </p:nvGrpSpPr>
        <p:grpSpPr>
          <a:xfrm>
            <a:off x="2632234" y="5696772"/>
            <a:ext cx="1042416" cy="1024128"/>
            <a:chOff x="8048970" y="2832151"/>
            <a:chExt cx="1530220" cy="150456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42C5829-5FB2-4C51-9015-A75160883E9F}"/>
                </a:ext>
              </a:extLst>
            </p:cNvPr>
            <p:cNvGrpSpPr/>
            <p:nvPr/>
          </p:nvGrpSpPr>
          <p:grpSpPr>
            <a:xfrm>
              <a:off x="8457831" y="3150641"/>
              <a:ext cx="808009" cy="989668"/>
              <a:chOff x="6194360" y="2439332"/>
              <a:chExt cx="808009" cy="989668"/>
            </a:xfrm>
          </p:grpSpPr>
          <p:pic>
            <p:nvPicPr>
              <p:cNvPr id="116" name="Picture 115" descr="Gear Vector Art, Icons, and Graphics for Free Download">
                <a:extLst>
                  <a:ext uri="{FF2B5EF4-FFF2-40B4-BE49-F238E27FC236}">
                    <a16:creationId xmlns:a16="http://schemas.microsoft.com/office/drawing/2014/main" id="{ED18A0FA-B566-4D92-A0EF-2F2FC0C506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36731" y="2863362"/>
                <a:ext cx="565638" cy="5656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7" name="Picture 116">
                <a:extLst>
                  <a:ext uri="{FF2B5EF4-FFF2-40B4-BE49-F238E27FC236}">
                    <a16:creationId xmlns:a16="http://schemas.microsoft.com/office/drawing/2014/main" id="{3ED4A9E3-B125-4E26-B47B-2A87DC8741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18672860">
                <a:off x="5964883" y="2668809"/>
                <a:ext cx="832263" cy="373310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E0E6789-8912-43FC-9CDE-860152B71925}"/>
                </a:ext>
              </a:extLst>
            </p:cNvPr>
            <p:cNvGrpSpPr/>
            <p:nvPr/>
          </p:nvGrpSpPr>
          <p:grpSpPr>
            <a:xfrm>
              <a:off x="8048970" y="2832151"/>
              <a:ext cx="1530220" cy="1504560"/>
              <a:chOff x="475862" y="905612"/>
              <a:chExt cx="1530220" cy="1504560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17D737D-331C-4C04-97E8-B910A13DAB2E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lowchart: Display 41">
                <a:extLst>
                  <a:ext uri="{FF2B5EF4-FFF2-40B4-BE49-F238E27FC236}">
                    <a16:creationId xmlns:a16="http://schemas.microsoft.com/office/drawing/2014/main" id="{02546407-0209-4C07-8CD3-CCD4DE1EA514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7B48751-E6E6-121F-75A4-B7CFB71A4F8D}"/>
              </a:ext>
            </a:extLst>
          </p:cNvPr>
          <p:cNvGrpSpPr/>
          <p:nvPr/>
        </p:nvGrpSpPr>
        <p:grpSpPr>
          <a:xfrm>
            <a:off x="3893016" y="5696772"/>
            <a:ext cx="1042416" cy="1024128"/>
            <a:chOff x="9942247" y="2832151"/>
            <a:chExt cx="1530220" cy="150456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EF2B564C-D851-4665-9D00-C4437B27A824}"/>
                </a:ext>
              </a:extLst>
            </p:cNvPr>
            <p:cNvGrpSpPr/>
            <p:nvPr/>
          </p:nvGrpSpPr>
          <p:grpSpPr>
            <a:xfrm>
              <a:off x="10380858" y="3227233"/>
              <a:ext cx="837375" cy="913076"/>
              <a:chOff x="7972517" y="3380162"/>
              <a:chExt cx="837375" cy="913076"/>
            </a:xfrm>
          </p:grpSpPr>
          <p:pic>
            <p:nvPicPr>
              <p:cNvPr id="119" name="Picture 118" descr="Gear Vector Art, Icons, and Graphics for Free Download">
                <a:extLst>
                  <a:ext uri="{FF2B5EF4-FFF2-40B4-BE49-F238E27FC236}">
                    <a16:creationId xmlns:a16="http://schemas.microsoft.com/office/drawing/2014/main" id="{CB083FE5-4D6D-4523-AEFA-0A592C03A9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4254" y="3727600"/>
                <a:ext cx="565638" cy="5656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119">
                <a:extLst>
                  <a:ext uri="{FF2B5EF4-FFF2-40B4-BE49-F238E27FC236}">
                    <a16:creationId xmlns:a16="http://schemas.microsoft.com/office/drawing/2014/main" id="{12A84DB4-1CA6-4C5B-8F53-00F0B900AC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036193">
                <a:off x="7972517" y="3380162"/>
                <a:ext cx="342429" cy="864423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819D254-AD91-4719-A489-813A757E9EE9}"/>
                </a:ext>
              </a:extLst>
            </p:cNvPr>
            <p:cNvGrpSpPr/>
            <p:nvPr/>
          </p:nvGrpSpPr>
          <p:grpSpPr>
            <a:xfrm>
              <a:off x="9942247" y="2832151"/>
              <a:ext cx="1530220" cy="1504560"/>
              <a:chOff x="475862" y="905612"/>
              <a:chExt cx="1530220" cy="150456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177DF15-DC35-4934-8498-6391A30BFE8C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lowchart: Display 44">
                <a:extLst>
                  <a:ext uri="{FF2B5EF4-FFF2-40B4-BE49-F238E27FC236}">
                    <a16:creationId xmlns:a16="http://schemas.microsoft.com/office/drawing/2014/main" id="{E5AFF66E-1CB8-4752-A099-B72F558CD19C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FB1239-0460-4246-A413-A598C0051C2A}"/>
              </a:ext>
            </a:extLst>
          </p:cNvPr>
          <p:cNvGrpSpPr/>
          <p:nvPr/>
        </p:nvGrpSpPr>
        <p:grpSpPr>
          <a:xfrm>
            <a:off x="2626244" y="553741"/>
            <a:ext cx="1042416" cy="1024128"/>
            <a:chOff x="4262416" y="905612"/>
            <a:chExt cx="1530220" cy="150456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165699F-662F-486A-8520-C3A2C4123981}"/>
                </a:ext>
              </a:extLst>
            </p:cNvPr>
            <p:cNvGrpSpPr/>
            <p:nvPr/>
          </p:nvGrpSpPr>
          <p:grpSpPr>
            <a:xfrm>
              <a:off x="4262416" y="905612"/>
              <a:ext cx="1530220" cy="1504560"/>
              <a:chOff x="475862" y="905612"/>
              <a:chExt cx="1530220" cy="150456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C43CD82-B852-4091-9B51-530FC6DBF4C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Display 17">
                <a:extLst>
                  <a:ext uri="{FF2B5EF4-FFF2-40B4-BE49-F238E27FC236}">
                    <a16:creationId xmlns:a16="http://schemas.microsoft.com/office/drawing/2014/main" id="{0C4EE198-DAF1-4758-9F55-370D2B5C7402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800FB7F-B5B3-43FE-B6C3-C03AF3CCD0C5}"/>
                </a:ext>
              </a:extLst>
            </p:cNvPr>
            <p:cNvGrpSpPr/>
            <p:nvPr/>
          </p:nvGrpSpPr>
          <p:grpSpPr>
            <a:xfrm>
              <a:off x="4610762" y="1367447"/>
              <a:ext cx="833525" cy="859878"/>
              <a:chOff x="1892090" y="3349869"/>
              <a:chExt cx="1345405" cy="1387941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35D3090-406B-4FF7-9650-27BC6DEC9698}"/>
                  </a:ext>
                </a:extLst>
              </p:cNvPr>
              <p:cNvGrpSpPr/>
              <p:nvPr/>
            </p:nvGrpSpPr>
            <p:grpSpPr>
              <a:xfrm>
                <a:off x="2259623" y="3349869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CB567B5A-71FE-4D58-95EF-DEDDA785F032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3F542B08-1EEF-49DA-A0A6-341D287855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F709D8E5-7AA0-47E5-9550-E267AF671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CDE50F5D-B160-495D-90ED-C42E92A804F0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60B84070-B777-46A9-8BCC-2FD13593388E}"/>
                  </a:ext>
                </a:extLst>
              </p:cNvPr>
              <p:cNvGrpSpPr/>
              <p:nvPr/>
            </p:nvGrpSpPr>
            <p:grpSpPr>
              <a:xfrm rot="7499415">
                <a:off x="2537826" y="4038140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BFB49B75-F3B9-478C-B1F7-BFEA37130810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384BF47F-E888-435B-9EDD-0D89F31B79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110333CA-4402-40F6-BA1D-1D702F9FD1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C9F92600-3059-4410-B909-7234835E2D49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3C8C141-50FC-4AED-8A17-0DB1495935CA}"/>
                  </a:ext>
                </a:extLst>
              </p:cNvPr>
              <p:cNvGrpSpPr/>
              <p:nvPr/>
            </p:nvGrpSpPr>
            <p:grpSpPr>
              <a:xfrm rot="14084301">
                <a:off x="1878220" y="3928883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2068B9A8-5513-4938-B0F2-EA2C819F6D4A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B6B339E7-7038-40A3-80C6-5A4AD53812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E0B1CFD4-6684-4DC3-B9E7-B434B5F340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EB5C9FC0-6686-4B2E-A661-D8525D2A9383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64A75B9-3F14-414B-B2A1-2F2C479A45CA}"/>
              </a:ext>
            </a:extLst>
          </p:cNvPr>
          <p:cNvGrpSpPr/>
          <p:nvPr/>
        </p:nvGrpSpPr>
        <p:grpSpPr>
          <a:xfrm>
            <a:off x="5024517" y="540469"/>
            <a:ext cx="1042416" cy="1024128"/>
            <a:chOff x="8048970" y="905612"/>
            <a:chExt cx="1530220" cy="150456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149987E-2C53-4696-AAA4-8E7738EA26D5}"/>
                </a:ext>
              </a:extLst>
            </p:cNvPr>
            <p:cNvGrpSpPr/>
            <p:nvPr/>
          </p:nvGrpSpPr>
          <p:grpSpPr>
            <a:xfrm>
              <a:off x="8048970" y="905612"/>
              <a:ext cx="1530220" cy="1504560"/>
              <a:chOff x="475862" y="905612"/>
              <a:chExt cx="1530220" cy="1504560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09180DE-F7C3-4E03-80B0-B3DD71A675F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lowchart: Display 23">
                <a:extLst>
                  <a:ext uri="{FF2B5EF4-FFF2-40B4-BE49-F238E27FC236}">
                    <a16:creationId xmlns:a16="http://schemas.microsoft.com/office/drawing/2014/main" id="{86A1C4B8-FE43-41F0-AB1C-473C91909237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B20C9E4B-183E-4E98-B963-33977F98C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95885" y="1401683"/>
              <a:ext cx="836387" cy="765806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C820E1C-8866-4070-B3EB-C1BB9DFA0349}"/>
              </a:ext>
            </a:extLst>
          </p:cNvPr>
          <p:cNvGrpSpPr/>
          <p:nvPr/>
        </p:nvGrpSpPr>
        <p:grpSpPr>
          <a:xfrm>
            <a:off x="3839612" y="540469"/>
            <a:ext cx="1042416" cy="1024128"/>
            <a:chOff x="6155693" y="905612"/>
            <a:chExt cx="1530220" cy="150456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C9D608-DABD-4B60-9D16-A2DDC302761D}"/>
                </a:ext>
              </a:extLst>
            </p:cNvPr>
            <p:cNvGrpSpPr/>
            <p:nvPr/>
          </p:nvGrpSpPr>
          <p:grpSpPr>
            <a:xfrm>
              <a:off x="6155693" y="905612"/>
              <a:ext cx="1530220" cy="1504560"/>
              <a:chOff x="475862" y="905612"/>
              <a:chExt cx="1530220" cy="15045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BE50B28-0FA2-460A-B3D6-9C4546BD6A9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lowchart: Display 20">
                <a:extLst>
                  <a:ext uri="{FF2B5EF4-FFF2-40B4-BE49-F238E27FC236}">
                    <a16:creationId xmlns:a16="http://schemas.microsoft.com/office/drawing/2014/main" id="{8E4C8374-F683-4188-9618-0F5DAC2FA049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4686CADA-0488-4D02-96A2-673F5F2E2B76}"/>
                </a:ext>
              </a:extLst>
            </p:cNvPr>
            <p:cNvGrpSpPr/>
            <p:nvPr/>
          </p:nvGrpSpPr>
          <p:grpSpPr>
            <a:xfrm>
              <a:off x="6444315" y="1405261"/>
              <a:ext cx="908001" cy="795491"/>
              <a:chOff x="2249647" y="3140207"/>
              <a:chExt cx="2116017" cy="1853822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4596BAF-D9C7-4F7C-8B73-E3405B273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49647" y="3191608"/>
                <a:ext cx="1992924" cy="1793632"/>
              </a:xfrm>
              <a:prstGeom prst="rect">
                <a:avLst/>
              </a:prstGeom>
            </p:spPr>
          </p:pic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ED970D5-4E24-4A59-936A-954A8DCB2454}"/>
                  </a:ext>
                </a:extLst>
              </p:cNvPr>
              <p:cNvSpPr/>
              <p:nvPr/>
            </p:nvSpPr>
            <p:spPr>
              <a:xfrm>
                <a:off x="2438399" y="3560885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CA8A056D-8FE3-4277-A7DC-B4D09E23EA36}"/>
                  </a:ext>
                </a:extLst>
              </p:cNvPr>
              <p:cNvSpPr/>
              <p:nvPr/>
            </p:nvSpPr>
            <p:spPr>
              <a:xfrm>
                <a:off x="2583473" y="3191608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F9F9FEB0-F22B-4022-94B8-A833714CB57E}"/>
                  </a:ext>
                </a:extLst>
              </p:cNvPr>
              <p:cNvSpPr/>
              <p:nvPr/>
            </p:nvSpPr>
            <p:spPr>
              <a:xfrm>
                <a:off x="3458621" y="3363057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77775A08-8F16-497D-98D3-198C71F0A7A8}"/>
                  </a:ext>
                </a:extLst>
              </p:cNvPr>
              <p:cNvSpPr/>
              <p:nvPr/>
            </p:nvSpPr>
            <p:spPr>
              <a:xfrm>
                <a:off x="4242571" y="3560884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474921B6-68B5-4E9C-A2A0-A854598C2D59}"/>
                  </a:ext>
                </a:extLst>
              </p:cNvPr>
              <p:cNvSpPr/>
              <p:nvPr/>
            </p:nvSpPr>
            <p:spPr>
              <a:xfrm>
                <a:off x="4165746" y="3930160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E87935A-C168-4AB8-BA87-A5F1628100CE}"/>
                  </a:ext>
                </a:extLst>
              </p:cNvPr>
              <p:cNvSpPr/>
              <p:nvPr/>
            </p:nvSpPr>
            <p:spPr>
              <a:xfrm>
                <a:off x="2365130" y="3930159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41B68BFC-B7D8-4B01-A915-7840869137D3}"/>
                  </a:ext>
                </a:extLst>
              </p:cNvPr>
              <p:cNvSpPr/>
              <p:nvPr/>
            </p:nvSpPr>
            <p:spPr>
              <a:xfrm>
                <a:off x="2311192" y="4457699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F871877-F63A-42E4-9A3C-E0BF73576BC6}"/>
                  </a:ext>
                </a:extLst>
              </p:cNvPr>
              <p:cNvSpPr/>
              <p:nvPr/>
            </p:nvSpPr>
            <p:spPr>
              <a:xfrm>
                <a:off x="2706566" y="4589584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E08DF8E2-F810-4431-9E45-24DF644D4714}"/>
                  </a:ext>
                </a:extLst>
              </p:cNvPr>
              <p:cNvSpPr/>
              <p:nvPr/>
            </p:nvSpPr>
            <p:spPr>
              <a:xfrm>
                <a:off x="3581714" y="4862144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E31BBB3A-A854-4FD5-9329-DDD9FFE69CB3}"/>
                  </a:ext>
                </a:extLst>
              </p:cNvPr>
              <p:cNvSpPr/>
              <p:nvPr/>
            </p:nvSpPr>
            <p:spPr>
              <a:xfrm>
                <a:off x="4142612" y="4391756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13298B5-747C-4EC9-ABD1-D726FA2BBE27}"/>
                  </a:ext>
                </a:extLst>
              </p:cNvPr>
              <p:cNvSpPr/>
              <p:nvPr/>
            </p:nvSpPr>
            <p:spPr>
              <a:xfrm>
                <a:off x="3040392" y="3140207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A5232832-3708-4DA3-8D91-F1557ED5D1D2}"/>
                  </a:ext>
                </a:extLst>
              </p:cNvPr>
              <p:cNvSpPr/>
              <p:nvPr/>
            </p:nvSpPr>
            <p:spPr>
              <a:xfrm>
                <a:off x="4053504" y="3272089"/>
                <a:ext cx="123093" cy="131885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0AA86D0-7D3D-4A2A-8EEE-1000B37E6085}"/>
              </a:ext>
            </a:extLst>
          </p:cNvPr>
          <p:cNvGrpSpPr/>
          <p:nvPr/>
        </p:nvGrpSpPr>
        <p:grpSpPr>
          <a:xfrm>
            <a:off x="8651013" y="548844"/>
            <a:ext cx="1042416" cy="1024128"/>
            <a:chOff x="2369139" y="2832151"/>
            <a:chExt cx="1530220" cy="150456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5E95621-2FCF-480C-9CA7-EA7C7371254A}"/>
                </a:ext>
              </a:extLst>
            </p:cNvPr>
            <p:cNvGrpSpPr/>
            <p:nvPr/>
          </p:nvGrpSpPr>
          <p:grpSpPr>
            <a:xfrm>
              <a:off x="2369139" y="2832151"/>
              <a:ext cx="1530220" cy="1504560"/>
              <a:chOff x="475862" y="905612"/>
              <a:chExt cx="1530220" cy="1504560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4B9DA91-DA77-49AD-8279-E7DA1F97C081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lowchart: Display 32">
                <a:extLst>
                  <a:ext uri="{FF2B5EF4-FFF2-40B4-BE49-F238E27FC236}">
                    <a16:creationId xmlns:a16="http://schemas.microsoft.com/office/drawing/2014/main" id="{B9F14131-BB29-4260-B1A1-D12D36923947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98AC2EE8-37BB-4453-8FA6-5D535D6BCA6D}"/>
                </a:ext>
              </a:extLst>
            </p:cNvPr>
            <p:cNvGrpSpPr/>
            <p:nvPr/>
          </p:nvGrpSpPr>
          <p:grpSpPr>
            <a:xfrm rot="20273403">
              <a:off x="2680247" y="3438468"/>
              <a:ext cx="977846" cy="578863"/>
              <a:chOff x="2784071" y="2614136"/>
              <a:chExt cx="1814967" cy="1074420"/>
            </a:xfrm>
          </p:grpSpPr>
          <p:pic>
            <p:nvPicPr>
              <p:cNvPr id="101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E8F34AD2-D40A-49A9-AF29-14AAFB16AE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>
                <a:off x="3868733" y="2888016"/>
                <a:ext cx="730305" cy="3733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2" name="Flowchart: Terminator 101">
                <a:extLst>
                  <a:ext uri="{FF2B5EF4-FFF2-40B4-BE49-F238E27FC236}">
                    <a16:creationId xmlns:a16="http://schemas.microsoft.com/office/drawing/2014/main" id="{7B8E3AEA-F54B-4DB5-83FB-6B84650A2502}"/>
                  </a:ext>
                </a:extLst>
              </p:cNvPr>
              <p:cNvSpPr/>
              <p:nvPr/>
            </p:nvSpPr>
            <p:spPr>
              <a:xfrm rot="5400000">
                <a:off x="2507294" y="2890913"/>
                <a:ext cx="1074420" cy="520865"/>
              </a:xfrm>
              <a:prstGeom prst="flowChartTermina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2AC5D566-3A10-4C5D-AF79-7D2C335E6902}"/>
                  </a:ext>
                </a:extLst>
              </p:cNvPr>
              <p:cNvSpPr/>
              <p:nvPr/>
            </p:nvSpPr>
            <p:spPr>
              <a:xfrm>
                <a:off x="3154994" y="3074688"/>
                <a:ext cx="662626" cy="396240"/>
              </a:xfrm>
              <a:custGeom>
                <a:avLst/>
                <a:gdLst>
                  <a:gd name="connsiteX0" fmla="*/ 0 w 853440"/>
                  <a:gd name="connsiteY0" fmla="*/ 83820 h 396240"/>
                  <a:gd name="connsiteX1" fmla="*/ 38100 w 853440"/>
                  <a:gd name="connsiteY1" fmla="*/ 76200 h 396240"/>
                  <a:gd name="connsiteX2" fmla="*/ 68580 w 853440"/>
                  <a:gd name="connsiteY2" fmla="*/ 68580 h 396240"/>
                  <a:gd name="connsiteX3" fmla="*/ 167640 w 853440"/>
                  <a:gd name="connsiteY3" fmla="*/ 76200 h 396240"/>
                  <a:gd name="connsiteX4" fmla="*/ 190500 w 853440"/>
                  <a:gd name="connsiteY4" fmla="*/ 99060 h 396240"/>
                  <a:gd name="connsiteX5" fmla="*/ 205740 w 853440"/>
                  <a:gd name="connsiteY5" fmla="*/ 121920 h 396240"/>
                  <a:gd name="connsiteX6" fmla="*/ 243840 w 853440"/>
                  <a:gd name="connsiteY6" fmla="*/ 175260 h 396240"/>
                  <a:gd name="connsiteX7" fmla="*/ 251460 w 853440"/>
                  <a:gd name="connsiteY7" fmla="*/ 213360 h 396240"/>
                  <a:gd name="connsiteX8" fmla="*/ 259080 w 853440"/>
                  <a:gd name="connsiteY8" fmla="*/ 236220 h 396240"/>
                  <a:gd name="connsiteX9" fmla="*/ 274320 w 853440"/>
                  <a:gd name="connsiteY9" fmla="*/ 320040 h 396240"/>
                  <a:gd name="connsiteX10" fmla="*/ 304800 w 853440"/>
                  <a:gd name="connsiteY10" fmla="*/ 365760 h 396240"/>
                  <a:gd name="connsiteX11" fmla="*/ 358140 w 853440"/>
                  <a:gd name="connsiteY11" fmla="*/ 396240 h 396240"/>
                  <a:gd name="connsiteX12" fmla="*/ 449580 w 853440"/>
                  <a:gd name="connsiteY12" fmla="*/ 381000 h 396240"/>
                  <a:gd name="connsiteX13" fmla="*/ 464820 w 853440"/>
                  <a:gd name="connsiteY13" fmla="*/ 342900 h 396240"/>
                  <a:gd name="connsiteX14" fmla="*/ 495300 w 853440"/>
                  <a:gd name="connsiteY14" fmla="*/ 304800 h 396240"/>
                  <a:gd name="connsiteX15" fmla="*/ 502920 w 853440"/>
                  <a:gd name="connsiteY15" fmla="*/ 274320 h 396240"/>
                  <a:gd name="connsiteX16" fmla="*/ 510540 w 853440"/>
                  <a:gd name="connsiteY16" fmla="*/ 251460 h 396240"/>
                  <a:gd name="connsiteX17" fmla="*/ 518160 w 853440"/>
                  <a:gd name="connsiteY17" fmla="*/ 213360 h 396240"/>
                  <a:gd name="connsiteX18" fmla="*/ 525780 w 853440"/>
                  <a:gd name="connsiteY18" fmla="*/ 182880 h 396240"/>
                  <a:gd name="connsiteX19" fmla="*/ 541020 w 853440"/>
                  <a:gd name="connsiteY19" fmla="*/ 91440 h 396240"/>
                  <a:gd name="connsiteX20" fmla="*/ 563880 w 853440"/>
                  <a:gd name="connsiteY20" fmla="*/ 38100 h 396240"/>
                  <a:gd name="connsiteX21" fmla="*/ 579120 w 853440"/>
                  <a:gd name="connsiteY21" fmla="*/ 15240 h 396240"/>
                  <a:gd name="connsiteX22" fmla="*/ 609600 w 853440"/>
                  <a:gd name="connsiteY22" fmla="*/ 7620 h 396240"/>
                  <a:gd name="connsiteX23" fmla="*/ 716280 w 853440"/>
                  <a:gd name="connsiteY23" fmla="*/ 0 h 396240"/>
                  <a:gd name="connsiteX24" fmla="*/ 853440 w 853440"/>
                  <a:gd name="connsiteY24" fmla="*/ 7620 h 396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53440" h="396240">
                    <a:moveTo>
                      <a:pt x="0" y="83820"/>
                    </a:moveTo>
                    <a:cubicBezTo>
                      <a:pt x="12700" y="81280"/>
                      <a:pt x="25457" y="79010"/>
                      <a:pt x="38100" y="76200"/>
                    </a:cubicBezTo>
                    <a:cubicBezTo>
                      <a:pt x="48323" y="73928"/>
                      <a:pt x="58107" y="68580"/>
                      <a:pt x="68580" y="68580"/>
                    </a:cubicBezTo>
                    <a:cubicBezTo>
                      <a:pt x="101698" y="68580"/>
                      <a:pt x="134620" y="73660"/>
                      <a:pt x="167640" y="76200"/>
                    </a:cubicBezTo>
                    <a:cubicBezTo>
                      <a:pt x="175260" y="83820"/>
                      <a:pt x="183601" y="90781"/>
                      <a:pt x="190500" y="99060"/>
                    </a:cubicBezTo>
                    <a:cubicBezTo>
                      <a:pt x="196363" y="106095"/>
                      <a:pt x="200417" y="114468"/>
                      <a:pt x="205740" y="121920"/>
                    </a:cubicBezTo>
                    <a:cubicBezTo>
                      <a:pt x="252998" y="188081"/>
                      <a:pt x="207924" y="121386"/>
                      <a:pt x="243840" y="175260"/>
                    </a:cubicBezTo>
                    <a:cubicBezTo>
                      <a:pt x="246380" y="187960"/>
                      <a:pt x="248319" y="200795"/>
                      <a:pt x="251460" y="213360"/>
                    </a:cubicBezTo>
                    <a:cubicBezTo>
                      <a:pt x="253408" y="221152"/>
                      <a:pt x="257505" y="228344"/>
                      <a:pt x="259080" y="236220"/>
                    </a:cubicBezTo>
                    <a:cubicBezTo>
                      <a:pt x="260556" y="243600"/>
                      <a:pt x="266790" y="304980"/>
                      <a:pt x="274320" y="320040"/>
                    </a:cubicBezTo>
                    <a:cubicBezTo>
                      <a:pt x="282511" y="336423"/>
                      <a:pt x="289560" y="355600"/>
                      <a:pt x="304800" y="365760"/>
                    </a:cubicBezTo>
                    <a:cubicBezTo>
                      <a:pt x="337111" y="387301"/>
                      <a:pt x="319469" y="376904"/>
                      <a:pt x="358140" y="396240"/>
                    </a:cubicBezTo>
                    <a:cubicBezTo>
                      <a:pt x="388620" y="391160"/>
                      <a:pt x="421942" y="394819"/>
                      <a:pt x="449580" y="381000"/>
                    </a:cubicBezTo>
                    <a:cubicBezTo>
                      <a:pt x="461814" y="374883"/>
                      <a:pt x="457783" y="354629"/>
                      <a:pt x="464820" y="342900"/>
                    </a:cubicBezTo>
                    <a:cubicBezTo>
                      <a:pt x="473188" y="328954"/>
                      <a:pt x="485140" y="317500"/>
                      <a:pt x="495300" y="304800"/>
                    </a:cubicBezTo>
                    <a:cubicBezTo>
                      <a:pt x="497840" y="294640"/>
                      <a:pt x="500043" y="284390"/>
                      <a:pt x="502920" y="274320"/>
                    </a:cubicBezTo>
                    <a:cubicBezTo>
                      <a:pt x="505127" y="266597"/>
                      <a:pt x="508592" y="259252"/>
                      <a:pt x="510540" y="251460"/>
                    </a:cubicBezTo>
                    <a:cubicBezTo>
                      <a:pt x="513681" y="238895"/>
                      <a:pt x="515350" y="226003"/>
                      <a:pt x="518160" y="213360"/>
                    </a:cubicBezTo>
                    <a:cubicBezTo>
                      <a:pt x="520432" y="203137"/>
                      <a:pt x="524058" y="193210"/>
                      <a:pt x="525780" y="182880"/>
                    </a:cubicBezTo>
                    <a:cubicBezTo>
                      <a:pt x="536912" y="116089"/>
                      <a:pt x="527302" y="139454"/>
                      <a:pt x="541020" y="91440"/>
                    </a:cubicBezTo>
                    <a:cubicBezTo>
                      <a:pt x="547126" y="70068"/>
                      <a:pt x="552269" y="58420"/>
                      <a:pt x="563880" y="38100"/>
                    </a:cubicBezTo>
                    <a:cubicBezTo>
                      <a:pt x="568424" y="30149"/>
                      <a:pt x="571500" y="20320"/>
                      <a:pt x="579120" y="15240"/>
                    </a:cubicBezTo>
                    <a:cubicBezTo>
                      <a:pt x="587834" y="9431"/>
                      <a:pt x="599191" y="8777"/>
                      <a:pt x="609600" y="7620"/>
                    </a:cubicBezTo>
                    <a:cubicBezTo>
                      <a:pt x="645033" y="3683"/>
                      <a:pt x="680720" y="2540"/>
                      <a:pt x="716280" y="0"/>
                    </a:cubicBezTo>
                    <a:cubicBezTo>
                      <a:pt x="843270" y="7937"/>
                      <a:pt x="797481" y="7620"/>
                      <a:pt x="853440" y="762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F382F6D-B16E-B38B-6306-59B744FCA320}"/>
              </a:ext>
            </a:extLst>
          </p:cNvPr>
          <p:cNvGrpSpPr/>
          <p:nvPr/>
        </p:nvGrpSpPr>
        <p:grpSpPr>
          <a:xfrm>
            <a:off x="188462" y="553741"/>
            <a:ext cx="1042416" cy="1024128"/>
            <a:chOff x="475862" y="905612"/>
            <a:chExt cx="1530220" cy="150456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888C757-5097-43B5-8B5A-2A2EBC0ABA34}"/>
                </a:ext>
              </a:extLst>
            </p:cNvPr>
            <p:cNvGrpSpPr/>
            <p:nvPr/>
          </p:nvGrpSpPr>
          <p:grpSpPr>
            <a:xfrm>
              <a:off x="475862" y="905612"/>
              <a:ext cx="1530220" cy="1504560"/>
              <a:chOff x="475862" y="905612"/>
              <a:chExt cx="1530220" cy="15045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4BD17C1-BB47-4FBB-BC88-30DCDE0EE363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lowchart: Display 7">
                <a:extLst>
                  <a:ext uri="{FF2B5EF4-FFF2-40B4-BE49-F238E27FC236}">
                    <a16:creationId xmlns:a16="http://schemas.microsoft.com/office/drawing/2014/main" id="{0D65B3AF-33D7-4D31-8B9F-C5718CCEC354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1" name="Picture 110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C4DB7CBD-9A4F-4B25-9636-D20A964D7F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20477473">
              <a:off x="1027484" y="1333485"/>
              <a:ext cx="433655" cy="934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661826-04D1-C607-4ABB-269B45557154}"/>
              </a:ext>
            </a:extLst>
          </p:cNvPr>
          <p:cNvGrpSpPr/>
          <p:nvPr/>
        </p:nvGrpSpPr>
        <p:grpSpPr>
          <a:xfrm>
            <a:off x="5130365" y="5684753"/>
            <a:ext cx="1042416" cy="1024128"/>
            <a:chOff x="450282" y="4768067"/>
            <a:chExt cx="1530220" cy="1504560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2A438CEC-8DDB-49B2-BD43-503EB8B12F80}"/>
                </a:ext>
              </a:extLst>
            </p:cNvPr>
            <p:cNvGrpSpPr/>
            <p:nvPr/>
          </p:nvGrpSpPr>
          <p:grpSpPr>
            <a:xfrm>
              <a:off x="450282" y="4768067"/>
              <a:ext cx="1530220" cy="1504560"/>
              <a:chOff x="475862" y="905612"/>
              <a:chExt cx="1530220" cy="1504560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B7B2AC8-C029-45D7-9C0D-3F63998D81DD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lowchart: Display 113">
                <a:extLst>
                  <a:ext uri="{FF2B5EF4-FFF2-40B4-BE49-F238E27FC236}">
                    <a16:creationId xmlns:a16="http://schemas.microsoft.com/office/drawing/2014/main" id="{8DC29CD8-0086-4A82-A91C-F3C531F73F27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1F3C2DB5-C265-4EB0-A135-768BB23114F4}"/>
                </a:ext>
              </a:extLst>
            </p:cNvPr>
            <p:cNvGrpSpPr/>
            <p:nvPr/>
          </p:nvGrpSpPr>
          <p:grpSpPr>
            <a:xfrm>
              <a:off x="923913" y="5183379"/>
              <a:ext cx="685437" cy="894020"/>
              <a:chOff x="9047699" y="4554101"/>
              <a:chExt cx="685437" cy="894020"/>
            </a:xfrm>
          </p:grpSpPr>
          <p:pic>
            <p:nvPicPr>
              <p:cNvPr id="122" name="Picture 121" descr="Gear Vector Art, Icons, and Graphics for Free Download">
                <a:extLst>
                  <a:ext uri="{FF2B5EF4-FFF2-40B4-BE49-F238E27FC236}">
                    <a16:creationId xmlns:a16="http://schemas.microsoft.com/office/drawing/2014/main" id="{15164E7F-30D6-4F8F-96D3-1F0745582E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67498" y="4882483"/>
                <a:ext cx="565638" cy="5656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66221B78-3BAA-4E37-A414-CBDB03335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 rot="2035663">
                <a:off x="9047699" y="4554101"/>
                <a:ext cx="239597" cy="814630"/>
              </a:xfrm>
              <a:prstGeom prst="rect">
                <a:avLst/>
              </a:prstGeom>
            </p:spPr>
          </p:pic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7889890-4A42-DC8A-16D1-4B0715089719}"/>
              </a:ext>
            </a:extLst>
          </p:cNvPr>
          <p:cNvGrpSpPr/>
          <p:nvPr/>
        </p:nvGrpSpPr>
        <p:grpSpPr>
          <a:xfrm>
            <a:off x="9855089" y="563231"/>
            <a:ext cx="1042416" cy="1024128"/>
            <a:chOff x="3604401" y="2419931"/>
            <a:chExt cx="1527048" cy="1508760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DF9D113E-99FF-4CF6-A49D-C6DD3577016A}"/>
                </a:ext>
              </a:extLst>
            </p:cNvPr>
            <p:cNvGrpSpPr/>
            <p:nvPr/>
          </p:nvGrpSpPr>
          <p:grpSpPr>
            <a:xfrm>
              <a:off x="4224069" y="3174311"/>
              <a:ext cx="513474" cy="529408"/>
              <a:chOff x="5679550" y="3756554"/>
              <a:chExt cx="1025561" cy="1052253"/>
            </a:xfrm>
          </p:grpSpPr>
          <p:sp>
            <p:nvSpPr>
              <p:cNvPr id="136" name="Cross 135">
                <a:extLst>
                  <a:ext uri="{FF2B5EF4-FFF2-40B4-BE49-F238E27FC236}">
                    <a16:creationId xmlns:a16="http://schemas.microsoft.com/office/drawing/2014/main" id="{B3664B08-10F4-49EB-A5A8-7705D0FF560C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7" name="Cross 136">
                <a:extLst>
                  <a:ext uri="{FF2B5EF4-FFF2-40B4-BE49-F238E27FC236}">
                    <a16:creationId xmlns:a16="http://schemas.microsoft.com/office/drawing/2014/main" id="{3701F42C-231F-41D9-9F98-4889F0EE6594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365B0D05-E493-4899-9B57-B2F9DF66EBE9}"/>
                </a:ext>
              </a:extLst>
            </p:cNvPr>
            <p:cNvGrpSpPr/>
            <p:nvPr/>
          </p:nvGrpSpPr>
          <p:grpSpPr>
            <a:xfrm>
              <a:off x="3604401" y="2419931"/>
              <a:ext cx="1527048" cy="1508760"/>
              <a:chOff x="475862" y="905612"/>
              <a:chExt cx="1530220" cy="1504560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645BEC30-FA6A-428D-94D2-3205D5EAF1D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Flowchart: Display 133">
                <a:extLst>
                  <a:ext uri="{FF2B5EF4-FFF2-40B4-BE49-F238E27FC236}">
                    <a16:creationId xmlns:a16="http://schemas.microsoft.com/office/drawing/2014/main" id="{B76E0E44-4E29-413C-A122-413C3DFF446F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8" name="Picture 4" descr="Injector Icon #428145 - Free Icons Library">
              <a:extLst>
                <a:ext uri="{FF2B5EF4-FFF2-40B4-BE49-F238E27FC236}">
                  <a16:creationId xmlns:a16="http://schemas.microsoft.com/office/drawing/2014/main" id="{A1A4336E-3DCF-4968-A364-4E42951B26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8258" y="2795085"/>
              <a:ext cx="791753" cy="79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82BC7BB-B197-C0CB-1CA9-E8A6233716A8}"/>
              </a:ext>
            </a:extLst>
          </p:cNvPr>
          <p:cNvGrpSpPr/>
          <p:nvPr/>
        </p:nvGrpSpPr>
        <p:grpSpPr>
          <a:xfrm>
            <a:off x="1433611" y="5713767"/>
            <a:ext cx="1042416" cy="1029932"/>
            <a:chOff x="2797196" y="2002402"/>
            <a:chExt cx="1527048" cy="15087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CB6A3C0-8903-492F-97A5-DA51D54FCB35}"/>
                </a:ext>
              </a:extLst>
            </p:cNvPr>
            <p:cNvGrpSpPr/>
            <p:nvPr/>
          </p:nvGrpSpPr>
          <p:grpSpPr>
            <a:xfrm>
              <a:off x="2797196" y="2002402"/>
              <a:ext cx="1527048" cy="1508760"/>
              <a:chOff x="475862" y="905612"/>
              <a:chExt cx="1530220" cy="1504560"/>
            </a:xfrm>
          </p:grpSpPr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0719E14-B129-49BE-8A9D-30CEF1BA7065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lowchart: Display 35">
                <a:extLst>
                  <a:ext uri="{FF2B5EF4-FFF2-40B4-BE49-F238E27FC236}">
                    <a16:creationId xmlns:a16="http://schemas.microsoft.com/office/drawing/2014/main" id="{C371231B-6AFF-483A-91F2-539283070956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30" name="Picture 6" descr="Clipart, Horror, And Png Image - Horror Manga Transparent - (404x501) Png  Clipart Download">
              <a:extLst>
                <a:ext uri="{FF2B5EF4-FFF2-40B4-BE49-F238E27FC236}">
                  <a16:creationId xmlns:a16="http://schemas.microsoft.com/office/drawing/2014/main" id="{347AAB0C-1F28-64C8-B3E8-C169C3FFA9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4002" y="2355068"/>
              <a:ext cx="825843" cy="1024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142C57E1-1020-3350-29D0-1025519181E8}"/>
              </a:ext>
            </a:extLst>
          </p:cNvPr>
          <p:cNvGrpSpPr/>
          <p:nvPr/>
        </p:nvGrpSpPr>
        <p:grpSpPr>
          <a:xfrm>
            <a:off x="6193843" y="529903"/>
            <a:ext cx="1042416" cy="1024128"/>
            <a:chOff x="9942247" y="905612"/>
            <a:chExt cx="1530220" cy="150456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0F381B39-B409-C116-E808-2EBBEAE9F24F}"/>
                </a:ext>
              </a:extLst>
            </p:cNvPr>
            <p:cNvGrpSpPr/>
            <p:nvPr/>
          </p:nvGrpSpPr>
          <p:grpSpPr>
            <a:xfrm>
              <a:off x="10201412" y="1430802"/>
              <a:ext cx="1011888" cy="701352"/>
              <a:chOff x="2649677" y="2639366"/>
              <a:chExt cx="1576764" cy="778626"/>
            </a:xfrm>
          </p:grpSpPr>
          <p:pic>
            <p:nvPicPr>
              <p:cNvPr id="144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301B63CA-E0A0-38EE-2748-2B644111BA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19739162">
                <a:off x="2649677" y="2639366"/>
                <a:ext cx="1289455" cy="389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5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5BFE45EB-BED0-F4A3-2520-D6A268FE66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19739162">
                <a:off x="2936986" y="3028679"/>
                <a:ext cx="1289455" cy="389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71748B3-D368-C46E-6BD8-724780365534}"/>
                </a:ext>
              </a:extLst>
            </p:cNvPr>
            <p:cNvGrpSpPr/>
            <p:nvPr/>
          </p:nvGrpSpPr>
          <p:grpSpPr>
            <a:xfrm>
              <a:off x="9942247" y="905612"/>
              <a:ext cx="1530220" cy="1504560"/>
              <a:chOff x="475862" y="905612"/>
              <a:chExt cx="1530220" cy="1504560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6B594630-B8E8-AEB6-55AC-1B006ED1B00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Flowchart: Display 142">
                <a:extLst>
                  <a:ext uri="{FF2B5EF4-FFF2-40B4-BE49-F238E27FC236}">
                    <a16:creationId xmlns:a16="http://schemas.microsoft.com/office/drawing/2014/main" id="{4CB17FBF-D6B4-193D-3D99-05D8F73290D1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C96108C-BFF9-7F34-6A69-E460C166E631}"/>
              </a:ext>
            </a:extLst>
          </p:cNvPr>
          <p:cNvGrpSpPr/>
          <p:nvPr/>
        </p:nvGrpSpPr>
        <p:grpSpPr>
          <a:xfrm>
            <a:off x="2567859" y="1694568"/>
            <a:ext cx="1036542" cy="1024128"/>
            <a:chOff x="6877238" y="2582272"/>
            <a:chExt cx="1527048" cy="1508760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CC3CB38E-5C6E-07C7-7B5C-28893A1C01DD}"/>
                </a:ext>
              </a:extLst>
            </p:cNvPr>
            <p:cNvGrpSpPr/>
            <p:nvPr/>
          </p:nvGrpSpPr>
          <p:grpSpPr>
            <a:xfrm>
              <a:off x="6877238" y="2582272"/>
              <a:ext cx="1527048" cy="1508760"/>
              <a:chOff x="475862" y="905612"/>
              <a:chExt cx="1530220" cy="1504560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3D615075-9FB9-A9D6-E1E9-5088E01573E8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lowchart: Display 163">
                <a:extLst>
                  <a:ext uri="{FF2B5EF4-FFF2-40B4-BE49-F238E27FC236}">
                    <a16:creationId xmlns:a16="http://schemas.microsoft.com/office/drawing/2014/main" id="{92401D48-C43B-60F1-70E9-BB58FC62B921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D1454361-F72C-26FB-2E89-A85BBC4A4ED4}"/>
                </a:ext>
              </a:extLst>
            </p:cNvPr>
            <p:cNvGrpSpPr/>
            <p:nvPr/>
          </p:nvGrpSpPr>
          <p:grpSpPr>
            <a:xfrm rot="20273403">
              <a:off x="7209012" y="3223131"/>
              <a:ext cx="978518" cy="582085"/>
              <a:chOff x="2784071" y="2614136"/>
              <a:chExt cx="1814967" cy="1074420"/>
            </a:xfrm>
          </p:grpSpPr>
          <p:pic>
            <p:nvPicPr>
              <p:cNvPr id="160" name="Picture 10" descr="✓ flamethrower free vector eps, cdr, ai, svg vector illustration graphic art">
                <a:extLst>
                  <a:ext uri="{FF2B5EF4-FFF2-40B4-BE49-F238E27FC236}">
                    <a16:creationId xmlns:a16="http://schemas.microsoft.com/office/drawing/2014/main" id="{277C1C2D-A62F-7572-A865-439318B13A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258" b="25887"/>
              <a:stretch/>
            </p:blipFill>
            <p:spPr bwMode="auto">
              <a:xfrm>
                <a:off x="3868733" y="2888016"/>
                <a:ext cx="730305" cy="3733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1" name="Flowchart: Terminator 160">
                <a:extLst>
                  <a:ext uri="{FF2B5EF4-FFF2-40B4-BE49-F238E27FC236}">
                    <a16:creationId xmlns:a16="http://schemas.microsoft.com/office/drawing/2014/main" id="{2D9F387F-CD48-4CAE-E661-D4E4B52B8169}"/>
                  </a:ext>
                </a:extLst>
              </p:cNvPr>
              <p:cNvSpPr/>
              <p:nvPr/>
            </p:nvSpPr>
            <p:spPr>
              <a:xfrm rot="5400000">
                <a:off x="2507294" y="2890913"/>
                <a:ext cx="1074420" cy="520865"/>
              </a:xfrm>
              <a:prstGeom prst="flowChartTerminator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8B4ED742-13E4-F693-C265-9D663DA63AFE}"/>
                  </a:ext>
                </a:extLst>
              </p:cNvPr>
              <p:cNvSpPr/>
              <p:nvPr/>
            </p:nvSpPr>
            <p:spPr>
              <a:xfrm>
                <a:off x="3154994" y="3074688"/>
                <a:ext cx="662626" cy="396240"/>
              </a:xfrm>
              <a:custGeom>
                <a:avLst/>
                <a:gdLst>
                  <a:gd name="connsiteX0" fmla="*/ 0 w 853440"/>
                  <a:gd name="connsiteY0" fmla="*/ 83820 h 396240"/>
                  <a:gd name="connsiteX1" fmla="*/ 38100 w 853440"/>
                  <a:gd name="connsiteY1" fmla="*/ 76200 h 396240"/>
                  <a:gd name="connsiteX2" fmla="*/ 68580 w 853440"/>
                  <a:gd name="connsiteY2" fmla="*/ 68580 h 396240"/>
                  <a:gd name="connsiteX3" fmla="*/ 167640 w 853440"/>
                  <a:gd name="connsiteY3" fmla="*/ 76200 h 396240"/>
                  <a:gd name="connsiteX4" fmla="*/ 190500 w 853440"/>
                  <a:gd name="connsiteY4" fmla="*/ 99060 h 396240"/>
                  <a:gd name="connsiteX5" fmla="*/ 205740 w 853440"/>
                  <a:gd name="connsiteY5" fmla="*/ 121920 h 396240"/>
                  <a:gd name="connsiteX6" fmla="*/ 243840 w 853440"/>
                  <a:gd name="connsiteY6" fmla="*/ 175260 h 396240"/>
                  <a:gd name="connsiteX7" fmla="*/ 251460 w 853440"/>
                  <a:gd name="connsiteY7" fmla="*/ 213360 h 396240"/>
                  <a:gd name="connsiteX8" fmla="*/ 259080 w 853440"/>
                  <a:gd name="connsiteY8" fmla="*/ 236220 h 396240"/>
                  <a:gd name="connsiteX9" fmla="*/ 274320 w 853440"/>
                  <a:gd name="connsiteY9" fmla="*/ 320040 h 396240"/>
                  <a:gd name="connsiteX10" fmla="*/ 304800 w 853440"/>
                  <a:gd name="connsiteY10" fmla="*/ 365760 h 396240"/>
                  <a:gd name="connsiteX11" fmla="*/ 358140 w 853440"/>
                  <a:gd name="connsiteY11" fmla="*/ 396240 h 396240"/>
                  <a:gd name="connsiteX12" fmla="*/ 449580 w 853440"/>
                  <a:gd name="connsiteY12" fmla="*/ 381000 h 396240"/>
                  <a:gd name="connsiteX13" fmla="*/ 464820 w 853440"/>
                  <a:gd name="connsiteY13" fmla="*/ 342900 h 396240"/>
                  <a:gd name="connsiteX14" fmla="*/ 495300 w 853440"/>
                  <a:gd name="connsiteY14" fmla="*/ 304800 h 396240"/>
                  <a:gd name="connsiteX15" fmla="*/ 502920 w 853440"/>
                  <a:gd name="connsiteY15" fmla="*/ 274320 h 396240"/>
                  <a:gd name="connsiteX16" fmla="*/ 510540 w 853440"/>
                  <a:gd name="connsiteY16" fmla="*/ 251460 h 396240"/>
                  <a:gd name="connsiteX17" fmla="*/ 518160 w 853440"/>
                  <a:gd name="connsiteY17" fmla="*/ 213360 h 396240"/>
                  <a:gd name="connsiteX18" fmla="*/ 525780 w 853440"/>
                  <a:gd name="connsiteY18" fmla="*/ 182880 h 396240"/>
                  <a:gd name="connsiteX19" fmla="*/ 541020 w 853440"/>
                  <a:gd name="connsiteY19" fmla="*/ 91440 h 396240"/>
                  <a:gd name="connsiteX20" fmla="*/ 563880 w 853440"/>
                  <a:gd name="connsiteY20" fmla="*/ 38100 h 396240"/>
                  <a:gd name="connsiteX21" fmla="*/ 579120 w 853440"/>
                  <a:gd name="connsiteY21" fmla="*/ 15240 h 396240"/>
                  <a:gd name="connsiteX22" fmla="*/ 609600 w 853440"/>
                  <a:gd name="connsiteY22" fmla="*/ 7620 h 396240"/>
                  <a:gd name="connsiteX23" fmla="*/ 716280 w 853440"/>
                  <a:gd name="connsiteY23" fmla="*/ 0 h 396240"/>
                  <a:gd name="connsiteX24" fmla="*/ 853440 w 853440"/>
                  <a:gd name="connsiteY24" fmla="*/ 7620 h 396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53440" h="396240">
                    <a:moveTo>
                      <a:pt x="0" y="83820"/>
                    </a:moveTo>
                    <a:cubicBezTo>
                      <a:pt x="12700" y="81280"/>
                      <a:pt x="25457" y="79010"/>
                      <a:pt x="38100" y="76200"/>
                    </a:cubicBezTo>
                    <a:cubicBezTo>
                      <a:pt x="48323" y="73928"/>
                      <a:pt x="58107" y="68580"/>
                      <a:pt x="68580" y="68580"/>
                    </a:cubicBezTo>
                    <a:cubicBezTo>
                      <a:pt x="101698" y="68580"/>
                      <a:pt x="134620" y="73660"/>
                      <a:pt x="167640" y="76200"/>
                    </a:cubicBezTo>
                    <a:cubicBezTo>
                      <a:pt x="175260" y="83820"/>
                      <a:pt x="183601" y="90781"/>
                      <a:pt x="190500" y="99060"/>
                    </a:cubicBezTo>
                    <a:cubicBezTo>
                      <a:pt x="196363" y="106095"/>
                      <a:pt x="200417" y="114468"/>
                      <a:pt x="205740" y="121920"/>
                    </a:cubicBezTo>
                    <a:cubicBezTo>
                      <a:pt x="252998" y="188081"/>
                      <a:pt x="207924" y="121386"/>
                      <a:pt x="243840" y="175260"/>
                    </a:cubicBezTo>
                    <a:cubicBezTo>
                      <a:pt x="246380" y="187960"/>
                      <a:pt x="248319" y="200795"/>
                      <a:pt x="251460" y="213360"/>
                    </a:cubicBezTo>
                    <a:cubicBezTo>
                      <a:pt x="253408" y="221152"/>
                      <a:pt x="257505" y="228344"/>
                      <a:pt x="259080" y="236220"/>
                    </a:cubicBezTo>
                    <a:cubicBezTo>
                      <a:pt x="260556" y="243600"/>
                      <a:pt x="266790" y="304980"/>
                      <a:pt x="274320" y="320040"/>
                    </a:cubicBezTo>
                    <a:cubicBezTo>
                      <a:pt x="282511" y="336423"/>
                      <a:pt x="289560" y="355600"/>
                      <a:pt x="304800" y="365760"/>
                    </a:cubicBezTo>
                    <a:cubicBezTo>
                      <a:pt x="337111" y="387301"/>
                      <a:pt x="319469" y="376904"/>
                      <a:pt x="358140" y="396240"/>
                    </a:cubicBezTo>
                    <a:cubicBezTo>
                      <a:pt x="388620" y="391160"/>
                      <a:pt x="421942" y="394819"/>
                      <a:pt x="449580" y="381000"/>
                    </a:cubicBezTo>
                    <a:cubicBezTo>
                      <a:pt x="461814" y="374883"/>
                      <a:pt x="457783" y="354629"/>
                      <a:pt x="464820" y="342900"/>
                    </a:cubicBezTo>
                    <a:cubicBezTo>
                      <a:pt x="473188" y="328954"/>
                      <a:pt x="485140" y="317500"/>
                      <a:pt x="495300" y="304800"/>
                    </a:cubicBezTo>
                    <a:cubicBezTo>
                      <a:pt x="497840" y="294640"/>
                      <a:pt x="500043" y="284390"/>
                      <a:pt x="502920" y="274320"/>
                    </a:cubicBezTo>
                    <a:cubicBezTo>
                      <a:pt x="505127" y="266597"/>
                      <a:pt x="508592" y="259252"/>
                      <a:pt x="510540" y="251460"/>
                    </a:cubicBezTo>
                    <a:cubicBezTo>
                      <a:pt x="513681" y="238895"/>
                      <a:pt x="515350" y="226003"/>
                      <a:pt x="518160" y="213360"/>
                    </a:cubicBezTo>
                    <a:cubicBezTo>
                      <a:pt x="520432" y="203137"/>
                      <a:pt x="524058" y="193210"/>
                      <a:pt x="525780" y="182880"/>
                    </a:cubicBezTo>
                    <a:cubicBezTo>
                      <a:pt x="536912" y="116089"/>
                      <a:pt x="527302" y="139454"/>
                      <a:pt x="541020" y="91440"/>
                    </a:cubicBezTo>
                    <a:cubicBezTo>
                      <a:pt x="547126" y="70068"/>
                      <a:pt x="552269" y="58420"/>
                      <a:pt x="563880" y="38100"/>
                    </a:cubicBezTo>
                    <a:cubicBezTo>
                      <a:pt x="568424" y="30149"/>
                      <a:pt x="571500" y="20320"/>
                      <a:pt x="579120" y="15240"/>
                    </a:cubicBezTo>
                    <a:cubicBezTo>
                      <a:pt x="587834" y="9431"/>
                      <a:pt x="599191" y="8777"/>
                      <a:pt x="609600" y="7620"/>
                    </a:cubicBezTo>
                    <a:cubicBezTo>
                      <a:pt x="645033" y="3683"/>
                      <a:pt x="680720" y="2540"/>
                      <a:pt x="716280" y="0"/>
                    </a:cubicBezTo>
                    <a:cubicBezTo>
                      <a:pt x="843270" y="7937"/>
                      <a:pt x="797481" y="7620"/>
                      <a:pt x="853440" y="762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5" name="Star: 6 Points 164">
              <a:extLst>
                <a:ext uri="{FF2B5EF4-FFF2-40B4-BE49-F238E27FC236}">
                  <a16:creationId xmlns:a16="http://schemas.microsoft.com/office/drawing/2014/main" id="{04433AF7-C56E-395E-BBF2-0D4085311BD0}"/>
                </a:ext>
              </a:extLst>
            </p:cNvPr>
            <p:cNvSpPr/>
            <p:nvPr/>
          </p:nvSpPr>
          <p:spPr>
            <a:xfrm>
              <a:off x="7484498" y="2903091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01308CE-765E-AA7A-C133-C6EAC796C8DA}"/>
              </a:ext>
            </a:extLst>
          </p:cNvPr>
          <p:cNvGrpSpPr/>
          <p:nvPr/>
        </p:nvGrpSpPr>
        <p:grpSpPr>
          <a:xfrm>
            <a:off x="188477" y="1709845"/>
            <a:ext cx="1036542" cy="1024128"/>
            <a:chOff x="2040946" y="2420382"/>
            <a:chExt cx="1527048" cy="150876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1B3CDB11-77DD-4F62-91B1-D1F6BFE959E6}"/>
                </a:ext>
              </a:extLst>
            </p:cNvPr>
            <p:cNvGrpSpPr/>
            <p:nvPr/>
          </p:nvGrpSpPr>
          <p:grpSpPr>
            <a:xfrm>
              <a:off x="2448801" y="3156186"/>
              <a:ext cx="783395" cy="545628"/>
              <a:chOff x="2649677" y="2639366"/>
              <a:chExt cx="1576764" cy="778626"/>
            </a:xfrm>
          </p:grpSpPr>
          <p:pic>
            <p:nvPicPr>
              <p:cNvPr id="87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F7F5F780-A932-4DFE-8353-00ACCE6893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19739162">
                <a:off x="2649677" y="2639366"/>
                <a:ext cx="1289455" cy="389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F9108242-84A9-4C90-9761-7C83B3827D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19739162">
                <a:off x="2936986" y="3028679"/>
                <a:ext cx="1289455" cy="3893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D212C9C-F784-4089-BB82-979B57E10A7C}"/>
                </a:ext>
              </a:extLst>
            </p:cNvPr>
            <p:cNvGrpSpPr/>
            <p:nvPr/>
          </p:nvGrpSpPr>
          <p:grpSpPr>
            <a:xfrm>
              <a:off x="2040946" y="2420382"/>
              <a:ext cx="1527048" cy="1508760"/>
              <a:chOff x="475862" y="905612"/>
              <a:chExt cx="1530220" cy="150456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EA95F49-067F-4AF5-8D48-F09A62AF8610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Display 26">
                <a:extLst>
                  <a:ext uri="{FF2B5EF4-FFF2-40B4-BE49-F238E27FC236}">
                    <a16:creationId xmlns:a16="http://schemas.microsoft.com/office/drawing/2014/main" id="{B6810463-59F9-4F67-9936-AA95DF538F99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6" name="Star: 6 Points 165">
              <a:extLst>
                <a:ext uri="{FF2B5EF4-FFF2-40B4-BE49-F238E27FC236}">
                  <a16:creationId xmlns:a16="http://schemas.microsoft.com/office/drawing/2014/main" id="{A0638658-CCB0-6AFF-4BB1-001F95EEDF53}"/>
                </a:ext>
              </a:extLst>
            </p:cNvPr>
            <p:cNvSpPr/>
            <p:nvPr/>
          </p:nvSpPr>
          <p:spPr>
            <a:xfrm>
              <a:off x="2646975" y="2730002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68F062E-9742-A6FA-F9DD-6037E14EB1B1}"/>
              </a:ext>
            </a:extLst>
          </p:cNvPr>
          <p:cNvGrpSpPr/>
          <p:nvPr/>
        </p:nvGrpSpPr>
        <p:grpSpPr>
          <a:xfrm>
            <a:off x="1387648" y="1701450"/>
            <a:ext cx="1036542" cy="1024128"/>
            <a:chOff x="4383560" y="2572782"/>
            <a:chExt cx="1527048" cy="1508760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68B3DF28-099E-D4D0-9E66-9B69932FE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649055" y="3369208"/>
              <a:ext cx="1022140" cy="427288"/>
            </a:xfrm>
            <a:prstGeom prst="rect">
              <a:avLst/>
            </a:prstGeom>
          </p:spPr>
        </p:pic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E3AF8773-C677-61E7-F348-DE9BCDB34D1B}"/>
                </a:ext>
              </a:extLst>
            </p:cNvPr>
            <p:cNvGrpSpPr/>
            <p:nvPr/>
          </p:nvGrpSpPr>
          <p:grpSpPr>
            <a:xfrm>
              <a:off x="4383560" y="2572782"/>
              <a:ext cx="1527048" cy="1508760"/>
              <a:chOff x="475862" y="905612"/>
              <a:chExt cx="1530220" cy="150456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D532140-3C79-6E11-5230-2132CFD99F37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Flowchart: Display 149">
                <a:extLst>
                  <a:ext uri="{FF2B5EF4-FFF2-40B4-BE49-F238E27FC236}">
                    <a16:creationId xmlns:a16="http://schemas.microsoft.com/office/drawing/2014/main" id="{369A368D-DE77-0A4C-8173-2AC2425FBB12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7" name="Star: 6 Points 166">
              <a:extLst>
                <a:ext uri="{FF2B5EF4-FFF2-40B4-BE49-F238E27FC236}">
                  <a16:creationId xmlns:a16="http://schemas.microsoft.com/office/drawing/2014/main" id="{0A9EB618-9809-A32A-40D0-F1015516C931}"/>
                </a:ext>
              </a:extLst>
            </p:cNvPr>
            <p:cNvSpPr/>
            <p:nvPr/>
          </p:nvSpPr>
          <p:spPr>
            <a:xfrm>
              <a:off x="4986789" y="2895924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B1F8DF6F-2BD6-534C-247B-2F22492A81CB}"/>
              </a:ext>
            </a:extLst>
          </p:cNvPr>
          <p:cNvGrpSpPr/>
          <p:nvPr/>
        </p:nvGrpSpPr>
        <p:grpSpPr>
          <a:xfrm>
            <a:off x="9830533" y="5696789"/>
            <a:ext cx="1036542" cy="1024128"/>
            <a:chOff x="6193843" y="2678461"/>
            <a:chExt cx="1527048" cy="1508760"/>
          </a:xfrm>
        </p:grpSpPr>
        <p:pic>
          <p:nvPicPr>
            <p:cNvPr id="173" name="Picture 14" descr="Cannon Gun Stock Illustrations – 10,392 Cannon Gun Stock Illustrations,  Vectors &amp;amp; Clipart - Dreamstime">
              <a:extLst>
                <a:ext uri="{FF2B5EF4-FFF2-40B4-BE49-F238E27FC236}">
                  <a16:creationId xmlns:a16="http://schemas.microsoft.com/office/drawing/2014/main" id="{A729820D-6DB7-9BB8-2F51-E4C5D9388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6613" y="3555158"/>
              <a:ext cx="737386" cy="4640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85FBDE45-A5B4-D7E5-D256-0F511B4F1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74794" y="3173836"/>
              <a:ext cx="301249" cy="381322"/>
            </a:xfrm>
            <a:prstGeom prst="rect">
              <a:avLst/>
            </a:prstGeom>
          </p:spPr>
        </p:pic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A4CEC4A4-CE7E-24CA-8E32-D5E82E7ACA7C}"/>
                </a:ext>
              </a:extLst>
            </p:cNvPr>
            <p:cNvGrpSpPr/>
            <p:nvPr/>
          </p:nvGrpSpPr>
          <p:grpSpPr>
            <a:xfrm>
              <a:off x="6193843" y="2678461"/>
              <a:ext cx="1527048" cy="1508760"/>
              <a:chOff x="475862" y="905612"/>
              <a:chExt cx="1530220" cy="1504560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40059697-1B63-1CC0-D963-8C439EF3528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lowchart: Display 171">
                <a:extLst>
                  <a:ext uri="{FF2B5EF4-FFF2-40B4-BE49-F238E27FC236}">
                    <a16:creationId xmlns:a16="http://schemas.microsoft.com/office/drawing/2014/main" id="{3138847E-1DEC-59D5-F5E3-F3AE6E98782E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F9010965-9DE7-D1BC-F3F5-F6689D2BB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04681" y="3041077"/>
              <a:ext cx="301249" cy="381322"/>
            </a:xfrm>
            <a:prstGeom prst="rect">
              <a:avLst/>
            </a:prstGeom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EE2B94A9-C7BD-71B5-5C8F-756EE0CE0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48159" y="3161869"/>
              <a:ext cx="301249" cy="381322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29FE774-4122-74F4-F7E5-80266D96F46A}"/>
              </a:ext>
            </a:extLst>
          </p:cNvPr>
          <p:cNvGrpSpPr/>
          <p:nvPr/>
        </p:nvGrpSpPr>
        <p:grpSpPr>
          <a:xfrm>
            <a:off x="3780070" y="1725418"/>
            <a:ext cx="1033272" cy="1033272"/>
            <a:chOff x="122470" y="2880963"/>
            <a:chExt cx="1600200" cy="1600200"/>
          </a:xfrm>
        </p:grpSpPr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260DD464-A069-C733-BF5B-266BBE783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29834" y="3398798"/>
              <a:ext cx="458998" cy="489741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D5A0AF-B72F-0365-9F4C-944B9C2EE3DC}"/>
                </a:ext>
              </a:extLst>
            </p:cNvPr>
            <p:cNvGrpSpPr/>
            <p:nvPr/>
          </p:nvGrpSpPr>
          <p:grpSpPr>
            <a:xfrm>
              <a:off x="122470" y="2880963"/>
              <a:ext cx="1600200" cy="1600200"/>
              <a:chOff x="475862" y="905612"/>
              <a:chExt cx="1530220" cy="150456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B06E6A3-3AA9-1516-277D-7E9D4032619B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lowchart: Display 52">
                <a:extLst>
                  <a:ext uri="{FF2B5EF4-FFF2-40B4-BE49-F238E27FC236}">
                    <a16:creationId xmlns:a16="http://schemas.microsoft.com/office/drawing/2014/main" id="{7DC52855-734A-DCEF-7DEC-0FF179314E71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7" name="Picture 156" descr="Cape Icons in SVG, PNG, AI to Download">
              <a:extLst>
                <a:ext uri="{FF2B5EF4-FFF2-40B4-BE49-F238E27FC236}">
                  <a16:creationId xmlns:a16="http://schemas.microsoft.com/office/drawing/2014/main" id="{159F6301-8F5E-DC2B-C8CC-F618F43D9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97292" y="3552242"/>
              <a:ext cx="840229" cy="84022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DBE8C0-1BFE-3277-6ADB-4E3249B44B7F}"/>
              </a:ext>
            </a:extLst>
          </p:cNvPr>
          <p:cNvGrpSpPr/>
          <p:nvPr/>
        </p:nvGrpSpPr>
        <p:grpSpPr>
          <a:xfrm>
            <a:off x="4988820" y="1725418"/>
            <a:ext cx="1033272" cy="1033272"/>
            <a:chOff x="1883456" y="2880963"/>
            <a:chExt cx="1600200" cy="1600200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C62F2ED-1A40-1806-A55A-238F3BAA698F}"/>
                </a:ext>
              </a:extLst>
            </p:cNvPr>
            <p:cNvGrpSpPr/>
            <p:nvPr/>
          </p:nvGrpSpPr>
          <p:grpSpPr>
            <a:xfrm>
              <a:off x="1883456" y="2880963"/>
              <a:ext cx="1600200" cy="1600200"/>
              <a:chOff x="475862" y="905612"/>
              <a:chExt cx="1530220" cy="1504560"/>
            </a:xfrm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2205863-52BC-1DCB-7A62-98D481675357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Flowchart: Display 125">
                <a:extLst>
                  <a:ext uri="{FF2B5EF4-FFF2-40B4-BE49-F238E27FC236}">
                    <a16:creationId xmlns:a16="http://schemas.microsoft.com/office/drawing/2014/main" id="{0B36B224-8BC8-C578-CBD6-982E65DF4458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69" name="Picture 168" descr="Crossbow - Free weapons icons">
              <a:extLst>
                <a:ext uri="{FF2B5EF4-FFF2-40B4-BE49-F238E27FC236}">
                  <a16:creationId xmlns:a16="http://schemas.microsoft.com/office/drawing/2014/main" id="{61254621-E78E-429C-E4BA-B1603326C3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1800000">
              <a:off x="2154776" y="3364888"/>
              <a:ext cx="632350" cy="632350"/>
            </a:xfrm>
            <a:prstGeom prst="rect">
              <a:avLst/>
            </a:prstGeom>
          </p:spPr>
        </p:pic>
        <p:pic>
          <p:nvPicPr>
            <p:cNvPr id="177" name="Picture 176" descr="Cape Icons in SVG, PNG, AI to Download">
              <a:extLst>
                <a:ext uri="{FF2B5EF4-FFF2-40B4-BE49-F238E27FC236}">
                  <a16:creationId xmlns:a16="http://schemas.microsoft.com/office/drawing/2014/main" id="{F8171621-6045-0139-E7E2-F897C1191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421631" y="3552241"/>
              <a:ext cx="840229" cy="840229"/>
            </a:xfrm>
            <a:prstGeom prst="rect">
              <a:avLst/>
            </a:prstGeom>
          </p:spPr>
        </p:pic>
      </p:grpSp>
      <p:grpSp>
        <p:nvGrpSpPr>
          <p:cNvPr id="1028" name="Group 1027">
            <a:extLst>
              <a:ext uri="{FF2B5EF4-FFF2-40B4-BE49-F238E27FC236}">
                <a16:creationId xmlns:a16="http://schemas.microsoft.com/office/drawing/2014/main" id="{050B7BF2-7436-FAFA-D003-4D4801AE98E5}"/>
              </a:ext>
            </a:extLst>
          </p:cNvPr>
          <p:cNvGrpSpPr/>
          <p:nvPr/>
        </p:nvGrpSpPr>
        <p:grpSpPr>
          <a:xfrm>
            <a:off x="6185525" y="1725417"/>
            <a:ext cx="1033272" cy="1033272"/>
            <a:chOff x="3718179" y="2880963"/>
            <a:chExt cx="1600200" cy="1600200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60B3BC1-E173-B540-A717-1AA4372A0548}"/>
                </a:ext>
              </a:extLst>
            </p:cNvPr>
            <p:cNvGrpSpPr/>
            <p:nvPr/>
          </p:nvGrpSpPr>
          <p:grpSpPr>
            <a:xfrm>
              <a:off x="3718179" y="2880963"/>
              <a:ext cx="1600200" cy="1600200"/>
              <a:chOff x="475862" y="905612"/>
              <a:chExt cx="1530220" cy="1504560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1E632B79-70AC-68BC-D4F8-F171795F1A3A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Flowchart: Display 152">
                <a:extLst>
                  <a:ext uri="{FF2B5EF4-FFF2-40B4-BE49-F238E27FC236}">
                    <a16:creationId xmlns:a16="http://schemas.microsoft.com/office/drawing/2014/main" id="{E6997EF8-90BC-7BE8-F758-20F4B77EF787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8" name="Picture 177" descr="Cape Icons in SVG, PNG, AI to Download">
              <a:extLst>
                <a:ext uri="{FF2B5EF4-FFF2-40B4-BE49-F238E27FC236}">
                  <a16:creationId xmlns:a16="http://schemas.microsoft.com/office/drawing/2014/main" id="{6A318380-2767-2187-7D12-80A0225B9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256354" y="3552240"/>
              <a:ext cx="840229" cy="840229"/>
            </a:xfrm>
            <a:prstGeom prst="rect">
              <a:avLst/>
            </a:prstGeom>
          </p:spPr>
        </p:pic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7C3E3B2-132F-35C1-C58A-6AC31968DDEE}"/>
                </a:ext>
              </a:extLst>
            </p:cNvPr>
            <p:cNvGrpSpPr/>
            <p:nvPr/>
          </p:nvGrpSpPr>
          <p:grpSpPr>
            <a:xfrm>
              <a:off x="3990717" y="3293233"/>
              <a:ext cx="564919" cy="582779"/>
              <a:chOff x="1892090" y="3349869"/>
              <a:chExt cx="1345405" cy="1387941"/>
            </a:xfrm>
          </p:grpSpPr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E9689C42-F30E-3686-4AD1-5E83FA83F1F2}"/>
                  </a:ext>
                </a:extLst>
              </p:cNvPr>
              <p:cNvGrpSpPr/>
              <p:nvPr/>
            </p:nvGrpSpPr>
            <p:grpSpPr>
              <a:xfrm>
                <a:off x="2259623" y="3349869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6EAD783E-B706-2BFC-8939-8772D67D5F2F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5" name="Straight Connector 1024">
                  <a:extLst>
                    <a:ext uri="{FF2B5EF4-FFF2-40B4-BE49-F238E27FC236}">
                      <a16:creationId xmlns:a16="http://schemas.microsoft.com/office/drawing/2014/main" id="{B2A36AF2-4601-7C20-88CA-DE6A7D0AE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6" name="Straight Connector 1025">
                  <a:extLst>
                    <a:ext uri="{FF2B5EF4-FFF2-40B4-BE49-F238E27FC236}">
                      <a16:creationId xmlns:a16="http://schemas.microsoft.com/office/drawing/2014/main" id="{15291310-479E-C778-6224-A55AF7869B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27" name="Freeform: Shape 1026">
                  <a:extLst>
                    <a:ext uri="{FF2B5EF4-FFF2-40B4-BE49-F238E27FC236}">
                      <a16:creationId xmlns:a16="http://schemas.microsoft.com/office/drawing/2014/main" id="{276CF920-F3B9-2989-8A9E-2D4ACF07896A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55683BD6-C3BA-F655-AAC8-13179EC1D047}"/>
                  </a:ext>
                </a:extLst>
              </p:cNvPr>
              <p:cNvGrpSpPr/>
              <p:nvPr/>
            </p:nvGrpSpPr>
            <p:grpSpPr>
              <a:xfrm rot="7499415">
                <a:off x="2537826" y="4038140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C976BE72-3A7C-240E-E289-CB623CC3A9DF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CA979BDA-9148-74D9-4F7C-6C70A9F53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94EED6BC-99DE-5173-37D1-169251DAE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0" name="Freeform: Shape 189">
                  <a:extLst>
                    <a:ext uri="{FF2B5EF4-FFF2-40B4-BE49-F238E27FC236}">
                      <a16:creationId xmlns:a16="http://schemas.microsoft.com/office/drawing/2014/main" id="{DDDF9E9C-0251-17ED-EDBC-99F4E6CB0234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CD45597E-6A94-21F9-244B-CCF53C44953E}"/>
                  </a:ext>
                </a:extLst>
              </p:cNvPr>
              <p:cNvGrpSpPr/>
              <p:nvPr/>
            </p:nvGrpSpPr>
            <p:grpSpPr>
              <a:xfrm rot="14084301">
                <a:off x="1878220" y="3928883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68411610-0762-ED87-7E71-BE64625C2B50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91FEA83D-3CF5-4425-358C-58D807DFC1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E4458979-5441-EE7D-480F-68C74DFB0F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09D6429D-265C-3F3C-7464-2429EF0276E9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69DFA518-98F7-852E-567D-06063BCCB25A}"/>
              </a:ext>
            </a:extLst>
          </p:cNvPr>
          <p:cNvGrpSpPr/>
          <p:nvPr/>
        </p:nvGrpSpPr>
        <p:grpSpPr>
          <a:xfrm>
            <a:off x="275279" y="5685129"/>
            <a:ext cx="1033272" cy="1033272"/>
            <a:chOff x="5479165" y="2880963"/>
            <a:chExt cx="1600200" cy="1600200"/>
          </a:xfrm>
        </p:grpSpPr>
        <p:pic>
          <p:nvPicPr>
            <p:cNvPr id="1029" name="Picture 1028" descr="Fire ring - free Icon PNG, SVG">
              <a:extLst>
                <a:ext uri="{FF2B5EF4-FFF2-40B4-BE49-F238E27FC236}">
                  <a16:creationId xmlns:a16="http://schemas.microsoft.com/office/drawing/2014/main" id="{11FD778C-6A63-E14A-3AD5-EB3FC7437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946379" y="3144614"/>
              <a:ext cx="565400" cy="725136"/>
            </a:xfrm>
            <a:prstGeom prst="rect">
              <a:avLst/>
            </a:prstGeom>
          </p:spPr>
        </p:pic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5A37553-4B2E-35BA-F65D-E17F072DE9AD}"/>
                </a:ext>
              </a:extLst>
            </p:cNvPr>
            <p:cNvGrpSpPr/>
            <p:nvPr/>
          </p:nvGrpSpPr>
          <p:grpSpPr>
            <a:xfrm>
              <a:off x="5479165" y="2880963"/>
              <a:ext cx="1600200" cy="1600200"/>
              <a:chOff x="475862" y="905612"/>
              <a:chExt cx="1530220" cy="1504560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1545A040-A270-1617-4733-3BBC260A714D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lowchart: Display 155">
                <a:extLst>
                  <a:ext uri="{FF2B5EF4-FFF2-40B4-BE49-F238E27FC236}">
                    <a16:creationId xmlns:a16="http://schemas.microsoft.com/office/drawing/2014/main" id="{0932CE87-300C-BE17-C51A-6B59CEE49EDE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31" name="Picture 6" descr="Clipart, Horror, And Png Image - Horror Manga Transparent - (404x501) Png  Clipart Download">
              <a:extLst>
                <a:ext uri="{FF2B5EF4-FFF2-40B4-BE49-F238E27FC236}">
                  <a16:creationId xmlns:a16="http://schemas.microsoft.com/office/drawing/2014/main" id="{35F3C8F1-4EA3-CE86-FDCF-29978C307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5648" y="3508057"/>
              <a:ext cx="739388" cy="916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2AA1BF55-05B8-F12E-6101-E9457360BE7C}"/>
              </a:ext>
            </a:extLst>
          </p:cNvPr>
          <p:cNvGrpSpPr/>
          <p:nvPr/>
        </p:nvGrpSpPr>
        <p:grpSpPr>
          <a:xfrm>
            <a:off x="6357758" y="5691179"/>
            <a:ext cx="1033272" cy="1033272"/>
            <a:chOff x="7301161" y="2880963"/>
            <a:chExt cx="1600200" cy="160020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51872153-10EA-E469-A878-633F7EF95F69}"/>
                </a:ext>
              </a:extLst>
            </p:cNvPr>
            <p:cNvGrpSpPr/>
            <p:nvPr/>
          </p:nvGrpSpPr>
          <p:grpSpPr>
            <a:xfrm>
              <a:off x="7301161" y="2880963"/>
              <a:ext cx="1600200" cy="1600200"/>
              <a:chOff x="475862" y="905612"/>
              <a:chExt cx="1530220" cy="1504560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5EA3D5A8-2F8F-D8C0-E95A-3A004CDC02FF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Flowchart: Display 129">
                <a:extLst>
                  <a:ext uri="{FF2B5EF4-FFF2-40B4-BE49-F238E27FC236}">
                    <a16:creationId xmlns:a16="http://schemas.microsoft.com/office/drawing/2014/main" id="{DE71AD36-1A1C-A1F3-5CF6-0C7551F8F99D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32" name="Picture 1031" descr="Page 11 | Download Free Mortar gun Icons in PNG &amp; SVG">
              <a:extLst>
                <a:ext uri="{FF2B5EF4-FFF2-40B4-BE49-F238E27FC236}">
                  <a16:creationId xmlns:a16="http://schemas.microsoft.com/office/drawing/2014/main" id="{715664FA-21E8-6B51-DDF8-AEFB6FBA6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flipH="1">
              <a:off x="7590570" y="3682671"/>
              <a:ext cx="709798" cy="709798"/>
            </a:xfrm>
            <a:prstGeom prst="rect">
              <a:avLst/>
            </a:prstGeom>
          </p:spPr>
        </p:pic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4B01CA4B-46B9-CD48-EA2F-516C32989873}"/>
                </a:ext>
              </a:extLst>
            </p:cNvPr>
            <p:cNvGrpSpPr/>
            <p:nvPr/>
          </p:nvGrpSpPr>
          <p:grpSpPr>
            <a:xfrm>
              <a:off x="7966693" y="3268969"/>
              <a:ext cx="549180" cy="566542"/>
              <a:chOff x="1892090" y="3349869"/>
              <a:chExt cx="1345405" cy="1387941"/>
            </a:xfrm>
          </p:grpSpPr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2DB92A0A-8509-B44F-941F-07627F82F077}"/>
                  </a:ext>
                </a:extLst>
              </p:cNvPr>
              <p:cNvGrpSpPr/>
              <p:nvPr/>
            </p:nvGrpSpPr>
            <p:grpSpPr>
              <a:xfrm>
                <a:off x="2259623" y="3349869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045" name="Straight Connector 1044">
                  <a:extLst>
                    <a:ext uri="{FF2B5EF4-FFF2-40B4-BE49-F238E27FC236}">
                      <a16:creationId xmlns:a16="http://schemas.microsoft.com/office/drawing/2014/main" id="{3FB6F893-A27B-E174-C1C5-26DF4AAE7B37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6" name="Straight Connector 1045">
                  <a:extLst>
                    <a:ext uri="{FF2B5EF4-FFF2-40B4-BE49-F238E27FC236}">
                      <a16:creationId xmlns:a16="http://schemas.microsoft.com/office/drawing/2014/main" id="{016AC4D6-C54C-4E03-1829-310B492360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Straight Connector 1046">
                  <a:extLst>
                    <a:ext uri="{FF2B5EF4-FFF2-40B4-BE49-F238E27FC236}">
                      <a16:creationId xmlns:a16="http://schemas.microsoft.com/office/drawing/2014/main" id="{CD1CC5A6-79C1-1723-9B72-117FF3021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48" name="Freeform: Shape 1047">
                  <a:extLst>
                    <a:ext uri="{FF2B5EF4-FFF2-40B4-BE49-F238E27FC236}">
                      <a16:creationId xmlns:a16="http://schemas.microsoft.com/office/drawing/2014/main" id="{4FC9A3F2-9D5F-272B-6ADE-FC647B7F5539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5" name="Group 1034">
                <a:extLst>
                  <a:ext uri="{FF2B5EF4-FFF2-40B4-BE49-F238E27FC236}">
                    <a16:creationId xmlns:a16="http://schemas.microsoft.com/office/drawing/2014/main" id="{6F5AC12F-40F7-A002-1BA7-C0794CAA825B}"/>
                  </a:ext>
                </a:extLst>
              </p:cNvPr>
              <p:cNvGrpSpPr/>
              <p:nvPr/>
            </p:nvGrpSpPr>
            <p:grpSpPr>
              <a:xfrm rot="7499415">
                <a:off x="2537826" y="4038140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041" name="Straight Connector 1040">
                  <a:extLst>
                    <a:ext uri="{FF2B5EF4-FFF2-40B4-BE49-F238E27FC236}">
                      <a16:creationId xmlns:a16="http://schemas.microsoft.com/office/drawing/2014/main" id="{E3CB538F-4476-4C5E-AE86-2CD26257AB92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2" name="Straight Connector 1041">
                  <a:extLst>
                    <a:ext uri="{FF2B5EF4-FFF2-40B4-BE49-F238E27FC236}">
                      <a16:creationId xmlns:a16="http://schemas.microsoft.com/office/drawing/2014/main" id="{9A62BB0F-B1BB-1C1A-886A-A7FD27D64C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3" name="Straight Connector 1042">
                  <a:extLst>
                    <a:ext uri="{FF2B5EF4-FFF2-40B4-BE49-F238E27FC236}">
                      <a16:creationId xmlns:a16="http://schemas.microsoft.com/office/drawing/2014/main" id="{F6E29A33-CF40-3D07-9E3C-C5C55B3BAB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44" name="Freeform: Shape 1043">
                  <a:extLst>
                    <a:ext uri="{FF2B5EF4-FFF2-40B4-BE49-F238E27FC236}">
                      <a16:creationId xmlns:a16="http://schemas.microsoft.com/office/drawing/2014/main" id="{F1DC77E6-1CA6-CAF0-7167-119905729393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6" name="Group 1035">
                <a:extLst>
                  <a:ext uri="{FF2B5EF4-FFF2-40B4-BE49-F238E27FC236}">
                    <a16:creationId xmlns:a16="http://schemas.microsoft.com/office/drawing/2014/main" id="{B2FA7625-7621-1A4C-6E06-C4C31B60E3B4}"/>
                  </a:ext>
                </a:extLst>
              </p:cNvPr>
              <p:cNvGrpSpPr/>
              <p:nvPr/>
            </p:nvGrpSpPr>
            <p:grpSpPr>
              <a:xfrm rot="14084301">
                <a:off x="1878220" y="3928883"/>
                <a:ext cx="713540" cy="685799"/>
                <a:chOff x="2259623" y="3349869"/>
                <a:chExt cx="713540" cy="685799"/>
              </a:xfrm>
            </p:grpSpPr>
            <p:cxnSp>
              <p:nvCxnSpPr>
                <p:cNvPr id="1037" name="Straight Connector 1036">
                  <a:extLst>
                    <a:ext uri="{FF2B5EF4-FFF2-40B4-BE49-F238E27FC236}">
                      <a16:creationId xmlns:a16="http://schemas.microsoft.com/office/drawing/2014/main" id="{298C1CF0-7461-FE98-223D-0BC2D1A1BF30}"/>
                    </a:ext>
                  </a:extLst>
                </p:cNvPr>
                <p:cNvCxnSpPr/>
                <p:nvPr/>
              </p:nvCxnSpPr>
              <p:spPr>
                <a:xfrm>
                  <a:off x="2409091" y="3543300"/>
                  <a:ext cx="105508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id="{3B72093A-7870-058E-8C30-D9DC8F6C5F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93731" y="3534508"/>
                  <a:ext cx="0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9" name="Straight Connector 1038">
                  <a:extLst>
                    <a:ext uri="{FF2B5EF4-FFF2-40B4-BE49-F238E27FC236}">
                      <a16:creationId xmlns:a16="http://schemas.microsoft.com/office/drawing/2014/main" id="{6E0CEE51-5EA7-9B78-C9CB-EC25D5F5C4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46488" y="3578468"/>
                  <a:ext cx="137874" cy="45720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40" name="Freeform: Shape 1039">
                  <a:extLst>
                    <a:ext uri="{FF2B5EF4-FFF2-40B4-BE49-F238E27FC236}">
                      <a16:creationId xmlns:a16="http://schemas.microsoft.com/office/drawing/2014/main" id="{5CB519D0-7A3C-99F2-151F-CC3822259554}"/>
                    </a:ext>
                  </a:extLst>
                </p:cNvPr>
                <p:cNvSpPr/>
                <p:nvPr/>
              </p:nvSpPr>
              <p:spPr>
                <a:xfrm>
                  <a:off x="2259623" y="3349869"/>
                  <a:ext cx="713540" cy="457256"/>
                </a:xfrm>
                <a:custGeom>
                  <a:avLst/>
                  <a:gdLst>
                    <a:gd name="connsiteX0" fmla="*/ 96715 w 713540"/>
                    <a:gd name="connsiteY0" fmla="*/ 334108 h 457256"/>
                    <a:gd name="connsiteX1" fmla="*/ 17585 w 713540"/>
                    <a:gd name="connsiteY1" fmla="*/ 316523 h 457256"/>
                    <a:gd name="connsiteX2" fmla="*/ 0 w 713540"/>
                    <a:gd name="connsiteY2" fmla="*/ 290146 h 457256"/>
                    <a:gd name="connsiteX3" fmla="*/ 52754 w 713540"/>
                    <a:gd name="connsiteY3" fmla="*/ 131885 h 457256"/>
                    <a:gd name="connsiteX4" fmla="*/ 79131 w 713540"/>
                    <a:gd name="connsiteY4" fmla="*/ 123093 h 457256"/>
                    <a:gd name="connsiteX5" fmla="*/ 131885 w 713540"/>
                    <a:gd name="connsiteY5" fmla="*/ 131885 h 457256"/>
                    <a:gd name="connsiteX6" fmla="*/ 167054 w 713540"/>
                    <a:gd name="connsiteY6" fmla="*/ 149469 h 457256"/>
                    <a:gd name="connsiteX7" fmla="*/ 184639 w 713540"/>
                    <a:gd name="connsiteY7" fmla="*/ 123093 h 457256"/>
                    <a:gd name="connsiteX8" fmla="*/ 193431 w 713540"/>
                    <a:gd name="connsiteY8" fmla="*/ 35169 h 457256"/>
                    <a:gd name="connsiteX9" fmla="*/ 237392 w 713540"/>
                    <a:gd name="connsiteY9" fmla="*/ 17585 h 457256"/>
                    <a:gd name="connsiteX10" fmla="*/ 342900 w 713540"/>
                    <a:gd name="connsiteY10" fmla="*/ 0 h 457256"/>
                    <a:gd name="connsiteX11" fmla="*/ 378069 w 713540"/>
                    <a:gd name="connsiteY11" fmla="*/ 8793 h 457256"/>
                    <a:gd name="connsiteX12" fmla="*/ 413239 w 713540"/>
                    <a:gd name="connsiteY12" fmla="*/ 61546 h 457256"/>
                    <a:gd name="connsiteX13" fmla="*/ 439615 w 713540"/>
                    <a:gd name="connsiteY13" fmla="*/ 114300 h 457256"/>
                    <a:gd name="connsiteX14" fmla="*/ 501162 w 713540"/>
                    <a:gd name="connsiteY14" fmla="*/ 79131 h 457256"/>
                    <a:gd name="connsiteX15" fmla="*/ 553915 w 713540"/>
                    <a:gd name="connsiteY15" fmla="*/ 70339 h 457256"/>
                    <a:gd name="connsiteX16" fmla="*/ 589085 w 713540"/>
                    <a:gd name="connsiteY16" fmla="*/ 61546 h 457256"/>
                    <a:gd name="connsiteX17" fmla="*/ 633046 w 713540"/>
                    <a:gd name="connsiteY17" fmla="*/ 70339 h 457256"/>
                    <a:gd name="connsiteX18" fmla="*/ 659423 w 713540"/>
                    <a:gd name="connsiteY18" fmla="*/ 149469 h 457256"/>
                    <a:gd name="connsiteX19" fmla="*/ 650631 w 713540"/>
                    <a:gd name="connsiteY19" fmla="*/ 219808 h 457256"/>
                    <a:gd name="connsiteX20" fmla="*/ 633046 w 713540"/>
                    <a:gd name="connsiteY20" fmla="*/ 246185 h 457256"/>
                    <a:gd name="connsiteX21" fmla="*/ 685800 w 713540"/>
                    <a:gd name="connsiteY21" fmla="*/ 298939 h 457256"/>
                    <a:gd name="connsiteX22" fmla="*/ 703385 w 713540"/>
                    <a:gd name="connsiteY22" fmla="*/ 342900 h 457256"/>
                    <a:gd name="connsiteX23" fmla="*/ 694592 w 713540"/>
                    <a:gd name="connsiteY23" fmla="*/ 422031 h 457256"/>
                    <a:gd name="connsiteX24" fmla="*/ 659423 w 713540"/>
                    <a:gd name="connsiteY24" fmla="*/ 430823 h 457256"/>
                    <a:gd name="connsiteX25" fmla="*/ 597877 w 713540"/>
                    <a:gd name="connsiteY25" fmla="*/ 457200 h 457256"/>
                    <a:gd name="connsiteX26" fmla="*/ 562708 w 713540"/>
                    <a:gd name="connsiteY26" fmla="*/ 439616 h 457256"/>
                    <a:gd name="connsiteX27" fmla="*/ 536331 w 713540"/>
                    <a:gd name="connsiteY27" fmla="*/ 422031 h 457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713540" h="457256">
                      <a:moveTo>
                        <a:pt x="96715" y="334108"/>
                      </a:moveTo>
                      <a:cubicBezTo>
                        <a:pt x="70338" y="328246"/>
                        <a:pt x="42183" y="327704"/>
                        <a:pt x="17585" y="316523"/>
                      </a:cubicBezTo>
                      <a:cubicBezTo>
                        <a:pt x="7965" y="312150"/>
                        <a:pt x="0" y="300713"/>
                        <a:pt x="0" y="290146"/>
                      </a:cubicBezTo>
                      <a:cubicBezTo>
                        <a:pt x="0" y="222632"/>
                        <a:pt x="3454" y="174142"/>
                        <a:pt x="52754" y="131885"/>
                      </a:cubicBezTo>
                      <a:cubicBezTo>
                        <a:pt x="59791" y="125854"/>
                        <a:pt x="70339" y="126024"/>
                        <a:pt x="79131" y="123093"/>
                      </a:cubicBezTo>
                      <a:cubicBezTo>
                        <a:pt x="96716" y="126024"/>
                        <a:pt x="114810" y="126763"/>
                        <a:pt x="131885" y="131885"/>
                      </a:cubicBezTo>
                      <a:cubicBezTo>
                        <a:pt x="144439" y="135651"/>
                        <a:pt x="154126" y="151624"/>
                        <a:pt x="167054" y="149469"/>
                      </a:cubicBezTo>
                      <a:cubicBezTo>
                        <a:pt x="177477" y="147732"/>
                        <a:pt x="178777" y="131885"/>
                        <a:pt x="184639" y="123093"/>
                      </a:cubicBezTo>
                      <a:cubicBezTo>
                        <a:pt x="187570" y="93785"/>
                        <a:pt x="180259" y="61514"/>
                        <a:pt x="193431" y="35169"/>
                      </a:cubicBezTo>
                      <a:cubicBezTo>
                        <a:pt x="200489" y="21053"/>
                        <a:pt x="222614" y="23126"/>
                        <a:pt x="237392" y="17585"/>
                      </a:cubicBezTo>
                      <a:cubicBezTo>
                        <a:pt x="280805" y="1305"/>
                        <a:pt x="277871" y="7226"/>
                        <a:pt x="342900" y="0"/>
                      </a:cubicBezTo>
                      <a:cubicBezTo>
                        <a:pt x="354623" y="2931"/>
                        <a:pt x="367577" y="2798"/>
                        <a:pt x="378069" y="8793"/>
                      </a:cubicBezTo>
                      <a:cubicBezTo>
                        <a:pt x="413069" y="28793"/>
                        <a:pt x="398971" y="33010"/>
                        <a:pt x="413239" y="61546"/>
                      </a:cubicBezTo>
                      <a:cubicBezTo>
                        <a:pt x="447324" y="129715"/>
                        <a:pt x="417518" y="48007"/>
                        <a:pt x="439615" y="114300"/>
                      </a:cubicBezTo>
                      <a:cubicBezTo>
                        <a:pt x="457275" y="102527"/>
                        <a:pt x="480881" y="85215"/>
                        <a:pt x="501162" y="79131"/>
                      </a:cubicBezTo>
                      <a:cubicBezTo>
                        <a:pt x="518237" y="74008"/>
                        <a:pt x="536434" y="73835"/>
                        <a:pt x="553915" y="70339"/>
                      </a:cubicBezTo>
                      <a:cubicBezTo>
                        <a:pt x="565764" y="67969"/>
                        <a:pt x="577362" y="64477"/>
                        <a:pt x="589085" y="61546"/>
                      </a:cubicBezTo>
                      <a:cubicBezTo>
                        <a:pt x="603739" y="64477"/>
                        <a:pt x="620886" y="61653"/>
                        <a:pt x="633046" y="70339"/>
                      </a:cubicBezTo>
                      <a:cubicBezTo>
                        <a:pt x="650034" y="82474"/>
                        <a:pt x="656361" y="134158"/>
                        <a:pt x="659423" y="149469"/>
                      </a:cubicBezTo>
                      <a:cubicBezTo>
                        <a:pt x="656492" y="172915"/>
                        <a:pt x="656848" y="197012"/>
                        <a:pt x="650631" y="219808"/>
                      </a:cubicBezTo>
                      <a:cubicBezTo>
                        <a:pt x="647851" y="230003"/>
                        <a:pt x="633046" y="235618"/>
                        <a:pt x="633046" y="246185"/>
                      </a:cubicBezTo>
                      <a:cubicBezTo>
                        <a:pt x="633046" y="265469"/>
                        <a:pt x="677835" y="292965"/>
                        <a:pt x="685800" y="298939"/>
                      </a:cubicBezTo>
                      <a:cubicBezTo>
                        <a:pt x="691662" y="313593"/>
                        <a:pt x="697843" y="328122"/>
                        <a:pt x="703385" y="342900"/>
                      </a:cubicBezTo>
                      <a:cubicBezTo>
                        <a:pt x="714407" y="372292"/>
                        <a:pt x="722370" y="389623"/>
                        <a:pt x="694592" y="422031"/>
                      </a:cubicBezTo>
                      <a:cubicBezTo>
                        <a:pt x="686728" y="431206"/>
                        <a:pt x="671146" y="427892"/>
                        <a:pt x="659423" y="430823"/>
                      </a:cubicBezTo>
                      <a:cubicBezTo>
                        <a:pt x="656620" y="432225"/>
                        <a:pt x="607941" y="458638"/>
                        <a:pt x="597877" y="457200"/>
                      </a:cubicBezTo>
                      <a:cubicBezTo>
                        <a:pt x="584902" y="455347"/>
                        <a:pt x="574755" y="444779"/>
                        <a:pt x="562708" y="439616"/>
                      </a:cubicBezTo>
                      <a:cubicBezTo>
                        <a:pt x="533551" y="427120"/>
                        <a:pt x="536331" y="440969"/>
                        <a:pt x="536331" y="422031"/>
                      </a:cubicBezTo>
                    </a:path>
                  </a:pathLst>
                </a:custGeom>
                <a:ln w="28575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E33FC3DE-F919-1E46-2FA7-5C704B8A4594}"/>
              </a:ext>
            </a:extLst>
          </p:cNvPr>
          <p:cNvGrpSpPr/>
          <p:nvPr/>
        </p:nvGrpSpPr>
        <p:grpSpPr>
          <a:xfrm>
            <a:off x="7483202" y="5701725"/>
            <a:ext cx="1033272" cy="1033272"/>
            <a:chOff x="9123157" y="2880963"/>
            <a:chExt cx="1600200" cy="1600200"/>
          </a:xfrm>
        </p:grpSpPr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67BEF0D1-66FA-A4BB-67BE-6437A5334D03}"/>
                </a:ext>
              </a:extLst>
            </p:cNvPr>
            <p:cNvGrpSpPr/>
            <p:nvPr/>
          </p:nvGrpSpPr>
          <p:grpSpPr>
            <a:xfrm>
              <a:off x="9840016" y="3369937"/>
              <a:ext cx="570504" cy="499813"/>
              <a:chOff x="7229314" y="1534371"/>
              <a:chExt cx="745310" cy="652959"/>
            </a:xfrm>
          </p:grpSpPr>
          <p:pic>
            <p:nvPicPr>
              <p:cNvPr id="1051" name="Picture 1050">
                <a:extLst>
                  <a:ext uri="{FF2B5EF4-FFF2-40B4-BE49-F238E27FC236}">
                    <a16:creationId xmlns:a16="http://schemas.microsoft.com/office/drawing/2014/main" id="{72BE7DC3-218C-108D-1295-C10C4F9B69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29314" y="1552476"/>
                <a:ext cx="701954" cy="631759"/>
              </a:xfrm>
              <a:prstGeom prst="rect">
                <a:avLst/>
              </a:prstGeom>
            </p:spPr>
          </p:pic>
          <p:sp>
            <p:nvSpPr>
              <p:cNvPr id="1052" name="Oval 1051">
                <a:extLst>
                  <a:ext uri="{FF2B5EF4-FFF2-40B4-BE49-F238E27FC236}">
                    <a16:creationId xmlns:a16="http://schemas.microsoft.com/office/drawing/2014/main" id="{7C8E24C1-8973-7468-1146-A740AC676845}"/>
                  </a:ext>
                </a:extLst>
              </p:cNvPr>
              <p:cNvSpPr/>
              <p:nvPr/>
            </p:nvSpPr>
            <p:spPr>
              <a:xfrm>
                <a:off x="7295797" y="1682544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3" name="Oval 1052">
                <a:extLst>
                  <a:ext uri="{FF2B5EF4-FFF2-40B4-BE49-F238E27FC236}">
                    <a16:creationId xmlns:a16="http://schemas.microsoft.com/office/drawing/2014/main" id="{C966E04A-1A0C-DE7D-E34D-5550D045D64C}"/>
                  </a:ext>
                </a:extLst>
              </p:cNvPr>
              <p:cNvSpPr/>
              <p:nvPr/>
            </p:nvSpPr>
            <p:spPr>
              <a:xfrm>
                <a:off x="7346895" y="1552476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4" name="Oval 1053">
                <a:extLst>
                  <a:ext uri="{FF2B5EF4-FFF2-40B4-BE49-F238E27FC236}">
                    <a16:creationId xmlns:a16="http://schemas.microsoft.com/office/drawing/2014/main" id="{43314E45-E12D-DD8F-164F-A89C6ABD1402}"/>
                  </a:ext>
                </a:extLst>
              </p:cNvPr>
              <p:cNvSpPr/>
              <p:nvPr/>
            </p:nvSpPr>
            <p:spPr>
              <a:xfrm>
                <a:off x="7655143" y="1612864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5" name="Oval 1054">
                <a:extLst>
                  <a:ext uri="{FF2B5EF4-FFF2-40B4-BE49-F238E27FC236}">
                    <a16:creationId xmlns:a16="http://schemas.microsoft.com/office/drawing/2014/main" id="{A1197593-727B-906E-CCB0-5CDF25AB2E56}"/>
                  </a:ext>
                </a:extLst>
              </p:cNvPr>
              <p:cNvSpPr/>
              <p:nvPr/>
            </p:nvSpPr>
            <p:spPr>
              <a:xfrm>
                <a:off x="7931268" y="1682543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6" name="Oval 1055">
                <a:extLst>
                  <a:ext uri="{FF2B5EF4-FFF2-40B4-BE49-F238E27FC236}">
                    <a16:creationId xmlns:a16="http://schemas.microsoft.com/office/drawing/2014/main" id="{7B2A1177-7C80-EE0C-252D-B84A2ADCA8AC}"/>
                  </a:ext>
                </a:extLst>
              </p:cNvPr>
              <p:cNvSpPr/>
              <p:nvPr/>
            </p:nvSpPr>
            <p:spPr>
              <a:xfrm>
                <a:off x="7904208" y="1812611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7" name="Oval 1056">
                <a:extLst>
                  <a:ext uri="{FF2B5EF4-FFF2-40B4-BE49-F238E27FC236}">
                    <a16:creationId xmlns:a16="http://schemas.microsoft.com/office/drawing/2014/main" id="{C961F943-169C-119A-427E-A320FA368501}"/>
                  </a:ext>
                </a:extLst>
              </p:cNvPr>
              <p:cNvSpPr/>
              <p:nvPr/>
            </p:nvSpPr>
            <p:spPr>
              <a:xfrm>
                <a:off x="7269990" y="1812610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8" name="Oval 1057">
                <a:extLst>
                  <a:ext uri="{FF2B5EF4-FFF2-40B4-BE49-F238E27FC236}">
                    <a16:creationId xmlns:a16="http://schemas.microsoft.com/office/drawing/2014/main" id="{84F08DFC-3D6B-5743-D978-5CDDE479065D}"/>
                  </a:ext>
                </a:extLst>
              </p:cNvPr>
              <p:cNvSpPr/>
              <p:nvPr/>
            </p:nvSpPr>
            <p:spPr>
              <a:xfrm>
                <a:off x="7250992" y="1998422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ACCF1F72-F87C-EC30-5309-58752B7F29D0}"/>
                  </a:ext>
                </a:extLst>
              </p:cNvPr>
              <p:cNvSpPr/>
              <p:nvPr/>
            </p:nvSpPr>
            <p:spPr>
              <a:xfrm>
                <a:off x="7390251" y="2044875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Oval 1059">
                <a:extLst>
                  <a:ext uri="{FF2B5EF4-FFF2-40B4-BE49-F238E27FC236}">
                    <a16:creationId xmlns:a16="http://schemas.microsoft.com/office/drawing/2014/main" id="{055BF1C7-3FB9-7DBD-7FAC-C712DAB75460}"/>
                  </a:ext>
                </a:extLst>
              </p:cNvPr>
              <p:cNvSpPr/>
              <p:nvPr/>
            </p:nvSpPr>
            <p:spPr>
              <a:xfrm>
                <a:off x="7698499" y="2140877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1" name="Oval 1060">
                <a:extLst>
                  <a:ext uri="{FF2B5EF4-FFF2-40B4-BE49-F238E27FC236}">
                    <a16:creationId xmlns:a16="http://schemas.microsoft.com/office/drawing/2014/main" id="{AEF85B8B-1CB1-391B-28F6-C9878020FEF5}"/>
                  </a:ext>
                </a:extLst>
              </p:cNvPr>
              <p:cNvSpPr/>
              <p:nvPr/>
            </p:nvSpPr>
            <p:spPr>
              <a:xfrm>
                <a:off x="7896060" y="1975196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2" name="Oval 1061">
                <a:extLst>
                  <a:ext uri="{FF2B5EF4-FFF2-40B4-BE49-F238E27FC236}">
                    <a16:creationId xmlns:a16="http://schemas.microsoft.com/office/drawing/2014/main" id="{442F51EF-EEFD-DDAF-3897-FAB074382A25}"/>
                  </a:ext>
                </a:extLst>
              </p:cNvPr>
              <p:cNvSpPr/>
              <p:nvPr/>
            </p:nvSpPr>
            <p:spPr>
              <a:xfrm>
                <a:off x="7507833" y="1534371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3" name="Oval 1062">
                <a:extLst>
                  <a:ext uri="{FF2B5EF4-FFF2-40B4-BE49-F238E27FC236}">
                    <a16:creationId xmlns:a16="http://schemas.microsoft.com/office/drawing/2014/main" id="{ADCBE783-EE11-3074-744A-BD4A0D23709E}"/>
                  </a:ext>
                </a:extLst>
              </p:cNvPr>
              <p:cNvSpPr/>
              <p:nvPr/>
            </p:nvSpPr>
            <p:spPr>
              <a:xfrm>
                <a:off x="7864674" y="1580823"/>
                <a:ext cx="43356" cy="46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CE195AF6-8B80-B86C-D064-AE4CECC1CAA7}"/>
                </a:ext>
              </a:extLst>
            </p:cNvPr>
            <p:cNvGrpSpPr/>
            <p:nvPr/>
          </p:nvGrpSpPr>
          <p:grpSpPr>
            <a:xfrm>
              <a:off x="9123157" y="2880963"/>
              <a:ext cx="1600200" cy="1600200"/>
              <a:chOff x="475862" y="905612"/>
              <a:chExt cx="1530220" cy="1504560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74F0A512-6D70-5027-D659-1816A6EF377F}"/>
                  </a:ext>
                </a:extLst>
              </p:cNvPr>
              <p:cNvSpPr/>
              <p:nvPr/>
            </p:nvSpPr>
            <p:spPr>
              <a:xfrm>
                <a:off x="47586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Flowchart: Display 146">
                <a:extLst>
                  <a:ext uri="{FF2B5EF4-FFF2-40B4-BE49-F238E27FC236}">
                    <a16:creationId xmlns:a16="http://schemas.microsoft.com/office/drawing/2014/main" id="{AA18A0A9-8219-D3CE-E66F-D6236A79E70E}"/>
                  </a:ext>
                </a:extLst>
              </p:cNvPr>
              <p:cNvSpPr/>
              <p:nvPr/>
            </p:nvSpPr>
            <p:spPr>
              <a:xfrm rot="5400000">
                <a:off x="633902" y="1214921"/>
                <a:ext cx="1214139" cy="1106027"/>
              </a:xfrm>
              <a:prstGeom prst="flowChartDisplay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49" name="Picture 1048" descr="Page 11 | Download Free Mortar gun Icons in PNG &amp; SVG">
              <a:extLst>
                <a:ext uri="{FF2B5EF4-FFF2-40B4-BE49-F238E27FC236}">
                  <a16:creationId xmlns:a16="http://schemas.microsoft.com/office/drawing/2014/main" id="{30E65F48-94AA-95C3-A24E-69B435839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flipH="1">
              <a:off x="9415470" y="3682671"/>
              <a:ext cx="709798" cy="7097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474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61343320-DB1B-4204-ACE2-0CAFE2B3CFDD}"/>
              </a:ext>
            </a:extLst>
          </p:cNvPr>
          <p:cNvGrpSpPr/>
          <p:nvPr/>
        </p:nvGrpSpPr>
        <p:grpSpPr>
          <a:xfrm>
            <a:off x="1344878" y="572002"/>
            <a:ext cx="1042416" cy="1024128"/>
            <a:chOff x="2360348" y="905612"/>
            <a:chExt cx="1530220" cy="150456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8339F93-A4B4-4B96-AE5A-CD8DC3F8EE3F}"/>
                </a:ext>
              </a:extLst>
            </p:cNvPr>
            <p:cNvGrpSpPr/>
            <p:nvPr/>
          </p:nvGrpSpPr>
          <p:grpSpPr>
            <a:xfrm>
              <a:off x="2505506" y="1454065"/>
              <a:ext cx="998433" cy="683827"/>
              <a:chOff x="6463936" y="4359524"/>
              <a:chExt cx="1059851" cy="725892"/>
            </a:xfrm>
          </p:grpSpPr>
          <p:pic>
            <p:nvPicPr>
              <p:cNvPr id="72" name="Picture 71" descr="Machete Silhouette Stock Illustrations – 384 Machete Silhouette Stock  Illustrations, Vectors &amp;amp; Clipart - Dreamstime">
                <a:extLst>
                  <a:ext uri="{FF2B5EF4-FFF2-40B4-BE49-F238E27FC236}">
                    <a16:creationId xmlns:a16="http://schemas.microsoft.com/office/drawing/2014/main" id="{3F16422B-FBE7-4E34-AD46-61238C9A0F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77" t="6978" r="21310" b="6197"/>
              <a:stretch/>
            </p:blipFill>
            <p:spPr bwMode="auto">
              <a:xfrm rot="17746167">
                <a:off x="6605152" y="4369583"/>
                <a:ext cx="574617" cy="8570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Musket silhouette flintlock old pistol symbol Vector Image">
                <a:extLst>
                  <a:ext uri="{FF2B5EF4-FFF2-40B4-BE49-F238E27FC236}">
                    <a16:creationId xmlns:a16="http://schemas.microsoft.com/office/drawing/2014/main" id="{DC1FDC61-19BB-466A-A645-143BF39FD4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63" t="30698" r="9130" b="37600"/>
              <a:stretch/>
            </p:blipFill>
            <p:spPr bwMode="auto">
              <a:xfrm rot="21128797">
                <a:off x="6950789" y="4359524"/>
                <a:ext cx="572998" cy="4494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FAACF5-00E4-4A33-A904-62A85EFFEA09}"/>
                </a:ext>
              </a:extLst>
            </p:cNvPr>
            <p:cNvGrpSpPr/>
            <p:nvPr/>
          </p:nvGrpSpPr>
          <p:grpSpPr>
            <a:xfrm>
              <a:off x="2360348" y="905612"/>
              <a:ext cx="1530220" cy="1504560"/>
              <a:chOff x="423110" y="905612"/>
              <a:chExt cx="1530220" cy="150456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1941619-3604-41A2-9126-EFD12E5B0786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Plaque 13">
                <a:extLst>
                  <a:ext uri="{FF2B5EF4-FFF2-40B4-BE49-F238E27FC236}">
                    <a16:creationId xmlns:a16="http://schemas.microsoft.com/office/drawing/2014/main" id="{7435E998-255F-4C3E-96E7-F60299969043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65F430C-D563-4F64-B7DE-92933448206F}"/>
              </a:ext>
            </a:extLst>
          </p:cNvPr>
          <p:cNvGrpSpPr/>
          <p:nvPr/>
        </p:nvGrpSpPr>
        <p:grpSpPr>
          <a:xfrm>
            <a:off x="9639450" y="573069"/>
            <a:ext cx="1042416" cy="1024128"/>
            <a:chOff x="10061567" y="905612"/>
            <a:chExt cx="1530220" cy="1504560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F6671BE-9D82-4939-83F8-9C2E686231A4}"/>
                </a:ext>
              </a:extLst>
            </p:cNvPr>
            <p:cNvGrpSpPr/>
            <p:nvPr/>
          </p:nvGrpSpPr>
          <p:grpSpPr>
            <a:xfrm>
              <a:off x="10358792" y="1345848"/>
              <a:ext cx="935768" cy="789087"/>
              <a:chOff x="2810832" y="3154414"/>
              <a:chExt cx="935768" cy="789087"/>
            </a:xfrm>
          </p:grpSpPr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25D74465-F60B-4F6D-8118-DD382580CF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2696" y="3275719"/>
                <a:ext cx="343904" cy="590985"/>
              </a:xfrm>
              <a:prstGeom prst="rect">
                <a:avLst/>
              </a:prstGeom>
            </p:spPr>
          </p:pic>
          <p:pic>
            <p:nvPicPr>
              <p:cNvPr id="86" name="Picture 85" descr="A picture containing clipart, silhouette&#10;&#10;Description automatically generated">
                <a:extLst>
                  <a:ext uri="{FF2B5EF4-FFF2-40B4-BE49-F238E27FC236}">
                    <a16:creationId xmlns:a16="http://schemas.microsoft.com/office/drawing/2014/main" id="{5FBDFD89-7136-4C52-8A8F-9656544A8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10832" y="3154414"/>
                <a:ext cx="591189" cy="789087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BE91B4-9F5C-4E94-9A9F-609E7850A051}"/>
                </a:ext>
              </a:extLst>
            </p:cNvPr>
            <p:cNvGrpSpPr/>
            <p:nvPr/>
          </p:nvGrpSpPr>
          <p:grpSpPr>
            <a:xfrm>
              <a:off x="10061567" y="905612"/>
              <a:ext cx="1530220" cy="1504560"/>
              <a:chOff x="423110" y="905612"/>
              <a:chExt cx="1530220" cy="150456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2436A39-7897-4C7E-B0D5-D88966616906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Plaque 25">
                <a:extLst>
                  <a:ext uri="{FF2B5EF4-FFF2-40B4-BE49-F238E27FC236}">
                    <a16:creationId xmlns:a16="http://schemas.microsoft.com/office/drawing/2014/main" id="{42EE07B5-BF5A-47FE-ACD5-23C617C4C072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BD95AA5-79D9-6D12-1DED-57364B801B3F}"/>
              </a:ext>
            </a:extLst>
          </p:cNvPr>
          <p:cNvGrpSpPr/>
          <p:nvPr/>
        </p:nvGrpSpPr>
        <p:grpSpPr>
          <a:xfrm>
            <a:off x="100322" y="1747461"/>
            <a:ext cx="1042416" cy="1024128"/>
            <a:chOff x="423110" y="2832151"/>
            <a:chExt cx="1530220" cy="150456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37BB9C2-FD5E-4F59-A139-B9C37BB18AB6}"/>
                </a:ext>
              </a:extLst>
            </p:cNvPr>
            <p:cNvGrpSpPr/>
            <p:nvPr/>
          </p:nvGrpSpPr>
          <p:grpSpPr>
            <a:xfrm>
              <a:off x="781933" y="3250400"/>
              <a:ext cx="730501" cy="772306"/>
              <a:chOff x="781933" y="3250400"/>
              <a:chExt cx="730501" cy="772306"/>
            </a:xfrm>
          </p:grpSpPr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015F1320-F7B1-4665-BDA0-E0040CDD2F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9689919">
                <a:off x="781933" y="3335830"/>
                <a:ext cx="198963" cy="369503"/>
              </a:xfrm>
              <a:prstGeom prst="rect">
                <a:avLst/>
              </a:prstGeom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6848A236-7FC1-435C-A496-412F209F19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3239" y="3250400"/>
                <a:ext cx="549195" cy="772306"/>
              </a:xfrm>
              <a:prstGeom prst="rect">
                <a:avLst/>
              </a:prstGeom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0525F58-B1E9-43DE-9055-0BA3C5832805}"/>
                </a:ext>
              </a:extLst>
            </p:cNvPr>
            <p:cNvGrpSpPr/>
            <p:nvPr/>
          </p:nvGrpSpPr>
          <p:grpSpPr>
            <a:xfrm>
              <a:off x="423110" y="2832151"/>
              <a:ext cx="1530220" cy="1504560"/>
              <a:chOff x="423110" y="905612"/>
              <a:chExt cx="1530220" cy="150456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61D4C8C-ED27-4A35-B0DA-2C9936D6C93A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Plaque 46">
                <a:extLst>
                  <a:ext uri="{FF2B5EF4-FFF2-40B4-BE49-F238E27FC236}">
                    <a16:creationId xmlns:a16="http://schemas.microsoft.com/office/drawing/2014/main" id="{767AE809-CD89-4614-AD20-65FBA93D5CC6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AFA248-4A5C-AB09-6814-4191196CB423}"/>
              </a:ext>
            </a:extLst>
          </p:cNvPr>
          <p:cNvGrpSpPr/>
          <p:nvPr/>
        </p:nvGrpSpPr>
        <p:grpSpPr>
          <a:xfrm>
            <a:off x="4984640" y="5673512"/>
            <a:ext cx="1042416" cy="1024128"/>
            <a:chOff x="6080575" y="4836630"/>
            <a:chExt cx="1530220" cy="15045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2E60A83-3CE2-4E8C-B496-01841FBFCCEC}"/>
                </a:ext>
              </a:extLst>
            </p:cNvPr>
            <p:cNvGrpSpPr/>
            <p:nvPr/>
          </p:nvGrpSpPr>
          <p:grpSpPr>
            <a:xfrm>
              <a:off x="6461358" y="5176855"/>
              <a:ext cx="797279" cy="944970"/>
              <a:chOff x="8505112" y="3172376"/>
              <a:chExt cx="797279" cy="944970"/>
            </a:xfrm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FAAEC6B3-E8EB-47C2-ACFE-245D731874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97" t="6516" r="6170" b="7206"/>
              <a:stretch/>
            </p:blipFill>
            <p:spPr>
              <a:xfrm>
                <a:off x="8505112" y="3534131"/>
                <a:ext cx="774510" cy="583215"/>
              </a:xfrm>
              <a:prstGeom prst="rect">
                <a:avLst/>
              </a:prstGeom>
            </p:spPr>
          </p:pic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F6B9ECA-A822-41FE-A59C-DA33E06D9777}"/>
                  </a:ext>
                </a:extLst>
              </p:cNvPr>
              <p:cNvGrpSpPr/>
              <p:nvPr/>
            </p:nvGrpSpPr>
            <p:grpSpPr>
              <a:xfrm rot="900000">
                <a:off x="8530085" y="3172376"/>
                <a:ext cx="772306" cy="362588"/>
                <a:chOff x="5768349" y="5013941"/>
                <a:chExt cx="1241151" cy="582705"/>
              </a:xfrm>
            </p:grpSpPr>
            <p:pic>
              <p:nvPicPr>
                <p:cNvPr id="104" name="Picture 4" descr="Musket Silhouette. Flintlock Old Pistol Symbol. Rustic Vintage Gun Vector  Silhouette Illustration Isolated On White Background. Royalty Free  Cliparts, Vectors, And Stock Illustration. Image 147714752.">
                  <a:extLst>
                    <a:ext uri="{FF2B5EF4-FFF2-40B4-BE49-F238E27FC236}">
                      <a16:creationId xmlns:a16="http://schemas.microsoft.com/office/drawing/2014/main" id="{CE7E45D4-01A9-43FA-98F6-E0DFFCAB5AD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72" t="16514" r="8246" b="7006"/>
                <a:stretch/>
              </p:blipFill>
              <p:spPr bwMode="auto">
                <a:xfrm flipH="1">
                  <a:off x="5945453" y="5013941"/>
                  <a:ext cx="1064047" cy="36657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5" name="Picture 4" descr="Musket Silhouette. Flintlock Old Pistol Symbol. Rustic Vintage Gun Vector  Silhouette Illustration Isolated On White Background. Royalty Free  Cliparts, Vectors, And Stock Illustration. Image 147714752.">
                  <a:extLst>
                    <a:ext uri="{FF2B5EF4-FFF2-40B4-BE49-F238E27FC236}">
                      <a16:creationId xmlns:a16="http://schemas.microsoft.com/office/drawing/2014/main" id="{102CD741-7E8A-470F-92C3-50FE412375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8772" t="16514" r="8246" b="7006"/>
                <a:stretch/>
              </p:blipFill>
              <p:spPr bwMode="auto">
                <a:xfrm flipH="1">
                  <a:off x="5768349" y="5230072"/>
                  <a:ext cx="1064047" cy="36657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0062497-5637-455A-BF76-397A3EDDB55F}"/>
                </a:ext>
              </a:extLst>
            </p:cNvPr>
            <p:cNvGrpSpPr/>
            <p:nvPr/>
          </p:nvGrpSpPr>
          <p:grpSpPr>
            <a:xfrm>
              <a:off x="6080575" y="4836630"/>
              <a:ext cx="1530220" cy="1504560"/>
              <a:chOff x="423110" y="905612"/>
              <a:chExt cx="1530220" cy="150456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264E5AC-FC24-4AF1-B033-5A191E9E38D5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Plaque 58">
                <a:extLst>
                  <a:ext uri="{FF2B5EF4-FFF2-40B4-BE49-F238E27FC236}">
                    <a16:creationId xmlns:a16="http://schemas.microsoft.com/office/drawing/2014/main" id="{DCEA8976-04A6-4D20-A3E0-51651129E8D0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19DF63-1187-C619-B6E5-BAFA497B3F1C}"/>
              </a:ext>
            </a:extLst>
          </p:cNvPr>
          <p:cNvGrpSpPr/>
          <p:nvPr/>
        </p:nvGrpSpPr>
        <p:grpSpPr>
          <a:xfrm>
            <a:off x="3806241" y="5673512"/>
            <a:ext cx="1042416" cy="1024128"/>
            <a:chOff x="2360348" y="4817472"/>
            <a:chExt cx="1530220" cy="1504560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89A8069-781E-4DF4-9B5A-D178563F99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97" t="6516" r="6170" b="7206"/>
            <a:stretch/>
          </p:blipFill>
          <p:spPr>
            <a:xfrm>
              <a:off x="2737068" y="5414321"/>
              <a:ext cx="774510" cy="583215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367BFF6-6407-45B9-8019-8C9E60C7B014}"/>
                </a:ext>
              </a:extLst>
            </p:cNvPr>
            <p:cNvGrpSpPr/>
            <p:nvPr/>
          </p:nvGrpSpPr>
          <p:grpSpPr>
            <a:xfrm>
              <a:off x="2360348" y="4817472"/>
              <a:ext cx="1530220" cy="1504560"/>
              <a:chOff x="423110" y="905612"/>
              <a:chExt cx="1530220" cy="150456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734894B-A946-426B-998C-8CB12C22484F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Plaque 67">
                <a:extLst>
                  <a:ext uri="{FF2B5EF4-FFF2-40B4-BE49-F238E27FC236}">
                    <a16:creationId xmlns:a16="http://schemas.microsoft.com/office/drawing/2014/main" id="{6988BB72-D32B-4106-87D3-04001F0AFAAB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E8E2E88-6AFB-4D22-8ED2-DCE2CCD583BC}"/>
              </a:ext>
            </a:extLst>
          </p:cNvPr>
          <p:cNvGrpSpPr/>
          <p:nvPr/>
        </p:nvGrpSpPr>
        <p:grpSpPr>
          <a:xfrm>
            <a:off x="122739" y="572002"/>
            <a:ext cx="1042416" cy="1024128"/>
            <a:chOff x="423110" y="905612"/>
            <a:chExt cx="1530220" cy="15045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26DBDE0-E182-449B-9679-5E8F911BB6AE}"/>
                </a:ext>
              </a:extLst>
            </p:cNvPr>
            <p:cNvGrpSpPr/>
            <p:nvPr/>
          </p:nvGrpSpPr>
          <p:grpSpPr>
            <a:xfrm>
              <a:off x="423110" y="905612"/>
              <a:ext cx="1530220" cy="1504560"/>
              <a:chOff x="423110" y="905612"/>
              <a:chExt cx="1530220" cy="150456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2BDD661-5A85-413F-8122-88311F81AB0E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Plaque 7">
                <a:extLst>
                  <a:ext uri="{FF2B5EF4-FFF2-40B4-BE49-F238E27FC236}">
                    <a16:creationId xmlns:a16="http://schemas.microsoft.com/office/drawing/2014/main" id="{0E7C55BC-98FB-45A5-A264-A902DF3D8FA2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0" name="Picture 69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0D1CC631-023A-4230-9260-E1457A1242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6423144">
              <a:off x="935153" y="1330616"/>
              <a:ext cx="574617" cy="857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6CF4FF6C-DC0C-40C2-A796-8AE57DC0EBC9}"/>
              </a:ext>
            </a:extLst>
          </p:cNvPr>
          <p:cNvGrpSpPr/>
          <p:nvPr/>
        </p:nvGrpSpPr>
        <p:grpSpPr>
          <a:xfrm>
            <a:off x="4921083" y="563343"/>
            <a:ext cx="1042416" cy="1024128"/>
            <a:chOff x="6234824" y="905612"/>
            <a:chExt cx="1530220" cy="150456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AB1A441-BFB5-4886-8960-4E1672E54F57}"/>
                </a:ext>
              </a:extLst>
            </p:cNvPr>
            <p:cNvGrpSpPr/>
            <p:nvPr/>
          </p:nvGrpSpPr>
          <p:grpSpPr>
            <a:xfrm>
              <a:off x="6234824" y="905612"/>
              <a:ext cx="1530220" cy="1504560"/>
              <a:chOff x="423110" y="905612"/>
              <a:chExt cx="1530220" cy="150456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011AFEA-DC67-4CDB-91F1-FB6301040F83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Plaque 19">
                <a:extLst>
                  <a:ext uri="{FF2B5EF4-FFF2-40B4-BE49-F238E27FC236}">
                    <a16:creationId xmlns:a16="http://schemas.microsoft.com/office/drawing/2014/main" id="{C811AF6A-676C-4193-8A35-AD7F469A0B09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0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B5D99A4F-34FD-45FE-89C5-ADAB01BD76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flipH="1">
              <a:off x="6461358" y="1444641"/>
              <a:ext cx="1064047" cy="3665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80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3E19C942-681A-411C-904C-E6BFD179D2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7746167">
              <a:off x="6771146" y="1692567"/>
              <a:ext cx="397442" cy="5927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F8490A44-51A3-40FC-8AB8-B06E621CD411}"/>
              </a:ext>
            </a:extLst>
          </p:cNvPr>
          <p:cNvGrpSpPr/>
          <p:nvPr/>
        </p:nvGrpSpPr>
        <p:grpSpPr>
          <a:xfrm>
            <a:off x="7243489" y="579102"/>
            <a:ext cx="1042416" cy="1024128"/>
            <a:chOff x="8124329" y="905612"/>
            <a:chExt cx="1530220" cy="150456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087E888-3C7B-44FE-8056-AA6A4AA36570}"/>
                </a:ext>
              </a:extLst>
            </p:cNvPr>
            <p:cNvGrpSpPr/>
            <p:nvPr/>
          </p:nvGrpSpPr>
          <p:grpSpPr>
            <a:xfrm>
              <a:off x="8124329" y="905612"/>
              <a:ext cx="1530220" cy="1504560"/>
              <a:chOff x="423110" y="905612"/>
              <a:chExt cx="1530220" cy="150456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F847D26-509E-4E88-A7AD-21F2D5066611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Plaque 22">
                <a:extLst>
                  <a:ext uri="{FF2B5EF4-FFF2-40B4-BE49-F238E27FC236}">
                    <a16:creationId xmlns:a16="http://schemas.microsoft.com/office/drawing/2014/main" id="{B48E58F3-ADCD-40B2-8382-A64A87683680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3" name="Picture 82" descr="A picture containing clipart, silhouette&#10;&#10;Description automatically generated">
              <a:extLst>
                <a:ext uri="{FF2B5EF4-FFF2-40B4-BE49-F238E27FC236}">
                  <a16:creationId xmlns:a16="http://schemas.microsoft.com/office/drawing/2014/main" id="{3859D160-A419-4588-BE0E-1F62CA650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7981" y="1373867"/>
              <a:ext cx="591189" cy="789087"/>
            </a:xfrm>
            <a:prstGeom prst="rect">
              <a:avLst/>
            </a:prstGeom>
          </p:spPr>
        </p:pic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8637751-11AF-4973-A263-9758F4F57C71}"/>
              </a:ext>
            </a:extLst>
          </p:cNvPr>
          <p:cNvGrpSpPr/>
          <p:nvPr/>
        </p:nvGrpSpPr>
        <p:grpSpPr>
          <a:xfrm>
            <a:off x="2558313" y="1779645"/>
            <a:ext cx="1042416" cy="1024128"/>
            <a:chOff x="2360348" y="2832151"/>
            <a:chExt cx="1530220" cy="150456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170221C-F8F3-40C1-8496-12C5E1472446}"/>
                </a:ext>
              </a:extLst>
            </p:cNvPr>
            <p:cNvGrpSpPr/>
            <p:nvPr/>
          </p:nvGrpSpPr>
          <p:grpSpPr>
            <a:xfrm>
              <a:off x="2360348" y="2832151"/>
              <a:ext cx="1530220" cy="1504560"/>
              <a:chOff x="423110" y="905612"/>
              <a:chExt cx="1530220" cy="150456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7105EDF-B0FC-498E-B65A-7D879B5CFD24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Plaque 49">
                <a:extLst>
                  <a:ext uri="{FF2B5EF4-FFF2-40B4-BE49-F238E27FC236}">
                    <a16:creationId xmlns:a16="http://schemas.microsoft.com/office/drawing/2014/main" id="{396D9A71-33F0-4E77-A82A-6DCB7F5DD66A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F0D351C-CA6E-47A5-BE54-A14DB7EB1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76907" y="3299524"/>
              <a:ext cx="549195" cy="772306"/>
            </a:xfrm>
            <a:prstGeom prst="rect">
              <a:avLst/>
            </a:prstGeom>
          </p:spPr>
        </p:pic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A8C4ED9-9BC1-4A3F-B141-7B48904CAEA1}"/>
                </a:ext>
              </a:extLst>
            </p:cNvPr>
            <p:cNvGrpSpPr/>
            <p:nvPr/>
          </p:nvGrpSpPr>
          <p:grpSpPr>
            <a:xfrm rot="1791164">
              <a:off x="3246514" y="3115885"/>
              <a:ext cx="175818" cy="1006019"/>
              <a:chOff x="2795982" y="5038544"/>
              <a:chExt cx="358125" cy="138083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04134EB3-9836-4AA6-8222-68F692DDB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8919144">
                <a:off x="2885902" y="5038544"/>
                <a:ext cx="268205" cy="1065700"/>
              </a:xfrm>
              <a:prstGeom prst="rect">
                <a:avLst/>
              </a:prstGeom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E5605693-01DF-411F-B93A-0AF5A6BA6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18919144">
                <a:off x="2795982" y="5353678"/>
                <a:ext cx="268205" cy="1065700"/>
              </a:xfrm>
              <a:prstGeom prst="rect">
                <a:avLst/>
              </a:prstGeom>
            </p:spPr>
          </p:pic>
        </p:grp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52B4A02C-6D27-41DE-9313-941D7EE09E75}"/>
              </a:ext>
            </a:extLst>
          </p:cNvPr>
          <p:cNvSpPr txBox="1"/>
          <p:nvPr/>
        </p:nvSpPr>
        <p:spPr>
          <a:xfrm>
            <a:off x="188462" y="114301"/>
            <a:ext cx="112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Stormreef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C1CCD3D-46DD-1FF1-E9FD-F4C5004DE18C}"/>
              </a:ext>
            </a:extLst>
          </p:cNvPr>
          <p:cNvGrpSpPr/>
          <p:nvPr/>
        </p:nvGrpSpPr>
        <p:grpSpPr>
          <a:xfrm>
            <a:off x="8594650" y="5684519"/>
            <a:ext cx="1042416" cy="1024128"/>
            <a:chOff x="4191070" y="4836630"/>
            <a:chExt cx="1530220" cy="150456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A87C093-AD9E-4735-9C4C-68C8D1C2ACC0}"/>
                </a:ext>
              </a:extLst>
            </p:cNvPr>
            <p:cNvGrpSpPr/>
            <p:nvPr/>
          </p:nvGrpSpPr>
          <p:grpSpPr>
            <a:xfrm>
              <a:off x="4191070" y="4836630"/>
              <a:ext cx="1530220" cy="1504560"/>
              <a:chOff x="423110" y="905612"/>
              <a:chExt cx="1530220" cy="150456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AEFE256-3948-447E-BE75-435AF28009A3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Plaque 55">
                <a:extLst>
                  <a:ext uri="{FF2B5EF4-FFF2-40B4-BE49-F238E27FC236}">
                    <a16:creationId xmlns:a16="http://schemas.microsoft.com/office/drawing/2014/main" id="{34C64E3E-8376-4C80-B36D-6D1CBD113594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CD1F4EB-ADB1-40BC-8E30-39448E197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36538" y="5415688"/>
              <a:ext cx="839282" cy="548935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2F80A3-0430-FF64-E030-D69831E05C09}"/>
              </a:ext>
            </a:extLst>
          </p:cNvPr>
          <p:cNvGrpSpPr/>
          <p:nvPr/>
        </p:nvGrpSpPr>
        <p:grpSpPr>
          <a:xfrm>
            <a:off x="2595720" y="5667863"/>
            <a:ext cx="1042416" cy="1024128"/>
            <a:chOff x="423109" y="4767482"/>
            <a:chExt cx="1530220" cy="150456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2D233AA-A24D-450E-BFBF-805A7FE8789F}"/>
                </a:ext>
              </a:extLst>
            </p:cNvPr>
            <p:cNvGrpSpPr/>
            <p:nvPr/>
          </p:nvGrpSpPr>
          <p:grpSpPr>
            <a:xfrm>
              <a:off x="423109" y="4767482"/>
              <a:ext cx="1530220" cy="1504560"/>
              <a:chOff x="423110" y="905612"/>
              <a:chExt cx="1530220" cy="150456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8F7499F-4F37-4FE9-9886-F65D15709D02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4D245748-5A28-4EB6-91DD-0BC70234DE67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E8D9DD6-2EB6-4943-B3DF-E9CAFBCC0621}"/>
                </a:ext>
              </a:extLst>
            </p:cNvPr>
            <p:cNvGrpSpPr/>
            <p:nvPr/>
          </p:nvGrpSpPr>
          <p:grpSpPr>
            <a:xfrm>
              <a:off x="852305" y="5122716"/>
              <a:ext cx="660129" cy="953301"/>
              <a:chOff x="664466" y="3345800"/>
              <a:chExt cx="1751197" cy="2528925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5170FCC8-50F8-4D8A-99CB-5A1D0456A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2428800">
                <a:off x="1547765" y="3345800"/>
                <a:ext cx="403801" cy="2382441"/>
              </a:xfrm>
              <a:prstGeom prst="rect">
                <a:avLst/>
              </a:prstGeom>
            </p:spPr>
          </p:pic>
          <p:pic>
            <p:nvPicPr>
              <p:cNvPr id="108" name="Picture 2" descr="Medusa Icon - Download in Glyph Style">
                <a:extLst>
                  <a:ext uri="{FF2B5EF4-FFF2-40B4-BE49-F238E27FC236}">
                    <a16:creationId xmlns:a16="http://schemas.microsoft.com/office/drawing/2014/main" id="{F9AE4CE1-0806-4866-A63E-B4E5E53A23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51" r="13384"/>
              <a:stretch/>
            </p:blipFill>
            <p:spPr bwMode="auto">
              <a:xfrm>
                <a:off x="664466" y="3523031"/>
                <a:ext cx="1751197" cy="23516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C648C2-2383-694B-34BD-02365A783814}"/>
              </a:ext>
            </a:extLst>
          </p:cNvPr>
          <p:cNvGrpSpPr/>
          <p:nvPr/>
        </p:nvGrpSpPr>
        <p:grpSpPr>
          <a:xfrm>
            <a:off x="171062" y="5667863"/>
            <a:ext cx="1042416" cy="1024128"/>
            <a:chOff x="423110" y="896820"/>
            <a:chExt cx="1530220" cy="150456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39F4959-7917-4123-A818-94BE849B98A7}"/>
                </a:ext>
              </a:extLst>
            </p:cNvPr>
            <p:cNvGrpSpPr/>
            <p:nvPr/>
          </p:nvGrpSpPr>
          <p:grpSpPr>
            <a:xfrm>
              <a:off x="423110" y="896820"/>
              <a:ext cx="1530220" cy="1504560"/>
              <a:chOff x="423110" y="905612"/>
              <a:chExt cx="1530220" cy="150456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26531317-D605-42E0-8EB9-5C34E7512B0D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Plaque 77">
                <a:extLst>
                  <a:ext uri="{FF2B5EF4-FFF2-40B4-BE49-F238E27FC236}">
                    <a16:creationId xmlns:a16="http://schemas.microsoft.com/office/drawing/2014/main" id="{53B8051C-91F7-451D-80F0-0ED133E79B14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2" name="Picture 2" descr="Medusa Icon - Download in Glyph Style">
              <a:extLst>
                <a:ext uri="{FF2B5EF4-FFF2-40B4-BE49-F238E27FC236}">
                  <a16:creationId xmlns:a16="http://schemas.microsoft.com/office/drawing/2014/main" id="{DBFA95F1-F296-4198-9EA1-EB461B498A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51" r="13384"/>
            <a:stretch/>
          </p:blipFill>
          <p:spPr bwMode="auto">
            <a:xfrm>
              <a:off x="852305" y="1297145"/>
              <a:ext cx="660129" cy="8864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5EEB21F-742F-F035-64BF-C8FA1EDAD166}"/>
              </a:ext>
            </a:extLst>
          </p:cNvPr>
          <p:cNvGrpSpPr/>
          <p:nvPr/>
        </p:nvGrpSpPr>
        <p:grpSpPr>
          <a:xfrm>
            <a:off x="6180216" y="1817855"/>
            <a:ext cx="1036542" cy="1024128"/>
            <a:chOff x="3237864" y="2405218"/>
            <a:chExt cx="1527048" cy="1508760"/>
          </a:xfrm>
        </p:grpSpPr>
        <p:sp>
          <p:nvSpPr>
            <p:cNvPr id="100" name="Star: 6 Points 99">
              <a:extLst>
                <a:ext uri="{FF2B5EF4-FFF2-40B4-BE49-F238E27FC236}">
                  <a16:creationId xmlns:a16="http://schemas.microsoft.com/office/drawing/2014/main" id="{1F39C370-E05F-601D-B8C4-23A5A021DA34}"/>
                </a:ext>
              </a:extLst>
            </p:cNvPr>
            <p:cNvSpPr/>
            <p:nvPr/>
          </p:nvSpPr>
          <p:spPr>
            <a:xfrm>
              <a:off x="3652600" y="2685766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8E2AC5F-5F19-EBD4-05DC-8165D4CAE56B}"/>
                </a:ext>
              </a:extLst>
            </p:cNvPr>
            <p:cNvGrpSpPr/>
            <p:nvPr/>
          </p:nvGrpSpPr>
          <p:grpSpPr>
            <a:xfrm>
              <a:off x="3688699" y="3016995"/>
              <a:ext cx="728987" cy="774462"/>
              <a:chOff x="781933" y="3250400"/>
              <a:chExt cx="730501" cy="772306"/>
            </a:xfrm>
          </p:grpSpPr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9EA9ABE4-071E-081C-D86E-02D8D111C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19689919">
                <a:off x="781933" y="3335830"/>
                <a:ext cx="198963" cy="369503"/>
              </a:xfrm>
              <a:prstGeom prst="rect">
                <a:avLst/>
              </a:prstGeom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7C86C31B-2F44-6C16-FA74-B96DAE1B6A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3239" y="3250400"/>
                <a:ext cx="549195" cy="772306"/>
              </a:xfrm>
              <a:prstGeom prst="rect">
                <a:avLst/>
              </a:prstGeom>
            </p:spPr>
          </p:pic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B15E208F-6263-8AC0-C2BF-4CB7133A35C2}"/>
                </a:ext>
              </a:extLst>
            </p:cNvPr>
            <p:cNvGrpSpPr/>
            <p:nvPr/>
          </p:nvGrpSpPr>
          <p:grpSpPr>
            <a:xfrm>
              <a:off x="3237864" y="2405218"/>
              <a:ext cx="1527048" cy="1508760"/>
              <a:chOff x="423110" y="905612"/>
              <a:chExt cx="1530220" cy="1504560"/>
            </a:xfrm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C3601B7-81C4-1494-9C9B-B160D41A190E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Plaque 128">
                <a:extLst>
                  <a:ext uri="{FF2B5EF4-FFF2-40B4-BE49-F238E27FC236}">
                    <a16:creationId xmlns:a16="http://schemas.microsoft.com/office/drawing/2014/main" id="{97D874AB-D702-5B35-1FCA-A77B622B83F0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B6BD763-2ABB-CFF3-6975-B934FF94C4AB}"/>
              </a:ext>
            </a:extLst>
          </p:cNvPr>
          <p:cNvGrpSpPr/>
          <p:nvPr/>
        </p:nvGrpSpPr>
        <p:grpSpPr>
          <a:xfrm>
            <a:off x="1363378" y="5657937"/>
            <a:ext cx="1036542" cy="1024128"/>
            <a:chOff x="5641158" y="2352140"/>
            <a:chExt cx="1527048" cy="1508760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28305184-43BD-2A62-760E-788E51A9731E}"/>
                </a:ext>
              </a:extLst>
            </p:cNvPr>
            <p:cNvGrpSpPr/>
            <p:nvPr/>
          </p:nvGrpSpPr>
          <p:grpSpPr>
            <a:xfrm>
              <a:off x="5641158" y="2352140"/>
              <a:ext cx="1527048" cy="1508760"/>
              <a:chOff x="423110" y="905612"/>
              <a:chExt cx="1530220" cy="150456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C8799D1-90B4-10EF-C4B1-FED7F19C3B70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Plaque 137">
                <a:extLst>
                  <a:ext uri="{FF2B5EF4-FFF2-40B4-BE49-F238E27FC236}">
                    <a16:creationId xmlns:a16="http://schemas.microsoft.com/office/drawing/2014/main" id="{3B4058C8-7F19-0084-437A-6524C8806CBC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9466988-215C-8C2D-780D-DC629B89F270}"/>
                </a:ext>
              </a:extLst>
            </p:cNvPr>
            <p:cNvGrpSpPr/>
            <p:nvPr/>
          </p:nvGrpSpPr>
          <p:grpSpPr>
            <a:xfrm>
              <a:off x="6083345" y="2773173"/>
              <a:ext cx="708348" cy="869758"/>
              <a:chOff x="4692416" y="4836461"/>
              <a:chExt cx="1397339" cy="1715748"/>
            </a:xfrm>
          </p:grpSpPr>
          <p:pic>
            <p:nvPicPr>
              <p:cNvPr id="135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354BB72E-0469-E027-34D2-DA40610C1D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 rot="20513004">
                <a:off x="5530101" y="4846853"/>
                <a:ext cx="559654" cy="969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6" name="Picture 2" descr="Medusa Icon - Download in Glyph Style">
                <a:extLst>
                  <a:ext uri="{FF2B5EF4-FFF2-40B4-BE49-F238E27FC236}">
                    <a16:creationId xmlns:a16="http://schemas.microsoft.com/office/drawing/2014/main" id="{46905BC0-0F17-8013-DCC2-29F3121839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151" r="13384"/>
              <a:stretch/>
            </p:blipFill>
            <p:spPr bwMode="auto">
              <a:xfrm>
                <a:off x="4692416" y="4836461"/>
                <a:ext cx="1271440" cy="171574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8DC168-DDE4-959B-BDD4-65FF37F5B5AD}"/>
              </a:ext>
            </a:extLst>
          </p:cNvPr>
          <p:cNvGrpSpPr/>
          <p:nvPr/>
        </p:nvGrpSpPr>
        <p:grpSpPr>
          <a:xfrm>
            <a:off x="6215026" y="5684519"/>
            <a:ext cx="1036542" cy="1024128"/>
            <a:chOff x="7676427" y="2416751"/>
            <a:chExt cx="1527048" cy="150876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E0A0789-6536-3D9A-9A3B-06C89E09CCB3}"/>
                </a:ext>
              </a:extLst>
            </p:cNvPr>
            <p:cNvGrpSpPr/>
            <p:nvPr/>
          </p:nvGrpSpPr>
          <p:grpSpPr>
            <a:xfrm>
              <a:off x="8044452" y="2746509"/>
              <a:ext cx="770059" cy="939306"/>
              <a:chOff x="5641158" y="4442006"/>
              <a:chExt cx="1673129" cy="2040855"/>
            </a:xfrm>
          </p:grpSpPr>
          <p:pic>
            <p:nvPicPr>
              <p:cNvPr id="144" name="Picture 143">
                <a:extLst>
                  <a:ext uri="{FF2B5EF4-FFF2-40B4-BE49-F238E27FC236}">
                    <a16:creationId xmlns:a16="http://schemas.microsoft.com/office/drawing/2014/main" id="{304A591B-1410-6EDF-A534-4C91BA440F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897" t="6516" r="6170" b="7206"/>
              <a:stretch/>
            </p:blipFill>
            <p:spPr>
              <a:xfrm>
                <a:off x="5641158" y="5216833"/>
                <a:ext cx="1673129" cy="1266028"/>
              </a:xfrm>
              <a:prstGeom prst="rect">
                <a:avLst/>
              </a:prstGeom>
            </p:spPr>
          </p:pic>
          <p:pic>
            <p:nvPicPr>
              <p:cNvPr id="1026" name="Picture 2" descr="Keg Clip Art Png">
                <a:extLst>
                  <a:ext uri="{FF2B5EF4-FFF2-40B4-BE49-F238E27FC236}">
                    <a16:creationId xmlns:a16="http://schemas.microsoft.com/office/drawing/2014/main" id="{9AD562C0-AD04-2ABB-11D3-AD5440077A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7616" y="4681931"/>
                <a:ext cx="517065" cy="5170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0" name="Picture 2" descr="Keg Clip Art Png">
                <a:extLst>
                  <a:ext uri="{FF2B5EF4-FFF2-40B4-BE49-F238E27FC236}">
                    <a16:creationId xmlns:a16="http://schemas.microsoft.com/office/drawing/2014/main" id="{82BB0029-BB99-A185-D40C-B7BA213B70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34479" y="4442006"/>
                <a:ext cx="756990" cy="7569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FFF4FBAB-91B6-88CD-DE7F-87D38DE329B2}"/>
                </a:ext>
              </a:extLst>
            </p:cNvPr>
            <p:cNvGrpSpPr/>
            <p:nvPr/>
          </p:nvGrpSpPr>
          <p:grpSpPr>
            <a:xfrm>
              <a:off x="7676427" y="2416751"/>
              <a:ext cx="1527048" cy="1508760"/>
              <a:chOff x="423110" y="905612"/>
              <a:chExt cx="1530220" cy="1504560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F82D9C02-59A1-102B-6A2D-A8C1B69F7A42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Plaque 142">
                <a:extLst>
                  <a:ext uri="{FF2B5EF4-FFF2-40B4-BE49-F238E27FC236}">
                    <a16:creationId xmlns:a16="http://schemas.microsoft.com/office/drawing/2014/main" id="{90376DF8-CBAC-CA40-154A-2D10DBFCD1C2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4C4F841-A28E-CD74-FB29-E58C5EE307E6}"/>
              </a:ext>
            </a:extLst>
          </p:cNvPr>
          <p:cNvGrpSpPr/>
          <p:nvPr/>
        </p:nvGrpSpPr>
        <p:grpSpPr>
          <a:xfrm>
            <a:off x="5011144" y="1790401"/>
            <a:ext cx="1036542" cy="1024128"/>
            <a:chOff x="1208754" y="2476487"/>
            <a:chExt cx="1527048" cy="150876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B092D275-F724-EB3D-F243-79DCF9458899}"/>
                </a:ext>
              </a:extLst>
            </p:cNvPr>
            <p:cNvGrpSpPr/>
            <p:nvPr/>
          </p:nvGrpSpPr>
          <p:grpSpPr>
            <a:xfrm>
              <a:off x="1516955" y="3099450"/>
              <a:ext cx="863538" cy="731728"/>
              <a:chOff x="2810832" y="3154414"/>
              <a:chExt cx="935768" cy="789087"/>
            </a:xfrm>
          </p:grpSpPr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2F075CC4-03BE-A3A6-0C4C-57A1F3996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2696" y="3275719"/>
                <a:ext cx="343904" cy="590985"/>
              </a:xfrm>
              <a:prstGeom prst="rect">
                <a:avLst/>
              </a:prstGeom>
            </p:spPr>
          </p:pic>
          <p:pic>
            <p:nvPicPr>
              <p:cNvPr id="124" name="Picture 123" descr="A picture containing clipart, silhouette&#10;&#10;Description automatically generated">
                <a:extLst>
                  <a:ext uri="{FF2B5EF4-FFF2-40B4-BE49-F238E27FC236}">
                    <a16:creationId xmlns:a16="http://schemas.microsoft.com/office/drawing/2014/main" id="{476CBDB1-2C20-7604-7DFF-1E4D3BD8E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10832" y="3154414"/>
                <a:ext cx="591189" cy="789087"/>
              </a:xfrm>
              <a:prstGeom prst="rect">
                <a:avLst/>
              </a:prstGeom>
            </p:spPr>
          </p:pic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DBBC5D4-283C-D1BA-094B-83BEE954AA6D}"/>
                </a:ext>
              </a:extLst>
            </p:cNvPr>
            <p:cNvGrpSpPr/>
            <p:nvPr/>
          </p:nvGrpSpPr>
          <p:grpSpPr>
            <a:xfrm>
              <a:off x="1208754" y="2476487"/>
              <a:ext cx="1527048" cy="1508760"/>
              <a:chOff x="423110" y="905612"/>
              <a:chExt cx="1530220" cy="150456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2435CA9-9918-7439-88FD-8F26215B4DBA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Plaque 121">
                <a:extLst>
                  <a:ext uri="{FF2B5EF4-FFF2-40B4-BE49-F238E27FC236}">
                    <a16:creationId xmlns:a16="http://schemas.microsoft.com/office/drawing/2014/main" id="{1E1C7EDB-B106-1B88-9323-76C5B4BDFB18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8" name="Star: 6 Points 147">
              <a:extLst>
                <a:ext uri="{FF2B5EF4-FFF2-40B4-BE49-F238E27FC236}">
                  <a16:creationId xmlns:a16="http://schemas.microsoft.com/office/drawing/2014/main" id="{7C6A4101-E444-DAEE-5CDA-273C7DBB786B}"/>
                </a:ext>
              </a:extLst>
            </p:cNvPr>
            <p:cNvSpPr/>
            <p:nvPr/>
          </p:nvSpPr>
          <p:spPr>
            <a:xfrm>
              <a:off x="1606864" y="2762170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30B5A2-462E-7D77-CF8C-10D373C1ABA9}"/>
              </a:ext>
            </a:extLst>
          </p:cNvPr>
          <p:cNvGrpSpPr/>
          <p:nvPr/>
        </p:nvGrpSpPr>
        <p:grpSpPr>
          <a:xfrm>
            <a:off x="7410844" y="5684519"/>
            <a:ext cx="1036542" cy="1024128"/>
            <a:chOff x="9569800" y="2392865"/>
            <a:chExt cx="1527048" cy="1508760"/>
          </a:xfrm>
        </p:grpSpPr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B9E14335-A2E4-A607-A56A-1B7189F365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897" t="6516" r="6170" b="7206"/>
            <a:stretch/>
          </p:blipFill>
          <p:spPr>
            <a:xfrm>
              <a:off x="9937825" y="3079238"/>
              <a:ext cx="770059" cy="582691"/>
            </a:xfrm>
            <a:prstGeom prst="rect">
              <a:avLst/>
            </a:prstGeom>
          </p:spPr>
        </p:pic>
        <p:pic>
          <p:nvPicPr>
            <p:cNvPr id="1028" name="Picture 4" descr="pirate flag Icon - Download pirate flag Icon 166439 | Noun Project">
              <a:extLst>
                <a:ext uri="{FF2B5EF4-FFF2-40B4-BE49-F238E27FC236}">
                  <a16:creationId xmlns:a16="http://schemas.microsoft.com/office/drawing/2014/main" id="{898C2630-3021-3A30-4C5F-7BB2E86C3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14787" y="2570209"/>
              <a:ext cx="693097" cy="693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59D6995A-7644-9297-2334-089BB6FDA796}"/>
                </a:ext>
              </a:extLst>
            </p:cNvPr>
            <p:cNvGrpSpPr/>
            <p:nvPr/>
          </p:nvGrpSpPr>
          <p:grpSpPr>
            <a:xfrm>
              <a:off x="9569800" y="2392865"/>
              <a:ext cx="1527048" cy="1508760"/>
              <a:chOff x="423110" y="905612"/>
              <a:chExt cx="1530220" cy="1504560"/>
            </a:xfrm>
          </p:grpSpPr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B03D1637-BF2C-1B28-569D-D1C8840A7918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Plaque 156">
                <a:extLst>
                  <a:ext uri="{FF2B5EF4-FFF2-40B4-BE49-F238E27FC236}">
                    <a16:creationId xmlns:a16="http://schemas.microsoft.com/office/drawing/2014/main" id="{CD09EEE7-244F-3D07-FC8C-EE47575F8A7E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7DB645-2203-4FF4-3A6E-90D15E371309}"/>
              </a:ext>
            </a:extLst>
          </p:cNvPr>
          <p:cNvGrpSpPr/>
          <p:nvPr/>
        </p:nvGrpSpPr>
        <p:grpSpPr>
          <a:xfrm>
            <a:off x="3781542" y="1759275"/>
            <a:ext cx="1036541" cy="1024128"/>
            <a:chOff x="4532259" y="4432114"/>
            <a:chExt cx="1527047" cy="1508760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FCA48C0-CB24-87CD-3EA6-D322C1EEEC07}"/>
                </a:ext>
              </a:extLst>
            </p:cNvPr>
            <p:cNvGrpSpPr/>
            <p:nvPr/>
          </p:nvGrpSpPr>
          <p:grpSpPr>
            <a:xfrm>
              <a:off x="4532259" y="4432114"/>
              <a:ext cx="1527047" cy="1508760"/>
              <a:chOff x="423110" y="905612"/>
              <a:chExt cx="1530220" cy="150456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CC160FB9-4314-F55B-7D59-A7414B4747D5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Plaque 162">
                <a:extLst>
                  <a:ext uri="{FF2B5EF4-FFF2-40B4-BE49-F238E27FC236}">
                    <a16:creationId xmlns:a16="http://schemas.microsoft.com/office/drawing/2014/main" id="{41C47939-7A68-5F52-EBC5-58974EC90AA9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A87FD9-0293-1EEB-70E0-FD921DB128D0}"/>
                </a:ext>
              </a:extLst>
            </p:cNvPr>
            <p:cNvGrpSpPr/>
            <p:nvPr/>
          </p:nvGrpSpPr>
          <p:grpSpPr>
            <a:xfrm>
              <a:off x="4815918" y="5119514"/>
              <a:ext cx="959727" cy="673460"/>
              <a:chOff x="4758323" y="4972648"/>
              <a:chExt cx="1061841" cy="745116"/>
            </a:xfrm>
          </p:grpSpPr>
          <p:pic>
            <p:nvPicPr>
              <p:cNvPr id="160" name="Picture 4" descr="Musket Silhouette. Flintlock Old Pistol Symbol. Rustic Vintage Gun Vector  Silhouette Illustration Isolated On White Background. Royalty Free  Cliparts, Vectors, And Stock Illustration. Image 147714752.">
                <a:extLst>
                  <a:ext uri="{FF2B5EF4-FFF2-40B4-BE49-F238E27FC236}">
                    <a16:creationId xmlns:a16="http://schemas.microsoft.com/office/drawing/2014/main" id="{9BF5A534-46F3-3DA0-609B-F9C9E806C3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2" t="16514" r="8246" b="7006"/>
              <a:stretch/>
            </p:blipFill>
            <p:spPr bwMode="auto">
              <a:xfrm flipH="1">
                <a:off x="4758323" y="4972648"/>
                <a:ext cx="1061841" cy="3675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160" descr="Machete Silhouette Stock Illustrations – 384 Machete Silhouette Stock  Illustrations, Vectors &amp;amp; Clipart - Dreamstime">
                <a:extLst>
                  <a:ext uri="{FF2B5EF4-FFF2-40B4-BE49-F238E27FC236}">
                    <a16:creationId xmlns:a16="http://schemas.microsoft.com/office/drawing/2014/main" id="{E841E289-9F93-F1AD-2747-EE435A52A5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477" t="6978" r="21310" b="6197"/>
              <a:stretch/>
            </p:blipFill>
            <p:spPr bwMode="auto">
              <a:xfrm rot="17746167">
                <a:off x="5066502" y="5222708"/>
                <a:ext cx="398551" cy="5915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4" name="Star: 6 Points 163">
              <a:extLst>
                <a:ext uri="{FF2B5EF4-FFF2-40B4-BE49-F238E27FC236}">
                  <a16:creationId xmlns:a16="http://schemas.microsoft.com/office/drawing/2014/main" id="{876D6211-20D9-C788-F4CB-B743F88BEC61}"/>
                </a:ext>
              </a:extLst>
            </p:cNvPr>
            <p:cNvSpPr/>
            <p:nvPr/>
          </p:nvSpPr>
          <p:spPr>
            <a:xfrm>
              <a:off x="4952147" y="4701144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879E28-7B53-BCD9-7480-E82900DB2F79}"/>
              </a:ext>
            </a:extLst>
          </p:cNvPr>
          <p:cNvGrpSpPr/>
          <p:nvPr/>
        </p:nvGrpSpPr>
        <p:grpSpPr>
          <a:xfrm>
            <a:off x="3723602" y="575958"/>
            <a:ext cx="1033272" cy="1033272"/>
            <a:chOff x="3722350" y="2392860"/>
            <a:chExt cx="1600200" cy="1600200"/>
          </a:xfrm>
        </p:grpSpPr>
        <p:pic>
          <p:nvPicPr>
            <p:cNvPr id="7" name="Picture 6" descr="Musket silhouette flintlock old pistol symbol Vector Image">
              <a:extLst>
                <a:ext uri="{FF2B5EF4-FFF2-40B4-BE49-F238E27FC236}">
                  <a16:creationId xmlns:a16="http://schemas.microsoft.com/office/drawing/2014/main" id="{1404593E-D686-18B6-6693-B40866E272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21128797">
              <a:off x="4259966" y="3289803"/>
              <a:ext cx="709495" cy="556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9" descr="Musket silhouette flintlock old pistol symbol Vector Image">
              <a:extLst>
                <a:ext uri="{FF2B5EF4-FFF2-40B4-BE49-F238E27FC236}">
                  <a16:creationId xmlns:a16="http://schemas.microsoft.com/office/drawing/2014/main" id="{82E514B8-45E5-A6F2-FF8E-BF16E84771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471203" flipH="1">
              <a:off x="4152457" y="2716427"/>
              <a:ext cx="709495" cy="556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C5D9F1B-6460-C9D9-62B6-37C1FA939A63}"/>
                </a:ext>
              </a:extLst>
            </p:cNvPr>
            <p:cNvGrpSpPr/>
            <p:nvPr/>
          </p:nvGrpSpPr>
          <p:grpSpPr>
            <a:xfrm>
              <a:off x="3722350" y="2392860"/>
              <a:ext cx="1600200" cy="1600200"/>
              <a:chOff x="423110" y="905612"/>
              <a:chExt cx="1530220" cy="150456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389A404-AA20-9B50-8375-B46DA8FAC876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Plaque 51">
                <a:extLst>
                  <a:ext uri="{FF2B5EF4-FFF2-40B4-BE49-F238E27FC236}">
                    <a16:creationId xmlns:a16="http://schemas.microsoft.com/office/drawing/2014/main" id="{D3200097-8DBC-D76C-8059-838BC682824E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BFCB444-13EC-B710-F26F-81A37C35947E}"/>
              </a:ext>
            </a:extLst>
          </p:cNvPr>
          <p:cNvGrpSpPr/>
          <p:nvPr/>
        </p:nvGrpSpPr>
        <p:grpSpPr>
          <a:xfrm>
            <a:off x="9766951" y="5680344"/>
            <a:ext cx="1033272" cy="1033272"/>
            <a:chOff x="8992342" y="2392261"/>
            <a:chExt cx="1600200" cy="16002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0E7BFE2-C177-7C9C-84E7-16C804E67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462413" y="3173572"/>
              <a:ext cx="877664" cy="58383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D3B0880-679B-322F-9B3D-D10FBDCDD884}"/>
                </a:ext>
              </a:extLst>
            </p:cNvPr>
            <p:cNvGrpSpPr/>
            <p:nvPr/>
          </p:nvGrpSpPr>
          <p:grpSpPr>
            <a:xfrm>
              <a:off x="8992342" y="2392261"/>
              <a:ext cx="1600200" cy="1600200"/>
              <a:chOff x="423110" y="905612"/>
              <a:chExt cx="1530220" cy="150456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ED55E1B-4966-FBB8-1B58-7DFFE0F0B3EB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Plaque 42">
                <a:extLst>
                  <a:ext uri="{FF2B5EF4-FFF2-40B4-BE49-F238E27FC236}">
                    <a16:creationId xmlns:a16="http://schemas.microsoft.com/office/drawing/2014/main" id="{18E506E4-166C-05D1-8E37-E2487B7F3495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02" name="Picture 101" descr="Wine Grapes Icons - Free SVG &amp; PNG Wine Grapes Images - Noun Project">
              <a:extLst>
                <a:ext uri="{FF2B5EF4-FFF2-40B4-BE49-F238E27FC236}">
                  <a16:creationId xmlns:a16="http://schemas.microsoft.com/office/drawing/2014/main" id="{CA1F17E5-E0D2-0A59-D1C7-FAF7EACCB9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44840">
              <a:off x="9316974" y="2626653"/>
              <a:ext cx="735571" cy="735571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2BF77DF-DEC3-3BB4-8A67-ADFBF52C07F9}"/>
              </a:ext>
            </a:extLst>
          </p:cNvPr>
          <p:cNvGrpSpPr/>
          <p:nvPr/>
        </p:nvGrpSpPr>
        <p:grpSpPr>
          <a:xfrm>
            <a:off x="6096000" y="571297"/>
            <a:ext cx="1033272" cy="1033272"/>
            <a:chOff x="137837" y="2398524"/>
            <a:chExt cx="1600200" cy="1600200"/>
          </a:xfrm>
        </p:grpSpPr>
        <p:pic>
          <p:nvPicPr>
            <p:cNvPr id="110" name="Picture 109" descr="Confetti Cannon Icon Image. Stock Vector - Illustration of celebration,  surprised: 286865252">
              <a:extLst>
                <a:ext uri="{FF2B5EF4-FFF2-40B4-BE49-F238E27FC236}">
                  <a16:creationId xmlns:a16="http://schemas.microsoft.com/office/drawing/2014/main" id="{9AA37C4E-EE06-32CE-30B4-19BAAEC15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 l="11740" t="22761" r="11462" b="22940"/>
            <a:stretch>
              <a:fillRect/>
            </a:stretch>
          </p:blipFill>
          <p:spPr>
            <a:xfrm rot="15299503">
              <a:off x="571780" y="2720809"/>
              <a:ext cx="873456" cy="882223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414F054-089E-C56A-59DA-2277A6B6A97D}"/>
                </a:ext>
              </a:extLst>
            </p:cNvPr>
            <p:cNvGrpSpPr/>
            <p:nvPr/>
          </p:nvGrpSpPr>
          <p:grpSpPr>
            <a:xfrm>
              <a:off x="137837" y="2398524"/>
              <a:ext cx="1600200" cy="1600200"/>
              <a:chOff x="423110" y="905612"/>
              <a:chExt cx="1530220" cy="150456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E8D8D33-C5DB-E5DD-6D38-4FF00311B1EA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Plaque 60">
                <a:extLst>
                  <a:ext uri="{FF2B5EF4-FFF2-40B4-BE49-F238E27FC236}">
                    <a16:creationId xmlns:a16="http://schemas.microsoft.com/office/drawing/2014/main" id="{069C9212-008F-BE9C-8415-517D5DC41C1B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1" name="Picture 110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E9B75034-0BD6-FB0F-8477-B4AFECE130B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7186830">
              <a:off x="606490" y="3231553"/>
              <a:ext cx="457008" cy="68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2AD9252-F12C-9061-E287-FEE54D2CBD14}"/>
              </a:ext>
            </a:extLst>
          </p:cNvPr>
          <p:cNvGrpSpPr/>
          <p:nvPr/>
        </p:nvGrpSpPr>
        <p:grpSpPr>
          <a:xfrm>
            <a:off x="2548774" y="575958"/>
            <a:ext cx="1033272" cy="1033272"/>
            <a:chOff x="1930093" y="2392860"/>
            <a:chExt cx="1600200" cy="160020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E419E91-8EB1-997E-8DF8-F9CEBA752F99}"/>
                </a:ext>
              </a:extLst>
            </p:cNvPr>
            <p:cNvGrpSpPr/>
            <p:nvPr/>
          </p:nvGrpSpPr>
          <p:grpSpPr>
            <a:xfrm>
              <a:off x="1930093" y="2392860"/>
              <a:ext cx="1600200" cy="1600200"/>
              <a:chOff x="423110" y="905612"/>
              <a:chExt cx="1530220" cy="1504560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9D3A498A-19FA-C7AC-E264-3A486266DE20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Plaque 98">
                <a:extLst>
                  <a:ext uri="{FF2B5EF4-FFF2-40B4-BE49-F238E27FC236}">
                    <a16:creationId xmlns:a16="http://schemas.microsoft.com/office/drawing/2014/main" id="{E155B845-1308-A795-4F2D-882D6790B5C7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18" name="Picture 117" descr="Bomb Free Files PNG Transparent Background, Free Download #28191 -  FreeIconsPNG">
              <a:extLst>
                <a:ext uri="{FF2B5EF4-FFF2-40B4-BE49-F238E27FC236}">
                  <a16:creationId xmlns:a16="http://schemas.microsoft.com/office/drawing/2014/main" id="{ECEC9841-1307-8479-E2AA-6F368FA34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522060" y="2754288"/>
              <a:ext cx="694100" cy="694100"/>
            </a:xfrm>
            <a:prstGeom prst="rect">
              <a:avLst/>
            </a:prstGeom>
          </p:spPr>
        </p:pic>
        <p:pic>
          <p:nvPicPr>
            <p:cNvPr id="119" name="Picture 118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5E34041A-2961-B312-7F74-1DEE979A52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7186830">
              <a:off x="2431475" y="3250941"/>
              <a:ext cx="457008" cy="682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D85AC05-7BF1-CF50-08E5-2C13FFE4FCC2}"/>
              </a:ext>
            </a:extLst>
          </p:cNvPr>
          <p:cNvGrpSpPr/>
          <p:nvPr/>
        </p:nvGrpSpPr>
        <p:grpSpPr>
          <a:xfrm>
            <a:off x="8444680" y="574530"/>
            <a:ext cx="1033272" cy="1033272"/>
            <a:chOff x="5507752" y="2386597"/>
            <a:chExt cx="1600200" cy="1600200"/>
          </a:xfrm>
        </p:grpSpPr>
        <p:pic>
          <p:nvPicPr>
            <p:cNvPr id="134" name="Picture 133" descr="A picture containing clipart, silhouette&#10;&#10;Description automatically generated">
              <a:extLst>
                <a:ext uri="{FF2B5EF4-FFF2-40B4-BE49-F238E27FC236}">
                  <a16:creationId xmlns:a16="http://schemas.microsoft.com/office/drawing/2014/main" id="{A9507D7E-4523-27FC-E565-77590565D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739" y="3089828"/>
              <a:ext cx="618225" cy="839247"/>
            </a:xfrm>
            <a:prstGeom prst="rect">
              <a:avLst/>
            </a:prstGeom>
          </p:spPr>
        </p:pic>
        <p:pic>
          <p:nvPicPr>
            <p:cNvPr id="120" name="Picture 119" descr="Invisible Icon - Free PNG &amp; SVG 406621 - Noun Project">
              <a:extLst>
                <a:ext uri="{FF2B5EF4-FFF2-40B4-BE49-F238E27FC236}">
                  <a16:creationId xmlns:a16="http://schemas.microsoft.com/office/drawing/2014/main" id="{50092B59-ABF0-8ABF-6F1B-A779A59DF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46393" y="2644782"/>
              <a:ext cx="532571" cy="532571"/>
            </a:xfrm>
            <a:prstGeom prst="rect">
              <a:avLst/>
            </a:prstGeom>
          </p:spPr>
        </p:pic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E4472F3-4457-4550-DB69-2990FE04527E}"/>
                </a:ext>
              </a:extLst>
            </p:cNvPr>
            <p:cNvGrpSpPr/>
            <p:nvPr/>
          </p:nvGrpSpPr>
          <p:grpSpPr>
            <a:xfrm>
              <a:off x="5507752" y="2386597"/>
              <a:ext cx="1600200" cy="1600200"/>
              <a:chOff x="423110" y="905612"/>
              <a:chExt cx="1530220" cy="1504560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9AD19A23-27CE-EDF8-72AF-46398DBE7A7B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Plaque 139">
                <a:extLst>
                  <a:ext uri="{FF2B5EF4-FFF2-40B4-BE49-F238E27FC236}">
                    <a16:creationId xmlns:a16="http://schemas.microsoft.com/office/drawing/2014/main" id="{BB7AF18F-D568-A9BC-E4AC-95733A92ED55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880EE98-80BA-7A38-A1AD-C21683D3632B}"/>
              </a:ext>
            </a:extLst>
          </p:cNvPr>
          <p:cNvGrpSpPr/>
          <p:nvPr/>
        </p:nvGrpSpPr>
        <p:grpSpPr>
          <a:xfrm>
            <a:off x="1359284" y="1765750"/>
            <a:ext cx="1033272" cy="1033272"/>
            <a:chOff x="7250185" y="2392051"/>
            <a:chExt cx="1600200" cy="1600200"/>
          </a:xfrm>
        </p:grpSpPr>
        <p:pic>
          <p:nvPicPr>
            <p:cNvPr id="151" name="Picture 150">
              <a:extLst>
                <a:ext uri="{FF2B5EF4-FFF2-40B4-BE49-F238E27FC236}">
                  <a16:creationId xmlns:a16="http://schemas.microsoft.com/office/drawing/2014/main" id="{043D648C-777E-56A7-57E5-37117AECB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00926" y="2865601"/>
              <a:ext cx="574311" cy="821399"/>
            </a:xfrm>
            <a:prstGeom prst="rect">
              <a:avLst/>
            </a:prstGeom>
          </p:spPr>
        </p:pic>
        <p:pic>
          <p:nvPicPr>
            <p:cNvPr id="146" name="Picture 145" descr="Weapon Dual Blade Icons - Free SVG &amp; PNG Weapon Dual Blade Images - Noun  Project">
              <a:extLst>
                <a:ext uri="{FF2B5EF4-FFF2-40B4-BE49-F238E27FC236}">
                  <a16:creationId xmlns:a16="http://schemas.microsoft.com/office/drawing/2014/main" id="{99E4D2F6-F25F-D3B8-FFFE-4022C524A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flipH="1">
              <a:off x="7488287" y="2970131"/>
              <a:ext cx="515635" cy="678165"/>
            </a:xfrm>
            <a:prstGeom prst="rect">
              <a:avLst/>
            </a:prstGeom>
          </p:spPr>
        </p:pic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B56DFF85-FB07-7993-7DE8-FF7F3995C5ED}"/>
                </a:ext>
              </a:extLst>
            </p:cNvPr>
            <p:cNvGrpSpPr/>
            <p:nvPr/>
          </p:nvGrpSpPr>
          <p:grpSpPr>
            <a:xfrm>
              <a:off x="7250185" y="2392051"/>
              <a:ext cx="1600200" cy="1600200"/>
              <a:chOff x="423110" y="905612"/>
              <a:chExt cx="1530220" cy="1504560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4063AEC-16DF-447F-A937-A5EA55BF9C00}"/>
                  </a:ext>
                </a:extLst>
              </p:cNvPr>
              <p:cNvSpPr/>
              <p:nvPr/>
            </p:nvSpPr>
            <p:spPr>
              <a:xfrm>
                <a:off x="423110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Plaque 165">
                <a:extLst>
                  <a:ext uri="{FF2B5EF4-FFF2-40B4-BE49-F238E27FC236}">
                    <a16:creationId xmlns:a16="http://schemas.microsoft.com/office/drawing/2014/main" id="{FA00783A-BA85-3CC1-F8EA-6B957E0E3AE7}"/>
                  </a:ext>
                </a:extLst>
              </p:cNvPr>
              <p:cNvSpPr/>
              <p:nvPr/>
            </p:nvSpPr>
            <p:spPr>
              <a:xfrm>
                <a:off x="600213" y="1152071"/>
                <a:ext cx="1176013" cy="1214141"/>
              </a:xfrm>
              <a:prstGeom prst="plaque">
                <a:avLst>
                  <a:gd name="adj" fmla="val 20405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961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436DF1-2D1F-485E-B109-D75737860B0E}"/>
              </a:ext>
            </a:extLst>
          </p:cNvPr>
          <p:cNvSpPr txBox="1"/>
          <p:nvPr/>
        </p:nvSpPr>
        <p:spPr>
          <a:xfrm>
            <a:off x="188462" y="114301"/>
            <a:ext cx="998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Nordfort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D90D1F-A768-4D39-7322-6DEE4C096919}"/>
              </a:ext>
            </a:extLst>
          </p:cNvPr>
          <p:cNvGrpSpPr/>
          <p:nvPr/>
        </p:nvGrpSpPr>
        <p:grpSpPr>
          <a:xfrm>
            <a:off x="1312090" y="555028"/>
            <a:ext cx="1042416" cy="1024128"/>
            <a:chOff x="2307593" y="905612"/>
            <a:chExt cx="1530220" cy="1504560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5FF562C-2F7B-458D-A2EB-6780F0C4DFCF}"/>
                </a:ext>
              </a:extLst>
            </p:cNvPr>
            <p:cNvGrpSpPr/>
            <p:nvPr/>
          </p:nvGrpSpPr>
          <p:grpSpPr>
            <a:xfrm>
              <a:off x="2664423" y="1244833"/>
              <a:ext cx="1003753" cy="919340"/>
              <a:chOff x="1814970" y="864745"/>
              <a:chExt cx="1085793" cy="994481"/>
            </a:xfrm>
          </p:grpSpPr>
          <p:pic>
            <p:nvPicPr>
              <p:cNvPr id="128" name="Picture 2" descr="Halberd Icon - Download Halberd Icon 2008 | Noun Project">
                <a:extLst>
                  <a:ext uri="{FF2B5EF4-FFF2-40B4-BE49-F238E27FC236}">
                    <a16:creationId xmlns:a16="http://schemas.microsoft.com/office/drawing/2014/main" id="{3E8B57BF-A170-40F3-B458-E82F05FDEC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814970" y="864745"/>
                <a:ext cx="1085793" cy="9749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BE2BB978-6C9D-41A1-82D7-424467E673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4970" y="1275135"/>
                <a:ext cx="441135" cy="584091"/>
              </a:xfrm>
              <a:prstGeom prst="rect">
                <a:avLst/>
              </a:prstGeom>
            </p:spPr>
          </p:pic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6EA3AC3-5746-4352-BC03-5E05B8064642}"/>
                </a:ext>
              </a:extLst>
            </p:cNvPr>
            <p:cNvGrpSpPr/>
            <p:nvPr/>
          </p:nvGrpSpPr>
          <p:grpSpPr>
            <a:xfrm>
              <a:off x="2307593" y="905612"/>
              <a:ext cx="1530220" cy="1504560"/>
              <a:chOff x="2307593" y="905612"/>
              <a:chExt cx="1530220" cy="150456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5C3806B-EEDF-4345-A411-576DDFFF051E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Diagonal Corners Snipped 7">
                <a:extLst>
                  <a:ext uri="{FF2B5EF4-FFF2-40B4-BE49-F238E27FC236}">
                    <a16:creationId xmlns:a16="http://schemas.microsoft.com/office/drawing/2014/main" id="{23AE6981-19EB-44B3-B1FF-1DF6F12E3AA4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BE12DDF-2D29-F573-64E6-2FBDDEFD813A}"/>
              </a:ext>
            </a:extLst>
          </p:cNvPr>
          <p:cNvGrpSpPr/>
          <p:nvPr/>
        </p:nvGrpSpPr>
        <p:grpSpPr>
          <a:xfrm>
            <a:off x="125191" y="540032"/>
            <a:ext cx="1042416" cy="1024128"/>
            <a:chOff x="516782" y="905612"/>
            <a:chExt cx="1530220" cy="1504560"/>
          </a:xfrm>
        </p:grpSpPr>
        <p:pic>
          <p:nvPicPr>
            <p:cNvPr id="41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EFF4B7A0-08F8-474B-A8FB-953EB8D249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33267" y="1295568"/>
              <a:ext cx="1085793" cy="974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76E50D-1EEE-40DB-AEB5-2D03C5199970}"/>
                </a:ext>
              </a:extLst>
            </p:cNvPr>
            <p:cNvGrpSpPr/>
            <p:nvPr/>
          </p:nvGrpSpPr>
          <p:grpSpPr>
            <a:xfrm>
              <a:off x="516782" y="905612"/>
              <a:ext cx="1530220" cy="1504560"/>
              <a:chOff x="2307593" y="905612"/>
              <a:chExt cx="1530220" cy="1504560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EDBE9A3-FF54-4271-A021-CFD119EA4968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: Diagonal Corners Snipped 46">
                <a:extLst>
                  <a:ext uri="{FF2B5EF4-FFF2-40B4-BE49-F238E27FC236}">
                    <a16:creationId xmlns:a16="http://schemas.microsoft.com/office/drawing/2014/main" id="{72C453EB-C0C6-4AA8-B26F-404C22BEC123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522994B-AF50-4753-81F8-304CD5741A69}"/>
              </a:ext>
            </a:extLst>
          </p:cNvPr>
          <p:cNvGrpSpPr/>
          <p:nvPr/>
        </p:nvGrpSpPr>
        <p:grpSpPr>
          <a:xfrm>
            <a:off x="6096000" y="552644"/>
            <a:ext cx="1042416" cy="1024128"/>
            <a:chOff x="5889215" y="905612"/>
            <a:chExt cx="1530220" cy="150456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F78992C-07A6-4F88-AD77-32CEA0657EB1}"/>
                </a:ext>
              </a:extLst>
            </p:cNvPr>
            <p:cNvGrpSpPr/>
            <p:nvPr/>
          </p:nvGrpSpPr>
          <p:grpSpPr>
            <a:xfrm>
              <a:off x="6267232" y="1354565"/>
              <a:ext cx="617144" cy="973722"/>
              <a:chOff x="5783656" y="3875645"/>
              <a:chExt cx="667104" cy="1052548"/>
            </a:xfrm>
          </p:grpSpPr>
          <p:pic>
            <p:nvPicPr>
              <p:cNvPr id="79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41278A74-7739-4192-8FE5-DD001D1302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5783656" y="3875645"/>
                <a:ext cx="588239" cy="10137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107C7050-AA79-48AE-9FED-D86C1C6167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2832" r="20853"/>
              <a:stretch/>
            </p:blipFill>
            <p:spPr>
              <a:xfrm rot="659296">
                <a:off x="6371895" y="3875645"/>
                <a:ext cx="78865" cy="1052548"/>
              </a:xfrm>
              <a:prstGeom prst="rect">
                <a:avLst/>
              </a:prstGeom>
            </p:spPr>
          </p:pic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C7BE4E3-CF20-48B8-A06F-6E7457D0EA54}"/>
                </a:ext>
              </a:extLst>
            </p:cNvPr>
            <p:cNvGrpSpPr/>
            <p:nvPr/>
          </p:nvGrpSpPr>
          <p:grpSpPr>
            <a:xfrm>
              <a:off x="5889215" y="905612"/>
              <a:ext cx="1530220" cy="1504560"/>
              <a:chOff x="2307593" y="905612"/>
              <a:chExt cx="1530220" cy="1504560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6E71D84-9EC7-40BA-BB84-CAEA1392B73D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: Diagonal Corners Snipped 49">
                <a:extLst>
                  <a:ext uri="{FF2B5EF4-FFF2-40B4-BE49-F238E27FC236}">
                    <a16:creationId xmlns:a16="http://schemas.microsoft.com/office/drawing/2014/main" id="{38C9E609-A0BB-4FF7-A0E7-C3D7ADBD3099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A63DF1-E19E-47B6-879C-07414C900FA6}"/>
              </a:ext>
            </a:extLst>
          </p:cNvPr>
          <p:cNvGrpSpPr/>
          <p:nvPr/>
        </p:nvGrpSpPr>
        <p:grpSpPr>
          <a:xfrm>
            <a:off x="3750766" y="543733"/>
            <a:ext cx="1036542" cy="1024128"/>
            <a:chOff x="4098404" y="905612"/>
            <a:chExt cx="1530220" cy="150456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B2FB8E8-C927-4FBA-98AD-2BDA4F176469}"/>
                </a:ext>
              </a:extLst>
            </p:cNvPr>
            <p:cNvGrpSpPr/>
            <p:nvPr/>
          </p:nvGrpSpPr>
          <p:grpSpPr>
            <a:xfrm>
              <a:off x="4285685" y="1274196"/>
              <a:ext cx="998322" cy="897977"/>
              <a:chOff x="2281553" y="3804928"/>
              <a:chExt cx="1073093" cy="965233"/>
            </a:xfrm>
          </p:grpSpPr>
          <p:pic>
            <p:nvPicPr>
              <p:cNvPr id="43" name="Picture 4" descr="Viking battle-axe icon in black style isolated Vector Image">
                <a:extLst>
                  <a:ext uri="{FF2B5EF4-FFF2-40B4-BE49-F238E27FC236}">
                    <a16:creationId xmlns:a16="http://schemas.microsoft.com/office/drawing/2014/main" id="{570ED585-865F-4BE2-9398-4FD93529B3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924" t="6907" r="6208" b="14113"/>
              <a:stretch/>
            </p:blipFill>
            <p:spPr bwMode="auto">
              <a:xfrm rot="19580259">
                <a:off x="2281553" y="3804928"/>
                <a:ext cx="813015" cy="8076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905A4975-E453-404F-9717-B6DE99CD9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8060" y="4096926"/>
                <a:ext cx="666586" cy="673235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E5DDC6A-3C28-40A9-9BC6-3BC02ACE4BE6}"/>
                </a:ext>
              </a:extLst>
            </p:cNvPr>
            <p:cNvGrpSpPr/>
            <p:nvPr/>
          </p:nvGrpSpPr>
          <p:grpSpPr>
            <a:xfrm>
              <a:off x="4098404" y="905612"/>
              <a:ext cx="1530220" cy="1504560"/>
              <a:chOff x="2307593" y="905612"/>
              <a:chExt cx="1530220" cy="150456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2E64607-D0B0-40D2-B9FF-E7E2E56C43C9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: Diagonal Corners Snipped 52">
                <a:extLst>
                  <a:ext uri="{FF2B5EF4-FFF2-40B4-BE49-F238E27FC236}">
                    <a16:creationId xmlns:a16="http://schemas.microsoft.com/office/drawing/2014/main" id="{F8C66FFA-D80F-4DA0-AA83-80A0C856B494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E96D2EF-8DE0-48DA-BF8F-6F250CD8C6CD}"/>
              </a:ext>
            </a:extLst>
          </p:cNvPr>
          <p:cNvGrpSpPr/>
          <p:nvPr/>
        </p:nvGrpSpPr>
        <p:grpSpPr>
          <a:xfrm>
            <a:off x="7293832" y="562178"/>
            <a:ext cx="1042416" cy="1024128"/>
            <a:chOff x="7746989" y="905612"/>
            <a:chExt cx="1530220" cy="1504560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E9322E4-1163-43D9-9C64-B04337F8929E}"/>
                </a:ext>
              </a:extLst>
            </p:cNvPr>
            <p:cNvGrpSpPr/>
            <p:nvPr/>
          </p:nvGrpSpPr>
          <p:grpSpPr>
            <a:xfrm>
              <a:off x="8060717" y="1261646"/>
              <a:ext cx="902760" cy="1031585"/>
              <a:chOff x="1012829" y="2582529"/>
              <a:chExt cx="902760" cy="1031585"/>
            </a:xfrm>
          </p:grpSpPr>
          <p:pic>
            <p:nvPicPr>
              <p:cNvPr id="95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F794FF8A-1040-4670-B87E-5974FA7A13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1012829" y="2582529"/>
                <a:ext cx="505420" cy="8710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B89BCAF0-F8A0-4422-BEBB-7A42538D36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22832" r="20853"/>
              <a:stretch/>
            </p:blipFill>
            <p:spPr>
              <a:xfrm rot="659296">
                <a:off x="1518249" y="2582529"/>
                <a:ext cx="67762" cy="904359"/>
              </a:xfrm>
              <a:prstGeom prst="rect">
                <a:avLst/>
              </a:prstGeom>
            </p:spPr>
          </p:pic>
          <p:pic>
            <p:nvPicPr>
              <p:cNvPr id="97" name="Picture 96">
                <a:extLst>
                  <a:ext uri="{FF2B5EF4-FFF2-40B4-BE49-F238E27FC236}">
                    <a16:creationId xmlns:a16="http://schemas.microsoft.com/office/drawing/2014/main" id="{DCF2429E-980E-44F5-BBF3-5DF49A637B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3783" y="3121819"/>
                <a:ext cx="371806" cy="492295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EBFF3D3-86C9-497F-B126-9FE3FAF83455}"/>
                </a:ext>
              </a:extLst>
            </p:cNvPr>
            <p:cNvGrpSpPr/>
            <p:nvPr/>
          </p:nvGrpSpPr>
          <p:grpSpPr>
            <a:xfrm>
              <a:off x="7746989" y="905612"/>
              <a:ext cx="1530220" cy="1504560"/>
              <a:chOff x="2307593" y="905612"/>
              <a:chExt cx="1530220" cy="150456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AEA1AA8-510A-4F56-A455-B11F43DC1AFE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: Diagonal Corners Snipped 58">
                <a:extLst>
                  <a:ext uri="{FF2B5EF4-FFF2-40B4-BE49-F238E27FC236}">
                    <a16:creationId xmlns:a16="http://schemas.microsoft.com/office/drawing/2014/main" id="{F8FC61E8-09A7-411A-AA4C-16BD4AF94173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EB70B38-6872-44BC-A296-1B2CE65A469F}"/>
              </a:ext>
            </a:extLst>
          </p:cNvPr>
          <p:cNvGrpSpPr/>
          <p:nvPr/>
        </p:nvGrpSpPr>
        <p:grpSpPr>
          <a:xfrm>
            <a:off x="4941217" y="5687195"/>
            <a:ext cx="1042416" cy="1024128"/>
            <a:chOff x="4098404" y="2832151"/>
            <a:chExt cx="1530220" cy="1504560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D5FFCB1-F08D-4CC5-AC19-D2233342E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10161" y="3379695"/>
              <a:ext cx="900481" cy="622531"/>
            </a:xfrm>
            <a:prstGeom prst="rect">
              <a:avLst/>
            </a:prstGeom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A7AD11E-82DA-4C6D-A58A-B5940E03B8CA}"/>
                </a:ext>
              </a:extLst>
            </p:cNvPr>
            <p:cNvGrpSpPr/>
            <p:nvPr/>
          </p:nvGrpSpPr>
          <p:grpSpPr>
            <a:xfrm>
              <a:off x="4098404" y="2832151"/>
              <a:ext cx="1530220" cy="1504560"/>
              <a:chOff x="2307593" y="905612"/>
              <a:chExt cx="1530220" cy="150456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D9A83F46-203E-4302-9451-F5B1ED5ED32B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: Diagonal Corners Snipped 70">
                <a:extLst>
                  <a:ext uri="{FF2B5EF4-FFF2-40B4-BE49-F238E27FC236}">
                    <a16:creationId xmlns:a16="http://schemas.microsoft.com/office/drawing/2014/main" id="{668E0503-7E4B-4893-AA1B-AF1D75611BD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CB5054-A22C-16DB-E96F-C167CB1109C7}"/>
              </a:ext>
            </a:extLst>
          </p:cNvPr>
          <p:cNvGrpSpPr/>
          <p:nvPr/>
        </p:nvGrpSpPr>
        <p:grpSpPr>
          <a:xfrm>
            <a:off x="3760453" y="1743361"/>
            <a:ext cx="1042416" cy="1024128"/>
            <a:chOff x="516782" y="2832151"/>
            <a:chExt cx="1530220" cy="150456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8B29061-9F62-4015-A6FC-67084A7D8A5E}"/>
                </a:ext>
              </a:extLst>
            </p:cNvPr>
            <p:cNvGrpSpPr/>
            <p:nvPr/>
          </p:nvGrpSpPr>
          <p:grpSpPr>
            <a:xfrm>
              <a:off x="516782" y="2832151"/>
              <a:ext cx="1530220" cy="1504560"/>
              <a:chOff x="2307593" y="905612"/>
              <a:chExt cx="1530220" cy="150456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047BAEA-1357-4535-B3BD-5C7B0C989154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Diagonal Corners Snipped 64">
                <a:extLst>
                  <a:ext uri="{FF2B5EF4-FFF2-40B4-BE49-F238E27FC236}">
                    <a16:creationId xmlns:a16="http://schemas.microsoft.com/office/drawing/2014/main" id="{6712D7F3-57C0-450B-84DD-390ECE55AF5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30233DA6-75B6-4D84-BDF9-4F07C71062E6}"/>
                </a:ext>
              </a:extLst>
            </p:cNvPr>
            <p:cNvGrpSpPr/>
            <p:nvPr/>
          </p:nvGrpSpPr>
          <p:grpSpPr>
            <a:xfrm>
              <a:off x="975704" y="3476235"/>
              <a:ext cx="659664" cy="577697"/>
              <a:chOff x="3741815" y="4973520"/>
              <a:chExt cx="1685668" cy="1310075"/>
            </a:xfrm>
          </p:grpSpPr>
          <p:pic>
            <p:nvPicPr>
              <p:cNvPr id="100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A7E0C7AA-6336-49D1-A668-C4538513FC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1" name="Arrow: Up 100">
                <a:extLst>
                  <a:ext uri="{FF2B5EF4-FFF2-40B4-BE49-F238E27FC236}">
                    <a16:creationId xmlns:a16="http://schemas.microsoft.com/office/drawing/2014/main" id="{270BFECA-BF9C-4CEB-A50A-C5A156C8E296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804747D1-DE8A-47C5-A4A2-03864EAC3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7627" y="3179124"/>
              <a:ext cx="298536" cy="47280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936137-DC6F-1CFD-6934-3937A91257A3}"/>
              </a:ext>
            </a:extLst>
          </p:cNvPr>
          <p:cNvGrpSpPr/>
          <p:nvPr/>
        </p:nvGrpSpPr>
        <p:grpSpPr>
          <a:xfrm>
            <a:off x="4951254" y="1747947"/>
            <a:ext cx="1042416" cy="1024128"/>
            <a:chOff x="2307593" y="2832151"/>
            <a:chExt cx="1530220" cy="1504560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97B69849-8763-434A-84CA-817478C43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816" y="3604557"/>
              <a:ext cx="335419" cy="444116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9A51FD6-06EB-499B-BC1B-29395C298E13}"/>
                </a:ext>
              </a:extLst>
            </p:cNvPr>
            <p:cNvGrpSpPr/>
            <p:nvPr/>
          </p:nvGrpSpPr>
          <p:grpSpPr>
            <a:xfrm>
              <a:off x="2307593" y="2832151"/>
              <a:ext cx="1530220" cy="1504560"/>
              <a:chOff x="2307593" y="905612"/>
              <a:chExt cx="1530220" cy="1504560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1483F825-C2D2-45DD-BAF0-C4B4CD0863B0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: Diagonal Corners Snipped 61">
                <a:extLst>
                  <a:ext uri="{FF2B5EF4-FFF2-40B4-BE49-F238E27FC236}">
                    <a16:creationId xmlns:a16="http://schemas.microsoft.com/office/drawing/2014/main" id="{CF033908-18A8-4453-9C99-48736DB724AF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BB5A80E4-1115-4115-8B8D-C21C91932754}"/>
                </a:ext>
              </a:extLst>
            </p:cNvPr>
            <p:cNvGrpSpPr/>
            <p:nvPr/>
          </p:nvGrpSpPr>
          <p:grpSpPr>
            <a:xfrm>
              <a:off x="2572538" y="3464317"/>
              <a:ext cx="659664" cy="577697"/>
              <a:chOff x="3741815" y="4973520"/>
              <a:chExt cx="1685668" cy="1310075"/>
            </a:xfrm>
          </p:grpSpPr>
          <p:pic>
            <p:nvPicPr>
              <p:cNvPr id="131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787FD14B-081B-40A4-8E83-FA66422D65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2" name="Arrow: Up 131">
                <a:extLst>
                  <a:ext uri="{FF2B5EF4-FFF2-40B4-BE49-F238E27FC236}">
                    <a16:creationId xmlns:a16="http://schemas.microsoft.com/office/drawing/2014/main" id="{2AF42F16-E8BE-4C5A-B5D4-689AA03B47A8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21B07E6B-5BE2-4A96-9FE7-42E5918B4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572223" y="3157282"/>
              <a:ext cx="298536" cy="472801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334A7B-3FAE-9741-5510-A12B39A1B792}"/>
              </a:ext>
            </a:extLst>
          </p:cNvPr>
          <p:cNvGrpSpPr/>
          <p:nvPr/>
        </p:nvGrpSpPr>
        <p:grpSpPr>
          <a:xfrm>
            <a:off x="6174719" y="1761646"/>
            <a:ext cx="1042416" cy="1024128"/>
            <a:chOff x="7746989" y="2832151"/>
            <a:chExt cx="1530220" cy="1504560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CF57C6C-313C-4FC7-A649-366C3E5FFE1E}"/>
                </a:ext>
              </a:extLst>
            </p:cNvPr>
            <p:cNvGrpSpPr/>
            <p:nvPr/>
          </p:nvGrpSpPr>
          <p:grpSpPr>
            <a:xfrm>
              <a:off x="7746989" y="2832151"/>
              <a:ext cx="1530220" cy="1504560"/>
              <a:chOff x="2307593" y="905612"/>
              <a:chExt cx="1530220" cy="1504560"/>
            </a:xfrm>
          </p:grpSpPr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2239135-859E-43A9-BD55-97B59219A066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: Diagonal Corners Snipped 76">
                <a:extLst>
                  <a:ext uri="{FF2B5EF4-FFF2-40B4-BE49-F238E27FC236}">
                    <a16:creationId xmlns:a16="http://schemas.microsoft.com/office/drawing/2014/main" id="{D555D047-323E-4868-9EE8-FC07C8B09D78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5BDD27C8-7358-4FD7-801D-7B396098AA4A}"/>
                </a:ext>
              </a:extLst>
            </p:cNvPr>
            <p:cNvGrpSpPr/>
            <p:nvPr/>
          </p:nvGrpSpPr>
          <p:grpSpPr>
            <a:xfrm>
              <a:off x="7983595" y="3206154"/>
              <a:ext cx="659664" cy="577697"/>
              <a:chOff x="3741815" y="4973520"/>
              <a:chExt cx="1685668" cy="1310075"/>
            </a:xfrm>
          </p:grpSpPr>
          <p:pic>
            <p:nvPicPr>
              <p:cNvPr id="136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715786A9-42BB-438F-A383-226ADA5422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7" name="Arrow: Up 136">
                <a:extLst>
                  <a:ext uri="{FF2B5EF4-FFF2-40B4-BE49-F238E27FC236}">
                    <a16:creationId xmlns:a16="http://schemas.microsoft.com/office/drawing/2014/main" id="{C650AF9B-FF02-420E-A121-DF986C84ECCD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8" name="Picture 137">
              <a:extLst>
                <a:ext uri="{FF2B5EF4-FFF2-40B4-BE49-F238E27FC236}">
                  <a16:creationId xmlns:a16="http://schemas.microsoft.com/office/drawing/2014/main" id="{82376DA7-DFE4-4796-B221-DA3508EB9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7588" y="3706667"/>
              <a:ext cx="494234" cy="49916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79D8BA-CA9B-D7E1-0AB6-0E3C70C8915B}"/>
              </a:ext>
            </a:extLst>
          </p:cNvPr>
          <p:cNvGrpSpPr/>
          <p:nvPr/>
        </p:nvGrpSpPr>
        <p:grpSpPr>
          <a:xfrm>
            <a:off x="6137530" y="5699229"/>
            <a:ext cx="1042416" cy="1024128"/>
            <a:chOff x="9537800" y="2832151"/>
            <a:chExt cx="1530220" cy="1504560"/>
          </a:xfrm>
        </p:grpSpPr>
        <p:pic>
          <p:nvPicPr>
            <p:cNvPr id="157" name="Picture 156">
              <a:extLst>
                <a:ext uri="{FF2B5EF4-FFF2-40B4-BE49-F238E27FC236}">
                  <a16:creationId xmlns:a16="http://schemas.microsoft.com/office/drawing/2014/main" id="{2F72A420-EB6D-4746-A3A2-FB5559A1A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905514" y="3419483"/>
              <a:ext cx="900481" cy="622531"/>
            </a:xfrm>
            <a:prstGeom prst="rect">
              <a:avLst/>
            </a:prstGeom>
          </p:spPr>
        </p:pic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8460EC5-D327-4469-8453-28B1A5F6438C}"/>
                </a:ext>
              </a:extLst>
            </p:cNvPr>
            <p:cNvGrpSpPr/>
            <p:nvPr/>
          </p:nvGrpSpPr>
          <p:grpSpPr>
            <a:xfrm>
              <a:off x="9537800" y="2832151"/>
              <a:ext cx="1530220" cy="1504560"/>
              <a:chOff x="2307593" y="905612"/>
              <a:chExt cx="1530220" cy="1504560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76955E1-C096-4A08-BAD6-D96F681445F7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: Diagonal Corners Snipped 73">
                <a:extLst>
                  <a:ext uri="{FF2B5EF4-FFF2-40B4-BE49-F238E27FC236}">
                    <a16:creationId xmlns:a16="http://schemas.microsoft.com/office/drawing/2014/main" id="{D6CB01D4-E4B9-4256-AF1E-03B6FDE8764D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E8D43CF-C443-473E-949A-6E72BCA50D85}"/>
                </a:ext>
              </a:extLst>
            </p:cNvPr>
            <p:cNvGrpSpPr/>
            <p:nvPr/>
          </p:nvGrpSpPr>
          <p:grpSpPr>
            <a:xfrm>
              <a:off x="9855587" y="3184517"/>
              <a:ext cx="553014" cy="416070"/>
              <a:chOff x="4159039" y="1783037"/>
              <a:chExt cx="1173327" cy="882773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EC427E02-3A37-4C66-8D59-021AA179A362}"/>
                  </a:ext>
                </a:extLst>
              </p:cNvPr>
              <p:cNvCxnSpPr/>
              <p:nvPr/>
            </p:nvCxnSpPr>
            <p:spPr>
              <a:xfrm>
                <a:off x="4370638" y="1797365"/>
                <a:ext cx="169273" cy="74506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A5B71193-66B6-4A81-BE00-D02F95D6AB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66868" y="1783037"/>
                <a:ext cx="0" cy="74506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4FA0E24F-09CF-42BF-B898-B13A5EFBAE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51510" y="1854676"/>
                <a:ext cx="221201" cy="745069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066F8A03-9A39-40B4-A1ED-510E6A0E4B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93826" y="2173084"/>
                <a:ext cx="538540" cy="492726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423EC4A-BA9A-4B2A-9778-42A01AB80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59039" y="1995854"/>
                <a:ext cx="353163" cy="631024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0B6F846-C4F9-E401-8896-CD8FFE9BD462}"/>
              </a:ext>
            </a:extLst>
          </p:cNvPr>
          <p:cNvGrpSpPr/>
          <p:nvPr/>
        </p:nvGrpSpPr>
        <p:grpSpPr>
          <a:xfrm>
            <a:off x="2555967" y="538105"/>
            <a:ext cx="1036542" cy="1024128"/>
            <a:chOff x="4077215" y="3324394"/>
            <a:chExt cx="1527048" cy="1508760"/>
          </a:xfrm>
        </p:grpSpPr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54B36780-C553-B7D8-4E49-8FECE4228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80530" y="3982521"/>
              <a:ext cx="618854" cy="628074"/>
            </a:xfrm>
            <a:prstGeom prst="rect">
              <a:avLst/>
            </a:prstGeom>
          </p:spPr>
        </p:pic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4B400873-0C9E-4423-9AA0-BC020058D37B}"/>
                </a:ext>
              </a:extLst>
            </p:cNvPr>
            <p:cNvGrpSpPr/>
            <p:nvPr/>
          </p:nvGrpSpPr>
          <p:grpSpPr>
            <a:xfrm>
              <a:off x="4077215" y="3324394"/>
              <a:ext cx="1527048" cy="1508760"/>
              <a:chOff x="2307593" y="905612"/>
              <a:chExt cx="1530220" cy="150456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DB82B7C9-BC14-44C9-A9C4-1D02CCD99AC6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tangle: Diagonal Corners Snipped 168">
                <a:extLst>
                  <a:ext uri="{FF2B5EF4-FFF2-40B4-BE49-F238E27FC236}">
                    <a16:creationId xmlns:a16="http://schemas.microsoft.com/office/drawing/2014/main" id="{C7387397-DBAE-4625-9B0F-19A78A36DF35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71" name="Picture 2" descr="Ax, halberd, knight, medieval, spear, warrior, weapon icon - Download on  Iconfinder">
              <a:extLst>
                <a:ext uri="{FF2B5EF4-FFF2-40B4-BE49-F238E27FC236}">
                  <a16:creationId xmlns:a16="http://schemas.microsoft.com/office/drawing/2014/main" id="{87B569F2-038D-455E-9BD7-549E5D91B3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909646">
              <a:off x="4185806" y="3743727"/>
              <a:ext cx="712237" cy="7157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219C5F-BD55-A0D1-E3CB-44166440B4E7}"/>
              </a:ext>
            </a:extLst>
          </p:cNvPr>
          <p:cNvGrpSpPr/>
          <p:nvPr/>
        </p:nvGrpSpPr>
        <p:grpSpPr>
          <a:xfrm>
            <a:off x="128838" y="1761646"/>
            <a:ext cx="1036542" cy="1024128"/>
            <a:chOff x="6755432" y="3347201"/>
            <a:chExt cx="1527048" cy="1508760"/>
          </a:xfrm>
        </p:grpSpPr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6B3BE90A-6584-667F-B1B9-332D085ECD0A}"/>
                </a:ext>
              </a:extLst>
            </p:cNvPr>
            <p:cNvGrpSpPr/>
            <p:nvPr/>
          </p:nvGrpSpPr>
          <p:grpSpPr>
            <a:xfrm>
              <a:off x="6755432" y="3347201"/>
              <a:ext cx="1527048" cy="1508760"/>
              <a:chOff x="2307593" y="905612"/>
              <a:chExt cx="1530220" cy="1504560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4DCA3667-67FD-E94F-A217-FBE7D7B6EAD1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: Diagonal Corners Snipped 188">
                <a:extLst>
                  <a:ext uri="{FF2B5EF4-FFF2-40B4-BE49-F238E27FC236}">
                    <a16:creationId xmlns:a16="http://schemas.microsoft.com/office/drawing/2014/main" id="{026CDF47-0BA5-7AA2-8565-2CE692A63675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466285-6FF7-828C-F0FF-296A094B8D03}"/>
                </a:ext>
              </a:extLst>
            </p:cNvPr>
            <p:cNvGrpSpPr/>
            <p:nvPr/>
          </p:nvGrpSpPr>
          <p:grpSpPr>
            <a:xfrm>
              <a:off x="6946781" y="3888939"/>
              <a:ext cx="1005880" cy="783030"/>
              <a:chOff x="6864023" y="3766534"/>
              <a:chExt cx="1113578" cy="866868"/>
            </a:xfrm>
          </p:grpSpPr>
          <p:pic>
            <p:nvPicPr>
              <p:cNvPr id="185" name="Picture 184">
                <a:extLst>
                  <a:ext uri="{FF2B5EF4-FFF2-40B4-BE49-F238E27FC236}">
                    <a16:creationId xmlns:a16="http://schemas.microsoft.com/office/drawing/2014/main" id="{C99FAF2C-A1E0-506D-083D-3C1BB4681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58747" y="4005328"/>
                <a:ext cx="618854" cy="628074"/>
              </a:xfrm>
              <a:prstGeom prst="rect">
                <a:avLst/>
              </a:prstGeom>
            </p:spPr>
          </p:pic>
          <p:pic>
            <p:nvPicPr>
              <p:cNvPr id="187" name="Picture 2" descr="Ax, halberd, knight, medieval, spear, warrior, weapon icon - Download on  Iconfinder">
                <a:extLst>
                  <a:ext uri="{FF2B5EF4-FFF2-40B4-BE49-F238E27FC236}">
                    <a16:creationId xmlns:a16="http://schemas.microsoft.com/office/drawing/2014/main" id="{A8CA8B41-6F98-597D-07EE-89F50BA9B5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909646">
                <a:off x="6864023" y="3766534"/>
                <a:ext cx="712237" cy="7157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92" name="Star: 6 Points 191">
              <a:extLst>
                <a:ext uri="{FF2B5EF4-FFF2-40B4-BE49-F238E27FC236}">
                  <a16:creationId xmlns:a16="http://schemas.microsoft.com/office/drawing/2014/main" id="{A9E9074A-4C64-B572-F51D-616B8A7767E6}"/>
                </a:ext>
              </a:extLst>
            </p:cNvPr>
            <p:cNvSpPr/>
            <p:nvPr/>
          </p:nvSpPr>
          <p:spPr>
            <a:xfrm>
              <a:off x="7428862" y="3634963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C38CB9-2FDB-36A5-6613-60D377392D8E}"/>
              </a:ext>
            </a:extLst>
          </p:cNvPr>
          <p:cNvGrpSpPr/>
          <p:nvPr/>
        </p:nvGrpSpPr>
        <p:grpSpPr>
          <a:xfrm>
            <a:off x="1329677" y="1731057"/>
            <a:ext cx="1036542" cy="1024128"/>
            <a:chOff x="2577342" y="3201375"/>
            <a:chExt cx="1527048" cy="1508760"/>
          </a:xfrm>
        </p:grpSpPr>
        <p:pic>
          <p:nvPicPr>
            <p:cNvPr id="193" name="Picture 6" descr="Chess, knight, game icon - Download on Iconfinder">
              <a:extLst>
                <a:ext uri="{FF2B5EF4-FFF2-40B4-BE49-F238E27FC236}">
                  <a16:creationId xmlns:a16="http://schemas.microsoft.com/office/drawing/2014/main" id="{B753F50D-9737-C90C-51B3-0CF77899D0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2978515" y="3762278"/>
              <a:ext cx="416591" cy="597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B8857A9E-4287-9889-AAA5-D6D226CF5184}"/>
                </a:ext>
              </a:extLst>
            </p:cNvPr>
            <p:cNvGrpSpPr/>
            <p:nvPr/>
          </p:nvGrpSpPr>
          <p:grpSpPr>
            <a:xfrm>
              <a:off x="2577342" y="3201375"/>
              <a:ext cx="1527048" cy="1508760"/>
              <a:chOff x="2307593" y="905612"/>
              <a:chExt cx="1530220" cy="1504560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3807ACBD-613C-9A30-0D82-465363A40E28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: Diagonal Corners Snipped 200">
                <a:extLst>
                  <a:ext uri="{FF2B5EF4-FFF2-40B4-BE49-F238E27FC236}">
                    <a16:creationId xmlns:a16="http://schemas.microsoft.com/office/drawing/2014/main" id="{0B82E183-5845-F2A3-1CE2-F698D1FA4F61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2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6F80209F-6188-53CE-64A7-C9E7934B0C3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3400210" y="3768407"/>
              <a:ext cx="370710" cy="638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7F2DD2-99B8-A51B-1F05-7A4F9B65644E}"/>
              </a:ext>
            </a:extLst>
          </p:cNvPr>
          <p:cNvGrpSpPr/>
          <p:nvPr/>
        </p:nvGrpSpPr>
        <p:grpSpPr>
          <a:xfrm>
            <a:off x="2526761" y="1720631"/>
            <a:ext cx="1036542" cy="1024128"/>
            <a:chOff x="5723088" y="3201375"/>
            <a:chExt cx="1527048" cy="1508760"/>
          </a:xfrm>
        </p:grpSpPr>
        <p:pic>
          <p:nvPicPr>
            <p:cNvPr id="211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C524415A-C058-E6E4-B74D-470BA7EF46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6583826" y="3768407"/>
              <a:ext cx="370710" cy="638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8958A2D4-C364-7FD9-EA9F-F5AC8B2CEE74}"/>
                </a:ext>
              </a:extLst>
            </p:cNvPr>
            <p:cNvGrpSpPr/>
            <p:nvPr/>
          </p:nvGrpSpPr>
          <p:grpSpPr>
            <a:xfrm>
              <a:off x="5723088" y="3201375"/>
              <a:ext cx="1527048" cy="1508760"/>
              <a:chOff x="2307593" y="905612"/>
              <a:chExt cx="1530220" cy="1504560"/>
            </a:xfrm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E1A21FB0-F04D-2652-9169-E17D4EF89A08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: Diagonal Corners Snipped 209">
                <a:extLst>
                  <a:ext uri="{FF2B5EF4-FFF2-40B4-BE49-F238E27FC236}">
                    <a16:creationId xmlns:a16="http://schemas.microsoft.com/office/drawing/2014/main" id="{0E53F9B4-C7A7-D75A-4D0D-FA3F256DD79D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247AAE13-D0C7-BC58-3CD3-982E215DEF3E}"/>
                </a:ext>
              </a:extLst>
            </p:cNvPr>
            <p:cNvGrpSpPr/>
            <p:nvPr/>
          </p:nvGrpSpPr>
          <p:grpSpPr>
            <a:xfrm>
              <a:off x="5978396" y="3765146"/>
              <a:ext cx="658297" cy="579310"/>
              <a:chOff x="3741815" y="4973520"/>
              <a:chExt cx="1685668" cy="1310075"/>
            </a:xfrm>
          </p:grpSpPr>
          <p:pic>
            <p:nvPicPr>
              <p:cNvPr id="207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BEC3A530-FD1B-2C49-DDB5-ACFCA29896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8" name="Arrow: Up 207">
                <a:extLst>
                  <a:ext uri="{FF2B5EF4-FFF2-40B4-BE49-F238E27FC236}">
                    <a16:creationId xmlns:a16="http://schemas.microsoft.com/office/drawing/2014/main" id="{9B75D54C-7D6D-588D-DB65-65B9A63198F4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2E6E7F61-EF7D-FC5B-36B5-95C49CF37F14}"/>
              </a:ext>
            </a:extLst>
          </p:cNvPr>
          <p:cNvGrpSpPr/>
          <p:nvPr/>
        </p:nvGrpSpPr>
        <p:grpSpPr>
          <a:xfrm>
            <a:off x="4925713" y="549014"/>
            <a:ext cx="1033272" cy="1033272"/>
            <a:chOff x="124226" y="2930613"/>
            <a:chExt cx="1600200" cy="16002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905ECCD-4750-506A-1015-B9050AFF3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10800000" flipH="1">
              <a:off x="486616" y="3213155"/>
              <a:ext cx="295772" cy="1094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2B6F62A-564A-B403-4871-F0FF0418B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043" y="3502692"/>
              <a:ext cx="648500" cy="666139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CA0898F-5990-D0EE-AA67-A8A553145EC3}"/>
                </a:ext>
              </a:extLst>
            </p:cNvPr>
            <p:cNvGrpSpPr/>
            <p:nvPr/>
          </p:nvGrpSpPr>
          <p:grpSpPr>
            <a:xfrm>
              <a:off x="124226" y="2930613"/>
              <a:ext cx="1600200" cy="1600200"/>
              <a:chOff x="2307593" y="905612"/>
              <a:chExt cx="1530220" cy="15045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9DA4893-7BCB-F711-3C72-A31BF969DAF0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: Diagonal Corners Snipped 24">
                <a:extLst>
                  <a:ext uri="{FF2B5EF4-FFF2-40B4-BE49-F238E27FC236}">
                    <a16:creationId xmlns:a16="http://schemas.microsoft.com/office/drawing/2014/main" id="{4A320E55-7754-80B3-A576-FB5634A38944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B62E1FC-5855-D03E-2695-2781F0AD1BD5}"/>
              </a:ext>
            </a:extLst>
          </p:cNvPr>
          <p:cNvGrpSpPr/>
          <p:nvPr/>
        </p:nvGrpSpPr>
        <p:grpSpPr>
          <a:xfrm>
            <a:off x="8511917" y="559479"/>
            <a:ext cx="1033272" cy="1033272"/>
            <a:chOff x="1849670" y="2930613"/>
            <a:chExt cx="1600200" cy="1600200"/>
          </a:xfrm>
        </p:grpSpPr>
        <p:pic>
          <p:nvPicPr>
            <p:cNvPr id="27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2A024141-B8DF-78BA-2971-2456B98F10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2755818">
              <a:off x="2278918" y="3446093"/>
              <a:ext cx="737696" cy="7412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8DC988A-D648-9A3D-FB90-C846A4EC2426}"/>
                </a:ext>
              </a:extLst>
            </p:cNvPr>
            <p:cNvGrpSpPr/>
            <p:nvPr/>
          </p:nvGrpSpPr>
          <p:grpSpPr>
            <a:xfrm>
              <a:off x="1849670" y="2930613"/>
              <a:ext cx="1600200" cy="1600200"/>
              <a:chOff x="2307593" y="905612"/>
              <a:chExt cx="1530220" cy="150456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1A5A8F9-5980-1290-16FA-15F147DFE708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: Diagonal Corners Snipped 30">
                <a:extLst>
                  <a:ext uri="{FF2B5EF4-FFF2-40B4-BE49-F238E27FC236}">
                    <a16:creationId xmlns:a16="http://schemas.microsoft.com/office/drawing/2014/main" id="{CA8A9906-636A-763E-65B9-7D69D66DA3D7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2AFBA7C8-93A2-E211-7946-EFC419D5C12F}"/>
              </a:ext>
            </a:extLst>
          </p:cNvPr>
          <p:cNvGrpSpPr/>
          <p:nvPr/>
        </p:nvGrpSpPr>
        <p:grpSpPr>
          <a:xfrm>
            <a:off x="9670149" y="566864"/>
            <a:ext cx="1033272" cy="1033272"/>
            <a:chOff x="3550191" y="2936768"/>
            <a:chExt cx="1600200" cy="160020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88BF3AA-BB22-1F6D-1C33-2ECB9177B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2069" y="3293914"/>
              <a:ext cx="508133" cy="672270"/>
            </a:xfrm>
            <a:prstGeom prst="rect">
              <a:avLst/>
            </a:prstGeom>
          </p:spPr>
        </p:pic>
        <p:pic>
          <p:nvPicPr>
            <p:cNvPr id="32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125CD403-CF10-379F-C439-5938E038CB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2755818">
              <a:off x="4275748" y="3669254"/>
              <a:ext cx="574112" cy="576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FA36D6C-DC1B-DE3A-ACAE-2943E88DA15E}"/>
                </a:ext>
              </a:extLst>
            </p:cNvPr>
            <p:cNvGrpSpPr/>
            <p:nvPr/>
          </p:nvGrpSpPr>
          <p:grpSpPr>
            <a:xfrm>
              <a:off x="3550191" y="2936768"/>
              <a:ext cx="1600200" cy="1600200"/>
              <a:chOff x="2307593" y="905612"/>
              <a:chExt cx="1530220" cy="150456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8C41BA0-F686-807D-931F-AB9BC2F3B0AB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Diagonal Corners Snipped 34">
                <a:extLst>
                  <a:ext uri="{FF2B5EF4-FFF2-40B4-BE49-F238E27FC236}">
                    <a16:creationId xmlns:a16="http://schemas.microsoft.com/office/drawing/2014/main" id="{F971E2A3-C325-C409-D4C3-07E5F2938BFB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917B3E05-AE52-6686-BDB2-9B3E5D7686CA}"/>
              </a:ext>
            </a:extLst>
          </p:cNvPr>
          <p:cNvGrpSpPr/>
          <p:nvPr/>
        </p:nvGrpSpPr>
        <p:grpSpPr>
          <a:xfrm>
            <a:off x="10823076" y="560863"/>
            <a:ext cx="1033272" cy="1033272"/>
            <a:chOff x="5250712" y="2937636"/>
            <a:chExt cx="1600200" cy="1600200"/>
          </a:xfrm>
        </p:grpSpPr>
        <p:pic>
          <p:nvPicPr>
            <p:cNvPr id="81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6D943BD9-4E7F-1C04-F279-E24A8FEB11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2755818">
              <a:off x="5574070" y="3411007"/>
              <a:ext cx="574112" cy="576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25DC21D-CFAC-15E1-4B71-579FD6F30919}"/>
                </a:ext>
              </a:extLst>
            </p:cNvPr>
            <p:cNvGrpSpPr/>
            <p:nvPr/>
          </p:nvGrpSpPr>
          <p:grpSpPr>
            <a:xfrm>
              <a:off x="5250712" y="2937636"/>
              <a:ext cx="1600200" cy="1600200"/>
              <a:chOff x="2307593" y="905612"/>
              <a:chExt cx="1530220" cy="1504560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71C4AA1-CE45-2210-177F-1A852E60AD5D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Diagonal Corners Snipped 38">
                <a:extLst>
                  <a:ext uri="{FF2B5EF4-FFF2-40B4-BE49-F238E27FC236}">
                    <a16:creationId xmlns:a16="http://schemas.microsoft.com/office/drawing/2014/main" id="{3BC5265A-7F01-8643-49D3-3FB7BA2D38C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539490D-EC71-1B11-EE9F-D83FE58DE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180368" y="3604489"/>
              <a:ext cx="268196" cy="424414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EFA51F4-AF78-8562-B7F4-38684D6C3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03038" y="3907285"/>
              <a:ext cx="268196" cy="424414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8F881F0-13E9-002D-82F8-E6191966C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75211" y="4028903"/>
              <a:ext cx="268196" cy="424414"/>
            </a:xfrm>
            <a:prstGeom prst="rect">
              <a:avLst/>
            </a:prstGeom>
          </p:spPr>
        </p:pic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52A6581B-94D9-588C-CD70-C6E8AD77B9C8}"/>
              </a:ext>
            </a:extLst>
          </p:cNvPr>
          <p:cNvGrpSpPr/>
          <p:nvPr/>
        </p:nvGrpSpPr>
        <p:grpSpPr>
          <a:xfrm>
            <a:off x="7354246" y="1757074"/>
            <a:ext cx="1033272" cy="1033272"/>
            <a:chOff x="6975874" y="2942056"/>
            <a:chExt cx="1600200" cy="1600200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27379E7B-2D95-416A-A293-71D58326C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75017" y="3911447"/>
              <a:ext cx="516836" cy="530893"/>
            </a:xfrm>
            <a:prstGeom prst="rect">
              <a:avLst/>
            </a:prstGeom>
          </p:spPr>
        </p:pic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744D8B1E-76C4-B9B5-967D-69F605A4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62049" y="3454700"/>
              <a:ext cx="268196" cy="424414"/>
            </a:xfrm>
            <a:prstGeom prst="rect">
              <a:avLst/>
            </a:prstGeom>
          </p:spPr>
        </p:pic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33A4C24B-EB59-F51C-1CE9-09E287BBA62C}"/>
                </a:ext>
              </a:extLst>
            </p:cNvPr>
            <p:cNvGrpSpPr/>
            <p:nvPr/>
          </p:nvGrpSpPr>
          <p:grpSpPr>
            <a:xfrm>
              <a:off x="6975874" y="2942056"/>
              <a:ext cx="1600200" cy="1600200"/>
              <a:chOff x="2307593" y="905612"/>
              <a:chExt cx="1530220" cy="150456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7E2506C0-1BD0-C3AF-73B7-2EADF08859EC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: Diagonal Corners Snipped 164">
                <a:extLst>
                  <a:ext uri="{FF2B5EF4-FFF2-40B4-BE49-F238E27FC236}">
                    <a16:creationId xmlns:a16="http://schemas.microsoft.com/office/drawing/2014/main" id="{3F26E3FF-49D4-6A4F-81C5-960C9B6F4D31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77480BB-8D85-3EDB-1D90-FF44354EDA8E}"/>
                </a:ext>
              </a:extLst>
            </p:cNvPr>
            <p:cNvGrpSpPr/>
            <p:nvPr/>
          </p:nvGrpSpPr>
          <p:grpSpPr>
            <a:xfrm>
              <a:off x="7213857" y="3237123"/>
              <a:ext cx="689832" cy="614419"/>
              <a:chOff x="3741815" y="4973520"/>
              <a:chExt cx="1685668" cy="1310075"/>
            </a:xfrm>
          </p:grpSpPr>
          <p:pic>
            <p:nvPicPr>
              <p:cNvPr id="106" name="Picture 6" descr="Chess, knight, game icon - Download on Iconfinder">
                <a:extLst>
                  <a:ext uri="{FF2B5EF4-FFF2-40B4-BE49-F238E27FC236}">
                    <a16:creationId xmlns:a16="http://schemas.microsoft.com/office/drawing/2014/main" id="{342174C0-971B-A7E2-3167-017CDDF2DA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980" r="16253"/>
              <a:stretch/>
            </p:blipFill>
            <p:spPr bwMode="auto">
              <a:xfrm flipH="1">
                <a:off x="4341804" y="4973520"/>
                <a:ext cx="914005" cy="1310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" name="Arrow: Up 106">
                <a:extLst>
                  <a:ext uri="{FF2B5EF4-FFF2-40B4-BE49-F238E27FC236}">
                    <a16:creationId xmlns:a16="http://schemas.microsoft.com/office/drawing/2014/main" id="{C70F49EC-5CB3-737A-C730-980AA21F130F}"/>
                  </a:ext>
                </a:extLst>
              </p:cNvPr>
              <p:cNvSpPr/>
              <p:nvPr/>
            </p:nvSpPr>
            <p:spPr>
              <a:xfrm rot="17438608">
                <a:off x="4446404" y="4864552"/>
                <a:ext cx="276489" cy="1685668"/>
              </a:xfrm>
              <a:prstGeom prst="upArrow">
                <a:avLst>
                  <a:gd name="adj1" fmla="val 50000"/>
                  <a:gd name="adj2" fmla="val 124437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B581D95F-34AB-DB60-3FE4-DB1F06E8D662}"/>
              </a:ext>
            </a:extLst>
          </p:cNvPr>
          <p:cNvGrpSpPr/>
          <p:nvPr/>
        </p:nvGrpSpPr>
        <p:grpSpPr>
          <a:xfrm>
            <a:off x="7328067" y="5696829"/>
            <a:ext cx="1033272" cy="1033272"/>
            <a:chOff x="7775973" y="4739739"/>
            <a:chExt cx="1600200" cy="1600200"/>
          </a:xfrm>
        </p:grpSpPr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A39E2DA4-44A9-4B96-B3B2-93C258299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95926" y="5644888"/>
              <a:ext cx="387363" cy="612993"/>
            </a:xfrm>
            <a:prstGeom prst="rect">
              <a:avLst/>
            </a:prstGeom>
          </p:spPr>
        </p:pic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98AE7C2-C09A-1852-6A77-7653C299ACE3}"/>
                </a:ext>
              </a:extLst>
            </p:cNvPr>
            <p:cNvGrpSpPr/>
            <p:nvPr/>
          </p:nvGrpSpPr>
          <p:grpSpPr>
            <a:xfrm>
              <a:off x="8098741" y="5152873"/>
              <a:ext cx="954662" cy="695582"/>
              <a:chOff x="9715846" y="4676532"/>
              <a:chExt cx="954651" cy="695581"/>
            </a:xfrm>
          </p:grpSpPr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C85A9F14-BCEF-1394-258B-80088725286E}"/>
                  </a:ext>
                </a:extLst>
              </p:cNvPr>
              <p:cNvSpPr/>
              <p:nvPr/>
            </p:nvSpPr>
            <p:spPr>
              <a:xfrm>
                <a:off x="9963938" y="4762110"/>
                <a:ext cx="184932" cy="541435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1634060-98D8-37E8-E099-ECA65228E4D5}"/>
                  </a:ext>
                </a:extLst>
              </p:cNvPr>
              <p:cNvSpPr/>
              <p:nvPr/>
            </p:nvSpPr>
            <p:spPr>
              <a:xfrm>
                <a:off x="10185003" y="4830113"/>
                <a:ext cx="138477" cy="405429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30536A30-71D9-8C33-5DBF-B9B7E7E073F3}"/>
                  </a:ext>
                </a:extLst>
              </p:cNvPr>
              <p:cNvSpPr/>
              <p:nvPr/>
            </p:nvSpPr>
            <p:spPr>
              <a:xfrm>
                <a:off x="10358020" y="4885218"/>
                <a:ext cx="94575" cy="27689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CEDC77C6-6E8C-E527-E46F-9005CA94297F}"/>
                  </a:ext>
                </a:extLst>
              </p:cNvPr>
              <p:cNvSpPr/>
              <p:nvPr/>
            </p:nvSpPr>
            <p:spPr>
              <a:xfrm>
                <a:off x="10536674" y="4956751"/>
                <a:ext cx="133823" cy="133822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Block Arc 232">
                <a:extLst>
                  <a:ext uri="{FF2B5EF4-FFF2-40B4-BE49-F238E27FC236}">
                    <a16:creationId xmlns:a16="http://schemas.microsoft.com/office/drawing/2014/main" id="{53600AAE-30A0-290F-1BB1-71C20709DEC7}"/>
                  </a:ext>
                </a:extLst>
              </p:cNvPr>
              <p:cNvSpPr/>
              <p:nvPr/>
            </p:nvSpPr>
            <p:spPr>
              <a:xfrm rot="16200000">
                <a:off x="9616159" y="4776219"/>
                <a:ext cx="695581" cy="496207"/>
              </a:xfrm>
              <a:prstGeom prst="blockArc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20154322-AB30-761F-E0AC-3C5350429617}"/>
                  </a:ext>
                </a:extLst>
              </p:cNvPr>
              <p:cNvSpPr/>
              <p:nvPr/>
            </p:nvSpPr>
            <p:spPr>
              <a:xfrm>
                <a:off x="9796679" y="4964100"/>
                <a:ext cx="726975" cy="120464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C8536D85-678F-901D-75AF-4596E785C636}"/>
                </a:ext>
              </a:extLst>
            </p:cNvPr>
            <p:cNvGrpSpPr/>
            <p:nvPr/>
          </p:nvGrpSpPr>
          <p:grpSpPr>
            <a:xfrm>
              <a:off x="7775973" y="4739739"/>
              <a:ext cx="1600200" cy="1600200"/>
              <a:chOff x="2307593" y="905612"/>
              <a:chExt cx="1530220" cy="1504560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81913C8C-515B-CA0B-B116-58E95FF6098B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: Diagonal Corners Snipped 239">
                <a:extLst>
                  <a:ext uri="{FF2B5EF4-FFF2-40B4-BE49-F238E27FC236}">
                    <a16:creationId xmlns:a16="http://schemas.microsoft.com/office/drawing/2014/main" id="{6D7BB57F-7429-273F-AEF6-BDA95C6C0863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C68FA51-16A0-6C57-0C2B-FCE1B9D960A7}"/>
              </a:ext>
            </a:extLst>
          </p:cNvPr>
          <p:cNvGrpSpPr/>
          <p:nvPr/>
        </p:nvGrpSpPr>
        <p:grpSpPr>
          <a:xfrm>
            <a:off x="188462" y="5692384"/>
            <a:ext cx="1033272" cy="1033272"/>
            <a:chOff x="2859428" y="5107157"/>
            <a:chExt cx="1600200" cy="1600200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7E3600D8-6A15-2C2B-62FC-1C43D8B76974}"/>
                </a:ext>
              </a:extLst>
            </p:cNvPr>
            <p:cNvGrpSpPr/>
            <p:nvPr/>
          </p:nvGrpSpPr>
          <p:grpSpPr>
            <a:xfrm>
              <a:off x="2859428" y="5107157"/>
              <a:ext cx="1600200" cy="1600200"/>
              <a:chOff x="2307593" y="905612"/>
              <a:chExt cx="1530220" cy="150456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90E3B9A3-5E6F-608E-FFFE-DF2033F9A317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: Diagonal Corners Snipped 190">
                <a:extLst>
                  <a:ext uri="{FF2B5EF4-FFF2-40B4-BE49-F238E27FC236}">
                    <a16:creationId xmlns:a16="http://schemas.microsoft.com/office/drawing/2014/main" id="{9619D1D2-26F7-73CC-9CFA-FE2BB70A0362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42" name="Picture 6" descr="Chess, knight, game icon - Download on Iconfinder">
              <a:extLst>
                <a:ext uri="{FF2B5EF4-FFF2-40B4-BE49-F238E27FC236}">
                  <a16:creationId xmlns:a16="http://schemas.microsoft.com/office/drawing/2014/main" id="{05C1A4AA-E185-3B93-7881-1AFF43819D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3641758" y="5779458"/>
              <a:ext cx="484278" cy="694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C7B1EA6B-E82F-6844-2051-1FEBEF9B7CA5}"/>
                </a:ext>
              </a:extLst>
            </p:cNvPr>
            <p:cNvGrpSpPr/>
            <p:nvPr/>
          </p:nvGrpSpPr>
          <p:grpSpPr>
            <a:xfrm>
              <a:off x="3264851" y="5421793"/>
              <a:ext cx="344719" cy="1051797"/>
              <a:chOff x="7361185" y="4809626"/>
              <a:chExt cx="398902" cy="1217116"/>
            </a:xfrm>
          </p:grpSpPr>
          <p:pic>
            <p:nvPicPr>
              <p:cNvPr id="246" name="Picture 245">
                <a:extLst>
                  <a:ext uri="{FF2B5EF4-FFF2-40B4-BE49-F238E27FC236}">
                    <a16:creationId xmlns:a16="http://schemas.microsoft.com/office/drawing/2014/main" id="{48071613-AD4E-E9E9-D672-5207B14226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04003" y="4809626"/>
                <a:ext cx="320529" cy="507230"/>
              </a:xfrm>
              <a:prstGeom prst="rect">
                <a:avLst/>
              </a:prstGeom>
            </p:spPr>
          </p:pic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ED42873F-A953-C9E7-46CA-7BD8982DA8F3}"/>
                  </a:ext>
                </a:extLst>
              </p:cNvPr>
              <p:cNvGrpSpPr/>
              <p:nvPr/>
            </p:nvGrpSpPr>
            <p:grpSpPr>
              <a:xfrm>
                <a:off x="7361185" y="5174354"/>
                <a:ext cx="398902" cy="852388"/>
                <a:chOff x="6692560" y="3829846"/>
                <a:chExt cx="1238760" cy="2647025"/>
              </a:xfrm>
            </p:grpSpPr>
            <p:sp>
              <p:nvSpPr>
                <p:cNvPr id="248" name="Block Arc 247">
                  <a:extLst>
                    <a:ext uri="{FF2B5EF4-FFF2-40B4-BE49-F238E27FC236}">
                      <a16:creationId xmlns:a16="http://schemas.microsoft.com/office/drawing/2014/main" id="{B11A3C5C-FA56-5D58-31B8-F9E02E4FF44E}"/>
                    </a:ext>
                  </a:extLst>
                </p:cNvPr>
                <p:cNvSpPr/>
                <p:nvPr/>
              </p:nvSpPr>
              <p:spPr>
                <a:xfrm rot="10800000">
                  <a:off x="6692560" y="3829846"/>
                  <a:ext cx="1238760" cy="883696"/>
                </a:xfrm>
                <a:prstGeom prst="blockArc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4B2A7F9F-D15C-DB54-E8C6-B27CD6ED65FC}"/>
                    </a:ext>
                  </a:extLst>
                </p:cNvPr>
                <p:cNvSpPr/>
                <p:nvPr/>
              </p:nvSpPr>
              <p:spPr>
                <a:xfrm>
                  <a:off x="7128944" y="4639445"/>
                  <a:ext cx="365990" cy="183742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B987D23-BC91-6B2A-E55E-C95E4261FA48}"/>
              </a:ext>
            </a:extLst>
          </p:cNvPr>
          <p:cNvGrpSpPr/>
          <p:nvPr/>
        </p:nvGrpSpPr>
        <p:grpSpPr>
          <a:xfrm>
            <a:off x="1339206" y="5710427"/>
            <a:ext cx="1033272" cy="1033272"/>
            <a:chOff x="4580168" y="5103156"/>
            <a:chExt cx="1600200" cy="1600200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22D3BEF-52B3-C95B-9B0E-EEA538D7AEC7}"/>
                </a:ext>
              </a:extLst>
            </p:cNvPr>
            <p:cNvGrpSpPr/>
            <p:nvPr/>
          </p:nvGrpSpPr>
          <p:grpSpPr>
            <a:xfrm>
              <a:off x="4580168" y="5103156"/>
              <a:ext cx="1600200" cy="1600200"/>
              <a:chOff x="2307593" y="905612"/>
              <a:chExt cx="1530220" cy="1504560"/>
            </a:xfrm>
          </p:grpSpPr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E8A0882B-2DC5-43D4-1B62-7DDDB669B235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: Diagonal Corners Snipped 211">
                <a:extLst>
                  <a:ext uri="{FF2B5EF4-FFF2-40B4-BE49-F238E27FC236}">
                    <a16:creationId xmlns:a16="http://schemas.microsoft.com/office/drawing/2014/main" id="{E50E0964-D63F-3F63-3339-16DF6448E5F6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43" name="Picture 6" descr="Chess, knight, game icon - Download on Iconfinder">
              <a:extLst>
                <a:ext uri="{FF2B5EF4-FFF2-40B4-BE49-F238E27FC236}">
                  <a16:creationId xmlns:a16="http://schemas.microsoft.com/office/drawing/2014/main" id="{009C1175-E64B-9E75-7BF6-30A3E4C7E1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5355260" y="5793183"/>
              <a:ext cx="484278" cy="694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5E16F40C-9B87-CE5F-2A77-0021FDC28429}"/>
                </a:ext>
              </a:extLst>
            </p:cNvPr>
            <p:cNvGrpSpPr/>
            <p:nvPr/>
          </p:nvGrpSpPr>
          <p:grpSpPr>
            <a:xfrm>
              <a:off x="5005138" y="5437966"/>
              <a:ext cx="350122" cy="1049349"/>
              <a:chOff x="5919230" y="5181444"/>
              <a:chExt cx="403733" cy="1210026"/>
            </a:xfrm>
          </p:grpSpPr>
          <p:pic>
            <p:nvPicPr>
              <p:cNvPr id="251" name="Picture 250">
                <a:extLst>
                  <a:ext uri="{FF2B5EF4-FFF2-40B4-BE49-F238E27FC236}">
                    <a16:creationId xmlns:a16="http://schemas.microsoft.com/office/drawing/2014/main" id="{66F915C0-8392-FCE4-AF9F-A8318285B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20294" y="5181444"/>
                <a:ext cx="402669" cy="507230"/>
              </a:xfrm>
              <a:prstGeom prst="rect">
                <a:avLst/>
              </a:prstGeom>
            </p:spPr>
          </p:pic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C8DCC9B3-FE25-A45E-3933-0F5468386867}"/>
                  </a:ext>
                </a:extLst>
              </p:cNvPr>
              <p:cNvGrpSpPr/>
              <p:nvPr/>
            </p:nvGrpSpPr>
            <p:grpSpPr>
              <a:xfrm>
                <a:off x="5919230" y="5539082"/>
                <a:ext cx="398902" cy="852388"/>
                <a:chOff x="6692560" y="3829846"/>
                <a:chExt cx="1238760" cy="2647025"/>
              </a:xfrm>
            </p:grpSpPr>
            <p:sp>
              <p:nvSpPr>
                <p:cNvPr id="253" name="Block Arc 252">
                  <a:extLst>
                    <a:ext uri="{FF2B5EF4-FFF2-40B4-BE49-F238E27FC236}">
                      <a16:creationId xmlns:a16="http://schemas.microsoft.com/office/drawing/2014/main" id="{34603EB0-CC33-51FB-330F-C2C51EBF47DB}"/>
                    </a:ext>
                  </a:extLst>
                </p:cNvPr>
                <p:cNvSpPr/>
                <p:nvPr/>
              </p:nvSpPr>
              <p:spPr>
                <a:xfrm rot="10800000">
                  <a:off x="6692560" y="3829846"/>
                  <a:ext cx="1238760" cy="883696"/>
                </a:xfrm>
                <a:prstGeom prst="blockArc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57D2DFC6-3DB1-3C0F-D9EF-07A9F9660069}"/>
                    </a:ext>
                  </a:extLst>
                </p:cNvPr>
                <p:cNvSpPr/>
                <p:nvPr/>
              </p:nvSpPr>
              <p:spPr>
                <a:xfrm>
                  <a:off x="7128944" y="4639445"/>
                  <a:ext cx="365990" cy="183742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A58E69D9-CAB6-B102-211F-3D8F14A8C097}"/>
              </a:ext>
            </a:extLst>
          </p:cNvPr>
          <p:cNvGrpSpPr/>
          <p:nvPr/>
        </p:nvGrpSpPr>
        <p:grpSpPr>
          <a:xfrm>
            <a:off x="2528717" y="5710427"/>
            <a:ext cx="1033272" cy="1033272"/>
            <a:chOff x="6324625" y="5103156"/>
            <a:chExt cx="1600200" cy="1600200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6797C1CE-6AE8-C5A6-96C9-CAA5D4703A6E}"/>
                </a:ext>
              </a:extLst>
            </p:cNvPr>
            <p:cNvGrpSpPr/>
            <p:nvPr/>
          </p:nvGrpSpPr>
          <p:grpSpPr>
            <a:xfrm>
              <a:off x="6324625" y="5103156"/>
              <a:ext cx="1600200" cy="1600200"/>
              <a:chOff x="2307593" y="905612"/>
              <a:chExt cx="1530220" cy="1504560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E24393CC-4AF5-1A64-705B-0BEEE3B73814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: Diagonal Corners Snipped 227">
                <a:extLst>
                  <a:ext uri="{FF2B5EF4-FFF2-40B4-BE49-F238E27FC236}">
                    <a16:creationId xmlns:a16="http://schemas.microsoft.com/office/drawing/2014/main" id="{AA67EB78-C1AB-4DFE-9684-7AA72C9CF41A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44" name="Picture 6" descr="Chess, knight, game icon - Download on Iconfinder">
              <a:extLst>
                <a:ext uri="{FF2B5EF4-FFF2-40B4-BE49-F238E27FC236}">
                  <a16:creationId xmlns:a16="http://schemas.microsoft.com/office/drawing/2014/main" id="{83390501-5FA3-F8B6-D306-92252C7744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7087510" y="5793183"/>
              <a:ext cx="484278" cy="694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DDA51754-9426-DE3E-7A9A-655F6A6DC643}"/>
                </a:ext>
              </a:extLst>
            </p:cNvPr>
            <p:cNvGrpSpPr/>
            <p:nvPr/>
          </p:nvGrpSpPr>
          <p:grpSpPr>
            <a:xfrm>
              <a:off x="6763708" y="5384433"/>
              <a:ext cx="385123" cy="1150469"/>
              <a:chOff x="4299043" y="5144463"/>
              <a:chExt cx="429889" cy="1284198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CFE3E3BA-3A7F-CE56-31B9-0A2C546ADE08}"/>
                  </a:ext>
                </a:extLst>
              </p:cNvPr>
              <p:cNvGrpSpPr/>
              <p:nvPr/>
            </p:nvGrpSpPr>
            <p:grpSpPr>
              <a:xfrm>
                <a:off x="4314538" y="5576273"/>
                <a:ext cx="398902" cy="852388"/>
                <a:chOff x="6692560" y="3829846"/>
                <a:chExt cx="1238760" cy="2647025"/>
              </a:xfrm>
            </p:grpSpPr>
            <p:sp>
              <p:nvSpPr>
                <p:cNvPr id="266" name="Block Arc 265">
                  <a:extLst>
                    <a:ext uri="{FF2B5EF4-FFF2-40B4-BE49-F238E27FC236}">
                      <a16:creationId xmlns:a16="http://schemas.microsoft.com/office/drawing/2014/main" id="{1C6D7311-683E-AE43-5EE6-0060BA7CBFBA}"/>
                    </a:ext>
                  </a:extLst>
                </p:cNvPr>
                <p:cNvSpPr/>
                <p:nvPr/>
              </p:nvSpPr>
              <p:spPr>
                <a:xfrm rot="10800000">
                  <a:off x="6692560" y="3829846"/>
                  <a:ext cx="1238760" cy="883696"/>
                </a:xfrm>
                <a:prstGeom prst="blockArc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7" name="Rectangle 266">
                  <a:extLst>
                    <a:ext uri="{FF2B5EF4-FFF2-40B4-BE49-F238E27FC236}">
                      <a16:creationId xmlns:a16="http://schemas.microsoft.com/office/drawing/2014/main" id="{DBFCB4DE-BAB6-948E-7E63-425F3A54F9C1}"/>
                    </a:ext>
                  </a:extLst>
                </p:cNvPr>
                <p:cNvSpPr/>
                <p:nvPr/>
              </p:nvSpPr>
              <p:spPr>
                <a:xfrm>
                  <a:off x="7128944" y="4639445"/>
                  <a:ext cx="365990" cy="183742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4E3D6F38-9F40-4D54-D77F-6A656D643673}"/>
                  </a:ext>
                </a:extLst>
              </p:cNvPr>
              <p:cNvGrpSpPr/>
              <p:nvPr/>
            </p:nvGrpSpPr>
            <p:grpSpPr>
              <a:xfrm>
                <a:off x="4299043" y="5144463"/>
                <a:ext cx="429889" cy="532571"/>
                <a:chOff x="9983042" y="4464957"/>
                <a:chExt cx="429889" cy="532571"/>
              </a:xfrm>
            </p:grpSpPr>
            <mc:AlternateContent xmlns:mc="http://schemas.openxmlformats.org/markup-compatibility/2006" xmlns:p14="http://schemas.microsoft.com/office/powerpoint/2010/main" xmlns:aink="http://schemas.microsoft.com/office/drawing/2016/ink">
              <mc:Choice Requires="p14 aink">
                <p:contentPart p14:bwMode="auto" r:id="rId15">
                  <p14:nvContentPartPr>
                    <p14:cNvPr id="258" name="Ink 257">
                      <a:extLst>
                        <a:ext uri="{FF2B5EF4-FFF2-40B4-BE49-F238E27FC236}">
                          <a16:creationId xmlns:a16="http://schemas.microsoft.com/office/drawing/2014/main" id="{1B97A823-4451-3190-8EA6-CE5A1E74B2E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986702" y="4464957"/>
                    <a:ext cx="342921" cy="273820"/>
                  </p14:xfrm>
                </p:contentPart>
              </mc:Choice>
              <mc:Fallback xmlns="">
                <p:pic>
                  <p:nvPicPr>
                    <p:cNvPr id="258" name="Ink 257">
                      <a:extLst>
                        <a:ext uri="{FF2B5EF4-FFF2-40B4-BE49-F238E27FC236}">
                          <a16:creationId xmlns:a16="http://schemas.microsoft.com/office/drawing/2014/main" id="{1B97A823-4451-3190-8EA6-CE5A1E74B2EB}"/>
                        </a:ext>
                      </a:extLst>
                    </p:cNvPr>
                    <p:cNvPicPr/>
                    <p:nvPr/>
                  </p:nvPicPr>
                  <p:blipFill>
                    <a:blip r:embed="rId16"/>
                    <a:stretch>
                      <a:fillRect/>
                    </a:stretch>
                  </p:blipFill>
                  <p:spPr>
                    <a:xfrm>
                      <a:off x="9916431" y="4043387"/>
                      <a:ext cx="483061" cy="1116559"/>
                    </a:xfrm>
                    <a:prstGeom prst="rect">
                      <a:avLst/>
                    </a:prstGeom>
                  </p:spPr>
                </p:pic>
              </mc:Fallback>
            </mc:AlternateContent>
            <p:grpSp>
              <p:nvGrpSpPr>
                <p:cNvPr id="259" name="Group 258">
                  <a:extLst>
                    <a:ext uri="{FF2B5EF4-FFF2-40B4-BE49-F238E27FC236}">
                      <a16:creationId xmlns:a16="http://schemas.microsoft.com/office/drawing/2014/main" id="{EC7F321D-27FF-C196-937E-711C552B4246}"/>
                    </a:ext>
                  </a:extLst>
                </p:cNvPr>
                <p:cNvGrpSpPr/>
                <p:nvPr/>
              </p:nvGrpSpPr>
              <p:grpSpPr>
                <a:xfrm>
                  <a:off x="9983042" y="4558813"/>
                  <a:ext cx="429889" cy="438715"/>
                  <a:chOff x="9983042" y="4558813"/>
                  <a:chExt cx="429889" cy="438715"/>
                </a:xfrm>
              </p:grpSpPr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17">
                    <p14:nvContentPartPr>
                      <p14:cNvPr id="260" name="Ink 259">
                        <a:extLst>
                          <a:ext uri="{FF2B5EF4-FFF2-40B4-BE49-F238E27FC236}">
                            <a16:creationId xmlns:a16="http://schemas.microsoft.com/office/drawing/2014/main" id="{04B9BD76-329B-BED8-DF32-6D3065D4AB7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046761" y="4577542"/>
                      <a:ext cx="366170" cy="112800"/>
                    </p14:xfrm>
                  </p:contentPart>
                </mc:Choice>
                <mc:Fallback xmlns="">
                  <p:pic>
                    <p:nvPicPr>
                      <p:cNvPr id="260" name="Ink 259">
                        <a:extLst>
                          <a:ext uri="{FF2B5EF4-FFF2-40B4-BE49-F238E27FC236}">
                            <a16:creationId xmlns:a16="http://schemas.microsoft.com/office/drawing/2014/main" id="{04B9BD76-329B-BED8-DF32-6D3065D4AB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976498" y="4156047"/>
                        <a:ext cx="506294" cy="95538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19">
                    <p14:nvContentPartPr>
                      <p14:cNvPr id="261" name="Ink 260">
                        <a:extLst>
                          <a:ext uri="{FF2B5EF4-FFF2-40B4-BE49-F238E27FC236}">
                            <a16:creationId xmlns:a16="http://schemas.microsoft.com/office/drawing/2014/main" id="{62D78DAD-E142-4041-67F0-31E379DA4656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218329" y="4581201"/>
                      <a:ext cx="131959" cy="206441"/>
                    </p14:xfrm>
                  </p:contentPart>
                </mc:Choice>
                <mc:Fallback xmlns="">
                  <p:pic>
                    <p:nvPicPr>
                      <p:cNvPr id="261" name="Ink 260">
                        <a:extLst>
                          <a:ext uri="{FF2B5EF4-FFF2-40B4-BE49-F238E27FC236}">
                            <a16:creationId xmlns:a16="http://schemas.microsoft.com/office/drawing/2014/main" id="{62D78DAD-E142-4041-67F0-31E379DA46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148138" y="4159483"/>
                        <a:ext cx="271940" cy="1049475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21">
                    <p14:nvContentPartPr>
                      <p14:cNvPr id="262" name="Ink 261">
                        <a:extLst>
                          <a:ext uri="{FF2B5EF4-FFF2-40B4-BE49-F238E27FC236}">
                            <a16:creationId xmlns:a16="http://schemas.microsoft.com/office/drawing/2014/main" id="{F7DF9476-B81E-3B84-C33B-9072E6D277ED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106175" y="4558813"/>
                      <a:ext cx="117536" cy="377148"/>
                    </p14:xfrm>
                  </p:contentPart>
                </mc:Choice>
                <mc:Fallback xmlns="">
                  <p:pic>
                    <p:nvPicPr>
                      <p:cNvPr id="262" name="Ink 261">
                        <a:extLst>
                          <a:ext uri="{FF2B5EF4-FFF2-40B4-BE49-F238E27FC236}">
                            <a16:creationId xmlns:a16="http://schemas.microsoft.com/office/drawing/2014/main" id="{F7DF9476-B81E-3B84-C33B-9072E6D277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035974" y="4137082"/>
                        <a:ext cx="257536" cy="1220208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23">
                    <p14:nvContentPartPr>
                      <p14:cNvPr id="263" name="Ink 262">
                        <a:extLst>
                          <a:ext uri="{FF2B5EF4-FFF2-40B4-BE49-F238E27FC236}">
                            <a16:creationId xmlns:a16="http://schemas.microsoft.com/office/drawing/2014/main" id="{EA39FFFF-1BB4-30FE-DF3C-E361E213F1A4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016839" y="4822731"/>
                      <a:ext cx="391571" cy="51449"/>
                    </p14:xfrm>
                  </p:contentPart>
                </mc:Choice>
                <mc:Fallback xmlns="">
                  <p:pic>
                    <p:nvPicPr>
                      <p:cNvPr id="263" name="Ink 262">
                        <a:extLst>
                          <a:ext uri="{FF2B5EF4-FFF2-40B4-BE49-F238E27FC236}">
                            <a16:creationId xmlns:a16="http://schemas.microsoft.com/office/drawing/2014/main" id="{EA39FFFF-1BB4-30FE-DF3C-E361E213F1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946557" y="4401090"/>
                        <a:ext cx="531733" cy="895132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25">
                    <p14:nvContentPartPr>
                      <p14:cNvPr id="264" name="Ink 263">
                        <a:extLst>
                          <a:ext uri="{FF2B5EF4-FFF2-40B4-BE49-F238E27FC236}">
                            <a16:creationId xmlns:a16="http://schemas.microsoft.com/office/drawing/2014/main" id="{80793B7A-61BF-D25B-6B29-2C0CEA61582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10222850" y="4738562"/>
                      <a:ext cx="120334" cy="258966"/>
                    </p14:xfrm>
                  </p:contentPart>
                </mc:Choice>
                <mc:Fallback xmlns="">
                  <p:pic>
                    <p:nvPicPr>
                      <p:cNvPr id="264" name="Ink 263">
                        <a:extLst>
                          <a:ext uri="{FF2B5EF4-FFF2-40B4-BE49-F238E27FC236}">
                            <a16:creationId xmlns:a16="http://schemas.microsoft.com/office/drawing/2014/main" id="{80793B7A-61BF-D25B-6B29-2C0CEA6158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152655" y="4316989"/>
                        <a:ext cx="260323" cy="110171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 xmlns:aink="http://schemas.microsoft.com/office/drawing/2016/ink">
                <mc:Choice Requires="p14 aink">
                  <p:contentPart p14:bwMode="auto" r:id="rId27">
                    <p14:nvContentPartPr>
                      <p14:cNvPr id="265" name="Ink 264">
                        <a:extLst>
                          <a:ext uri="{FF2B5EF4-FFF2-40B4-BE49-F238E27FC236}">
                            <a16:creationId xmlns:a16="http://schemas.microsoft.com/office/drawing/2014/main" id="{E259BCFD-D5E8-4047-5832-E14B1778B09A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9983042" y="4895922"/>
                      <a:ext cx="291042" cy="79218"/>
                    </p14:xfrm>
                  </p:contentPart>
                </mc:Choice>
                <mc:Fallback xmlns="">
                  <p:pic>
                    <p:nvPicPr>
                      <p:cNvPr id="265" name="Ink 264">
                        <a:extLst>
                          <a:ext uri="{FF2B5EF4-FFF2-40B4-BE49-F238E27FC236}">
                            <a16:creationId xmlns:a16="http://schemas.microsoft.com/office/drawing/2014/main" id="{E259BCFD-D5E8-4047-5832-E14B1778B0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9912790" y="4475827"/>
                        <a:ext cx="431144" cy="919009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</p:grpSp>
        </p:grp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3F8F5C5B-A80A-711E-DED6-203771345A1A}"/>
              </a:ext>
            </a:extLst>
          </p:cNvPr>
          <p:cNvGrpSpPr/>
          <p:nvPr/>
        </p:nvGrpSpPr>
        <p:grpSpPr>
          <a:xfrm>
            <a:off x="3749268" y="5707101"/>
            <a:ext cx="1033272" cy="1033272"/>
            <a:chOff x="8059638" y="5099830"/>
            <a:chExt cx="1600200" cy="1600200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BBD2A8BB-A134-21C8-00A1-6345480CCBFE}"/>
                </a:ext>
              </a:extLst>
            </p:cNvPr>
            <p:cNvGrpSpPr/>
            <p:nvPr/>
          </p:nvGrpSpPr>
          <p:grpSpPr>
            <a:xfrm>
              <a:off x="8059638" y="5099830"/>
              <a:ext cx="1600200" cy="1600200"/>
              <a:chOff x="2307593" y="905612"/>
              <a:chExt cx="1530220" cy="1504560"/>
            </a:xfrm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8CE145F5-729D-E6B4-621C-500C846B3978}"/>
                  </a:ext>
                </a:extLst>
              </p:cNvPr>
              <p:cNvSpPr/>
              <p:nvPr/>
            </p:nvSpPr>
            <p:spPr>
              <a:xfrm>
                <a:off x="2307593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: Diagonal Corners Snipped 270">
                <a:extLst>
                  <a:ext uri="{FF2B5EF4-FFF2-40B4-BE49-F238E27FC236}">
                    <a16:creationId xmlns:a16="http://schemas.microsoft.com/office/drawing/2014/main" id="{BDBE0C1B-A25D-E54B-BF03-FF016062429F}"/>
                  </a:ext>
                </a:extLst>
              </p:cNvPr>
              <p:cNvSpPr/>
              <p:nvPr/>
            </p:nvSpPr>
            <p:spPr>
              <a:xfrm>
                <a:off x="2519688" y="1149593"/>
                <a:ext cx="1106027" cy="1214139"/>
              </a:xfrm>
              <a:prstGeom prst="snip2DiagRect">
                <a:avLst>
                  <a:gd name="adj1" fmla="val 0"/>
                  <a:gd name="adj2" fmla="val 36530"/>
                </a:avLst>
              </a:prstGeom>
              <a:noFill/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72" name="Picture 6" descr="Chess, knight, game icon - Download on Iconfinder">
              <a:extLst>
                <a:ext uri="{FF2B5EF4-FFF2-40B4-BE49-F238E27FC236}">
                  <a16:creationId xmlns:a16="http://schemas.microsoft.com/office/drawing/2014/main" id="{58EAFAEC-A56B-9827-E042-A4B1B7A7E2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8822523" y="5789857"/>
              <a:ext cx="484278" cy="6941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0254695F-DD90-6252-358D-500FDE6C5C40}"/>
                </a:ext>
              </a:extLst>
            </p:cNvPr>
            <p:cNvGrpSpPr/>
            <p:nvPr/>
          </p:nvGrpSpPr>
          <p:grpSpPr>
            <a:xfrm>
              <a:off x="8512602" y="5767951"/>
              <a:ext cx="357363" cy="763625"/>
              <a:chOff x="6692560" y="3829846"/>
              <a:chExt cx="1238760" cy="2647025"/>
            </a:xfrm>
          </p:grpSpPr>
          <p:sp>
            <p:nvSpPr>
              <p:cNvPr id="284" name="Block Arc 283">
                <a:extLst>
                  <a:ext uri="{FF2B5EF4-FFF2-40B4-BE49-F238E27FC236}">
                    <a16:creationId xmlns:a16="http://schemas.microsoft.com/office/drawing/2014/main" id="{BE97EC80-FBAB-84B2-D4DE-C0A8220B84B7}"/>
                  </a:ext>
                </a:extLst>
              </p:cNvPr>
              <p:cNvSpPr/>
              <p:nvPr/>
            </p:nvSpPr>
            <p:spPr>
              <a:xfrm rot="10800000">
                <a:off x="6692560" y="3829846"/>
                <a:ext cx="1238760" cy="883696"/>
              </a:xfrm>
              <a:prstGeom prst="blockArc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08A3FAFA-3AFD-1CF9-B768-E70B36B1E0C6}"/>
                  </a:ext>
                </a:extLst>
              </p:cNvPr>
              <p:cNvSpPr/>
              <p:nvPr/>
            </p:nvSpPr>
            <p:spPr>
              <a:xfrm>
                <a:off x="7128944" y="4639445"/>
                <a:ext cx="365990" cy="183742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E182DF3F-A3DA-8320-0920-1069F5E53FB5}"/>
                </a:ext>
              </a:extLst>
            </p:cNvPr>
            <p:cNvGrpSpPr/>
            <p:nvPr/>
          </p:nvGrpSpPr>
          <p:grpSpPr>
            <a:xfrm>
              <a:off x="8471718" y="5423847"/>
              <a:ext cx="439130" cy="434225"/>
              <a:chOff x="9814670" y="5409167"/>
              <a:chExt cx="476621" cy="471297"/>
            </a:xfrm>
          </p:grpSpPr>
          <p:sp>
            <p:nvSpPr>
              <p:cNvPr id="286" name="Rectangle: Rounded Corners 285">
                <a:extLst>
                  <a:ext uri="{FF2B5EF4-FFF2-40B4-BE49-F238E27FC236}">
                    <a16:creationId xmlns:a16="http://schemas.microsoft.com/office/drawing/2014/main" id="{80A9091C-AD5A-3D3B-9252-61698E962C76}"/>
                  </a:ext>
                </a:extLst>
              </p:cNvPr>
              <p:cNvSpPr/>
              <p:nvPr/>
            </p:nvSpPr>
            <p:spPr>
              <a:xfrm>
                <a:off x="9814670" y="5641417"/>
                <a:ext cx="231255" cy="239047"/>
              </a:xfrm>
              <a:prstGeom prst="roundRect">
                <a:avLst>
                  <a:gd name="adj" fmla="val 30366"/>
                </a:avLst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: Rounded Corners 286">
                <a:extLst>
                  <a:ext uri="{FF2B5EF4-FFF2-40B4-BE49-F238E27FC236}">
                    <a16:creationId xmlns:a16="http://schemas.microsoft.com/office/drawing/2014/main" id="{BA2ED561-EB24-1017-8CD7-B1243FFFFC67}"/>
                  </a:ext>
                </a:extLst>
              </p:cNvPr>
              <p:cNvSpPr/>
              <p:nvPr/>
            </p:nvSpPr>
            <p:spPr>
              <a:xfrm>
                <a:off x="9870672" y="5409167"/>
                <a:ext cx="231255" cy="239047"/>
              </a:xfrm>
              <a:prstGeom prst="roundRect">
                <a:avLst>
                  <a:gd name="adj" fmla="val 30366"/>
                </a:avLst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Rectangle: Rounded Corners 287">
                <a:extLst>
                  <a:ext uri="{FF2B5EF4-FFF2-40B4-BE49-F238E27FC236}">
                    <a16:creationId xmlns:a16="http://schemas.microsoft.com/office/drawing/2014/main" id="{BA5534E0-E375-8735-CB39-9DFA83DBC93F}"/>
                  </a:ext>
                </a:extLst>
              </p:cNvPr>
              <p:cNvSpPr/>
              <p:nvPr/>
            </p:nvSpPr>
            <p:spPr>
              <a:xfrm>
                <a:off x="9985985" y="5500036"/>
                <a:ext cx="231255" cy="239047"/>
              </a:xfrm>
              <a:prstGeom prst="roundRect">
                <a:avLst>
                  <a:gd name="adj" fmla="val 30366"/>
                </a:avLst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: Rounded Corners 288">
                <a:extLst>
                  <a:ext uri="{FF2B5EF4-FFF2-40B4-BE49-F238E27FC236}">
                    <a16:creationId xmlns:a16="http://schemas.microsoft.com/office/drawing/2014/main" id="{4EBCBC50-3770-89BA-4564-4CCFAAEBA773}"/>
                  </a:ext>
                </a:extLst>
              </p:cNvPr>
              <p:cNvSpPr/>
              <p:nvPr/>
            </p:nvSpPr>
            <p:spPr>
              <a:xfrm>
                <a:off x="10060036" y="5631758"/>
                <a:ext cx="231255" cy="239047"/>
              </a:xfrm>
              <a:prstGeom prst="roundRect">
                <a:avLst>
                  <a:gd name="adj" fmla="val 30366"/>
                </a:avLst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900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68B64-A440-4586-873A-2C018D9A54B1}"/>
              </a:ext>
            </a:extLst>
          </p:cNvPr>
          <p:cNvSpPr txBox="1"/>
          <p:nvPr/>
        </p:nvSpPr>
        <p:spPr>
          <a:xfrm>
            <a:off x="188462" y="114301"/>
            <a:ext cx="1181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Dimwoods</a:t>
            </a:r>
            <a:endParaRPr lang="en-US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6CF029E-87C0-601A-2959-AC8B9EB5A903}"/>
              </a:ext>
            </a:extLst>
          </p:cNvPr>
          <p:cNvGrpSpPr/>
          <p:nvPr/>
        </p:nvGrpSpPr>
        <p:grpSpPr>
          <a:xfrm>
            <a:off x="8368348" y="557560"/>
            <a:ext cx="1042416" cy="1024128"/>
            <a:chOff x="7510982" y="905612"/>
            <a:chExt cx="1530220" cy="1504560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93A3407-9AB8-46F8-A1DD-3D52F4AF752D}"/>
                </a:ext>
              </a:extLst>
            </p:cNvPr>
            <p:cNvGrpSpPr/>
            <p:nvPr/>
          </p:nvGrpSpPr>
          <p:grpSpPr>
            <a:xfrm>
              <a:off x="7785498" y="1295721"/>
              <a:ext cx="1032257" cy="1031680"/>
              <a:chOff x="7785498" y="1295721"/>
              <a:chExt cx="1032257" cy="1031680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27CB458-9343-4653-AA17-183B47D793FC}"/>
                  </a:ext>
                </a:extLst>
              </p:cNvPr>
              <p:cNvGrpSpPr/>
              <p:nvPr/>
            </p:nvGrpSpPr>
            <p:grpSpPr>
              <a:xfrm>
                <a:off x="7785498" y="1295721"/>
                <a:ext cx="224894" cy="458529"/>
                <a:chOff x="1671579" y="3879426"/>
                <a:chExt cx="609600" cy="896782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48A568DB-8D87-4C4E-A330-9B47BD5A5D30}"/>
                    </a:ext>
                  </a:extLst>
                </p:cNvPr>
                <p:cNvSpPr/>
                <p:nvPr/>
              </p:nvSpPr>
              <p:spPr>
                <a:xfrm rot="2311362">
                  <a:off x="1817486" y="3879426"/>
                  <a:ext cx="132212" cy="31143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3BEB9838-ABB0-4514-B995-B5F9DED8ED2D}"/>
                    </a:ext>
                  </a:extLst>
                </p:cNvPr>
                <p:cNvSpPr/>
                <p:nvPr/>
              </p:nvSpPr>
              <p:spPr>
                <a:xfrm rot="19763709">
                  <a:off x="1792679" y="4464272"/>
                  <a:ext cx="126736" cy="31193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Arrow: Right 69">
                  <a:extLst>
                    <a:ext uri="{FF2B5EF4-FFF2-40B4-BE49-F238E27FC236}">
                      <a16:creationId xmlns:a16="http://schemas.microsoft.com/office/drawing/2014/main" id="{EE069AC4-4DD3-4C5B-AF84-52A91E3D5655}"/>
                    </a:ext>
                  </a:extLst>
                </p:cNvPr>
                <p:cNvSpPr/>
                <p:nvPr/>
              </p:nvSpPr>
              <p:spPr>
                <a:xfrm rot="10800000">
                  <a:off x="1671579" y="4268791"/>
                  <a:ext cx="609600" cy="114300"/>
                </a:xfrm>
                <a:prstGeom prst="rightArrow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503DDC9-0A72-45C6-BB39-0BDCC2D0880B}"/>
                  </a:ext>
                </a:extLst>
              </p:cNvPr>
              <p:cNvGrpSpPr/>
              <p:nvPr/>
            </p:nvGrpSpPr>
            <p:grpSpPr>
              <a:xfrm>
                <a:off x="8027533" y="1417306"/>
                <a:ext cx="790222" cy="910095"/>
                <a:chOff x="4336171" y="5052482"/>
                <a:chExt cx="790222" cy="910095"/>
              </a:xfrm>
            </p:grpSpPr>
            <p:pic>
              <p:nvPicPr>
                <p:cNvPr id="55" name="Picture 6" descr="Bow Arrow Png 50929 | UPSTORE - ClipArt Best - ClipArt Best">
                  <a:extLst>
                    <a:ext uri="{FF2B5EF4-FFF2-40B4-BE49-F238E27FC236}">
                      <a16:creationId xmlns:a16="http://schemas.microsoft.com/office/drawing/2014/main" id="{CB3C43D7-6DEF-41E9-9CF3-01DF164E92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37" t="6997" r="18766" b="10600"/>
                <a:stretch/>
              </p:blipFill>
              <p:spPr bwMode="auto">
                <a:xfrm>
                  <a:off x="4704274" y="5235122"/>
                  <a:ext cx="422119" cy="7274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D9F364BE-64F0-488C-A3DB-B391646B96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36171" y="5052482"/>
                  <a:ext cx="368103" cy="6171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7E50526-039C-4E3F-B938-804D47D169BD}"/>
                </a:ext>
              </a:extLst>
            </p:cNvPr>
            <p:cNvGrpSpPr/>
            <p:nvPr/>
          </p:nvGrpSpPr>
          <p:grpSpPr>
            <a:xfrm>
              <a:off x="7510982" y="905612"/>
              <a:ext cx="1530220" cy="1504560"/>
              <a:chOff x="516782" y="905612"/>
              <a:chExt cx="1530220" cy="150456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99B2617-3C1D-4396-91B2-976B412E0B1C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Wave 18">
                <a:extLst>
                  <a:ext uri="{FF2B5EF4-FFF2-40B4-BE49-F238E27FC236}">
                    <a16:creationId xmlns:a16="http://schemas.microsoft.com/office/drawing/2014/main" id="{DBE0BAB5-3B92-4A6F-B968-22F035954E9E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CAD9B0A-11F3-4F8F-9F5E-53E165597B6D}"/>
              </a:ext>
            </a:extLst>
          </p:cNvPr>
          <p:cNvGrpSpPr/>
          <p:nvPr/>
        </p:nvGrpSpPr>
        <p:grpSpPr>
          <a:xfrm>
            <a:off x="10753032" y="557560"/>
            <a:ext cx="1042416" cy="1024128"/>
            <a:chOff x="9259532" y="905612"/>
            <a:chExt cx="1530220" cy="150456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EBF910C-A5F4-42C6-A1B3-3ECD318DE684}"/>
                </a:ext>
              </a:extLst>
            </p:cNvPr>
            <p:cNvGrpSpPr/>
            <p:nvPr/>
          </p:nvGrpSpPr>
          <p:grpSpPr>
            <a:xfrm>
              <a:off x="9526786" y="1303522"/>
              <a:ext cx="1057780" cy="1019709"/>
              <a:chOff x="9526786" y="1303522"/>
              <a:chExt cx="1057780" cy="1019709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EFC14780-D566-4105-94DC-B61A02662B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26786" y="1303522"/>
                <a:ext cx="218634" cy="346258"/>
              </a:xfrm>
              <a:prstGeom prst="rect">
                <a:avLst/>
              </a:prstGeom>
            </p:spPr>
          </p:pic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4482C53A-0405-42B9-9E3A-D4C91CA5410F}"/>
                  </a:ext>
                </a:extLst>
              </p:cNvPr>
              <p:cNvGrpSpPr/>
              <p:nvPr/>
            </p:nvGrpSpPr>
            <p:grpSpPr>
              <a:xfrm>
                <a:off x="9794344" y="1413136"/>
                <a:ext cx="790222" cy="910095"/>
                <a:chOff x="4336171" y="5052482"/>
                <a:chExt cx="790222" cy="910095"/>
              </a:xfrm>
            </p:grpSpPr>
            <p:pic>
              <p:nvPicPr>
                <p:cNvPr id="65" name="Picture 6" descr="Bow Arrow Png 50929 | UPSTORE - ClipArt Best - ClipArt Best">
                  <a:extLst>
                    <a:ext uri="{FF2B5EF4-FFF2-40B4-BE49-F238E27FC236}">
                      <a16:creationId xmlns:a16="http://schemas.microsoft.com/office/drawing/2014/main" id="{DB809AC8-5F2A-4550-9BC9-AF456C9D45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37" t="6997" r="18766" b="10600"/>
                <a:stretch/>
              </p:blipFill>
              <p:spPr bwMode="auto">
                <a:xfrm>
                  <a:off x="4704274" y="5235122"/>
                  <a:ext cx="422119" cy="7274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6" name="Picture 65">
                  <a:extLst>
                    <a:ext uri="{FF2B5EF4-FFF2-40B4-BE49-F238E27FC236}">
                      <a16:creationId xmlns:a16="http://schemas.microsoft.com/office/drawing/2014/main" id="{EDEE3D23-0651-4FC6-9AF2-766946FC28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36171" y="5052482"/>
                  <a:ext cx="368103" cy="61717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E987376-0FF5-4B65-925E-1988B86BA66F}"/>
                </a:ext>
              </a:extLst>
            </p:cNvPr>
            <p:cNvGrpSpPr/>
            <p:nvPr/>
          </p:nvGrpSpPr>
          <p:grpSpPr>
            <a:xfrm>
              <a:off x="9259532" y="905612"/>
              <a:ext cx="1530220" cy="1504560"/>
              <a:chOff x="516782" y="905612"/>
              <a:chExt cx="1530220" cy="150456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931B5E4-CB38-4171-8210-3A4D014C64C9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Wave 21">
                <a:extLst>
                  <a:ext uri="{FF2B5EF4-FFF2-40B4-BE49-F238E27FC236}">
                    <a16:creationId xmlns:a16="http://schemas.microsoft.com/office/drawing/2014/main" id="{DF6E50B0-7350-4DC9-A4DC-A3F62CA33C0E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8298384-E5C3-451F-BD03-DA651C0A5E6E}"/>
              </a:ext>
            </a:extLst>
          </p:cNvPr>
          <p:cNvGrpSpPr/>
          <p:nvPr/>
        </p:nvGrpSpPr>
        <p:grpSpPr>
          <a:xfrm>
            <a:off x="38386" y="1733437"/>
            <a:ext cx="1042416" cy="1024128"/>
            <a:chOff x="516782" y="2676720"/>
            <a:chExt cx="1530220" cy="1504560"/>
          </a:xfrm>
        </p:grpSpPr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B9CC2A7-5D31-447C-AE74-A97628B06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09512">
              <a:off x="861746" y="3173824"/>
              <a:ext cx="840292" cy="844536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E6EA34E-52DA-4FA7-8F7F-544AE39543BA}"/>
                </a:ext>
              </a:extLst>
            </p:cNvPr>
            <p:cNvGrpSpPr/>
            <p:nvPr/>
          </p:nvGrpSpPr>
          <p:grpSpPr>
            <a:xfrm>
              <a:off x="516782" y="2676720"/>
              <a:ext cx="1530220" cy="1504560"/>
              <a:chOff x="516782" y="905612"/>
              <a:chExt cx="1530220" cy="15045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20A4C9-C26E-471E-8848-FAC84822D77D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Wave 24">
                <a:extLst>
                  <a:ext uri="{FF2B5EF4-FFF2-40B4-BE49-F238E27FC236}">
                    <a16:creationId xmlns:a16="http://schemas.microsoft.com/office/drawing/2014/main" id="{1752D5F5-16E6-4357-88D2-D8747F65991B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088058-4A7D-4197-8E60-BACB8FCB9BF9}"/>
              </a:ext>
            </a:extLst>
          </p:cNvPr>
          <p:cNvGrpSpPr/>
          <p:nvPr/>
        </p:nvGrpSpPr>
        <p:grpSpPr>
          <a:xfrm>
            <a:off x="1251358" y="552446"/>
            <a:ext cx="1042416" cy="1024128"/>
            <a:chOff x="2265332" y="905612"/>
            <a:chExt cx="1530220" cy="150456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9C8909-6C6B-495A-8C46-F633F8D429EB}"/>
                </a:ext>
              </a:extLst>
            </p:cNvPr>
            <p:cNvGrpSpPr/>
            <p:nvPr/>
          </p:nvGrpSpPr>
          <p:grpSpPr>
            <a:xfrm>
              <a:off x="2265332" y="905612"/>
              <a:ext cx="1530220" cy="1504560"/>
              <a:chOff x="516782" y="905612"/>
              <a:chExt cx="1530220" cy="150456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24FA7E-83EC-4EE3-B208-5EA29EE7D572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Wave 9">
                <a:extLst>
                  <a:ext uri="{FF2B5EF4-FFF2-40B4-BE49-F238E27FC236}">
                    <a16:creationId xmlns:a16="http://schemas.microsoft.com/office/drawing/2014/main" id="{C9466D9E-3FFF-4DCF-A715-3D99542C1BF3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8E4D359-C3B8-4D50-89CF-6B5B42B6D5E6}"/>
                </a:ext>
              </a:extLst>
            </p:cNvPr>
            <p:cNvGrpSpPr/>
            <p:nvPr/>
          </p:nvGrpSpPr>
          <p:grpSpPr>
            <a:xfrm rot="365845">
              <a:off x="2800851" y="1258948"/>
              <a:ext cx="581947" cy="903393"/>
              <a:chOff x="2783265" y="1230283"/>
              <a:chExt cx="581947" cy="903393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140EC468-F243-46F4-96AF-C92457D0F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24077" y="1467096"/>
                <a:ext cx="441135" cy="584091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9D502434-2D0E-456A-AF7C-4D53D1788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0309845" flipH="1">
                <a:off x="2783265" y="1230283"/>
                <a:ext cx="84554" cy="903393"/>
              </a:xfrm>
              <a:prstGeom prst="rect">
                <a:avLst/>
              </a:prstGeom>
            </p:spPr>
          </p:pic>
        </p:grp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1CA8E32-8336-27E7-E2E0-AB4768F13E53}"/>
              </a:ext>
            </a:extLst>
          </p:cNvPr>
          <p:cNvGrpSpPr/>
          <p:nvPr/>
        </p:nvGrpSpPr>
        <p:grpSpPr>
          <a:xfrm>
            <a:off x="2424480" y="552446"/>
            <a:ext cx="1042416" cy="1024128"/>
            <a:chOff x="4013882" y="905612"/>
            <a:chExt cx="1530220" cy="15045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C1DA88-3D9E-41A1-ACEF-502ED9E212B4}"/>
                </a:ext>
              </a:extLst>
            </p:cNvPr>
            <p:cNvGrpSpPr/>
            <p:nvPr/>
          </p:nvGrpSpPr>
          <p:grpSpPr>
            <a:xfrm>
              <a:off x="4013882" y="905612"/>
              <a:ext cx="1530220" cy="1504560"/>
              <a:chOff x="516782" y="905612"/>
              <a:chExt cx="1530220" cy="150456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D1A1861-F8E9-4C56-8FDD-137BEE3D3081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Wave 12">
                <a:extLst>
                  <a:ext uri="{FF2B5EF4-FFF2-40B4-BE49-F238E27FC236}">
                    <a16:creationId xmlns:a16="http://schemas.microsoft.com/office/drawing/2014/main" id="{D0E1AB78-1DE4-44DF-BF6D-71C5C3C06B65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B3AA3D2-78EA-477F-BB78-8C8BC959C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18182">
              <a:off x="4460433" y="1432035"/>
              <a:ext cx="652055" cy="617171"/>
            </a:xfrm>
            <a:prstGeom prst="rect">
              <a:avLst/>
            </a:prstGeom>
          </p:spPr>
        </p:pic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E4F944D-FF5A-8E7A-0490-84853338BFBA}"/>
              </a:ext>
            </a:extLst>
          </p:cNvPr>
          <p:cNvGrpSpPr/>
          <p:nvPr/>
        </p:nvGrpSpPr>
        <p:grpSpPr>
          <a:xfrm>
            <a:off x="9553643" y="557560"/>
            <a:ext cx="1042416" cy="1024128"/>
            <a:chOff x="5762432" y="905612"/>
            <a:chExt cx="1530220" cy="1504560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65D0CFA8-969B-4A4A-A080-DB11DF70591B}"/>
                </a:ext>
              </a:extLst>
            </p:cNvPr>
            <p:cNvGrpSpPr/>
            <p:nvPr/>
          </p:nvGrpSpPr>
          <p:grpSpPr>
            <a:xfrm>
              <a:off x="6035574" y="1239332"/>
              <a:ext cx="1020651" cy="1083899"/>
              <a:chOff x="7778607" y="5522158"/>
              <a:chExt cx="1020651" cy="1083899"/>
            </a:xfrm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3F19C9B4-602E-4B35-A755-919E73AED95E}"/>
                  </a:ext>
                </a:extLst>
              </p:cNvPr>
              <p:cNvGrpSpPr/>
              <p:nvPr/>
            </p:nvGrpSpPr>
            <p:grpSpPr>
              <a:xfrm>
                <a:off x="8009036" y="5695962"/>
                <a:ext cx="790222" cy="910095"/>
                <a:chOff x="4336171" y="5052482"/>
                <a:chExt cx="790222" cy="910095"/>
              </a:xfrm>
            </p:grpSpPr>
            <p:pic>
              <p:nvPicPr>
                <p:cNvPr id="147" name="Picture 6" descr="Bow Arrow Png 50929 | UPSTORE - ClipArt Best - ClipArt Best">
                  <a:extLst>
                    <a:ext uri="{FF2B5EF4-FFF2-40B4-BE49-F238E27FC236}">
                      <a16:creationId xmlns:a16="http://schemas.microsoft.com/office/drawing/2014/main" id="{1A9F4705-3132-4090-8910-CEAD553DA41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9137" t="6997" r="18766" b="10600"/>
                <a:stretch/>
              </p:blipFill>
              <p:spPr bwMode="auto">
                <a:xfrm>
                  <a:off x="4704274" y="5235122"/>
                  <a:ext cx="422119" cy="72745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BA0D8A06-EA6B-4F83-B690-628AF0D594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36171" y="5052482"/>
                  <a:ext cx="368103" cy="617171"/>
                </a:xfrm>
                <a:prstGeom prst="rect">
                  <a:avLst/>
                </a:prstGeom>
              </p:spPr>
            </p:pic>
          </p:grpSp>
          <p:pic>
            <p:nvPicPr>
              <p:cNvPr id="146" name="Picture 145" descr="Shape&#10;&#10;Description automatically generated">
                <a:extLst>
                  <a:ext uri="{FF2B5EF4-FFF2-40B4-BE49-F238E27FC236}">
                    <a16:creationId xmlns:a16="http://schemas.microsoft.com/office/drawing/2014/main" id="{13D9FFEF-154B-4836-8228-6715B91FAA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8607" y="5522158"/>
                <a:ext cx="262768" cy="326052"/>
              </a:xfrm>
              <a:prstGeom prst="rect">
                <a:avLst/>
              </a:prstGeom>
            </p:spPr>
          </p:pic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5580C30-D949-4B03-8339-C613812A7ECB}"/>
                </a:ext>
              </a:extLst>
            </p:cNvPr>
            <p:cNvGrpSpPr/>
            <p:nvPr/>
          </p:nvGrpSpPr>
          <p:grpSpPr>
            <a:xfrm>
              <a:off x="5762432" y="905612"/>
              <a:ext cx="1530220" cy="1504560"/>
              <a:chOff x="516782" y="905612"/>
              <a:chExt cx="1530220" cy="150456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298BAC6-9E70-46B3-9F36-A3426A74CF37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Wave 15">
                <a:extLst>
                  <a:ext uri="{FF2B5EF4-FFF2-40B4-BE49-F238E27FC236}">
                    <a16:creationId xmlns:a16="http://schemas.microsoft.com/office/drawing/2014/main" id="{E87B33DD-44C8-4274-86E7-5AC7D7FA6624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42325284-D80D-87AB-BC77-76760D5A9A64}"/>
              </a:ext>
            </a:extLst>
          </p:cNvPr>
          <p:cNvGrpSpPr/>
          <p:nvPr/>
        </p:nvGrpSpPr>
        <p:grpSpPr>
          <a:xfrm>
            <a:off x="176929" y="5719571"/>
            <a:ext cx="1042416" cy="1024128"/>
            <a:chOff x="2265332" y="2676720"/>
            <a:chExt cx="1530220" cy="150456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199A3C7-3CA7-431A-954E-06489406F458}"/>
                </a:ext>
              </a:extLst>
            </p:cNvPr>
            <p:cNvGrpSpPr/>
            <p:nvPr/>
          </p:nvGrpSpPr>
          <p:grpSpPr>
            <a:xfrm>
              <a:off x="2265332" y="2676720"/>
              <a:ext cx="1530220" cy="1504560"/>
              <a:chOff x="516782" y="905612"/>
              <a:chExt cx="1530220" cy="150456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2073451-0AD3-41CD-B111-FF8556DCF1FC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Wave 27">
                <a:extLst>
                  <a:ext uri="{FF2B5EF4-FFF2-40B4-BE49-F238E27FC236}">
                    <a16:creationId xmlns:a16="http://schemas.microsoft.com/office/drawing/2014/main" id="{2562BFAB-009E-4052-B786-4D2EBD51A142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E82492D-D10C-4348-99C9-2441744EDD55}"/>
                </a:ext>
              </a:extLst>
            </p:cNvPr>
            <p:cNvGrpSpPr/>
            <p:nvPr/>
          </p:nvGrpSpPr>
          <p:grpSpPr>
            <a:xfrm>
              <a:off x="2739830" y="3244362"/>
              <a:ext cx="530908" cy="624530"/>
              <a:chOff x="919169" y="747323"/>
              <a:chExt cx="1079599" cy="1520540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FC80D72-EAA2-4ADF-87D9-1FCEB3FCE14D}"/>
                  </a:ext>
                </a:extLst>
              </p:cNvPr>
              <p:cNvSpPr/>
              <p:nvPr/>
            </p:nvSpPr>
            <p:spPr>
              <a:xfrm>
                <a:off x="1296850" y="1081087"/>
                <a:ext cx="352191" cy="5000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ACA41C4-5E1F-4291-B4F8-525CD872E350}"/>
                  </a:ext>
                </a:extLst>
              </p:cNvPr>
              <p:cNvSpPr/>
              <p:nvPr/>
            </p:nvSpPr>
            <p:spPr>
              <a:xfrm>
                <a:off x="1076326" y="819150"/>
                <a:ext cx="195262" cy="314325"/>
              </a:xfrm>
              <a:custGeom>
                <a:avLst/>
                <a:gdLst>
                  <a:gd name="connsiteX0" fmla="*/ 0 w 152400"/>
                  <a:gd name="connsiteY0" fmla="*/ 0 h 238125"/>
                  <a:gd name="connsiteX1" fmla="*/ 95250 w 152400"/>
                  <a:gd name="connsiteY1" fmla="*/ 23812 h 238125"/>
                  <a:gd name="connsiteX2" fmla="*/ 123825 w 152400"/>
                  <a:gd name="connsiteY2" fmla="*/ 47625 h 238125"/>
                  <a:gd name="connsiteX3" fmla="*/ 133350 w 152400"/>
                  <a:gd name="connsiteY3" fmla="*/ 95250 h 238125"/>
                  <a:gd name="connsiteX4" fmla="*/ 128587 w 152400"/>
                  <a:gd name="connsiteY4" fmla="*/ 171450 h 238125"/>
                  <a:gd name="connsiteX5" fmla="*/ 133350 w 152400"/>
                  <a:gd name="connsiteY5" fmla="*/ 195262 h 238125"/>
                  <a:gd name="connsiteX6" fmla="*/ 142875 w 152400"/>
                  <a:gd name="connsiteY6" fmla="*/ 214312 h 238125"/>
                  <a:gd name="connsiteX7" fmla="*/ 152400 w 152400"/>
                  <a:gd name="connsiteY7" fmla="*/ 238125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238125">
                    <a:moveTo>
                      <a:pt x="0" y="0"/>
                    </a:moveTo>
                    <a:cubicBezTo>
                      <a:pt x="44168" y="4416"/>
                      <a:pt x="54750" y="1030"/>
                      <a:pt x="95250" y="23812"/>
                    </a:cubicBezTo>
                    <a:cubicBezTo>
                      <a:pt x="106057" y="29891"/>
                      <a:pt x="114300" y="39687"/>
                      <a:pt x="123825" y="47625"/>
                    </a:cubicBezTo>
                    <a:cubicBezTo>
                      <a:pt x="126971" y="60210"/>
                      <a:pt x="133350" y="83578"/>
                      <a:pt x="133350" y="95250"/>
                    </a:cubicBezTo>
                    <a:cubicBezTo>
                      <a:pt x="133350" y="120700"/>
                      <a:pt x="130175" y="146050"/>
                      <a:pt x="128587" y="171450"/>
                    </a:cubicBezTo>
                    <a:cubicBezTo>
                      <a:pt x="130175" y="179387"/>
                      <a:pt x="130790" y="187583"/>
                      <a:pt x="133350" y="195262"/>
                    </a:cubicBezTo>
                    <a:cubicBezTo>
                      <a:pt x="135595" y="201997"/>
                      <a:pt x="140078" y="207786"/>
                      <a:pt x="142875" y="214312"/>
                    </a:cubicBezTo>
                    <a:cubicBezTo>
                      <a:pt x="160522" y="255491"/>
                      <a:pt x="137074" y="207477"/>
                      <a:pt x="152400" y="238125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1BE0866F-D40E-4C31-BCE0-7BF517B8A0A5}"/>
                  </a:ext>
                </a:extLst>
              </p:cNvPr>
              <p:cNvSpPr/>
              <p:nvPr/>
            </p:nvSpPr>
            <p:spPr>
              <a:xfrm rot="19830825">
                <a:off x="1108942" y="747323"/>
                <a:ext cx="234084" cy="376627"/>
              </a:xfrm>
              <a:custGeom>
                <a:avLst/>
                <a:gdLst>
                  <a:gd name="connsiteX0" fmla="*/ 34059 w 234084"/>
                  <a:gd name="connsiteY0" fmla="*/ 376627 h 376627"/>
                  <a:gd name="connsiteX1" fmla="*/ 10246 w 234084"/>
                  <a:gd name="connsiteY1" fmla="*/ 362339 h 376627"/>
                  <a:gd name="connsiteX2" fmla="*/ 10246 w 234084"/>
                  <a:gd name="connsiteY2" fmla="*/ 295664 h 376627"/>
                  <a:gd name="connsiteX3" fmla="*/ 57871 w 234084"/>
                  <a:gd name="connsiteY3" fmla="*/ 281377 h 376627"/>
                  <a:gd name="connsiteX4" fmla="*/ 105496 w 234084"/>
                  <a:gd name="connsiteY4" fmla="*/ 262327 h 376627"/>
                  <a:gd name="connsiteX5" fmla="*/ 162646 w 234084"/>
                  <a:gd name="connsiteY5" fmla="*/ 176602 h 376627"/>
                  <a:gd name="connsiteX6" fmla="*/ 172171 w 234084"/>
                  <a:gd name="connsiteY6" fmla="*/ 138502 h 376627"/>
                  <a:gd name="connsiteX7" fmla="*/ 191221 w 234084"/>
                  <a:gd name="connsiteY7" fmla="*/ 5152 h 376627"/>
                  <a:gd name="connsiteX8" fmla="*/ 210271 w 234084"/>
                  <a:gd name="connsiteY8" fmla="*/ 389 h 376627"/>
                  <a:gd name="connsiteX9" fmla="*/ 234084 w 234084"/>
                  <a:gd name="connsiteY9" fmla="*/ 389 h 376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084" h="376627">
                    <a:moveTo>
                      <a:pt x="34059" y="376627"/>
                    </a:moveTo>
                    <a:cubicBezTo>
                      <a:pt x="26121" y="371864"/>
                      <a:pt x="16342" y="369305"/>
                      <a:pt x="10246" y="362339"/>
                    </a:cubicBezTo>
                    <a:cubicBezTo>
                      <a:pt x="-3334" y="346820"/>
                      <a:pt x="-3498" y="309408"/>
                      <a:pt x="10246" y="295664"/>
                    </a:cubicBezTo>
                    <a:cubicBezTo>
                      <a:pt x="21966" y="283944"/>
                      <a:pt x="42051" y="286320"/>
                      <a:pt x="57871" y="281377"/>
                    </a:cubicBezTo>
                    <a:cubicBezTo>
                      <a:pt x="89257" y="271569"/>
                      <a:pt x="80241" y="274955"/>
                      <a:pt x="105496" y="262327"/>
                    </a:cubicBezTo>
                    <a:cubicBezTo>
                      <a:pt x="153628" y="192803"/>
                      <a:pt x="135445" y="221938"/>
                      <a:pt x="162646" y="176602"/>
                    </a:cubicBezTo>
                    <a:cubicBezTo>
                      <a:pt x="165821" y="163902"/>
                      <a:pt x="171020" y="151542"/>
                      <a:pt x="172171" y="138502"/>
                    </a:cubicBezTo>
                    <a:cubicBezTo>
                      <a:pt x="176188" y="92973"/>
                      <a:pt x="142700" y="25948"/>
                      <a:pt x="191221" y="5152"/>
                    </a:cubicBezTo>
                    <a:cubicBezTo>
                      <a:pt x="197237" y="2574"/>
                      <a:pt x="203766" y="1112"/>
                      <a:pt x="210271" y="389"/>
                    </a:cubicBezTo>
                    <a:cubicBezTo>
                      <a:pt x="218160" y="-488"/>
                      <a:pt x="226146" y="389"/>
                      <a:pt x="234084" y="389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E208FE03-2A14-4E1C-A800-C7966CD23561}"/>
                  </a:ext>
                </a:extLst>
              </p:cNvPr>
              <p:cNvSpPr/>
              <p:nvPr/>
            </p:nvSpPr>
            <p:spPr>
              <a:xfrm>
                <a:off x="1362076" y="785812"/>
                <a:ext cx="152406" cy="290513"/>
              </a:xfrm>
              <a:custGeom>
                <a:avLst/>
                <a:gdLst>
                  <a:gd name="connsiteX0" fmla="*/ 0 w 152406"/>
                  <a:gd name="connsiteY0" fmla="*/ 204788 h 290513"/>
                  <a:gd name="connsiteX1" fmla="*/ 66675 w 152406"/>
                  <a:gd name="connsiteY1" fmla="*/ 280988 h 290513"/>
                  <a:gd name="connsiteX2" fmla="*/ 85725 w 152406"/>
                  <a:gd name="connsiteY2" fmla="*/ 290513 h 290513"/>
                  <a:gd name="connsiteX3" fmla="*/ 142875 w 152406"/>
                  <a:gd name="connsiteY3" fmla="*/ 266700 h 290513"/>
                  <a:gd name="connsiteX4" fmla="*/ 142875 w 152406"/>
                  <a:gd name="connsiteY4" fmla="*/ 185738 h 290513"/>
                  <a:gd name="connsiteX5" fmla="*/ 114300 w 152406"/>
                  <a:gd name="connsiteY5" fmla="*/ 161925 h 290513"/>
                  <a:gd name="connsiteX6" fmla="*/ 71437 w 152406"/>
                  <a:gd name="connsiteY6" fmla="*/ 114300 h 290513"/>
                  <a:gd name="connsiteX7" fmla="*/ 61912 w 152406"/>
                  <a:gd name="connsiteY7" fmla="*/ 100013 h 290513"/>
                  <a:gd name="connsiteX8" fmla="*/ 71437 w 152406"/>
                  <a:gd name="connsiteY8" fmla="*/ 33338 h 290513"/>
                  <a:gd name="connsiteX9" fmla="*/ 85725 w 152406"/>
                  <a:gd name="connsiteY9" fmla="*/ 19050 h 290513"/>
                  <a:gd name="connsiteX10" fmla="*/ 100012 w 152406"/>
                  <a:gd name="connsiteY10" fmla="*/ 0 h 290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406" h="290513">
                    <a:moveTo>
                      <a:pt x="0" y="204788"/>
                    </a:moveTo>
                    <a:cubicBezTo>
                      <a:pt x="28237" y="241496"/>
                      <a:pt x="34182" y="260679"/>
                      <a:pt x="66675" y="280988"/>
                    </a:cubicBezTo>
                    <a:cubicBezTo>
                      <a:pt x="72695" y="284751"/>
                      <a:pt x="79375" y="287338"/>
                      <a:pt x="85725" y="290513"/>
                    </a:cubicBezTo>
                    <a:cubicBezTo>
                      <a:pt x="104775" y="282575"/>
                      <a:pt x="126647" y="279450"/>
                      <a:pt x="142875" y="266700"/>
                    </a:cubicBezTo>
                    <a:cubicBezTo>
                      <a:pt x="161999" y="251674"/>
                      <a:pt x="147149" y="194287"/>
                      <a:pt x="142875" y="185738"/>
                    </a:cubicBezTo>
                    <a:cubicBezTo>
                      <a:pt x="137330" y="174648"/>
                      <a:pt x="123516" y="170219"/>
                      <a:pt x="114300" y="161925"/>
                    </a:cubicBezTo>
                    <a:cubicBezTo>
                      <a:pt x="98453" y="147662"/>
                      <a:pt x="84472" y="131059"/>
                      <a:pt x="71437" y="114300"/>
                    </a:cubicBezTo>
                    <a:cubicBezTo>
                      <a:pt x="67923" y="109782"/>
                      <a:pt x="65087" y="104775"/>
                      <a:pt x="61912" y="100013"/>
                    </a:cubicBezTo>
                    <a:cubicBezTo>
                      <a:pt x="65087" y="77788"/>
                      <a:pt x="65102" y="54876"/>
                      <a:pt x="71437" y="33338"/>
                    </a:cubicBezTo>
                    <a:cubicBezTo>
                      <a:pt x="73338" y="26876"/>
                      <a:pt x="81989" y="24654"/>
                      <a:pt x="85725" y="19050"/>
                    </a:cubicBezTo>
                    <a:cubicBezTo>
                      <a:pt x="100438" y="-3019"/>
                      <a:pt x="79754" y="10130"/>
                      <a:pt x="100012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88F2888-3B64-4A50-9D87-16E88B6E9676}"/>
                  </a:ext>
                </a:extLst>
              </p:cNvPr>
              <p:cNvSpPr/>
              <p:nvPr/>
            </p:nvSpPr>
            <p:spPr>
              <a:xfrm>
                <a:off x="1333501" y="847725"/>
                <a:ext cx="285750" cy="300208"/>
              </a:xfrm>
              <a:custGeom>
                <a:avLst/>
                <a:gdLst>
                  <a:gd name="connsiteX0" fmla="*/ 285750 w 285750"/>
                  <a:gd name="connsiteY0" fmla="*/ 0 h 300208"/>
                  <a:gd name="connsiteX1" fmla="*/ 257175 w 285750"/>
                  <a:gd name="connsiteY1" fmla="*/ 4762 h 300208"/>
                  <a:gd name="connsiteX2" fmla="*/ 161925 w 285750"/>
                  <a:gd name="connsiteY2" fmla="*/ 57150 h 300208"/>
                  <a:gd name="connsiteX3" fmla="*/ 138112 w 285750"/>
                  <a:gd name="connsiteY3" fmla="*/ 80962 h 300208"/>
                  <a:gd name="connsiteX4" fmla="*/ 119062 w 285750"/>
                  <a:gd name="connsiteY4" fmla="*/ 114300 h 300208"/>
                  <a:gd name="connsiteX5" fmla="*/ 95250 w 285750"/>
                  <a:gd name="connsiteY5" fmla="*/ 142875 h 300208"/>
                  <a:gd name="connsiteX6" fmla="*/ 90487 w 285750"/>
                  <a:gd name="connsiteY6" fmla="*/ 161925 h 300208"/>
                  <a:gd name="connsiteX7" fmla="*/ 57150 w 285750"/>
                  <a:gd name="connsiteY7" fmla="*/ 223837 h 300208"/>
                  <a:gd name="connsiteX8" fmla="*/ 47625 w 285750"/>
                  <a:gd name="connsiteY8" fmla="*/ 252412 h 300208"/>
                  <a:gd name="connsiteX9" fmla="*/ 28575 w 285750"/>
                  <a:gd name="connsiteY9" fmla="*/ 276225 h 300208"/>
                  <a:gd name="connsiteX10" fmla="*/ 4762 w 285750"/>
                  <a:gd name="connsiteY10" fmla="*/ 300037 h 300208"/>
                  <a:gd name="connsiteX11" fmla="*/ 0 w 285750"/>
                  <a:gd name="connsiteY11" fmla="*/ 300037 h 30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5750" h="300208">
                    <a:moveTo>
                      <a:pt x="285750" y="0"/>
                    </a:moveTo>
                    <a:cubicBezTo>
                      <a:pt x="276225" y="1587"/>
                      <a:pt x="266392" y="1882"/>
                      <a:pt x="257175" y="4762"/>
                    </a:cubicBezTo>
                    <a:cubicBezTo>
                      <a:pt x="214489" y="18101"/>
                      <a:pt x="197568" y="28636"/>
                      <a:pt x="161925" y="57150"/>
                    </a:cubicBezTo>
                    <a:cubicBezTo>
                      <a:pt x="153159" y="64162"/>
                      <a:pt x="144847" y="71982"/>
                      <a:pt x="138112" y="80962"/>
                    </a:cubicBezTo>
                    <a:cubicBezTo>
                      <a:pt x="130433" y="91201"/>
                      <a:pt x="126347" y="103777"/>
                      <a:pt x="119062" y="114300"/>
                    </a:cubicBezTo>
                    <a:cubicBezTo>
                      <a:pt x="112005" y="124494"/>
                      <a:pt x="103187" y="133350"/>
                      <a:pt x="95250" y="142875"/>
                    </a:cubicBezTo>
                    <a:cubicBezTo>
                      <a:pt x="93662" y="149225"/>
                      <a:pt x="93274" y="156003"/>
                      <a:pt x="90487" y="161925"/>
                    </a:cubicBezTo>
                    <a:cubicBezTo>
                      <a:pt x="80507" y="183133"/>
                      <a:pt x="64562" y="201601"/>
                      <a:pt x="57150" y="223837"/>
                    </a:cubicBezTo>
                    <a:cubicBezTo>
                      <a:pt x="53975" y="233362"/>
                      <a:pt x="52433" y="243598"/>
                      <a:pt x="47625" y="252412"/>
                    </a:cubicBezTo>
                    <a:cubicBezTo>
                      <a:pt x="42757" y="261336"/>
                      <a:pt x="34214" y="267767"/>
                      <a:pt x="28575" y="276225"/>
                    </a:cubicBezTo>
                    <a:cubicBezTo>
                      <a:pt x="14079" y="297970"/>
                      <a:pt x="27713" y="294300"/>
                      <a:pt x="4762" y="300037"/>
                    </a:cubicBezTo>
                    <a:cubicBezTo>
                      <a:pt x="3222" y="300422"/>
                      <a:pt x="1587" y="300037"/>
                      <a:pt x="0" y="300037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7F8E6ABA-20BB-4586-99FA-B016C1BCA701}"/>
                  </a:ext>
                </a:extLst>
              </p:cNvPr>
              <p:cNvSpPr/>
              <p:nvPr/>
            </p:nvSpPr>
            <p:spPr>
              <a:xfrm>
                <a:off x="1514476" y="771525"/>
                <a:ext cx="90487" cy="333375"/>
              </a:xfrm>
              <a:custGeom>
                <a:avLst/>
                <a:gdLst>
                  <a:gd name="connsiteX0" fmla="*/ 90487 w 90487"/>
                  <a:gd name="connsiteY0" fmla="*/ 333375 h 333375"/>
                  <a:gd name="connsiteX1" fmla="*/ 52387 w 90487"/>
                  <a:gd name="connsiteY1" fmla="*/ 190500 h 333375"/>
                  <a:gd name="connsiteX2" fmla="*/ 57150 w 90487"/>
                  <a:gd name="connsiteY2" fmla="*/ 152400 h 333375"/>
                  <a:gd name="connsiteX3" fmla="*/ 76200 w 90487"/>
                  <a:gd name="connsiteY3" fmla="*/ 128587 h 333375"/>
                  <a:gd name="connsiteX4" fmla="*/ 66675 w 90487"/>
                  <a:gd name="connsiteY4" fmla="*/ 42862 h 333375"/>
                  <a:gd name="connsiteX5" fmla="*/ 42862 w 90487"/>
                  <a:gd name="connsiteY5" fmla="*/ 23812 h 333375"/>
                  <a:gd name="connsiteX6" fmla="*/ 14287 w 90487"/>
                  <a:gd name="connsiteY6" fmla="*/ 0 h 333375"/>
                  <a:gd name="connsiteX7" fmla="*/ 0 w 90487"/>
                  <a:gd name="connsiteY7" fmla="*/ 95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0487" h="333375">
                    <a:moveTo>
                      <a:pt x="90487" y="333375"/>
                    </a:moveTo>
                    <a:cubicBezTo>
                      <a:pt x="67609" y="224705"/>
                      <a:pt x="81971" y="271855"/>
                      <a:pt x="52387" y="190500"/>
                    </a:cubicBezTo>
                    <a:cubicBezTo>
                      <a:pt x="53975" y="177800"/>
                      <a:pt x="52555" y="164346"/>
                      <a:pt x="57150" y="152400"/>
                    </a:cubicBezTo>
                    <a:cubicBezTo>
                      <a:pt x="60799" y="142912"/>
                      <a:pt x="75319" y="138714"/>
                      <a:pt x="76200" y="128587"/>
                    </a:cubicBezTo>
                    <a:cubicBezTo>
                      <a:pt x="78691" y="99944"/>
                      <a:pt x="75392" y="70259"/>
                      <a:pt x="66675" y="42862"/>
                    </a:cubicBezTo>
                    <a:cubicBezTo>
                      <a:pt x="63593" y="33175"/>
                      <a:pt x="50512" y="30506"/>
                      <a:pt x="42862" y="23812"/>
                    </a:cubicBezTo>
                    <a:cubicBezTo>
                      <a:pt x="13526" y="-1856"/>
                      <a:pt x="43529" y="19494"/>
                      <a:pt x="14287" y="0"/>
                    </a:cubicBezTo>
                    <a:lnTo>
                      <a:pt x="0" y="9525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9252F3F-EF66-4E04-B917-FD39106C6629}"/>
                  </a:ext>
                </a:extLst>
              </p:cNvPr>
              <p:cNvSpPr/>
              <p:nvPr/>
            </p:nvSpPr>
            <p:spPr>
              <a:xfrm>
                <a:off x="1332899" y="871537"/>
                <a:ext cx="24414" cy="228600"/>
              </a:xfrm>
              <a:custGeom>
                <a:avLst/>
                <a:gdLst>
                  <a:gd name="connsiteX0" fmla="*/ 5364 w 24414"/>
                  <a:gd name="connsiteY0" fmla="*/ 228600 h 228600"/>
                  <a:gd name="connsiteX1" fmla="*/ 5364 w 24414"/>
                  <a:gd name="connsiteY1" fmla="*/ 42863 h 228600"/>
                  <a:gd name="connsiteX2" fmla="*/ 14889 w 24414"/>
                  <a:gd name="connsiteY2" fmla="*/ 28575 h 228600"/>
                  <a:gd name="connsiteX3" fmla="*/ 24414 w 24414"/>
                  <a:gd name="connsiteY3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4" h="228600">
                    <a:moveTo>
                      <a:pt x="5364" y="228600"/>
                    </a:moveTo>
                    <a:cubicBezTo>
                      <a:pt x="697" y="153917"/>
                      <a:pt x="-3913" y="123266"/>
                      <a:pt x="5364" y="42863"/>
                    </a:cubicBezTo>
                    <a:cubicBezTo>
                      <a:pt x="6020" y="37177"/>
                      <a:pt x="12564" y="33806"/>
                      <a:pt x="14889" y="28575"/>
                    </a:cubicBezTo>
                    <a:cubicBezTo>
                      <a:pt x="18967" y="19400"/>
                      <a:pt x="24414" y="0"/>
                      <a:pt x="24414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12904B7-B80E-4AAB-B0B4-F06474BE7932}"/>
                  </a:ext>
                </a:extLst>
              </p:cNvPr>
              <p:cNvSpPr/>
              <p:nvPr/>
            </p:nvSpPr>
            <p:spPr>
              <a:xfrm>
                <a:off x="1666336" y="766762"/>
                <a:ext cx="124459" cy="376238"/>
              </a:xfrm>
              <a:custGeom>
                <a:avLst/>
                <a:gdLst>
                  <a:gd name="connsiteX0" fmla="*/ 14827 w 124459"/>
                  <a:gd name="connsiteY0" fmla="*/ 376238 h 376238"/>
                  <a:gd name="connsiteX1" fmla="*/ 43402 w 124459"/>
                  <a:gd name="connsiteY1" fmla="*/ 319088 h 376238"/>
                  <a:gd name="connsiteX2" fmla="*/ 100552 w 124459"/>
                  <a:gd name="connsiteY2" fmla="*/ 233363 h 376238"/>
                  <a:gd name="connsiteX3" fmla="*/ 124365 w 124459"/>
                  <a:gd name="connsiteY3" fmla="*/ 219075 h 376238"/>
                  <a:gd name="connsiteX4" fmla="*/ 119602 w 124459"/>
                  <a:gd name="connsiteY4" fmla="*/ 185738 h 376238"/>
                  <a:gd name="connsiteX5" fmla="*/ 48165 w 124459"/>
                  <a:gd name="connsiteY5" fmla="*/ 147638 h 376238"/>
                  <a:gd name="connsiteX6" fmla="*/ 33877 w 124459"/>
                  <a:gd name="connsiteY6" fmla="*/ 138113 h 376238"/>
                  <a:gd name="connsiteX7" fmla="*/ 14827 w 124459"/>
                  <a:gd name="connsiteY7" fmla="*/ 133350 h 376238"/>
                  <a:gd name="connsiteX8" fmla="*/ 540 w 124459"/>
                  <a:gd name="connsiteY8" fmla="*/ 123825 h 376238"/>
                  <a:gd name="connsiteX9" fmla="*/ 29115 w 124459"/>
                  <a:gd name="connsiteY9" fmla="*/ 66675 h 376238"/>
                  <a:gd name="connsiteX10" fmla="*/ 43402 w 124459"/>
                  <a:gd name="connsiteY10" fmla="*/ 47625 h 376238"/>
                  <a:gd name="connsiteX11" fmla="*/ 86265 w 124459"/>
                  <a:gd name="connsiteY11" fmla="*/ 42863 h 376238"/>
                  <a:gd name="connsiteX12" fmla="*/ 95790 w 124459"/>
                  <a:gd name="connsiteY12" fmla="*/ 0 h 37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459" h="376238">
                    <a:moveTo>
                      <a:pt x="14827" y="376238"/>
                    </a:moveTo>
                    <a:cubicBezTo>
                      <a:pt x="58122" y="322118"/>
                      <a:pt x="11728" y="386395"/>
                      <a:pt x="43402" y="319088"/>
                    </a:cubicBezTo>
                    <a:cubicBezTo>
                      <a:pt x="51464" y="301957"/>
                      <a:pt x="85463" y="248452"/>
                      <a:pt x="100552" y="233363"/>
                    </a:cubicBezTo>
                    <a:cubicBezTo>
                      <a:pt x="107098" y="226817"/>
                      <a:pt x="116427" y="223838"/>
                      <a:pt x="124365" y="219075"/>
                    </a:cubicBezTo>
                    <a:cubicBezTo>
                      <a:pt x="122777" y="207963"/>
                      <a:pt x="127791" y="193415"/>
                      <a:pt x="119602" y="185738"/>
                    </a:cubicBezTo>
                    <a:cubicBezTo>
                      <a:pt x="99914" y="167280"/>
                      <a:pt x="70620" y="162608"/>
                      <a:pt x="48165" y="147638"/>
                    </a:cubicBezTo>
                    <a:cubicBezTo>
                      <a:pt x="43402" y="144463"/>
                      <a:pt x="39138" y="140368"/>
                      <a:pt x="33877" y="138113"/>
                    </a:cubicBezTo>
                    <a:cubicBezTo>
                      <a:pt x="27861" y="135535"/>
                      <a:pt x="21177" y="134938"/>
                      <a:pt x="14827" y="133350"/>
                    </a:cubicBezTo>
                    <a:cubicBezTo>
                      <a:pt x="10065" y="130175"/>
                      <a:pt x="1109" y="129520"/>
                      <a:pt x="540" y="123825"/>
                    </a:cubicBezTo>
                    <a:cubicBezTo>
                      <a:pt x="-2990" y="88526"/>
                      <a:pt x="11258" y="87084"/>
                      <a:pt x="29115" y="66675"/>
                    </a:cubicBezTo>
                    <a:cubicBezTo>
                      <a:pt x="34342" y="60701"/>
                      <a:pt x="36075" y="50678"/>
                      <a:pt x="43402" y="47625"/>
                    </a:cubicBezTo>
                    <a:cubicBezTo>
                      <a:pt x="56672" y="42096"/>
                      <a:pt x="71977" y="44450"/>
                      <a:pt x="86265" y="42863"/>
                    </a:cubicBezTo>
                    <a:cubicBezTo>
                      <a:pt x="99340" y="16713"/>
                      <a:pt x="95790" y="30913"/>
                      <a:pt x="95790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C9D80C9-0CFA-4AA9-8065-85B4A5D76428}"/>
                  </a:ext>
                </a:extLst>
              </p:cNvPr>
              <p:cNvSpPr/>
              <p:nvPr/>
            </p:nvSpPr>
            <p:spPr>
              <a:xfrm>
                <a:off x="1657352" y="785812"/>
                <a:ext cx="252412" cy="304800"/>
              </a:xfrm>
              <a:custGeom>
                <a:avLst/>
                <a:gdLst>
                  <a:gd name="connsiteX0" fmla="*/ 0 w 344403"/>
                  <a:gd name="connsiteY0" fmla="*/ 300564 h 300564"/>
                  <a:gd name="connsiteX1" fmla="*/ 85725 w 344403"/>
                  <a:gd name="connsiteY1" fmla="*/ 205314 h 300564"/>
                  <a:gd name="connsiteX2" fmla="*/ 214312 w 344403"/>
                  <a:gd name="connsiteY2" fmla="*/ 81489 h 300564"/>
                  <a:gd name="connsiteX3" fmla="*/ 285750 w 344403"/>
                  <a:gd name="connsiteY3" fmla="*/ 33864 h 300564"/>
                  <a:gd name="connsiteX4" fmla="*/ 323850 w 344403"/>
                  <a:gd name="connsiteY4" fmla="*/ 10052 h 300564"/>
                  <a:gd name="connsiteX5" fmla="*/ 342900 w 344403"/>
                  <a:gd name="connsiteY5" fmla="*/ 527 h 300564"/>
                  <a:gd name="connsiteX6" fmla="*/ 276225 w 344403"/>
                  <a:gd name="connsiteY6" fmla="*/ 5289 h 300564"/>
                  <a:gd name="connsiteX7" fmla="*/ 185737 w 344403"/>
                  <a:gd name="connsiteY7" fmla="*/ 19577 h 300564"/>
                  <a:gd name="connsiteX8" fmla="*/ 166687 w 344403"/>
                  <a:gd name="connsiteY8" fmla="*/ 24339 h 300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403" h="300564">
                    <a:moveTo>
                      <a:pt x="0" y="300564"/>
                    </a:moveTo>
                    <a:cubicBezTo>
                      <a:pt x="61522" y="269804"/>
                      <a:pt x="11886" y="300251"/>
                      <a:pt x="85725" y="205314"/>
                    </a:cubicBezTo>
                    <a:cubicBezTo>
                      <a:pt x="114469" y="168357"/>
                      <a:pt x="183680" y="101910"/>
                      <a:pt x="214312" y="81489"/>
                    </a:cubicBezTo>
                    <a:lnTo>
                      <a:pt x="285750" y="33864"/>
                    </a:lnTo>
                    <a:cubicBezTo>
                      <a:pt x="298294" y="25683"/>
                      <a:pt x="310455" y="16750"/>
                      <a:pt x="323850" y="10052"/>
                    </a:cubicBezTo>
                    <a:cubicBezTo>
                      <a:pt x="330200" y="6877"/>
                      <a:pt x="349964" y="1234"/>
                      <a:pt x="342900" y="527"/>
                    </a:cubicBezTo>
                    <a:cubicBezTo>
                      <a:pt x="320729" y="-1690"/>
                      <a:pt x="298450" y="3702"/>
                      <a:pt x="276225" y="5289"/>
                    </a:cubicBezTo>
                    <a:cubicBezTo>
                      <a:pt x="214504" y="17633"/>
                      <a:pt x="244690" y="13026"/>
                      <a:pt x="185737" y="19577"/>
                    </a:cubicBezTo>
                    <a:lnTo>
                      <a:pt x="166687" y="24339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A871B1E-14CA-4ED8-B9D7-A39835D4E743}"/>
                  </a:ext>
                </a:extLst>
              </p:cNvPr>
              <p:cNvSpPr/>
              <p:nvPr/>
            </p:nvSpPr>
            <p:spPr>
              <a:xfrm>
                <a:off x="1181663" y="1412263"/>
                <a:ext cx="567967" cy="356823"/>
              </a:xfrm>
              <a:custGeom>
                <a:avLst/>
                <a:gdLst>
                  <a:gd name="connsiteX0" fmla="*/ 34540 w 567967"/>
                  <a:gd name="connsiteY0" fmla="*/ 76200 h 356823"/>
                  <a:gd name="connsiteX1" fmla="*/ 34540 w 567967"/>
                  <a:gd name="connsiteY1" fmla="*/ 76200 h 356823"/>
                  <a:gd name="connsiteX2" fmla="*/ 10728 w 567967"/>
                  <a:gd name="connsiteY2" fmla="*/ 180975 h 356823"/>
                  <a:gd name="connsiteX3" fmla="*/ 20253 w 567967"/>
                  <a:gd name="connsiteY3" fmla="*/ 195262 h 356823"/>
                  <a:gd name="connsiteX4" fmla="*/ 25015 w 567967"/>
                  <a:gd name="connsiteY4" fmla="*/ 261937 h 356823"/>
                  <a:gd name="connsiteX5" fmla="*/ 29778 w 567967"/>
                  <a:gd name="connsiteY5" fmla="*/ 280987 h 356823"/>
                  <a:gd name="connsiteX6" fmla="*/ 44065 w 567967"/>
                  <a:gd name="connsiteY6" fmla="*/ 290512 h 356823"/>
                  <a:gd name="connsiteX7" fmla="*/ 77403 w 567967"/>
                  <a:gd name="connsiteY7" fmla="*/ 295275 h 356823"/>
                  <a:gd name="connsiteX8" fmla="*/ 163128 w 567967"/>
                  <a:gd name="connsiteY8" fmla="*/ 247650 h 356823"/>
                  <a:gd name="connsiteX9" fmla="*/ 177415 w 567967"/>
                  <a:gd name="connsiteY9" fmla="*/ 223837 h 356823"/>
                  <a:gd name="connsiteX10" fmla="*/ 205990 w 567967"/>
                  <a:gd name="connsiteY10" fmla="*/ 214312 h 356823"/>
                  <a:gd name="connsiteX11" fmla="*/ 210753 w 567967"/>
                  <a:gd name="connsiteY11" fmla="*/ 228600 h 356823"/>
                  <a:gd name="connsiteX12" fmla="*/ 215515 w 567967"/>
                  <a:gd name="connsiteY12" fmla="*/ 247650 h 356823"/>
                  <a:gd name="connsiteX13" fmla="*/ 229803 w 567967"/>
                  <a:gd name="connsiteY13" fmla="*/ 290512 h 356823"/>
                  <a:gd name="connsiteX14" fmla="*/ 263140 w 567967"/>
                  <a:gd name="connsiteY14" fmla="*/ 319087 h 356823"/>
                  <a:gd name="connsiteX15" fmla="*/ 272665 w 567967"/>
                  <a:gd name="connsiteY15" fmla="*/ 347662 h 356823"/>
                  <a:gd name="connsiteX16" fmla="*/ 329815 w 567967"/>
                  <a:gd name="connsiteY16" fmla="*/ 338137 h 356823"/>
                  <a:gd name="connsiteX17" fmla="*/ 344103 w 567967"/>
                  <a:gd name="connsiteY17" fmla="*/ 252412 h 356823"/>
                  <a:gd name="connsiteX18" fmla="*/ 439353 w 567967"/>
                  <a:gd name="connsiteY18" fmla="*/ 261937 h 356823"/>
                  <a:gd name="connsiteX19" fmla="*/ 467928 w 567967"/>
                  <a:gd name="connsiteY19" fmla="*/ 290512 h 356823"/>
                  <a:gd name="connsiteX20" fmla="*/ 515553 w 567967"/>
                  <a:gd name="connsiteY20" fmla="*/ 276225 h 356823"/>
                  <a:gd name="connsiteX21" fmla="*/ 544128 w 567967"/>
                  <a:gd name="connsiteY21" fmla="*/ 271462 h 356823"/>
                  <a:gd name="connsiteX22" fmla="*/ 558415 w 567967"/>
                  <a:gd name="connsiteY22" fmla="*/ 266700 h 356823"/>
                  <a:gd name="connsiteX23" fmla="*/ 563178 w 567967"/>
                  <a:gd name="connsiteY23" fmla="*/ 228600 h 356823"/>
                  <a:gd name="connsiteX24" fmla="*/ 567940 w 567967"/>
                  <a:gd name="connsiteY24" fmla="*/ 200025 h 356823"/>
                  <a:gd name="connsiteX25" fmla="*/ 558415 w 567967"/>
                  <a:gd name="connsiteY25" fmla="*/ 109537 h 356823"/>
                  <a:gd name="connsiteX26" fmla="*/ 539365 w 567967"/>
                  <a:gd name="connsiteY26" fmla="*/ 100012 h 356823"/>
                  <a:gd name="connsiteX27" fmla="*/ 515553 w 567967"/>
                  <a:gd name="connsiteY27" fmla="*/ 61912 h 356823"/>
                  <a:gd name="connsiteX28" fmla="*/ 486978 w 567967"/>
                  <a:gd name="connsiteY28" fmla="*/ 47625 h 356823"/>
                  <a:gd name="connsiteX29" fmla="*/ 315528 w 567967"/>
                  <a:gd name="connsiteY29" fmla="*/ 42862 h 356823"/>
                  <a:gd name="connsiteX30" fmla="*/ 253615 w 567967"/>
                  <a:gd name="connsiteY30" fmla="*/ 4762 h 356823"/>
                  <a:gd name="connsiteX31" fmla="*/ 215515 w 567967"/>
                  <a:gd name="connsiteY31" fmla="*/ 0 h 356823"/>
                  <a:gd name="connsiteX32" fmla="*/ 172653 w 567967"/>
                  <a:gd name="connsiteY32" fmla="*/ 14287 h 356823"/>
                  <a:gd name="connsiteX33" fmla="*/ 144078 w 567967"/>
                  <a:gd name="connsiteY33" fmla="*/ 28575 h 356823"/>
                  <a:gd name="connsiteX34" fmla="*/ 125028 w 567967"/>
                  <a:gd name="connsiteY34" fmla="*/ 33337 h 356823"/>
                  <a:gd name="connsiteX35" fmla="*/ 110740 w 567967"/>
                  <a:gd name="connsiteY35" fmla="*/ 38100 h 356823"/>
                  <a:gd name="connsiteX36" fmla="*/ 77403 w 567967"/>
                  <a:gd name="connsiteY36" fmla="*/ 47625 h 356823"/>
                  <a:gd name="connsiteX37" fmla="*/ 34540 w 567967"/>
                  <a:gd name="connsiteY37" fmla="*/ 76200 h 35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7967" h="356823">
                    <a:moveTo>
                      <a:pt x="34540" y="76200"/>
                    </a:moveTo>
                    <a:lnTo>
                      <a:pt x="34540" y="76200"/>
                    </a:lnTo>
                    <a:cubicBezTo>
                      <a:pt x="-4331" y="131731"/>
                      <a:pt x="-7505" y="112600"/>
                      <a:pt x="10728" y="180975"/>
                    </a:cubicBezTo>
                    <a:cubicBezTo>
                      <a:pt x="12203" y="186505"/>
                      <a:pt x="17078" y="190500"/>
                      <a:pt x="20253" y="195262"/>
                    </a:cubicBezTo>
                    <a:cubicBezTo>
                      <a:pt x="21840" y="217487"/>
                      <a:pt x="22554" y="239792"/>
                      <a:pt x="25015" y="261937"/>
                    </a:cubicBezTo>
                    <a:cubicBezTo>
                      <a:pt x="25738" y="268442"/>
                      <a:pt x="26147" y="275541"/>
                      <a:pt x="29778" y="280987"/>
                    </a:cubicBezTo>
                    <a:cubicBezTo>
                      <a:pt x="32953" y="285749"/>
                      <a:pt x="38583" y="288867"/>
                      <a:pt x="44065" y="290512"/>
                    </a:cubicBezTo>
                    <a:cubicBezTo>
                      <a:pt x="54817" y="293738"/>
                      <a:pt x="66290" y="293687"/>
                      <a:pt x="77403" y="295275"/>
                    </a:cubicBezTo>
                    <a:cubicBezTo>
                      <a:pt x="139352" y="284950"/>
                      <a:pt x="131892" y="299712"/>
                      <a:pt x="163128" y="247650"/>
                    </a:cubicBezTo>
                    <a:cubicBezTo>
                      <a:pt x="167890" y="239712"/>
                      <a:pt x="170108" y="229520"/>
                      <a:pt x="177415" y="223837"/>
                    </a:cubicBezTo>
                    <a:cubicBezTo>
                      <a:pt x="185340" y="217673"/>
                      <a:pt x="205990" y="214312"/>
                      <a:pt x="205990" y="214312"/>
                    </a:cubicBezTo>
                    <a:cubicBezTo>
                      <a:pt x="207578" y="219075"/>
                      <a:pt x="209374" y="223773"/>
                      <a:pt x="210753" y="228600"/>
                    </a:cubicBezTo>
                    <a:cubicBezTo>
                      <a:pt x="212551" y="234894"/>
                      <a:pt x="213590" y="241394"/>
                      <a:pt x="215515" y="247650"/>
                    </a:cubicBezTo>
                    <a:cubicBezTo>
                      <a:pt x="219944" y="262044"/>
                      <a:pt x="217755" y="281476"/>
                      <a:pt x="229803" y="290512"/>
                    </a:cubicBezTo>
                    <a:cubicBezTo>
                      <a:pt x="254241" y="308841"/>
                      <a:pt x="243240" y="299187"/>
                      <a:pt x="263140" y="319087"/>
                    </a:cubicBezTo>
                    <a:cubicBezTo>
                      <a:pt x="266315" y="328612"/>
                      <a:pt x="264440" y="341904"/>
                      <a:pt x="272665" y="347662"/>
                    </a:cubicBezTo>
                    <a:cubicBezTo>
                      <a:pt x="300410" y="367084"/>
                      <a:pt x="311833" y="351624"/>
                      <a:pt x="329815" y="338137"/>
                    </a:cubicBezTo>
                    <a:cubicBezTo>
                      <a:pt x="334578" y="309562"/>
                      <a:pt x="326918" y="275734"/>
                      <a:pt x="344103" y="252412"/>
                    </a:cubicBezTo>
                    <a:cubicBezTo>
                      <a:pt x="361013" y="229462"/>
                      <a:pt x="423209" y="256556"/>
                      <a:pt x="439353" y="261937"/>
                    </a:cubicBezTo>
                    <a:cubicBezTo>
                      <a:pt x="448878" y="271462"/>
                      <a:pt x="455494" y="285331"/>
                      <a:pt x="467928" y="290512"/>
                    </a:cubicBezTo>
                    <a:cubicBezTo>
                      <a:pt x="485057" y="297649"/>
                      <a:pt x="501430" y="280462"/>
                      <a:pt x="515553" y="276225"/>
                    </a:cubicBezTo>
                    <a:cubicBezTo>
                      <a:pt x="524802" y="273450"/>
                      <a:pt x="534702" y="273557"/>
                      <a:pt x="544128" y="271462"/>
                    </a:cubicBezTo>
                    <a:cubicBezTo>
                      <a:pt x="549028" y="270373"/>
                      <a:pt x="553653" y="268287"/>
                      <a:pt x="558415" y="266700"/>
                    </a:cubicBezTo>
                    <a:cubicBezTo>
                      <a:pt x="560003" y="254000"/>
                      <a:pt x="561368" y="241270"/>
                      <a:pt x="563178" y="228600"/>
                    </a:cubicBezTo>
                    <a:cubicBezTo>
                      <a:pt x="564544" y="219041"/>
                      <a:pt x="568326" y="209674"/>
                      <a:pt x="567940" y="200025"/>
                    </a:cubicBezTo>
                    <a:cubicBezTo>
                      <a:pt x="566728" y="169720"/>
                      <a:pt x="566747" y="138699"/>
                      <a:pt x="558415" y="109537"/>
                    </a:cubicBezTo>
                    <a:cubicBezTo>
                      <a:pt x="556465" y="102711"/>
                      <a:pt x="545715" y="103187"/>
                      <a:pt x="539365" y="100012"/>
                    </a:cubicBezTo>
                    <a:cubicBezTo>
                      <a:pt x="531821" y="84923"/>
                      <a:pt x="527917" y="74276"/>
                      <a:pt x="515553" y="61912"/>
                    </a:cubicBezTo>
                    <a:cubicBezTo>
                      <a:pt x="510260" y="56619"/>
                      <a:pt x="495144" y="48044"/>
                      <a:pt x="486978" y="47625"/>
                    </a:cubicBezTo>
                    <a:cubicBezTo>
                      <a:pt x="429881" y="44697"/>
                      <a:pt x="372678" y="44450"/>
                      <a:pt x="315528" y="42862"/>
                    </a:cubicBezTo>
                    <a:cubicBezTo>
                      <a:pt x="299397" y="29958"/>
                      <a:pt x="274588" y="7383"/>
                      <a:pt x="253615" y="4762"/>
                    </a:cubicBezTo>
                    <a:lnTo>
                      <a:pt x="215515" y="0"/>
                    </a:lnTo>
                    <a:cubicBezTo>
                      <a:pt x="201228" y="4762"/>
                      <a:pt x="186636" y="8694"/>
                      <a:pt x="172653" y="14287"/>
                    </a:cubicBezTo>
                    <a:cubicBezTo>
                      <a:pt x="162765" y="18242"/>
                      <a:pt x="153966" y="24620"/>
                      <a:pt x="144078" y="28575"/>
                    </a:cubicBezTo>
                    <a:cubicBezTo>
                      <a:pt x="138001" y="31006"/>
                      <a:pt x="131322" y="31539"/>
                      <a:pt x="125028" y="33337"/>
                    </a:cubicBezTo>
                    <a:cubicBezTo>
                      <a:pt x="120201" y="34716"/>
                      <a:pt x="115549" y="36657"/>
                      <a:pt x="110740" y="38100"/>
                    </a:cubicBezTo>
                    <a:cubicBezTo>
                      <a:pt x="99670" y="41421"/>
                      <a:pt x="88515" y="44450"/>
                      <a:pt x="77403" y="47625"/>
                    </a:cubicBezTo>
                    <a:cubicBezTo>
                      <a:pt x="71930" y="64042"/>
                      <a:pt x="41684" y="71438"/>
                      <a:pt x="34540" y="7620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E39E9FB0-9823-4258-97ED-EE5D3BEB4827}"/>
                  </a:ext>
                </a:extLst>
              </p:cNvPr>
              <p:cNvSpPr/>
              <p:nvPr/>
            </p:nvSpPr>
            <p:spPr>
              <a:xfrm>
                <a:off x="1151482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D57613D-4588-4BB1-B103-F58B1BAE54B4}"/>
                  </a:ext>
                </a:extLst>
              </p:cNvPr>
              <p:cNvSpPr/>
              <p:nvPr/>
            </p:nvSpPr>
            <p:spPr>
              <a:xfrm flipH="1">
                <a:off x="1516830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D994E608-F821-4FC5-B3AF-863DBD7EA7EC}"/>
                  </a:ext>
                </a:extLst>
              </p:cNvPr>
              <p:cNvGrpSpPr/>
              <p:nvPr/>
            </p:nvGrpSpPr>
            <p:grpSpPr>
              <a:xfrm>
                <a:off x="1066185" y="2005920"/>
                <a:ext cx="266714" cy="238616"/>
                <a:chOff x="1047750" y="2033588"/>
                <a:chExt cx="266714" cy="238616"/>
              </a:xfrm>
            </p:grpSpPr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BA58C8AB-0BFA-4F19-86AF-8E2DE36DC402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AFCE3A13-040E-432F-8F77-CDA42FC5FE78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8F4A15BA-7168-49E5-8559-3600CA5CCA22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5E4A0D4-7BF3-4E48-9C8B-407109ACC69E}"/>
                  </a:ext>
                </a:extLst>
              </p:cNvPr>
              <p:cNvGrpSpPr/>
              <p:nvPr/>
            </p:nvGrpSpPr>
            <p:grpSpPr>
              <a:xfrm rot="18623538">
                <a:off x="1627698" y="2015198"/>
                <a:ext cx="266714" cy="238616"/>
                <a:chOff x="1047750" y="2033588"/>
                <a:chExt cx="266714" cy="238616"/>
              </a:xfrm>
            </p:grpSpPr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F6AE8E7A-4DBD-4E15-A6BA-438A2706F302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A45EFDD2-1DAB-481D-9CD6-2BA43DE1D1F1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608F515E-29A7-4044-862D-D55B2768A1C2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8169C30-FA52-49F7-A0BD-765D4DD7E0C4}"/>
                  </a:ext>
                </a:extLst>
              </p:cNvPr>
              <p:cNvSpPr/>
              <p:nvPr/>
            </p:nvSpPr>
            <p:spPr>
              <a:xfrm rot="20219117">
                <a:off x="971370" y="1188230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735755A-465D-40B2-A849-DA00E2B5B1B6}"/>
                  </a:ext>
                </a:extLst>
              </p:cNvPr>
              <p:cNvSpPr/>
              <p:nvPr/>
            </p:nvSpPr>
            <p:spPr>
              <a:xfrm rot="15953926">
                <a:off x="1586692" y="1209728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80DD8CA-4B21-471A-AA6B-1EBCF032EFCE}"/>
                  </a:ext>
                </a:extLst>
              </p:cNvPr>
              <p:cNvGrpSpPr/>
              <p:nvPr/>
            </p:nvGrpSpPr>
            <p:grpSpPr>
              <a:xfrm rot="20861058">
                <a:off x="919169" y="1370990"/>
                <a:ext cx="266714" cy="238616"/>
                <a:chOff x="1047750" y="2033588"/>
                <a:chExt cx="266714" cy="238616"/>
              </a:xfrm>
            </p:grpSpPr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31520D39-9799-46FA-808A-CAEAFE48C41E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C56B5DDE-37B8-44FF-B9CE-13266579B718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E9D8BDC0-7DBC-4739-A1EA-4544E59F8ABA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12DDC4A-2B34-4C9D-89B4-7DBAC2B97B16}"/>
                  </a:ext>
                </a:extLst>
              </p:cNvPr>
              <p:cNvGrpSpPr/>
              <p:nvPr/>
            </p:nvGrpSpPr>
            <p:grpSpPr>
              <a:xfrm rot="18623538">
                <a:off x="1746103" y="1401464"/>
                <a:ext cx="266714" cy="238616"/>
                <a:chOff x="1047750" y="2033588"/>
                <a:chExt cx="266714" cy="238616"/>
              </a:xfrm>
            </p:grpSpPr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BA7A6D74-78C2-4252-A5F5-0D144F793F88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31DD16DA-922E-4D02-BB29-E30E44F66DCD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9B5EBDEA-C2C1-4EDB-84B6-283D677C7EE6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E9BE1070-DEC1-4278-9652-B2610893FC28}"/>
              </a:ext>
            </a:extLst>
          </p:cNvPr>
          <p:cNvGrpSpPr/>
          <p:nvPr/>
        </p:nvGrpSpPr>
        <p:grpSpPr>
          <a:xfrm>
            <a:off x="2589600" y="5711667"/>
            <a:ext cx="1042416" cy="1024128"/>
            <a:chOff x="4013882" y="2676720"/>
            <a:chExt cx="1530220" cy="15045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F256A19-692B-4C6F-BE20-DD52F38C6E7E}"/>
                </a:ext>
              </a:extLst>
            </p:cNvPr>
            <p:cNvGrpSpPr/>
            <p:nvPr/>
          </p:nvGrpSpPr>
          <p:grpSpPr>
            <a:xfrm>
              <a:off x="4013882" y="2676720"/>
              <a:ext cx="1530220" cy="1504560"/>
              <a:chOff x="516782" y="905612"/>
              <a:chExt cx="1530220" cy="150456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EF006DA-663D-4298-BFF3-A93E106E2D54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Wave 30">
                <a:extLst>
                  <a:ext uri="{FF2B5EF4-FFF2-40B4-BE49-F238E27FC236}">
                    <a16:creationId xmlns:a16="http://schemas.microsoft.com/office/drawing/2014/main" id="{E498F51C-E555-43E1-A2B1-BE10744732AF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024BFF3-86E3-4084-A8E3-6A5F19FE85AA}"/>
                </a:ext>
              </a:extLst>
            </p:cNvPr>
            <p:cNvGrpSpPr/>
            <p:nvPr/>
          </p:nvGrpSpPr>
          <p:grpSpPr>
            <a:xfrm>
              <a:off x="4318798" y="3060033"/>
              <a:ext cx="869561" cy="888211"/>
              <a:chOff x="4318798" y="3060033"/>
              <a:chExt cx="869561" cy="888211"/>
            </a:xfrm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7BAF345-EF43-46AA-82DB-83B6BFFAC51B}"/>
                  </a:ext>
                </a:extLst>
              </p:cNvPr>
              <p:cNvGrpSpPr/>
              <p:nvPr/>
            </p:nvGrpSpPr>
            <p:grpSpPr>
              <a:xfrm>
                <a:off x="4657451" y="3323714"/>
                <a:ext cx="530908" cy="624530"/>
                <a:chOff x="919169" y="747323"/>
                <a:chExt cx="1079599" cy="1520540"/>
              </a:xfrm>
            </p:grpSpPr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3E268BA3-00BA-4BA1-B764-BC5698CFB232}"/>
                    </a:ext>
                  </a:extLst>
                </p:cNvPr>
                <p:cNvSpPr/>
                <p:nvPr/>
              </p:nvSpPr>
              <p:spPr>
                <a:xfrm>
                  <a:off x="1296850" y="1081087"/>
                  <a:ext cx="352191" cy="500063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30AA1B69-BAAD-4F13-BB3A-2C6809B84E17}"/>
                    </a:ext>
                  </a:extLst>
                </p:cNvPr>
                <p:cNvSpPr/>
                <p:nvPr/>
              </p:nvSpPr>
              <p:spPr>
                <a:xfrm>
                  <a:off x="1076326" y="819150"/>
                  <a:ext cx="195262" cy="314325"/>
                </a:xfrm>
                <a:custGeom>
                  <a:avLst/>
                  <a:gdLst>
                    <a:gd name="connsiteX0" fmla="*/ 0 w 152400"/>
                    <a:gd name="connsiteY0" fmla="*/ 0 h 238125"/>
                    <a:gd name="connsiteX1" fmla="*/ 95250 w 152400"/>
                    <a:gd name="connsiteY1" fmla="*/ 23812 h 238125"/>
                    <a:gd name="connsiteX2" fmla="*/ 123825 w 152400"/>
                    <a:gd name="connsiteY2" fmla="*/ 47625 h 238125"/>
                    <a:gd name="connsiteX3" fmla="*/ 133350 w 152400"/>
                    <a:gd name="connsiteY3" fmla="*/ 95250 h 238125"/>
                    <a:gd name="connsiteX4" fmla="*/ 128587 w 152400"/>
                    <a:gd name="connsiteY4" fmla="*/ 171450 h 238125"/>
                    <a:gd name="connsiteX5" fmla="*/ 133350 w 152400"/>
                    <a:gd name="connsiteY5" fmla="*/ 195262 h 238125"/>
                    <a:gd name="connsiteX6" fmla="*/ 142875 w 152400"/>
                    <a:gd name="connsiteY6" fmla="*/ 214312 h 238125"/>
                    <a:gd name="connsiteX7" fmla="*/ 152400 w 152400"/>
                    <a:gd name="connsiteY7" fmla="*/ 238125 h 238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2400" h="238125">
                      <a:moveTo>
                        <a:pt x="0" y="0"/>
                      </a:moveTo>
                      <a:cubicBezTo>
                        <a:pt x="44168" y="4416"/>
                        <a:pt x="54750" y="1030"/>
                        <a:pt x="95250" y="23812"/>
                      </a:cubicBezTo>
                      <a:cubicBezTo>
                        <a:pt x="106057" y="29891"/>
                        <a:pt x="114300" y="39687"/>
                        <a:pt x="123825" y="47625"/>
                      </a:cubicBezTo>
                      <a:cubicBezTo>
                        <a:pt x="126971" y="60210"/>
                        <a:pt x="133350" y="83578"/>
                        <a:pt x="133350" y="95250"/>
                      </a:cubicBezTo>
                      <a:cubicBezTo>
                        <a:pt x="133350" y="120700"/>
                        <a:pt x="130175" y="146050"/>
                        <a:pt x="128587" y="171450"/>
                      </a:cubicBezTo>
                      <a:cubicBezTo>
                        <a:pt x="130175" y="179387"/>
                        <a:pt x="130790" y="187583"/>
                        <a:pt x="133350" y="195262"/>
                      </a:cubicBezTo>
                      <a:cubicBezTo>
                        <a:pt x="135595" y="201997"/>
                        <a:pt x="140078" y="207786"/>
                        <a:pt x="142875" y="214312"/>
                      </a:cubicBezTo>
                      <a:cubicBezTo>
                        <a:pt x="160522" y="255491"/>
                        <a:pt x="137074" y="207477"/>
                        <a:pt x="152400" y="238125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36240467-8B00-4E9B-A8A4-F3AFC1A422E6}"/>
                    </a:ext>
                  </a:extLst>
                </p:cNvPr>
                <p:cNvSpPr/>
                <p:nvPr/>
              </p:nvSpPr>
              <p:spPr>
                <a:xfrm rot="19830825">
                  <a:off x="1108942" y="747323"/>
                  <a:ext cx="234084" cy="376627"/>
                </a:xfrm>
                <a:custGeom>
                  <a:avLst/>
                  <a:gdLst>
                    <a:gd name="connsiteX0" fmla="*/ 34059 w 234084"/>
                    <a:gd name="connsiteY0" fmla="*/ 376627 h 376627"/>
                    <a:gd name="connsiteX1" fmla="*/ 10246 w 234084"/>
                    <a:gd name="connsiteY1" fmla="*/ 362339 h 376627"/>
                    <a:gd name="connsiteX2" fmla="*/ 10246 w 234084"/>
                    <a:gd name="connsiteY2" fmla="*/ 295664 h 376627"/>
                    <a:gd name="connsiteX3" fmla="*/ 57871 w 234084"/>
                    <a:gd name="connsiteY3" fmla="*/ 281377 h 376627"/>
                    <a:gd name="connsiteX4" fmla="*/ 105496 w 234084"/>
                    <a:gd name="connsiteY4" fmla="*/ 262327 h 376627"/>
                    <a:gd name="connsiteX5" fmla="*/ 162646 w 234084"/>
                    <a:gd name="connsiteY5" fmla="*/ 176602 h 376627"/>
                    <a:gd name="connsiteX6" fmla="*/ 172171 w 234084"/>
                    <a:gd name="connsiteY6" fmla="*/ 138502 h 376627"/>
                    <a:gd name="connsiteX7" fmla="*/ 191221 w 234084"/>
                    <a:gd name="connsiteY7" fmla="*/ 5152 h 376627"/>
                    <a:gd name="connsiteX8" fmla="*/ 210271 w 234084"/>
                    <a:gd name="connsiteY8" fmla="*/ 389 h 376627"/>
                    <a:gd name="connsiteX9" fmla="*/ 234084 w 234084"/>
                    <a:gd name="connsiteY9" fmla="*/ 389 h 376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34084" h="376627">
                      <a:moveTo>
                        <a:pt x="34059" y="376627"/>
                      </a:moveTo>
                      <a:cubicBezTo>
                        <a:pt x="26121" y="371864"/>
                        <a:pt x="16342" y="369305"/>
                        <a:pt x="10246" y="362339"/>
                      </a:cubicBezTo>
                      <a:cubicBezTo>
                        <a:pt x="-3334" y="346820"/>
                        <a:pt x="-3498" y="309408"/>
                        <a:pt x="10246" y="295664"/>
                      </a:cubicBezTo>
                      <a:cubicBezTo>
                        <a:pt x="21966" y="283944"/>
                        <a:pt x="42051" y="286320"/>
                        <a:pt x="57871" y="281377"/>
                      </a:cubicBezTo>
                      <a:cubicBezTo>
                        <a:pt x="89257" y="271569"/>
                        <a:pt x="80241" y="274955"/>
                        <a:pt x="105496" y="262327"/>
                      </a:cubicBezTo>
                      <a:cubicBezTo>
                        <a:pt x="153628" y="192803"/>
                        <a:pt x="135445" y="221938"/>
                        <a:pt x="162646" y="176602"/>
                      </a:cubicBezTo>
                      <a:cubicBezTo>
                        <a:pt x="165821" y="163902"/>
                        <a:pt x="171020" y="151542"/>
                        <a:pt x="172171" y="138502"/>
                      </a:cubicBezTo>
                      <a:cubicBezTo>
                        <a:pt x="176188" y="92973"/>
                        <a:pt x="142700" y="25948"/>
                        <a:pt x="191221" y="5152"/>
                      </a:cubicBezTo>
                      <a:cubicBezTo>
                        <a:pt x="197237" y="2574"/>
                        <a:pt x="203766" y="1112"/>
                        <a:pt x="210271" y="389"/>
                      </a:cubicBezTo>
                      <a:cubicBezTo>
                        <a:pt x="218160" y="-488"/>
                        <a:pt x="226146" y="389"/>
                        <a:pt x="234084" y="389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9509D09E-AB89-4A60-AA57-18954880B24C}"/>
                    </a:ext>
                  </a:extLst>
                </p:cNvPr>
                <p:cNvSpPr/>
                <p:nvPr/>
              </p:nvSpPr>
              <p:spPr>
                <a:xfrm>
                  <a:off x="1362076" y="785812"/>
                  <a:ext cx="152406" cy="290513"/>
                </a:xfrm>
                <a:custGeom>
                  <a:avLst/>
                  <a:gdLst>
                    <a:gd name="connsiteX0" fmla="*/ 0 w 152406"/>
                    <a:gd name="connsiteY0" fmla="*/ 204788 h 290513"/>
                    <a:gd name="connsiteX1" fmla="*/ 66675 w 152406"/>
                    <a:gd name="connsiteY1" fmla="*/ 280988 h 290513"/>
                    <a:gd name="connsiteX2" fmla="*/ 85725 w 152406"/>
                    <a:gd name="connsiteY2" fmla="*/ 290513 h 290513"/>
                    <a:gd name="connsiteX3" fmla="*/ 142875 w 152406"/>
                    <a:gd name="connsiteY3" fmla="*/ 266700 h 290513"/>
                    <a:gd name="connsiteX4" fmla="*/ 142875 w 152406"/>
                    <a:gd name="connsiteY4" fmla="*/ 185738 h 290513"/>
                    <a:gd name="connsiteX5" fmla="*/ 114300 w 152406"/>
                    <a:gd name="connsiteY5" fmla="*/ 161925 h 290513"/>
                    <a:gd name="connsiteX6" fmla="*/ 71437 w 152406"/>
                    <a:gd name="connsiteY6" fmla="*/ 114300 h 290513"/>
                    <a:gd name="connsiteX7" fmla="*/ 61912 w 152406"/>
                    <a:gd name="connsiteY7" fmla="*/ 100013 h 290513"/>
                    <a:gd name="connsiteX8" fmla="*/ 71437 w 152406"/>
                    <a:gd name="connsiteY8" fmla="*/ 33338 h 290513"/>
                    <a:gd name="connsiteX9" fmla="*/ 85725 w 152406"/>
                    <a:gd name="connsiteY9" fmla="*/ 19050 h 290513"/>
                    <a:gd name="connsiteX10" fmla="*/ 100012 w 152406"/>
                    <a:gd name="connsiteY10" fmla="*/ 0 h 2905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2406" h="290513">
                      <a:moveTo>
                        <a:pt x="0" y="204788"/>
                      </a:moveTo>
                      <a:cubicBezTo>
                        <a:pt x="28237" y="241496"/>
                        <a:pt x="34182" y="260679"/>
                        <a:pt x="66675" y="280988"/>
                      </a:cubicBezTo>
                      <a:cubicBezTo>
                        <a:pt x="72695" y="284751"/>
                        <a:pt x="79375" y="287338"/>
                        <a:pt x="85725" y="290513"/>
                      </a:cubicBezTo>
                      <a:cubicBezTo>
                        <a:pt x="104775" y="282575"/>
                        <a:pt x="126647" y="279450"/>
                        <a:pt x="142875" y="266700"/>
                      </a:cubicBezTo>
                      <a:cubicBezTo>
                        <a:pt x="161999" y="251674"/>
                        <a:pt x="147149" y="194287"/>
                        <a:pt x="142875" y="185738"/>
                      </a:cubicBezTo>
                      <a:cubicBezTo>
                        <a:pt x="137330" y="174648"/>
                        <a:pt x="123516" y="170219"/>
                        <a:pt x="114300" y="161925"/>
                      </a:cubicBezTo>
                      <a:cubicBezTo>
                        <a:pt x="98453" y="147662"/>
                        <a:pt x="84472" y="131059"/>
                        <a:pt x="71437" y="114300"/>
                      </a:cubicBezTo>
                      <a:cubicBezTo>
                        <a:pt x="67923" y="109782"/>
                        <a:pt x="65087" y="104775"/>
                        <a:pt x="61912" y="100013"/>
                      </a:cubicBezTo>
                      <a:cubicBezTo>
                        <a:pt x="65087" y="77788"/>
                        <a:pt x="65102" y="54876"/>
                        <a:pt x="71437" y="33338"/>
                      </a:cubicBezTo>
                      <a:cubicBezTo>
                        <a:pt x="73338" y="26876"/>
                        <a:pt x="81989" y="24654"/>
                        <a:pt x="85725" y="19050"/>
                      </a:cubicBezTo>
                      <a:cubicBezTo>
                        <a:pt x="100438" y="-3019"/>
                        <a:pt x="79754" y="10130"/>
                        <a:pt x="100012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3A782468-4358-4DC1-B2C3-E16FE7092734}"/>
                    </a:ext>
                  </a:extLst>
                </p:cNvPr>
                <p:cNvSpPr/>
                <p:nvPr/>
              </p:nvSpPr>
              <p:spPr>
                <a:xfrm>
                  <a:off x="1333501" y="847725"/>
                  <a:ext cx="285750" cy="300208"/>
                </a:xfrm>
                <a:custGeom>
                  <a:avLst/>
                  <a:gdLst>
                    <a:gd name="connsiteX0" fmla="*/ 285750 w 285750"/>
                    <a:gd name="connsiteY0" fmla="*/ 0 h 300208"/>
                    <a:gd name="connsiteX1" fmla="*/ 257175 w 285750"/>
                    <a:gd name="connsiteY1" fmla="*/ 4762 h 300208"/>
                    <a:gd name="connsiteX2" fmla="*/ 161925 w 285750"/>
                    <a:gd name="connsiteY2" fmla="*/ 57150 h 300208"/>
                    <a:gd name="connsiteX3" fmla="*/ 138112 w 285750"/>
                    <a:gd name="connsiteY3" fmla="*/ 80962 h 300208"/>
                    <a:gd name="connsiteX4" fmla="*/ 119062 w 285750"/>
                    <a:gd name="connsiteY4" fmla="*/ 114300 h 300208"/>
                    <a:gd name="connsiteX5" fmla="*/ 95250 w 285750"/>
                    <a:gd name="connsiteY5" fmla="*/ 142875 h 300208"/>
                    <a:gd name="connsiteX6" fmla="*/ 90487 w 285750"/>
                    <a:gd name="connsiteY6" fmla="*/ 161925 h 300208"/>
                    <a:gd name="connsiteX7" fmla="*/ 57150 w 285750"/>
                    <a:gd name="connsiteY7" fmla="*/ 223837 h 300208"/>
                    <a:gd name="connsiteX8" fmla="*/ 47625 w 285750"/>
                    <a:gd name="connsiteY8" fmla="*/ 252412 h 300208"/>
                    <a:gd name="connsiteX9" fmla="*/ 28575 w 285750"/>
                    <a:gd name="connsiteY9" fmla="*/ 276225 h 300208"/>
                    <a:gd name="connsiteX10" fmla="*/ 4762 w 285750"/>
                    <a:gd name="connsiteY10" fmla="*/ 300037 h 300208"/>
                    <a:gd name="connsiteX11" fmla="*/ 0 w 285750"/>
                    <a:gd name="connsiteY11" fmla="*/ 300037 h 300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85750" h="300208">
                      <a:moveTo>
                        <a:pt x="285750" y="0"/>
                      </a:moveTo>
                      <a:cubicBezTo>
                        <a:pt x="276225" y="1587"/>
                        <a:pt x="266392" y="1882"/>
                        <a:pt x="257175" y="4762"/>
                      </a:cubicBezTo>
                      <a:cubicBezTo>
                        <a:pt x="214489" y="18101"/>
                        <a:pt x="197568" y="28636"/>
                        <a:pt x="161925" y="57150"/>
                      </a:cubicBezTo>
                      <a:cubicBezTo>
                        <a:pt x="153159" y="64162"/>
                        <a:pt x="144847" y="71982"/>
                        <a:pt x="138112" y="80962"/>
                      </a:cubicBezTo>
                      <a:cubicBezTo>
                        <a:pt x="130433" y="91201"/>
                        <a:pt x="126347" y="103777"/>
                        <a:pt x="119062" y="114300"/>
                      </a:cubicBezTo>
                      <a:cubicBezTo>
                        <a:pt x="112005" y="124494"/>
                        <a:pt x="103187" y="133350"/>
                        <a:pt x="95250" y="142875"/>
                      </a:cubicBezTo>
                      <a:cubicBezTo>
                        <a:pt x="93662" y="149225"/>
                        <a:pt x="93274" y="156003"/>
                        <a:pt x="90487" y="161925"/>
                      </a:cubicBezTo>
                      <a:cubicBezTo>
                        <a:pt x="80507" y="183133"/>
                        <a:pt x="64562" y="201601"/>
                        <a:pt x="57150" y="223837"/>
                      </a:cubicBezTo>
                      <a:cubicBezTo>
                        <a:pt x="53975" y="233362"/>
                        <a:pt x="52433" y="243598"/>
                        <a:pt x="47625" y="252412"/>
                      </a:cubicBezTo>
                      <a:cubicBezTo>
                        <a:pt x="42757" y="261336"/>
                        <a:pt x="34214" y="267767"/>
                        <a:pt x="28575" y="276225"/>
                      </a:cubicBezTo>
                      <a:cubicBezTo>
                        <a:pt x="14079" y="297970"/>
                        <a:pt x="27713" y="294300"/>
                        <a:pt x="4762" y="300037"/>
                      </a:cubicBezTo>
                      <a:cubicBezTo>
                        <a:pt x="3222" y="300422"/>
                        <a:pt x="1587" y="300037"/>
                        <a:pt x="0" y="300037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64C2242B-0556-4FA2-9C05-41943BDC115F}"/>
                    </a:ext>
                  </a:extLst>
                </p:cNvPr>
                <p:cNvSpPr/>
                <p:nvPr/>
              </p:nvSpPr>
              <p:spPr>
                <a:xfrm>
                  <a:off x="1514476" y="771525"/>
                  <a:ext cx="90487" cy="333375"/>
                </a:xfrm>
                <a:custGeom>
                  <a:avLst/>
                  <a:gdLst>
                    <a:gd name="connsiteX0" fmla="*/ 90487 w 90487"/>
                    <a:gd name="connsiteY0" fmla="*/ 333375 h 333375"/>
                    <a:gd name="connsiteX1" fmla="*/ 52387 w 90487"/>
                    <a:gd name="connsiteY1" fmla="*/ 190500 h 333375"/>
                    <a:gd name="connsiteX2" fmla="*/ 57150 w 90487"/>
                    <a:gd name="connsiteY2" fmla="*/ 152400 h 333375"/>
                    <a:gd name="connsiteX3" fmla="*/ 76200 w 90487"/>
                    <a:gd name="connsiteY3" fmla="*/ 128587 h 333375"/>
                    <a:gd name="connsiteX4" fmla="*/ 66675 w 90487"/>
                    <a:gd name="connsiteY4" fmla="*/ 42862 h 333375"/>
                    <a:gd name="connsiteX5" fmla="*/ 42862 w 90487"/>
                    <a:gd name="connsiteY5" fmla="*/ 23812 h 333375"/>
                    <a:gd name="connsiteX6" fmla="*/ 14287 w 90487"/>
                    <a:gd name="connsiteY6" fmla="*/ 0 h 333375"/>
                    <a:gd name="connsiteX7" fmla="*/ 0 w 90487"/>
                    <a:gd name="connsiteY7" fmla="*/ 9525 h 333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0487" h="333375">
                      <a:moveTo>
                        <a:pt x="90487" y="333375"/>
                      </a:moveTo>
                      <a:cubicBezTo>
                        <a:pt x="67609" y="224705"/>
                        <a:pt x="81971" y="271855"/>
                        <a:pt x="52387" y="190500"/>
                      </a:cubicBezTo>
                      <a:cubicBezTo>
                        <a:pt x="53975" y="177800"/>
                        <a:pt x="52555" y="164346"/>
                        <a:pt x="57150" y="152400"/>
                      </a:cubicBezTo>
                      <a:cubicBezTo>
                        <a:pt x="60799" y="142912"/>
                        <a:pt x="75319" y="138714"/>
                        <a:pt x="76200" y="128587"/>
                      </a:cubicBezTo>
                      <a:cubicBezTo>
                        <a:pt x="78691" y="99944"/>
                        <a:pt x="75392" y="70259"/>
                        <a:pt x="66675" y="42862"/>
                      </a:cubicBezTo>
                      <a:cubicBezTo>
                        <a:pt x="63593" y="33175"/>
                        <a:pt x="50512" y="30506"/>
                        <a:pt x="42862" y="23812"/>
                      </a:cubicBezTo>
                      <a:cubicBezTo>
                        <a:pt x="13526" y="-1856"/>
                        <a:pt x="43529" y="19494"/>
                        <a:pt x="14287" y="0"/>
                      </a:cubicBezTo>
                      <a:lnTo>
                        <a:pt x="0" y="9525"/>
                      </a:ln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FA0ACA6D-E818-4306-A836-631E4B199751}"/>
                    </a:ext>
                  </a:extLst>
                </p:cNvPr>
                <p:cNvSpPr/>
                <p:nvPr/>
              </p:nvSpPr>
              <p:spPr>
                <a:xfrm>
                  <a:off x="1332899" y="871537"/>
                  <a:ext cx="24414" cy="228600"/>
                </a:xfrm>
                <a:custGeom>
                  <a:avLst/>
                  <a:gdLst>
                    <a:gd name="connsiteX0" fmla="*/ 5364 w 24414"/>
                    <a:gd name="connsiteY0" fmla="*/ 228600 h 228600"/>
                    <a:gd name="connsiteX1" fmla="*/ 5364 w 24414"/>
                    <a:gd name="connsiteY1" fmla="*/ 42863 h 228600"/>
                    <a:gd name="connsiteX2" fmla="*/ 14889 w 24414"/>
                    <a:gd name="connsiteY2" fmla="*/ 28575 h 228600"/>
                    <a:gd name="connsiteX3" fmla="*/ 24414 w 24414"/>
                    <a:gd name="connsiteY3" fmla="*/ 0 h 228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414" h="228600">
                      <a:moveTo>
                        <a:pt x="5364" y="228600"/>
                      </a:moveTo>
                      <a:cubicBezTo>
                        <a:pt x="697" y="153917"/>
                        <a:pt x="-3913" y="123266"/>
                        <a:pt x="5364" y="42863"/>
                      </a:cubicBezTo>
                      <a:cubicBezTo>
                        <a:pt x="6020" y="37177"/>
                        <a:pt x="12564" y="33806"/>
                        <a:pt x="14889" y="28575"/>
                      </a:cubicBezTo>
                      <a:cubicBezTo>
                        <a:pt x="18967" y="19400"/>
                        <a:pt x="24414" y="0"/>
                        <a:pt x="24414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0875A521-E33C-4295-92C4-E4CAA9565511}"/>
                    </a:ext>
                  </a:extLst>
                </p:cNvPr>
                <p:cNvSpPr/>
                <p:nvPr/>
              </p:nvSpPr>
              <p:spPr>
                <a:xfrm>
                  <a:off x="1666336" y="766762"/>
                  <a:ext cx="124459" cy="376238"/>
                </a:xfrm>
                <a:custGeom>
                  <a:avLst/>
                  <a:gdLst>
                    <a:gd name="connsiteX0" fmla="*/ 14827 w 124459"/>
                    <a:gd name="connsiteY0" fmla="*/ 376238 h 376238"/>
                    <a:gd name="connsiteX1" fmla="*/ 43402 w 124459"/>
                    <a:gd name="connsiteY1" fmla="*/ 319088 h 376238"/>
                    <a:gd name="connsiteX2" fmla="*/ 100552 w 124459"/>
                    <a:gd name="connsiteY2" fmla="*/ 233363 h 376238"/>
                    <a:gd name="connsiteX3" fmla="*/ 124365 w 124459"/>
                    <a:gd name="connsiteY3" fmla="*/ 219075 h 376238"/>
                    <a:gd name="connsiteX4" fmla="*/ 119602 w 124459"/>
                    <a:gd name="connsiteY4" fmla="*/ 185738 h 376238"/>
                    <a:gd name="connsiteX5" fmla="*/ 48165 w 124459"/>
                    <a:gd name="connsiteY5" fmla="*/ 147638 h 376238"/>
                    <a:gd name="connsiteX6" fmla="*/ 33877 w 124459"/>
                    <a:gd name="connsiteY6" fmla="*/ 138113 h 376238"/>
                    <a:gd name="connsiteX7" fmla="*/ 14827 w 124459"/>
                    <a:gd name="connsiteY7" fmla="*/ 133350 h 376238"/>
                    <a:gd name="connsiteX8" fmla="*/ 540 w 124459"/>
                    <a:gd name="connsiteY8" fmla="*/ 123825 h 376238"/>
                    <a:gd name="connsiteX9" fmla="*/ 29115 w 124459"/>
                    <a:gd name="connsiteY9" fmla="*/ 66675 h 376238"/>
                    <a:gd name="connsiteX10" fmla="*/ 43402 w 124459"/>
                    <a:gd name="connsiteY10" fmla="*/ 47625 h 376238"/>
                    <a:gd name="connsiteX11" fmla="*/ 86265 w 124459"/>
                    <a:gd name="connsiteY11" fmla="*/ 42863 h 376238"/>
                    <a:gd name="connsiteX12" fmla="*/ 95790 w 124459"/>
                    <a:gd name="connsiteY12" fmla="*/ 0 h 376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4459" h="376238">
                      <a:moveTo>
                        <a:pt x="14827" y="376238"/>
                      </a:moveTo>
                      <a:cubicBezTo>
                        <a:pt x="58122" y="322118"/>
                        <a:pt x="11728" y="386395"/>
                        <a:pt x="43402" y="319088"/>
                      </a:cubicBezTo>
                      <a:cubicBezTo>
                        <a:pt x="51464" y="301957"/>
                        <a:pt x="85463" y="248452"/>
                        <a:pt x="100552" y="233363"/>
                      </a:cubicBezTo>
                      <a:cubicBezTo>
                        <a:pt x="107098" y="226817"/>
                        <a:pt x="116427" y="223838"/>
                        <a:pt x="124365" y="219075"/>
                      </a:cubicBezTo>
                      <a:cubicBezTo>
                        <a:pt x="122777" y="207963"/>
                        <a:pt x="127791" y="193415"/>
                        <a:pt x="119602" y="185738"/>
                      </a:cubicBezTo>
                      <a:cubicBezTo>
                        <a:pt x="99914" y="167280"/>
                        <a:pt x="70620" y="162608"/>
                        <a:pt x="48165" y="147638"/>
                      </a:cubicBezTo>
                      <a:cubicBezTo>
                        <a:pt x="43402" y="144463"/>
                        <a:pt x="39138" y="140368"/>
                        <a:pt x="33877" y="138113"/>
                      </a:cubicBezTo>
                      <a:cubicBezTo>
                        <a:pt x="27861" y="135535"/>
                        <a:pt x="21177" y="134938"/>
                        <a:pt x="14827" y="133350"/>
                      </a:cubicBezTo>
                      <a:cubicBezTo>
                        <a:pt x="10065" y="130175"/>
                        <a:pt x="1109" y="129520"/>
                        <a:pt x="540" y="123825"/>
                      </a:cubicBezTo>
                      <a:cubicBezTo>
                        <a:pt x="-2990" y="88526"/>
                        <a:pt x="11258" y="87084"/>
                        <a:pt x="29115" y="66675"/>
                      </a:cubicBezTo>
                      <a:cubicBezTo>
                        <a:pt x="34342" y="60701"/>
                        <a:pt x="36075" y="50678"/>
                        <a:pt x="43402" y="47625"/>
                      </a:cubicBezTo>
                      <a:cubicBezTo>
                        <a:pt x="56672" y="42096"/>
                        <a:pt x="71977" y="44450"/>
                        <a:pt x="86265" y="42863"/>
                      </a:cubicBezTo>
                      <a:cubicBezTo>
                        <a:pt x="99340" y="16713"/>
                        <a:pt x="95790" y="30913"/>
                        <a:pt x="95790" y="0"/>
                      </a:cubicBez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Freeform: Shape 115">
                  <a:extLst>
                    <a:ext uri="{FF2B5EF4-FFF2-40B4-BE49-F238E27FC236}">
                      <a16:creationId xmlns:a16="http://schemas.microsoft.com/office/drawing/2014/main" id="{4D5B843D-ED45-4CB4-A3E7-115AD43255D5}"/>
                    </a:ext>
                  </a:extLst>
                </p:cNvPr>
                <p:cNvSpPr/>
                <p:nvPr/>
              </p:nvSpPr>
              <p:spPr>
                <a:xfrm>
                  <a:off x="1657352" y="785812"/>
                  <a:ext cx="252412" cy="304800"/>
                </a:xfrm>
                <a:custGeom>
                  <a:avLst/>
                  <a:gdLst>
                    <a:gd name="connsiteX0" fmla="*/ 0 w 344403"/>
                    <a:gd name="connsiteY0" fmla="*/ 300564 h 300564"/>
                    <a:gd name="connsiteX1" fmla="*/ 85725 w 344403"/>
                    <a:gd name="connsiteY1" fmla="*/ 205314 h 300564"/>
                    <a:gd name="connsiteX2" fmla="*/ 214312 w 344403"/>
                    <a:gd name="connsiteY2" fmla="*/ 81489 h 300564"/>
                    <a:gd name="connsiteX3" fmla="*/ 285750 w 344403"/>
                    <a:gd name="connsiteY3" fmla="*/ 33864 h 300564"/>
                    <a:gd name="connsiteX4" fmla="*/ 323850 w 344403"/>
                    <a:gd name="connsiteY4" fmla="*/ 10052 h 300564"/>
                    <a:gd name="connsiteX5" fmla="*/ 342900 w 344403"/>
                    <a:gd name="connsiteY5" fmla="*/ 527 h 300564"/>
                    <a:gd name="connsiteX6" fmla="*/ 276225 w 344403"/>
                    <a:gd name="connsiteY6" fmla="*/ 5289 h 300564"/>
                    <a:gd name="connsiteX7" fmla="*/ 185737 w 344403"/>
                    <a:gd name="connsiteY7" fmla="*/ 19577 h 300564"/>
                    <a:gd name="connsiteX8" fmla="*/ 166687 w 344403"/>
                    <a:gd name="connsiteY8" fmla="*/ 24339 h 300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44403" h="300564">
                      <a:moveTo>
                        <a:pt x="0" y="300564"/>
                      </a:moveTo>
                      <a:cubicBezTo>
                        <a:pt x="61522" y="269804"/>
                        <a:pt x="11886" y="300251"/>
                        <a:pt x="85725" y="205314"/>
                      </a:cubicBezTo>
                      <a:cubicBezTo>
                        <a:pt x="114469" y="168357"/>
                        <a:pt x="183680" y="101910"/>
                        <a:pt x="214312" y="81489"/>
                      </a:cubicBezTo>
                      <a:lnTo>
                        <a:pt x="285750" y="33864"/>
                      </a:lnTo>
                      <a:cubicBezTo>
                        <a:pt x="298294" y="25683"/>
                        <a:pt x="310455" y="16750"/>
                        <a:pt x="323850" y="10052"/>
                      </a:cubicBezTo>
                      <a:cubicBezTo>
                        <a:pt x="330200" y="6877"/>
                        <a:pt x="349964" y="1234"/>
                        <a:pt x="342900" y="527"/>
                      </a:cubicBezTo>
                      <a:cubicBezTo>
                        <a:pt x="320729" y="-1690"/>
                        <a:pt x="298450" y="3702"/>
                        <a:pt x="276225" y="5289"/>
                      </a:cubicBezTo>
                      <a:cubicBezTo>
                        <a:pt x="214504" y="17633"/>
                        <a:pt x="244690" y="13026"/>
                        <a:pt x="185737" y="19577"/>
                      </a:cubicBezTo>
                      <a:lnTo>
                        <a:pt x="166687" y="24339"/>
                      </a:lnTo>
                    </a:path>
                  </a:pathLst>
                </a:custGeom>
                <a:ln w="762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AEE6D46A-15E0-4E6B-9D7B-601400A08C43}"/>
                    </a:ext>
                  </a:extLst>
                </p:cNvPr>
                <p:cNvSpPr/>
                <p:nvPr/>
              </p:nvSpPr>
              <p:spPr>
                <a:xfrm>
                  <a:off x="1181663" y="1412263"/>
                  <a:ext cx="567967" cy="356823"/>
                </a:xfrm>
                <a:custGeom>
                  <a:avLst/>
                  <a:gdLst>
                    <a:gd name="connsiteX0" fmla="*/ 34540 w 567967"/>
                    <a:gd name="connsiteY0" fmla="*/ 76200 h 356823"/>
                    <a:gd name="connsiteX1" fmla="*/ 34540 w 567967"/>
                    <a:gd name="connsiteY1" fmla="*/ 76200 h 356823"/>
                    <a:gd name="connsiteX2" fmla="*/ 10728 w 567967"/>
                    <a:gd name="connsiteY2" fmla="*/ 180975 h 356823"/>
                    <a:gd name="connsiteX3" fmla="*/ 20253 w 567967"/>
                    <a:gd name="connsiteY3" fmla="*/ 195262 h 356823"/>
                    <a:gd name="connsiteX4" fmla="*/ 25015 w 567967"/>
                    <a:gd name="connsiteY4" fmla="*/ 261937 h 356823"/>
                    <a:gd name="connsiteX5" fmla="*/ 29778 w 567967"/>
                    <a:gd name="connsiteY5" fmla="*/ 280987 h 356823"/>
                    <a:gd name="connsiteX6" fmla="*/ 44065 w 567967"/>
                    <a:gd name="connsiteY6" fmla="*/ 290512 h 356823"/>
                    <a:gd name="connsiteX7" fmla="*/ 77403 w 567967"/>
                    <a:gd name="connsiteY7" fmla="*/ 295275 h 356823"/>
                    <a:gd name="connsiteX8" fmla="*/ 163128 w 567967"/>
                    <a:gd name="connsiteY8" fmla="*/ 247650 h 356823"/>
                    <a:gd name="connsiteX9" fmla="*/ 177415 w 567967"/>
                    <a:gd name="connsiteY9" fmla="*/ 223837 h 356823"/>
                    <a:gd name="connsiteX10" fmla="*/ 205990 w 567967"/>
                    <a:gd name="connsiteY10" fmla="*/ 214312 h 356823"/>
                    <a:gd name="connsiteX11" fmla="*/ 210753 w 567967"/>
                    <a:gd name="connsiteY11" fmla="*/ 228600 h 356823"/>
                    <a:gd name="connsiteX12" fmla="*/ 215515 w 567967"/>
                    <a:gd name="connsiteY12" fmla="*/ 247650 h 356823"/>
                    <a:gd name="connsiteX13" fmla="*/ 229803 w 567967"/>
                    <a:gd name="connsiteY13" fmla="*/ 290512 h 356823"/>
                    <a:gd name="connsiteX14" fmla="*/ 263140 w 567967"/>
                    <a:gd name="connsiteY14" fmla="*/ 319087 h 356823"/>
                    <a:gd name="connsiteX15" fmla="*/ 272665 w 567967"/>
                    <a:gd name="connsiteY15" fmla="*/ 347662 h 356823"/>
                    <a:gd name="connsiteX16" fmla="*/ 329815 w 567967"/>
                    <a:gd name="connsiteY16" fmla="*/ 338137 h 356823"/>
                    <a:gd name="connsiteX17" fmla="*/ 344103 w 567967"/>
                    <a:gd name="connsiteY17" fmla="*/ 252412 h 356823"/>
                    <a:gd name="connsiteX18" fmla="*/ 439353 w 567967"/>
                    <a:gd name="connsiteY18" fmla="*/ 261937 h 356823"/>
                    <a:gd name="connsiteX19" fmla="*/ 467928 w 567967"/>
                    <a:gd name="connsiteY19" fmla="*/ 290512 h 356823"/>
                    <a:gd name="connsiteX20" fmla="*/ 515553 w 567967"/>
                    <a:gd name="connsiteY20" fmla="*/ 276225 h 356823"/>
                    <a:gd name="connsiteX21" fmla="*/ 544128 w 567967"/>
                    <a:gd name="connsiteY21" fmla="*/ 271462 h 356823"/>
                    <a:gd name="connsiteX22" fmla="*/ 558415 w 567967"/>
                    <a:gd name="connsiteY22" fmla="*/ 266700 h 356823"/>
                    <a:gd name="connsiteX23" fmla="*/ 563178 w 567967"/>
                    <a:gd name="connsiteY23" fmla="*/ 228600 h 356823"/>
                    <a:gd name="connsiteX24" fmla="*/ 567940 w 567967"/>
                    <a:gd name="connsiteY24" fmla="*/ 200025 h 356823"/>
                    <a:gd name="connsiteX25" fmla="*/ 558415 w 567967"/>
                    <a:gd name="connsiteY25" fmla="*/ 109537 h 356823"/>
                    <a:gd name="connsiteX26" fmla="*/ 539365 w 567967"/>
                    <a:gd name="connsiteY26" fmla="*/ 100012 h 356823"/>
                    <a:gd name="connsiteX27" fmla="*/ 515553 w 567967"/>
                    <a:gd name="connsiteY27" fmla="*/ 61912 h 356823"/>
                    <a:gd name="connsiteX28" fmla="*/ 486978 w 567967"/>
                    <a:gd name="connsiteY28" fmla="*/ 47625 h 356823"/>
                    <a:gd name="connsiteX29" fmla="*/ 315528 w 567967"/>
                    <a:gd name="connsiteY29" fmla="*/ 42862 h 356823"/>
                    <a:gd name="connsiteX30" fmla="*/ 253615 w 567967"/>
                    <a:gd name="connsiteY30" fmla="*/ 4762 h 356823"/>
                    <a:gd name="connsiteX31" fmla="*/ 215515 w 567967"/>
                    <a:gd name="connsiteY31" fmla="*/ 0 h 356823"/>
                    <a:gd name="connsiteX32" fmla="*/ 172653 w 567967"/>
                    <a:gd name="connsiteY32" fmla="*/ 14287 h 356823"/>
                    <a:gd name="connsiteX33" fmla="*/ 144078 w 567967"/>
                    <a:gd name="connsiteY33" fmla="*/ 28575 h 356823"/>
                    <a:gd name="connsiteX34" fmla="*/ 125028 w 567967"/>
                    <a:gd name="connsiteY34" fmla="*/ 33337 h 356823"/>
                    <a:gd name="connsiteX35" fmla="*/ 110740 w 567967"/>
                    <a:gd name="connsiteY35" fmla="*/ 38100 h 356823"/>
                    <a:gd name="connsiteX36" fmla="*/ 77403 w 567967"/>
                    <a:gd name="connsiteY36" fmla="*/ 47625 h 356823"/>
                    <a:gd name="connsiteX37" fmla="*/ 34540 w 567967"/>
                    <a:gd name="connsiteY37" fmla="*/ 76200 h 356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567967" h="356823">
                      <a:moveTo>
                        <a:pt x="34540" y="76200"/>
                      </a:moveTo>
                      <a:lnTo>
                        <a:pt x="34540" y="76200"/>
                      </a:lnTo>
                      <a:cubicBezTo>
                        <a:pt x="-4331" y="131731"/>
                        <a:pt x="-7505" y="112600"/>
                        <a:pt x="10728" y="180975"/>
                      </a:cubicBezTo>
                      <a:cubicBezTo>
                        <a:pt x="12203" y="186505"/>
                        <a:pt x="17078" y="190500"/>
                        <a:pt x="20253" y="195262"/>
                      </a:cubicBezTo>
                      <a:cubicBezTo>
                        <a:pt x="21840" y="217487"/>
                        <a:pt x="22554" y="239792"/>
                        <a:pt x="25015" y="261937"/>
                      </a:cubicBezTo>
                      <a:cubicBezTo>
                        <a:pt x="25738" y="268442"/>
                        <a:pt x="26147" y="275541"/>
                        <a:pt x="29778" y="280987"/>
                      </a:cubicBezTo>
                      <a:cubicBezTo>
                        <a:pt x="32953" y="285749"/>
                        <a:pt x="38583" y="288867"/>
                        <a:pt x="44065" y="290512"/>
                      </a:cubicBezTo>
                      <a:cubicBezTo>
                        <a:pt x="54817" y="293738"/>
                        <a:pt x="66290" y="293687"/>
                        <a:pt x="77403" y="295275"/>
                      </a:cubicBezTo>
                      <a:cubicBezTo>
                        <a:pt x="139352" y="284950"/>
                        <a:pt x="131892" y="299712"/>
                        <a:pt x="163128" y="247650"/>
                      </a:cubicBezTo>
                      <a:cubicBezTo>
                        <a:pt x="167890" y="239712"/>
                        <a:pt x="170108" y="229520"/>
                        <a:pt x="177415" y="223837"/>
                      </a:cubicBezTo>
                      <a:cubicBezTo>
                        <a:pt x="185340" y="217673"/>
                        <a:pt x="205990" y="214312"/>
                        <a:pt x="205990" y="214312"/>
                      </a:cubicBezTo>
                      <a:cubicBezTo>
                        <a:pt x="207578" y="219075"/>
                        <a:pt x="209374" y="223773"/>
                        <a:pt x="210753" y="228600"/>
                      </a:cubicBezTo>
                      <a:cubicBezTo>
                        <a:pt x="212551" y="234894"/>
                        <a:pt x="213590" y="241394"/>
                        <a:pt x="215515" y="247650"/>
                      </a:cubicBezTo>
                      <a:cubicBezTo>
                        <a:pt x="219944" y="262044"/>
                        <a:pt x="217755" y="281476"/>
                        <a:pt x="229803" y="290512"/>
                      </a:cubicBezTo>
                      <a:cubicBezTo>
                        <a:pt x="254241" y="308841"/>
                        <a:pt x="243240" y="299187"/>
                        <a:pt x="263140" y="319087"/>
                      </a:cubicBezTo>
                      <a:cubicBezTo>
                        <a:pt x="266315" y="328612"/>
                        <a:pt x="264440" y="341904"/>
                        <a:pt x="272665" y="347662"/>
                      </a:cubicBezTo>
                      <a:cubicBezTo>
                        <a:pt x="300410" y="367084"/>
                        <a:pt x="311833" y="351624"/>
                        <a:pt x="329815" y="338137"/>
                      </a:cubicBezTo>
                      <a:cubicBezTo>
                        <a:pt x="334578" y="309562"/>
                        <a:pt x="326918" y="275734"/>
                        <a:pt x="344103" y="252412"/>
                      </a:cubicBezTo>
                      <a:cubicBezTo>
                        <a:pt x="361013" y="229462"/>
                        <a:pt x="423209" y="256556"/>
                        <a:pt x="439353" y="261937"/>
                      </a:cubicBezTo>
                      <a:cubicBezTo>
                        <a:pt x="448878" y="271462"/>
                        <a:pt x="455494" y="285331"/>
                        <a:pt x="467928" y="290512"/>
                      </a:cubicBezTo>
                      <a:cubicBezTo>
                        <a:pt x="485057" y="297649"/>
                        <a:pt x="501430" y="280462"/>
                        <a:pt x="515553" y="276225"/>
                      </a:cubicBezTo>
                      <a:cubicBezTo>
                        <a:pt x="524802" y="273450"/>
                        <a:pt x="534702" y="273557"/>
                        <a:pt x="544128" y="271462"/>
                      </a:cubicBezTo>
                      <a:cubicBezTo>
                        <a:pt x="549028" y="270373"/>
                        <a:pt x="553653" y="268287"/>
                        <a:pt x="558415" y="266700"/>
                      </a:cubicBezTo>
                      <a:cubicBezTo>
                        <a:pt x="560003" y="254000"/>
                        <a:pt x="561368" y="241270"/>
                        <a:pt x="563178" y="228600"/>
                      </a:cubicBezTo>
                      <a:cubicBezTo>
                        <a:pt x="564544" y="219041"/>
                        <a:pt x="568326" y="209674"/>
                        <a:pt x="567940" y="200025"/>
                      </a:cubicBezTo>
                      <a:cubicBezTo>
                        <a:pt x="566728" y="169720"/>
                        <a:pt x="566747" y="138699"/>
                        <a:pt x="558415" y="109537"/>
                      </a:cubicBezTo>
                      <a:cubicBezTo>
                        <a:pt x="556465" y="102711"/>
                        <a:pt x="545715" y="103187"/>
                        <a:pt x="539365" y="100012"/>
                      </a:cubicBezTo>
                      <a:cubicBezTo>
                        <a:pt x="531821" y="84923"/>
                        <a:pt x="527917" y="74276"/>
                        <a:pt x="515553" y="61912"/>
                      </a:cubicBezTo>
                      <a:cubicBezTo>
                        <a:pt x="510260" y="56619"/>
                        <a:pt x="495144" y="48044"/>
                        <a:pt x="486978" y="47625"/>
                      </a:cubicBezTo>
                      <a:cubicBezTo>
                        <a:pt x="429881" y="44697"/>
                        <a:pt x="372678" y="44450"/>
                        <a:pt x="315528" y="42862"/>
                      </a:cubicBezTo>
                      <a:cubicBezTo>
                        <a:pt x="299397" y="29958"/>
                        <a:pt x="274588" y="7383"/>
                        <a:pt x="253615" y="4762"/>
                      </a:cubicBezTo>
                      <a:lnTo>
                        <a:pt x="215515" y="0"/>
                      </a:lnTo>
                      <a:cubicBezTo>
                        <a:pt x="201228" y="4762"/>
                        <a:pt x="186636" y="8694"/>
                        <a:pt x="172653" y="14287"/>
                      </a:cubicBezTo>
                      <a:cubicBezTo>
                        <a:pt x="162765" y="18242"/>
                        <a:pt x="153966" y="24620"/>
                        <a:pt x="144078" y="28575"/>
                      </a:cubicBezTo>
                      <a:cubicBezTo>
                        <a:pt x="138001" y="31006"/>
                        <a:pt x="131322" y="31539"/>
                        <a:pt x="125028" y="33337"/>
                      </a:cubicBezTo>
                      <a:cubicBezTo>
                        <a:pt x="120201" y="34716"/>
                        <a:pt x="115549" y="36657"/>
                        <a:pt x="110740" y="38100"/>
                      </a:cubicBezTo>
                      <a:cubicBezTo>
                        <a:pt x="99670" y="41421"/>
                        <a:pt x="88515" y="44450"/>
                        <a:pt x="77403" y="47625"/>
                      </a:cubicBezTo>
                      <a:cubicBezTo>
                        <a:pt x="71930" y="64042"/>
                        <a:pt x="41684" y="71438"/>
                        <a:pt x="34540" y="7620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1E4ED993-5391-420D-8D19-96F46E0D6756}"/>
                    </a:ext>
                  </a:extLst>
                </p:cNvPr>
                <p:cNvSpPr/>
                <p:nvPr/>
              </p:nvSpPr>
              <p:spPr>
                <a:xfrm>
                  <a:off x="1151482" y="1649097"/>
                  <a:ext cx="286797" cy="441640"/>
                </a:xfrm>
                <a:custGeom>
                  <a:avLst/>
                  <a:gdLst>
                    <a:gd name="connsiteX0" fmla="*/ 224884 w 286797"/>
                    <a:gd name="connsiteY0" fmla="*/ 3490 h 441640"/>
                    <a:gd name="connsiteX1" fmla="*/ 224884 w 286797"/>
                    <a:gd name="connsiteY1" fmla="*/ 3490 h 441640"/>
                    <a:gd name="connsiteX2" fmla="*/ 277272 w 286797"/>
                    <a:gd name="connsiteY2" fmla="*/ 41590 h 441640"/>
                    <a:gd name="connsiteX3" fmla="*/ 286797 w 286797"/>
                    <a:gd name="connsiteY3" fmla="*/ 60640 h 441640"/>
                    <a:gd name="connsiteX4" fmla="*/ 277272 w 286797"/>
                    <a:gd name="connsiteY4" fmla="*/ 84452 h 441640"/>
                    <a:gd name="connsiteX5" fmla="*/ 282034 w 286797"/>
                    <a:gd name="connsiteY5" fmla="*/ 132077 h 441640"/>
                    <a:gd name="connsiteX6" fmla="*/ 272509 w 286797"/>
                    <a:gd name="connsiteY6" fmla="*/ 155890 h 441640"/>
                    <a:gd name="connsiteX7" fmla="*/ 253459 w 286797"/>
                    <a:gd name="connsiteY7" fmla="*/ 160652 h 441640"/>
                    <a:gd name="connsiteX8" fmla="*/ 220122 w 286797"/>
                    <a:gd name="connsiteY8" fmla="*/ 165415 h 441640"/>
                    <a:gd name="connsiteX9" fmla="*/ 201072 w 286797"/>
                    <a:gd name="connsiteY9" fmla="*/ 217802 h 441640"/>
                    <a:gd name="connsiteX10" fmla="*/ 196309 w 286797"/>
                    <a:gd name="connsiteY10" fmla="*/ 236852 h 441640"/>
                    <a:gd name="connsiteX11" fmla="*/ 186784 w 286797"/>
                    <a:gd name="connsiteY11" fmla="*/ 284477 h 441640"/>
                    <a:gd name="connsiteX12" fmla="*/ 172497 w 286797"/>
                    <a:gd name="connsiteY12" fmla="*/ 308290 h 441640"/>
                    <a:gd name="connsiteX13" fmla="*/ 162972 w 286797"/>
                    <a:gd name="connsiteY13" fmla="*/ 327340 h 441640"/>
                    <a:gd name="connsiteX14" fmla="*/ 158209 w 286797"/>
                    <a:gd name="connsiteY14" fmla="*/ 351152 h 441640"/>
                    <a:gd name="connsiteX15" fmla="*/ 162972 w 286797"/>
                    <a:gd name="connsiteY15" fmla="*/ 374965 h 441640"/>
                    <a:gd name="connsiteX16" fmla="*/ 158209 w 286797"/>
                    <a:gd name="connsiteY16" fmla="*/ 417827 h 441640"/>
                    <a:gd name="connsiteX17" fmla="*/ 153447 w 286797"/>
                    <a:gd name="connsiteY17" fmla="*/ 432115 h 441640"/>
                    <a:gd name="connsiteX18" fmla="*/ 139159 w 286797"/>
                    <a:gd name="connsiteY18" fmla="*/ 441640 h 441640"/>
                    <a:gd name="connsiteX19" fmla="*/ 101059 w 286797"/>
                    <a:gd name="connsiteY19" fmla="*/ 422590 h 441640"/>
                    <a:gd name="connsiteX20" fmla="*/ 67722 w 286797"/>
                    <a:gd name="connsiteY20" fmla="*/ 403540 h 441640"/>
                    <a:gd name="connsiteX21" fmla="*/ 29622 w 286797"/>
                    <a:gd name="connsiteY21" fmla="*/ 360677 h 441640"/>
                    <a:gd name="connsiteX22" fmla="*/ 15334 w 286797"/>
                    <a:gd name="connsiteY22" fmla="*/ 327340 h 441640"/>
                    <a:gd name="connsiteX23" fmla="*/ 24859 w 286797"/>
                    <a:gd name="connsiteY23" fmla="*/ 298765 h 441640"/>
                    <a:gd name="connsiteX24" fmla="*/ 48672 w 286797"/>
                    <a:gd name="connsiteY24" fmla="*/ 289240 h 441640"/>
                    <a:gd name="connsiteX25" fmla="*/ 67722 w 286797"/>
                    <a:gd name="connsiteY25" fmla="*/ 274952 h 441640"/>
                    <a:gd name="connsiteX26" fmla="*/ 20097 w 286797"/>
                    <a:gd name="connsiteY26" fmla="*/ 184465 h 441640"/>
                    <a:gd name="connsiteX27" fmla="*/ 5809 w 286797"/>
                    <a:gd name="connsiteY27" fmla="*/ 179702 h 441640"/>
                    <a:gd name="connsiteX28" fmla="*/ 1047 w 286797"/>
                    <a:gd name="connsiteY28" fmla="*/ 155890 h 441640"/>
                    <a:gd name="connsiteX29" fmla="*/ 20097 w 286797"/>
                    <a:gd name="connsiteY29" fmla="*/ 151127 h 441640"/>
                    <a:gd name="connsiteX30" fmla="*/ 48672 w 286797"/>
                    <a:gd name="connsiteY30" fmla="*/ 141602 h 441640"/>
                    <a:gd name="connsiteX31" fmla="*/ 62959 w 286797"/>
                    <a:gd name="connsiteY31" fmla="*/ 136840 h 441640"/>
                    <a:gd name="connsiteX32" fmla="*/ 105822 w 286797"/>
                    <a:gd name="connsiteY32" fmla="*/ 74927 h 441640"/>
                    <a:gd name="connsiteX33" fmla="*/ 139159 w 286797"/>
                    <a:gd name="connsiteY33" fmla="*/ 60640 h 441640"/>
                    <a:gd name="connsiteX34" fmla="*/ 148684 w 286797"/>
                    <a:gd name="connsiteY34" fmla="*/ 46352 h 441640"/>
                    <a:gd name="connsiteX35" fmla="*/ 182022 w 286797"/>
                    <a:gd name="connsiteY35" fmla="*/ 17777 h 441640"/>
                    <a:gd name="connsiteX36" fmla="*/ 186784 w 286797"/>
                    <a:gd name="connsiteY36" fmla="*/ 3490 h 441640"/>
                    <a:gd name="connsiteX37" fmla="*/ 224884 w 286797"/>
                    <a:gd name="connsiteY37" fmla="*/ 3490 h 44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286797" h="441640">
                      <a:moveTo>
                        <a:pt x="224884" y="3490"/>
                      </a:moveTo>
                      <a:lnTo>
                        <a:pt x="224884" y="3490"/>
                      </a:lnTo>
                      <a:cubicBezTo>
                        <a:pt x="242347" y="16190"/>
                        <a:pt x="261406" y="26944"/>
                        <a:pt x="277272" y="41590"/>
                      </a:cubicBezTo>
                      <a:cubicBezTo>
                        <a:pt x="282489" y="46405"/>
                        <a:pt x="286797" y="53540"/>
                        <a:pt x="286797" y="60640"/>
                      </a:cubicBezTo>
                      <a:cubicBezTo>
                        <a:pt x="286797" y="69189"/>
                        <a:pt x="280447" y="76515"/>
                        <a:pt x="277272" y="84452"/>
                      </a:cubicBezTo>
                      <a:cubicBezTo>
                        <a:pt x="278859" y="100327"/>
                        <a:pt x="283095" y="116158"/>
                        <a:pt x="282034" y="132077"/>
                      </a:cubicBezTo>
                      <a:cubicBezTo>
                        <a:pt x="281465" y="140607"/>
                        <a:pt x="278554" y="149845"/>
                        <a:pt x="272509" y="155890"/>
                      </a:cubicBezTo>
                      <a:cubicBezTo>
                        <a:pt x="267881" y="160518"/>
                        <a:pt x="259899" y="159481"/>
                        <a:pt x="253459" y="160652"/>
                      </a:cubicBezTo>
                      <a:cubicBezTo>
                        <a:pt x="242415" y="162660"/>
                        <a:pt x="231234" y="163827"/>
                        <a:pt x="220122" y="165415"/>
                      </a:cubicBezTo>
                      <a:cubicBezTo>
                        <a:pt x="209201" y="252773"/>
                        <a:pt x="227210" y="172061"/>
                        <a:pt x="201072" y="217802"/>
                      </a:cubicBezTo>
                      <a:cubicBezTo>
                        <a:pt x="197825" y="223485"/>
                        <a:pt x="197593" y="230434"/>
                        <a:pt x="196309" y="236852"/>
                      </a:cubicBezTo>
                      <a:cubicBezTo>
                        <a:pt x="195016" y="243319"/>
                        <a:pt x="190809" y="275421"/>
                        <a:pt x="186784" y="284477"/>
                      </a:cubicBezTo>
                      <a:cubicBezTo>
                        <a:pt x="183025" y="292936"/>
                        <a:pt x="176992" y="300198"/>
                        <a:pt x="172497" y="308290"/>
                      </a:cubicBezTo>
                      <a:cubicBezTo>
                        <a:pt x="169049" y="314496"/>
                        <a:pt x="166147" y="320990"/>
                        <a:pt x="162972" y="327340"/>
                      </a:cubicBezTo>
                      <a:cubicBezTo>
                        <a:pt x="161384" y="335277"/>
                        <a:pt x="158209" y="343057"/>
                        <a:pt x="158209" y="351152"/>
                      </a:cubicBezTo>
                      <a:cubicBezTo>
                        <a:pt x="158209" y="359247"/>
                        <a:pt x="162972" y="366870"/>
                        <a:pt x="162972" y="374965"/>
                      </a:cubicBezTo>
                      <a:cubicBezTo>
                        <a:pt x="162972" y="389340"/>
                        <a:pt x="160572" y="403647"/>
                        <a:pt x="158209" y="417827"/>
                      </a:cubicBezTo>
                      <a:cubicBezTo>
                        <a:pt x="157384" y="422779"/>
                        <a:pt x="156583" y="428195"/>
                        <a:pt x="153447" y="432115"/>
                      </a:cubicBezTo>
                      <a:cubicBezTo>
                        <a:pt x="149871" y="436585"/>
                        <a:pt x="143922" y="438465"/>
                        <a:pt x="139159" y="441640"/>
                      </a:cubicBezTo>
                      <a:cubicBezTo>
                        <a:pt x="105733" y="433283"/>
                        <a:pt x="133441" y="442828"/>
                        <a:pt x="101059" y="422590"/>
                      </a:cubicBezTo>
                      <a:cubicBezTo>
                        <a:pt x="84427" y="412195"/>
                        <a:pt x="81839" y="415641"/>
                        <a:pt x="67722" y="403540"/>
                      </a:cubicBezTo>
                      <a:cubicBezTo>
                        <a:pt x="55786" y="393309"/>
                        <a:pt x="38093" y="373384"/>
                        <a:pt x="29622" y="360677"/>
                      </a:cubicBezTo>
                      <a:cubicBezTo>
                        <a:pt x="21776" y="348908"/>
                        <a:pt x="19567" y="340039"/>
                        <a:pt x="15334" y="327340"/>
                      </a:cubicBezTo>
                      <a:cubicBezTo>
                        <a:pt x="18509" y="317815"/>
                        <a:pt x="18247" y="306321"/>
                        <a:pt x="24859" y="298765"/>
                      </a:cubicBezTo>
                      <a:cubicBezTo>
                        <a:pt x="30489" y="292331"/>
                        <a:pt x="41199" y="293392"/>
                        <a:pt x="48672" y="289240"/>
                      </a:cubicBezTo>
                      <a:cubicBezTo>
                        <a:pt x="55611" y="285385"/>
                        <a:pt x="61372" y="279715"/>
                        <a:pt x="67722" y="274952"/>
                      </a:cubicBezTo>
                      <a:cubicBezTo>
                        <a:pt x="57110" y="211282"/>
                        <a:pt x="71257" y="221672"/>
                        <a:pt x="20097" y="184465"/>
                      </a:cubicBezTo>
                      <a:cubicBezTo>
                        <a:pt x="16037" y="181512"/>
                        <a:pt x="10572" y="181290"/>
                        <a:pt x="5809" y="179702"/>
                      </a:cubicBezTo>
                      <a:cubicBezTo>
                        <a:pt x="4222" y="171765"/>
                        <a:pt x="-2573" y="163130"/>
                        <a:pt x="1047" y="155890"/>
                      </a:cubicBezTo>
                      <a:cubicBezTo>
                        <a:pt x="3974" y="150036"/>
                        <a:pt x="13828" y="153008"/>
                        <a:pt x="20097" y="151127"/>
                      </a:cubicBezTo>
                      <a:cubicBezTo>
                        <a:pt x="29714" y="148242"/>
                        <a:pt x="39147" y="144777"/>
                        <a:pt x="48672" y="141602"/>
                      </a:cubicBezTo>
                      <a:lnTo>
                        <a:pt x="62959" y="136840"/>
                      </a:lnTo>
                      <a:cubicBezTo>
                        <a:pt x="72514" y="117730"/>
                        <a:pt x="88687" y="82270"/>
                        <a:pt x="105822" y="74927"/>
                      </a:cubicBezTo>
                      <a:lnTo>
                        <a:pt x="139159" y="60640"/>
                      </a:lnTo>
                      <a:cubicBezTo>
                        <a:pt x="142334" y="55877"/>
                        <a:pt x="144959" y="50698"/>
                        <a:pt x="148684" y="46352"/>
                      </a:cubicBezTo>
                      <a:cubicBezTo>
                        <a:pt x="164082" y="28387"/>
                        <a:pt x="165169" y="29012"/>
                        <a:pt x="182022" y="17777"/>
                      </a:cubicBezTo>
                      <a:cubicBezTo>
                        <a:pt x="183609" y="13015"/>
                        <a:pt x="185566" y="8360"/>
                        <a:pt x="186784" y="3490"/>
                      </a:cubicBezTo>
                      <a:cubicBezTo>
                        <a:pt x="188747" y="-4363"/>
                        <a:pt x="218534" y="3490"/>
                        <a:pt x="224884" y="349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F840644E-C851-4A52-A8F8-941268410009}"/>
                    </a:ext>
                  </a:extLst>
                </p:cNvPr>
                <p:cNvSpPr/>
                <p:nvPr/>
              </p:nvSpPr>
              <p:spPr>
                <a:xfrm flipH="1">
                  <a:off x="1516830" y="1649097"/>
                  <a:ext cx="286797" cy="441640"/>
                </a:xfrm>
                <a:custGeom>
                  <a:avLst/>
                  <a:gdLst>
                    <a:gd name="connsiteX0" fmla="*/ 224884 w 286797"/>
                    <a:gd name="connsiteY0" fmla="*/ 3490 h 441640"/>
                    <a:gd name="connsiteX1" fmla="*/ 224884 w 286797"/>
                    <a:gd name="connsiteY1" fmla="*/ 3490 h 441640"/>
                    <a:gd name="connsiteX2" fmla="*/ 277272 w 286797"/>
                    <a:gd name="connsiteY2" fmla="*/ 41590 h 441640"/>
                    <a:gd name="connsiteX3" fmla="*/ 286797 w 286797"/>
                    <a:gd name="connsiteY3" fmla="*/ 60640 h 441640"/>
                    <a:gd name="connsiteX4" fmla="*/ 277272 w 286797"/>
                    <a:gd name="connsiteY4" fmla="*/ 84452 h 441640"/>
                    <a:gd name="connsiteX5" fmla="*/ 282034 w 286797"/>
                    <a:gd name="connsiteY5" fmla="*/ 132077 h 441640"/>
                    <a:gd name="connsiteX6" fmla="*/ 272509 w 286797"/>
                    <a:gd name="connsiteY6" fmla="*/ 155890 h 441640"/>
                    <a:gd name="connsiteX7" fmla="*/ 253459 w 286797"/>
                    <a:gd name="connsiteY7" fmla="*/ 160652 h 441640"/>
                    <a:gd name="connsiteX8" fmla="*/ 220122 w 286797"/>
                    <a:gd name="connsiteY8" fmla="*/ 165415 h 441640"/>
                    <a:gd name="connsiteX9" fmla="*/ 201072 w 286797"/>
                    <a:gd name="connsiteY9" fmla="*/ 217802 h 441640"/>
                    <a:gd name="connsiteX10" fmla="*/ 196309 w 286797"/>
                    <a:gd name="connsiteY10" fmla="*/ 236852 h 441640"/>
                    <a:gd name="connsiteX11" fmla="*/ 186784 w 286797"/>
                    <a:gd name="connsiteY11" fmla="*/ 284477 h 441640"/>
                    <a:gd name="connsiteX12" fmla="*/ 172497 w 286797"/>
                    <a:gd name="connsiteY12" fmla="*/ 308290 h 441640"/>
                    <a:gd name="connsiteX13" fmla="*/ 162972 w 286797"/>
                    <a:gd name="connsiteY13" fmla="*/ 327340 h 441640"/>
                    <a:gd name="connsiteX14" fmla="*/ 158209 w 286797"/>
                    <a:gd name="connsiteY14" fmla="*/ 351152 h 441640"/>
                    <a:gd name="connsiteX15" fmla="*/ 162972 w 286797"/>
                    <a:gd name="connsiteY15" fmla="*/ 374965 h 441640"/>
                    <a:gd name="connsiteX16" fmla="*/ 158209 w 286797"/>
                    <a:gd name="connsiteY16" fmla="*/ 417827 h 441640"/>
                    <a:gd name="connsiteX17" fmla="*/ 153447 w 286797"/>
                    <a:gd name="connsiteY17" fmla="*/ 432115 h 441640"/>
                    <a:gd name="connsiteX18" fmla="*/ 139159 w 286797"/>
                    <a:gd name="connsiteY18" fmla="*/ 441640 h 441640"/>
                    <a:gd name="connsiteX19" fmla="*/ 101059 w 286797"/>
                    <a:gd name="connsiteY19" fmla="*/ 422590 h 441640"/>
                    <a:gd name="connsiteX20" fmla="*/ 67722 w 286797"/>
                    <a:gd name="connsiteY20" fmla="*/ 403540 h 441640"/>
                    <a:gd name="connsiteX21" fmla="*/ 29622 w 286797"/>
                    <a:gd name="connsiteY21" fmla="*/ 360677 h 441640"/>
                    <a:gd name="connsiteX22" fmla="*/ 15334 w 286797"/>
                    <a:gd name="connsiteY22" fmla="*/ 327340 h 441640"/>
                    <a:gd name="connsiteX23" fmla="*/ 24859 w 286797"/>
                    <a:gd name="connsiteY23" fmla="*/ 298765 h 441640"/>
                    <a:gd name="connsiteX24" fmla="*/ 48672 w 286797"/>
                    <a:gd name="connsiteY24" fmla="*/ 289240 h 441640"/>
                    <a:gd name="connsiteX25" fmla="*/ 67722 w 286797"/>
                    <a:gd name="connsiteY25" fmla="*/ 274952 h 441640"/>
                    <a:gd name="connsiteX26" fmla="*/ 20097 w 286797"/>
                    <a:gd name="connsiteY26" fmla="*/ 184465 h 441640"/>
                    <a:gd name="connsiteX27" fmla="*/ 5809 w 286797"/>
                    <a:gd name="connsiteY27" fmla="*/ 179702 h 441640"/>
                    <a:gd name="connsiteX28" fmla="*/ 1047 w 286797"/>
                    <a:gd name="connsiteY28" fmla="*/ 155890 h 441640"/>
                    <a:gd name="connsiteX29" fmla="*/ 20097 w 286797"/>
                    <a:gd name="connsiteY29" fmla="*/ 151127 h 441640"/>
                    <a:gd name="connsiteX30" fmla="*/ 48672 w 286797"/>
                    <a:gd name="connsiteY30" fmla="*/ 141602 h 441640"/>
                    <a:gd name="connsiteX31" fmla="*/ 62959 w 286797"/>
                    <a:gd name="connsiteY31" fmla="*/ 136840 h 441640"/>
                    <a:gd name="connsiteX32" fmla="*/ 105822 w 286797"/>
                    <a:gd name="connsiteY32" fmla="*/ 74927 h 441640"/>
                    <a:gd name="connsiteX33" fmla="*/ 139159 w 286797"/>
                    <a:gd name="connsiteY33" fmla="*/ 60640 h 441640"/>
                    <a:gd name="connsiteX34" fmla="*/ 148684 w 286797"/>
                    <a:gd name="connsiteY34" fmla="*/ 46352 h 441640"/>
                    <a:gd name="connsiteX35" fmla="*/ 182022 w 286797"/>
                    <a:gd name="connsiteY35" fmla="*/ 17777 h 441640"/>
                    <a:gd name="connsiteX36" fmla="*/ 186784 w 286797"/>
                    <a:gd name="connsiteY36" fmla="*/ 3490 h 441640"/>
                    <a:gd name="connsiteX37" fmla="*/ 224884 w 286797"/>
                    <a:gd name="connsiteY37" fmla="*/ 3490 h 441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286797" h="441640">
                      <a:moveTo>
                        <a:pt x="224884" y="3490"/>
                      </a:moveTo>
                      <a:lnTo>
                        <a:pt x="224884" y="3490"/>
                      </a:lnTo>
                      <a:cubicBezTo>
                        <a:pt x="242347" y="16190"/>
                        <a:pt x="261406" y="26944"/>
                        <a:pt x="277272" y="41590"/>
                      </a:cubicBezTo>
                      <a:cubicBezTo>
                        <a:pt x="282489" y="46405"/>
                        <a:pt x="286797" y="53540"/>
                        <a:pt x="286797" y="60640"/>
                      </a:cubicBezTo>
                      <a:cubicBezTo>
                        <a:pt x="286797" y="69189"/>
                        <a:pt x="280447" y="76515"/>
                        <a:pt x="277272" y="84452"/>
                      </a:cubicBezTo>
                      <a:cubicBezTo>
                        <a:pt x="278859" y="100327"/>
                        <a:pt x="283095" y="116158"/>
                        <a:pt x="282034" y="132077"/>
                      </a:cubicBezTo>
                      <a:cubicBezTo>
                        <a:pt x="281465" y="140607"/>
                        <a:pt x="278554" y="149845"/>
                        <a:pt x="272509" y="155890"/>
                      </a:cubicBezTo>
                      <a:cubicBezTo>
                        <a:pt x="267881" y="160518"/>
                        <a:pt x="259899" y="159481"/>
                        <a:pt x="253459" y="160652"/>
                      </a:cubicBezTo>
                      <a:cubicBezTo>
                        <a:pt x="242415" y="162660"/>
                        <a:pt x="231234" y="163827"/>
                        <a:pt x="220122" y="165415"/>
                      </a:cubicBezTo>
                      <a:cubicBezTo>
                        <a:pt x="209201" y="252773"/>
                        <a:pt x="227210" y="172061"/>
                        <a:pt x="201072" y="217802"/>
                      </a:cubicBezTo>
                      <a:cubicBezTo>
                        <a:pt x="197825" y="223485"/>
                        <a:pt x="197593" y="230434"/>
                        <a:pt x="196309" y="236852"/>
                      </a:cubicBezTo>
                      <a:cubicBezTo>
                        <a:pt x="195016" y="243319"/>
                        <a:pt x="190809" y="275421"/>
                        <a:pt x="186784" y="284477"/>
                      </a:cubicBezTo>
                      <a:cubicBezTo>
                        <a:pt x="183025" y="292936"/>
                        <a:pt x="176992" y="300198"/>
                        <a:pt x="172497" y="308290"/>
                      </a:cubicBezTo>
                      <a:cubicBezTo>
                        <a:pt x="169049" y="314496"/>
                        <a:pt x="166147" y="320990"/>
                        <a:pt x="162972" y="327340"/>
                      </a:cubicBezTo>
                      <a:cubicBezTo>
                        <a:pt x="161384" y="335277"/>
                        <a:pt x="158209" y="343057"/>
                        <a:pt x="158209" y="351152"/>
                      </a:cubicBezTo>
                      <a:cubicBezTo>
                        <a:pt x="158209" y="359247"/>
                        <a:pt x="162972" y="366870"/>
                        <a:pt x="162972" y="374965"/>
                      </a:cubicBezTo>
                      <a:cubicBezTo>
                        <a:pt x="162972" y="389340"/>
                        <a:pt x="160572" y="403647"/>
                        <a:pt x="158209" y="417827"/>
                      </a:cubicBezTo>
                      <a:cubicBezTo>
                        <a:pt x="157384" y="422779"/>
                        <a:pt x="156583" y="428195"/>
                        <a:pt x="153447" y="432115"/>
                      </a:cubicBezTo>
                      <a:cubicBezTo>
                        <a:pt x="149871" y="436585"/>
                        <a:pt x="143922" y="438465"/>
                        <a:pt x="139159" y="441640"/>
                      </a:cubicBezTo>
                      <a:cubicBezTo>
                        <a:pt x="105733" y="433283"/>
                        <a:pt x="133441" y="442828"/>
                        <a:pt x="101059" y="422590"/>
                      </a:cubicBezTo>
                      <a:cubicBezTo>
                        <a:pt x="84427" y="412195"/>
                        <a:pt x="81839" y="415641"/>
                        <a:pt x="67722" y="403540"/>
                      </a:cubicBezTo>
                      <a:cubicBezTo>
                        <a:pt x="55786" y="393309"/>
                        <a:pt x="38093" y="373384"/>
                        <a:pt x="29622" y="360677"/>
                      </a:cubicBezTo>
                      <a:cubicBezTo>
                        <a:pt x="21776" y="348908"/>
                        <a:pt x="19567" y="340039"/>
                        <a:pt x="15334" y="327340"/>
                      </a:cubicBezTo>
                      <a:cubicBezTo>
                        <a:pt x="18509" y="317815"/>
                        <a:pt x="18247" y="306321"/>
                        <a:pt x="24859" y="298765"/>
                      </a:cubicBezTo>
                      <a:cubicBezTo>
                        <a:pt x="30489" y="292331"/>
                        <a:pt x="41199" y="293392"/>
                        <a:pt x="48672" y="289240"/>
                      </a:cubicBezTo>
                      <a:cubicBezTo>
                        <a:pt x="55611" y="285385"/>
                        <a:pt x="61372" y="279715"/>
                        <a:pt x="67722" y="274952"/>
                      </a:cubicBezTo>
                      <a:cubicBezTo>
                        <a:pt x="57110" y="211282"/>
                        <a:pt x="71257" y="221672"/>
                        <a:pt x="20097" y="184465"/>
                      </a:cubicBezTo>
                      <a:cubicBezTo>
                        <a:pt x="16037" y="181512"/>
                        <a:pt x="10572" y="181290"/>
                        <a:pt x="5809" y="179702"/>
                      </a:cubicBezTo>
                      <a:cubicBezTo>
                        <a:pt x="4222" y="171765"/>
                        <a:pt x="-2573" y="163130"/>
                        <a:pt x="1047" y="155890"/>
                      </a:cubicBezTo>
                      <a:cubicBezTo>
                        <a:pt x="3974" y="150036"/>
                        <a:pt x="13828" y="153008"/>
                        <a:pt x="20097" y="151127"/>
                      </a:cubicBezTo>
                      <a:cubicBezTo>
                        <a:pt x="29714" y="148242"/>
                        <a:pt x="39147" y="144777"/>
                        <a:pt x="48672" y="141602"/>
                      </a:cubicBezTo>
                      <a:lnTo>
                        <a:pt x="62959" y="136840"/>
                      </a:lnTo>
                      <a:cubicBezTo>
                        <a:pt x="72514" y="117730"/>
                        <a:pt x="88687" y="82270"/>
                        <a:pt x="105822" y="74927"/>
                      </a:cubicBezTo>
                      <a:lnTo>
                        <a:pt x="139159" y="60640"/>
                      </a:lnTo>
                      <a:cubicBezTo>
                        <a:pt x="142334" y="55877"/>
                        <a:pt x="144959" y="50698"/>
                        <a:pt x="148684" y="46352"/>
                      </a:cubicBezTo>
                      <a:cubicBezTo>
                        <a:pt x="164082" y="28387"/>
                        <a:pt x="165169" y="29012"/>
                        <a:pt x="182022" y="17777"/>
                      </a:cubicBezTo>
                      <a:cubicBezTo>
                        <a:pt x="183609" y="13015"/>
                        <a:pt x="185566" y="8360"/>
                        <a:pt x="186784" y="3490"/>
                      </a:cubicBezTo>
                      <a:cubicBezTo>
                        <a:pt x="188747" y="-4363"/>
                        <a:pt x="218534" y="3490"/>
                        <a:pt x="224884" y="349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2FDDDAE-CB70-4FAD-B783-2F388D00E961}"/>
                    </a:ext>
                  </a:extLst>
                </p:cNvPr>
                <p:cNvGrpSpPr/>
                <p:nvPr/>
              </p:nvGrpSpPr>
              <p:grpSpPr>
                <a:xfrm>
                  <a:off x="1066185" y="2005920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CA7963AD-47E6-4106-98C4-AABDD49E7AC1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7ED8FB28-0F22-485D-992C-FFB21E1744A8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6CCB8A90-5C51-41DA-80BA-4BCC678D5A3E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61E36827-2D0B-49AD-8BD9-A89597F5614D}"/>
                    </a:ext>
                  </a:extLst>
                </p:cNvPr>
                <p:cNvGrpSpPr/>
                <p:nvPr/>
              </p:nvGrpSpPr>
              <p:grpSpPr>
                <a:xfrm rot="18623538">
                  <a:off x="1627698" y="2015198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32" name="Freeform: Shape 131">
                    <a:extLst>
                      <a:ext uri="{FF2B5EF4-FFF2-40B4-BE49-F238E27FC236}">
                        <a16:creationId xmlns:a16="http://schemas.microsoft.com/office/drawing/2014/main" id="{96C7D07A-3AC5-4C58-81FA-F55828517815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A7DDA839-431E-47CC-9737-F82976A238CF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40AB3B19-DD3A-4B0D-99CF-01087F11734A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62E0BC9D-1A33-4136-8E23-5471FE696182}"/>
                    </a:ext>
                  </a:extLst>
                </p:cNvPr>
                <p:cNvSpPr/>
                <p:nvPr/>
              </p:nvSpPr>
              <p:spPr>
                <a:xfrm rot="20219117">
                  <a:off x="971370" y="1188230"/>
                  <a:ext cx="378266" cy="242778"/>
                </a:xfrm>
                <a:custGeom>
                  <a:avLst/>
                  <a:gdLst>
                    <a:gd name="connsiteX0" fmla="*/ 0 w 378266"/>
                    <a:gd name="connsiteY0" fmla="*/ 150879 h 242778"/>
                    <a:gd name="connsiteX1" fmla="*/ 0 w 378266"/>
                    <a:gd name="connsiteY1" fmla="*/ 150879 h 242778"/>
                    <a:gd name="connsiteX2" fmla="*/ 80963 w 378266"/>
                    <a:gd name="connsiteY2" fmla="*/ 103254 h 242778"/>
                    <a:gd name="connsiteX3" fmla="*/ 114300 w 378266"/>
                    <a:gd name="connsiteY3" fmla="*/ 93729 h 242778"/>
                    <a:gd name="connsiteX4" fmla="*/ 128588 w 378266"/>
                    <a:gd name="connsiteY4" fmla="*/ 79442 h 242778"/>
                    <a:gd name="connsiteX5" fmla="*/ 152400 w 378266"/>
                    <a:gd name="connsiteY5" fmla="*/ 74679 h 242778"/>
                    <a:gd name="connsiteX6" fmla="*/ 219075 w 378266"/>
                    <a:gd name="connsiteY6" fmla="*/ 46104 h 242778"/>
                    <a:gd name="connsiteX7" fmla="*/ 247650 w 378266"/>
                    <a:gd name="connsiteY7" fmla="*/ 12767 h 242778"/>
                    <a:gd name="connsiteX8" fmla="*/ 347663 w 378266"/>
                    <a:gd name="connsiteY8" fmla="*/ 12767 h 242778"/>
                    <a:gd name="connsiteX9" fmla="*/ 366713 w 378266"/>
                    <a:gd name="connsiteY9" fmla="*/ 22292 h 242778"/>
                    <a:gd name="connsiteX10" fmla="*/ 371475 w 378266"/>
                    <a:gd name="connsiteY10" fmla="*/ 88967 h 242778"/>
                    <a:gd name="connsiteX11" fmla="*/ 357188 w 378266"/>
                    <a:gd name="connsiteY11" fmla="*/ 112779 h 242778"/>
                    <a:gd name="connsiteX12" fmla="*/ 328613 w 378266"/>
                    <a:gd name="connsiteY12" fmla="*/ 127067 h 242778"/>
                    <a:gd name="connsiteX13" fmla="*/ 242888 w 378266"/>
                    <a:gd name="connsiteY13" fmla="*/ 146117 h 242778"/>
                    <a:gd name="connsiteX14" fmla="*/ 228600 w 378266"/>
                    <a:gd name="connsiteY14" fmla="*/ 165167 h 242778"/>
                    <a:gd name="connsiteX15" fmla="*/ 200025 w 378266"/>
                    <a:gd name="connsiteY15" fmla="*/ 203267 h 242778"/>
                    <a:gd name="connsiteX16" fmla="*/ 180975 w 378266"/>
                    <a:gd name="connsiteY16" fmla="*/ 217554 h 242778"/>
                    <a:gd name="connsiteX17" fmla="*/ 152400 w 378266"/>
                    <a:gd name="connsiteY17" fmla="*/ 222317 h 242778"/>
                    <a:gd name="connsiteX18" fmla="*/ 28575 w 378266"/>
                    <a:gd name="connsiteY18" fmla="*/ 222317 h 242778"/>
                    <a:gd name="connsiteX19" fmla="*/ 14288 w 378266"/>
                    <a:gd name="connsiteY19" fmla="*/ 193742 h 242778"/>
                    <a:gd name="connsiteX20" fmla="*/ 0 w 378266"/>
                    <a:gd name="connsiteY20" fmla="*/ 150879 h 242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78266" h="242778">
                      <a:moveTo>
                        <a:pt x="0" y="150879"/>
                      </a:moveTo>
                      <a:lnTo>
                        <a:pt x="0" y="150879"/>
                      </a:lnTo>
                      <a:cubicBezTo>
                        <a:pt x="26988" y="135004"/>
                        <a:pt x="52958" y="117256"/>
                        <a:pt x="80963" y="103254"/>
                      </a:cubicBezTo>
                      <a:cubicBezTo>
                        <a:pt x="91300" y="98086"/>
                        <a:pt x="103963" y="98897"/>
                        <a:pt x="114300" y="93729"/>
                      </a:cubicBezTo>
                      <a:cubicBezTo>
                        <a:pt x="120324" y="90717"/>
                        <a:pt x="122564" y="82454"/>
                        <a:pt x="128588" y="79442"/>
                      </a:cubicBezTo>
                      <a:cubicBezTo>
                        <a:pt x="135828" y="75822"/>
                        <a:pt x="144721" y="77239"/>
                        <a:pt x="152400" y="74679"/>
                      </a:cubicBezTo>
                      <a:cubicBezTo>
                        <a:pt x="184932" y="63835"/>
                        <a:pt x="193736" y="58773"/>
                        <a:pt x="219075" y="46104"/>
                      </a:cubicBezTo>
                      <a:cubicBezTo>
                        <a:pt x="228600" y="34992"/>
                        <a:pt x="237301" y="23116"/>
                        <a:pt x="247650" y="12767"/>
                      </a:cubicBezTo>
                      <a:cubicBezTo>
                        <a:pt x="274397" y="-13979"/>
                        <a:pt x="313828" y="9008"/>
                        <a:pt x="347663" y="12767"/>
                      </a:cubicBezTo>
                      <a:cubicBezTo>
                        <a:pt x="354013" y="15942"/>
                        <a:pt x="361259" y="17747"/>
                        <a:pt x="366713" y="22292"/>
                      </a:cubicBezTo>
                      <a:cubicBezTo>
                        <a:pt x="386124" y="38467"/>
                        <a:pt x="376269" y="69790"/>
                        <a:pt x="371475" y="88967"/>
                      </a:cubicBezTo>
                      <a:cubicBezTo>
                        <a:pt x="369230" y="97947"/>
                        <a:pt x="364106" y="106629"/>
                        <a:pt x="357188" y="112779"/>
                      </a:cubicBezTo>
                      <a:cubicBezTo>
                        <a:pt x="349229" y="119854"/>
                        <a:pt x="338655" y="123523"/>
                        <a:pt x="328613" y="127067"/>
                      </a:cubicBezTo>
                      <a:cubicBezTo>
                        <a:pt x="289538" y="140858"/>
                        <a:pt x="279171" y="140933"/>
                        <a:pt x="242888" y="146117"/>
                      </a:cubicBezTo>
                      <a:cubicBezTo>
                        <a:pt x="238125" y="152467"/>
                        <a:pt x="233003" y="158563"/>
                        <a:pt x="228600" y="165167"/>
                      </a:cubicBezTo>
                      <a:cubicBezTo>
                        <a:pt x="212607" y="189156"/>
                        <a:pt x="219578" y="186508"/>
                        <a:pt x="200025" y="203267"/>
                      </a:cubicBezTo>
                      <a:cubicBezTo>
                        <a:pt x="193998" y="208433"/>
                        <a:pt x="188345" y="214606"/>
                        <a:pt x="180975" y="217554"/>
                      </a:cubicBezTo>
                      <a:cubicBezTo>
                        <a:pt x="172009" y="221140"/>
                        <a:pt x="161925" y="220729"/>
                        <a:pt x="152400" y="222317"/>
                      </a:cubicBezTo>
                      <a:cubicBezTo>
                        <a:pt x="111695" y="249454"/>
                        <a:pt x="117709" y="249743"/>
                        <a:pt x="28575" y="222317"/>
                      </a:cubicBezTo>
                      <a:cubicBezTo>
                        <a:pt x="18397" y="219185"/>
                        <a:pt x="20195" y="202603"/>
                        <a:pt x="14288" y="193742"/>
                      </a:cubicBezTo>
                      <a:cubicBezTo>
                        <a:pt x="-1122" y="170626"/>
                        <a:pt x="2381" y="158023"/>
                        <a:pt x="0" y="150879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0D728AAC-8C5B-449E-9AED-E73F89D0D9FB}"/>
                    </a:ext>
                  </a:extLst>
                </p:cNvPr>
                <p:cNvSpPr/>
                <p:nvPr/>
              </p:nvSpPr>
              <p:spPr>
                <a:xfrm rot="15953926">
                  <a:off x="1586692" y="1209728"/>
                  <a:ext cx="378266" cy="242778"/>
                </a:xfrm>
                <a:custGeom>
                  <a:avLst/>
                  <a:gdLst>
                    <a:gd name="connsiteX0" fmla="*/ 0 w 378266"/>
                    <a:gd name="connsiteY0" fmla="*/ 150879 h 242778"/>
                    <a:gd name="connsiteX1" fmla="*/ 0 w 378266"/>
                    <a:gd name="connsiteY1" fmla="*/ 150879 h 242778"/>
                    <a:gd name="connsiteX2" fmla="*/ 80963 w 378266"/>
                    <a:gd name="connsiteY2" fmla="*/ 103254 h 242778"/>
                    <a:gd name="connsiteX3" fmla="*/ 114300 w 378266"/>
                    <a:gd name="connsiteY3" fmla="*/ 93729 h 242778"/>
                    <a:gd name="connsiteX4" fmla="*/ 128588 w 378266"/>
                    <a:gd name="connsiteY4" fmla="*/ 79442 h 242778"/>
                    <a:gd name="connsiteX5" fmla="*/ 152400 w 378266"/>
                    <a:gd name="connsiteY5" fmla="*/ 74679 h 242778"/>
                    <a:gd name="connsiteX6" fmla="*/ 219075 w 378266"/>
                    <a:gd name="connsiteY6" fmla="*/ 46104 h 242778"/>
                    <a:gd name="connsiteX7" fmla="*/ 247650 w 378266"/>
                    <a:gd name="connsiteY7" fmla="*/ 12767 h 242778"/>
                    <a:gd name="connsiteX8" fmla="*/ 347663 w 378266"/>
                    <a:gd name="connsiteY8" fmla="*/ 12767 h 242778"/>
                    <a:gd name="connsiteX9" fmla="*/ 366713 w 378266"/>
                    <a:gd name="connsiteY9" fmla="*/ 22292 h 242778"/>
                    <a:gd name="connsiteX10" fmla="*/ 371475 w 378266"/>
                    <a:gd name="connsiteY10" fmla="*/ 88967 h 242778"/>
                    <a:gd name="connsiteX11" fmla="*/ 357188 w 378266"/>
                    <a:gd name="connsiteY11" fmla="*/ 112779 h 242778"/>
                    <a:gd name="connsiteX12" fmla="*/ 328613 w 378266"/>
                    <a:gd name="connsiteY12" fmla="*/ 127067 h 242778"/>
                    <a:gd name="connsiteX13" fmla="*/ 242888 w 378266"/>
                    <a:gd name="connsiteY13" fmla="*/ 146117 h 242778"/>
                    <a:gd name="connsiteX14" fmla="*/ 228600 w 378266"/>
                    <a:gd name="connsiteY14" fmla="*/ 165167 h 242778"/>
                    <a:gd name="connsiteX15" fmla="*/ 200025 w 378266"/>
                    <a:gd name="connsiteY15" fmla="*/ 203267 h 242778"/>
                    <a:gd name="connsiteX16" fmla="*/ 180975 w 378266"/>
                    <a:gd name="connsiteY16" fmla="*/ 217554 h 242778"/>
                    <a:gd name="connsiteX17" fmla="*/ 152400 w 378266"/>
                    <a:gd name="connsiteY17" fmla="*/ 222317 h 242778"/>
                    <a:gd name="connsiteX18" fmla="*/ 28575 w 378266"/>
                    <a:gd name="connsiteY18" fmla="*/ 222317 h 242778"/>
                    <a:gd name="connsiteX19" fmla="*/ 14288 w 378266"/>
                    <a:gd name="connsiteY19" fmla="*/ 193742 h 242778"/>
                    <a:gd name="connsiteX20" fmla="*/ 0 w 378266"/>
                    <a:gd name="connsiteY20" fmla="*/ 150879 h 242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378266" h="242778">
                      <a:moveTo>
                        <a:pt x="0" y="150879"/>
                      </a:moveTo>
                      <a:lnTo>
                        <a:pt x="0" y="150879"/>
                      </a:lnTo>
                      <a:cubicBezTo>
                        <a:pt x="26988" y="135004"/>
                        <a:pt x="52958" y="117256"/>
                        <a:pt x="80963" y="103254"/>
                      </a:cubicBezTo>
                      <a:cubicBezTo>
                        <a:pt x="91300" y="98086"/>
                        <a:pt x="103963" y="98897"/>
                        <a:pt x="114300" y="93729"/>
                      </a:cubicBezTo>
                      <a:cubicBezTo>
                        <a:pt x="120324" y="90717"/>
                        <a:pt x="122564" y="82454"/>
                        <a:pt x="128588" y="79442"/>
                      </a:cubicBezTo>
                      <a:cubicBezTo>
                        <a:pt x="135828" y="75822"/>
                        <a:pt x="144721" y="77239"/>
                        <a:pt x="152400" y="74679"/>
                      </a:cubicBezTo>
                      <a:cubicBezTo>
                        <a:pt x="184932" y="63835"/>
                        <a:pt x="193736" y="58773"/>
                        <a:pt x="219075" y="46104"/>
                      </a:cubicBezTo>
                      <a:cubicBezTo>
                        <a:pt x="228600" y="34992"/>
                        <a:pt x="237301" y="23116"/>
                        <a:pt x="247650" y="12767"/>
                      </a:cubicBezTo>
                      <a:cubicBezTo>
                        <a:pt x="274397" y="-13979"/>
                        <a:pt x="313828" y="9008"/>
                        <a:pt x="347663" y="12767"/>
                      </a:cubicBezTo>
                      <a:cubicBezTo>
                        <a:pt x="354013" y="15942"/>
                        <a:pt x="361259" y="17747"/>
                        <a:pt x="366713" y="22292"/>
                      </a:cubicBezTo>
                      <a:cubicBezTo>
                        <a:pt x="386124" y="38467"/>
                        <a:pt x="376269" y="69790"/>
                        <a:pt x="371475" y="88967"/>
                      </a:cubicBezTo>
                      <a:cubicBezTo>
                        <a:pt x="369230" y="97947"/>
                        <a:pt x="364106" y="106629"/>
                        <a:pt x="357188" y="112779"/>
                      </a:cubicBezTo>
                      <a:cubicBezTo>
                        <a:pt x="349229" y="119854"/>
                        <a:pt x="338655" y="123523"/>
                        <a:pt x="328613" y="127067"/>
                      </a:cubicBezTo>
                      <a:cubicBezTo>
                        <a:pt x="289538" y="140858"/>
                        <a:pt x="279171" y="140933"/>
                        <a:pt x="242888" y="146117"/>
                      </a:cubicBezTo>
                      <a:cubicBezTo>
                        <a:pt x="238125" y="152467"/>
                        <a:pt x="233003" y="158563"/>
                        <a:pt x="228600" y="165167"/>
                      </a:cubicBezTo>
                      <a:cubicBezTo>
                        <a:pt x="212607" y="189156"/>
                        <a:pt x="219578" y="186508"/>
                        <a:pt x="200025" y="203267"/>
                      </a:cubicBezTo>
                      <a:cubicBezTo>
                        <a:pt x="193998" y="208433"/>
                        <a:pt x="188345" y="214606"/>
                        <a:pt x="180975" y="217554"/>
                      </a:cubicBezTo>
                      <a:cubicBezTo>
                        <a:pt x="172009" y="221140"/>
                        <a:pt x="161925" y="220729"/>
                        <a:pt x="152400" y="222317"/>
                      </a:cubicBezTo>
                      <a:cubicBezTo>
                        <a:pt x="111695" y="249454"/>
                        <a:pt x="117709" y="249743"/>
                        <a:pt x="28575" y="222317"/>
                      </a:cubicBezTo>
                      <a:cubicBezTo>
                        <a:pt x="18397" y="219185"/>
                        <a:pt x="20195" y="202603"/>
                        <a:pt x="14288" y="193742"/>
                      </a:cubicBezTo>
                      <a:cubicBezTo>
                        <a:pt x="-1122" y="170626"/>
                        <a:pt x="2381" y="158023"/>
                        <a:pt x="0" y="150879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CC20D7D6-9C8C-4563-B9A5-DFC47044BE24}"/>
                    </a:ext>
                  </a:extLst>
                </p:cNvPr>
                <p:cNvGrpSpPr/>
                <p:nvPr/>
              </p:nvGrpSpPr>
              <p:grpSpPr>
                <a:xfrm rot="20861058">
                  <a:off x="919169" y="1370990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29" name="Freeform: Shape 128">
                    <a:extLst>
                      <a:ext uri="{FF2B5EF4-FFF2-40B4-BE49-F238E27FC236}">
                        <a16:creationId xmlns:a16="http://schemas.microsoft.com/office/drawing/2014/main" id="{FDA65569-DE25-4355-AAEC-CBF4AB33DFD7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58AFEBF5-F8A9-4928-9032-2144616C034D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4E91D366-8A7B-4C5A-92DA-067E52C9148E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25" name="Group 124">
                  <a:extLst>
                    <a:ext uri="{FF2B5EF4-FFF2-40B4-BE49-F238E27FC236}">
                      <a16:creationId xmlns:a16="http://schemas.microsoft.com/office/drawing/2014/main" id="{2D4D4E15-7C77-4137-BDD7-FF0C12EC8B8B}"/>
                    </a:ext>
                  </a:extLst>
                </p:cNvPr>
                <p:cNvGrpSpPr/>
                <p:nvPr/>
              </p:nvGrpSpPr>
              <p:grpSpPr>
                <a:xfrm rot="18623538">
                  <a:off x="1746103" y="1401464"/>
                  <a:ext cx="266714" cy="238616"/>
                  <a:chOff x="1047750" y="2033588"/>
                  <a:chExt cx="266714" cy="238616"/>
                </a:xfrm>
              </p:grpSpPr>
              <p:sp>
                <p:nvSpPr>
                  <p:cNvPr id="126" name="Freeform: Shape 125">
                    <a:extLst>
                      <a:ext uri="{FF2B5EF4-FFF2-40B4-BE49-F238E27FC236}">
                        <a16:creationId xmlns:a16="http://schemas.microsoft.com/office/drawing/2014/main" id="{02C4975D-5F47-4C68-8690-45D8AA9F530A}"/>
                      </a:ext>
                    </a:extLst>
                  </p:cNvPr>
                  <p:cNvSpPr/>
                  <p:nvPr/>
                </p:nvSpPr>
                <p:spPr>
                  <a:xfrm>
                    <a:off x="1047750" y="2033588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F64A07B0-955F-4E21-8CB9-21D5100290A7}"/>
                      </a:ext>
                    </a:extLst>
                  </p:cNvPr>
                  <p:cNvSpPr/>
                  <p:nvPr/>
                </p:nvSpPr>
                <p:spPr>
                  <a:xfrm>
                    <a:off x="1141956" y="2081211"/>
                    <a:ext cx="66910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8" name="Freeform: Shape 127">
                    <a:extLst>
                      <a:ext uri="{FF2B5EF4-FFF2-40B4-BE49-F238E27FC236}">
                        <a16:creationId xmlns:a16="http://schemas.microsoft.com/office/drawing/2014/main" id="{D5AC62B2-8A2B-4C21-BD93-53534CD44F2B}"/>
                      </a:ext>
                    </a:extLst>
                  </p:cNvPr>
                  <p:cNvSpPr/>
                  <p:nvPr/>
                </p:nvSpPr>
                <p:spPr>
                  <a:xfrm rot="19929775">
                    <a:off x="1190639" y="2110279"/>
                    <a:ext cx="123825" cy="161925"/>
                  </a:xfrm>
                  <a:custGeom>
                    <a:avLst/>
                    <a:gdLst>
                      <a:gd name="connsiteX0" fmla="*/ 123825 w 123825"/>
                      <a:gd name="connsiteY0" fmla="*/ 0 h 161925"/>
                      <a:gd name="connsiteX1" fmla="*/ 119063 w 123825"/>
                      <a:gd name="connsiteY1" fmla="*/ 38100 h 161925"/>
                      <a:gd name="connsiteX2" fmla="*/ 66675 w 123825"/>
                      <a:gd name="connsiteY2" fmla="*/ 61912 h 161925"/>
                      <a:gd name="connsiteX3" fmla="*/ 61913 w 123825"/>
                      <a:gd name="connsiteY3" fmla="*/ 80962 h 161925"/>
                      <a:gd name="connsiteX4" fmla="*/ 28575 w 123825"/>
                      <a:gd name="connsiteY4" fmla="*/ 128587 h 161925"/>
                      <a:gd name="connsiteX5" fmla="*/ 14288 w 123825"/>
                      <a:gd name="connsiteY5" fmla="*/ 138112 h 161925"/>
                      <a:gd name="connsiteX6" fmla="*/ 0 w 123825"/>
                      <a:gd name="connsiteY6" fmla="*/ 161925 h 1619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3825" h="161925">
                        <a:moveTo>
                          <a:pt x="123825" y="0"/>
                        </a:moveTo>
                        <a:cubicBezTo>
                          <a:pt x="122238" y="12700"/>
                          <a:pt x="125192" y="26864"/>
                          <a:pt x="119063" y="38100"/>
                        </a:cubicBezTo>
                        <a:cubicBezTo>
                          <a:pt x="113300" y="48666"/>
                          <a:pt x="75116" y="59098"/>
                          <a:pt x="66675" y="61912"/>
                        </a:cubicBezTo>
                        <a:cubicBezTo>
                          <a:pt x="65088" y="68262"/>
                          <a:pt x="64571" y="74981"/>
                          <a:pt x="61913" y="80962"/>
                        </a:cubicBezTo>
                        <a:cubicBezTo>
                          <a:pt x="56026" y="94207"/>
                          <a:pt x="38440" y="118722"/>
                          <a:pt x="28575" y="128587"/>
                        </a:cubicBezTo>
                        <a:cubicBezTo>
                          <a:pt x="24528" y="132634"/>
                          <a:pt x="19050" y="134937"/>
                          <a:pt x="14288" y="138112"/>
                        </a:cubicBezTo>
                        <a:cubicBezTo>
                          <a:pt x="2794" y="155354"/>
                          <a:pt x="7323" y="147280"/>
                          <a:pt x="0" y="161925"/>
                        </a:cubicBezTo>
                      </a:path>
                    </a:pathLst>
                  </a:cu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pic>
            <p:nvPicPr>
              <p:cNvPr id="138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6DF0B692-2823-4054-AAE3-D15B6C107E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318798" y="3060033"/>
                <a:ext cx="365219" cy="629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5838E5B-F383-3CC1-5788-84853D2F9438}"/>
              </a:ext>
            </a:extLst>
          </p:cNvPr>
          <p:cNvGrpSpPr/>
          <p:nvPr/>
        </p:nvGrpSpPr>
        <p:grpSpPr>
          <a:xfrm>
            <a:off x="78236" y="540765"/>
            <a:ext cx="1042416" cy="1024128"/>
            <a:chOff x="516782" y="905612"/>
            <a:chExt cx="1530220" cy="15045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78FAFF2-BEB2-49EE-B44B-2C67369C6E96}"/>
                </a:ext>
              </a:extLst>
            </p:cNvPr>
            <p:cNvGrpSpPr/>
            <p:nvPr/>
          </p:nvGrpSpPr>
          <p:grpSpPr>
            <a:xfrm>
              <a:off x="516782" y="905612"/>
              <a:ext cx="1530220" cy="1504560"/>
              <a:chOff x="516782" y="905612"/>
              <a:chExt cx="1530220" cy="150456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336C9A-2AAF-448E-86B9-EA0E8B7B9A2E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Wave 5">
                <a:extLst>
                  <a:ext uri="{FF2B5EF4-FFF2-40B4-BE49-F238E27FC236}">
                    <a16:creationId xmlns:a16="http://schemas.microsoft.com/office/drawing/2014/main" id="{D4223398-8530-45DB-B1EA-0F3E7D034CC6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2" name="Picture 151">
              <a:extLst>
                <a:ext uri="{FF2B5EF4-FFF2-40B4-BE49-F238E27FC236}">
                  <a16:creationId xmlns:a16="http://schemas.microsoft.com/office/drawing/2014/main" id="{D70B001B-8DE9-43A2-B2D7-B7C2DCDB4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675690" flipH="1">
              <a:off x="1223838" y="1288034"/>
              <a:ext cx="84554" cy="903393"/>
            </a:xfrm>
            <a:prstGeom prst="rect">
              <a:avLst/>
            </a:prstGeom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F38BE9B1-34B9-4BEF-373F-19E988F23DA2}"/>
              </a:ext>
            </a:extLst>
          </p:cNvPr>
          <p:cNvGrpSpPr/>
          <p:nvPr/>
        </p:nvGrpSpPr>
        <p:grpSpPr>
          <a:xfrm>
            <a:off x="3624461" y="540765"/>
            <a:ext cx="1042416" cy="1024128"/>
            <a:chOff x="7510982" y="2676720"/>
            <a:chExt cx="1530220" cy="150456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E9E4283-8D6D-43D7-9EE3-640D80EE2A80}"/>
                </a:ext>
              </a:extLst>
            </p:cNvPr>
            <p:cNvGrpSpPr/>
            <p:nvPr/>
          </p:nvGrpSpPr>
          <p:grpSpPr>
            <a:xfrm>
              <a:off x="7510982" y="2676720"/>
              <a:ext cx="1530220" cy="1504560"/>
              <a:chOff x="516782" y="905612"/>
              <a:chExt cx="1530220" cy="150456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8396D9D-303E-4A18-BB3C-4250BC1F64CD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Wave 36">
                <a:extLst>
                  <a:ext uri="{FF2B5EF4-FFF2-40B4-BE49-F238E27FC236}">
                    <a16:creationId xmlns:a16="http://schemas.microsoft.com/office/drawing/2014/main" id="{671D1512-AA6A-4D95-A4E0-92174DE21076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B451D060-F4C3-4B94-B0F1-3C531894F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18182">
              <a:off x="8069609" y="3263585"/>
              <a:ext cx="652055" cy="617171"/>
            </a:xfrm>
            <a:prstGeom prst="rect">
              <a:avLst/>
            </a:prstGeom>
          </p:spPr>
        </p:pic>
        <p:pic>
          <p:nvPicPr>
            <p:cNvPr id="154" name="Picture 153" descr="Shape&#10;&#10;Description automatically generated">
              <a:extLst>
                <a:ext uri="{FF2B5EF4-FFF2-40B4-BE49-F238E27FC236}">
                  <a16:creationId xmlns:a16="http://schemas.microsoft.com/office/drawing/2014/main" id="{93794404-F1F6-4B6A-84D2-DC4CDE61C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24550" y="3231680"/>
              <a:ext cx="262768" cy="326052"/>
            </a:xfrm>
            <a:prstGeom prst="rect">
              <a:avLst/>
            </a:prstGeom>
          </p:spPr>
        </p:pic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4AE712D8-DF24-0257-848A-6904DC43C518}"/>
              </a:ext>
            </a:extLst>
          </p:cNvPr>
          <p:cNvGrpSpPr/>
          <p:nvPr/>
        </p:nvGrpSpPr>
        <p:grpSpPr>
          <a:xfrm>
            <a:off x="3805816" y="5711667"/>
            <a:ext cx="1042416" cy="1024128"/>
            <a:chOff x="516782" y="4447828"/>
            <a:chExt cx="1530220" cy="1504560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36FC774C-6978-4D5C-A4E0-603CE09B6413}"/>
                </a:ext>
              </a:extLst>
            </p:cNvPr>
            <p:cNvGrpSpPr/>
            <p:nvPr/>
          </p:nvGrpSpPr>
          <p:grpSpPr>
            <a:xfrm>
              <a:off x="516782" y="4447828"/>
              <a:ext cx="1530220" cy="1504560"/>
              <a:chOff x="516782" y="905612"/>
              <a:chExt cx="1530220" cy="1504560"/>
            </a:xfrm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89DCDE4A-AE5C-4EFD-99B4-9F510A8C3BC9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Wave 150">
                <a:extLst>
                  <a:ext uri="{FF2B5EF4-FFF2-40B4-BE49-F238E27FC236}">
                    <a16:creationId xmlns:a16="http://schemas.microsoft.com/office/drawing/2014/main" id="{EE11B8FB-0DAD-4112-8BC4-77F59B8B9BF4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283368C8-0FDB-4216-B5BC-86B4BA0D5D80}"/>
                </a:ext>
              </a:extLst>
            </p:cNvPr>
            <p:cNvGrpSpPr/>
            <p:nvPr/>
          </p:nvGrpSpPr>
          <p:grpSpPr>
            <a:xfrm>
              <a:off x="1187786" y="5086630"/>
              <a:ext cx="530908" cy="624530"/>
              <a:chOff x="919169" y="747323"/>
              <a:chExt cx="1079599" cy="1520540"/>
            </a:xfrm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6285128A-066C-4A63-B794-821CFBBFD10B}"/>
                  </a:ext>
                </a:extLst>
              </p:cNvPr>
              <p:cNvSpPr/>
              <p:nvPr/>
            </p:nvSpPr>
            <p:spPr>
              <a:xfrm>
                <a:off x="1296850" y="1081087"/>
                <a:ext cx="352191" cy="5000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F340EA4F-70AB-4077-B020-7856CBAFB37C}"/>
                  </a:ext>
                </a:extLst>
              </p:cNvPr>
              <p:cNvSpPr/>
              <p:nvPr/>
            </p:nvSpPr>
            <p:spPr>
              <a:xfrm>
                <a:off x="1076326" y="819150"/>
                <a:ext cx="195262" cy="314325"/>
              </a:xfrm>
              <a:custGeom>
                <a:avLst/>
                <a:gdLst>
                  <a:gd name="connsiteX0" fmla="*/ 0 w 152400"/>
                  <a:gd name="connsiteY0" fmla="*/ 0 h 238125"/>
                  <a:gd name="connsiteX1" fmla="*/ 95250 w 152400"/>
                  <a:gd name="connsiteY1" fmla="*/ 23812 h 238125"/>
                  <a:gd name="connsiteX2" fmla="*/ 123825 w 152400"/>
                  <a:gd name="connsiteY2" fmla="*/ 47625 h 238125"/>
                  <a:gd name="connsiteX3" fmla="*/ 133350 w 152400"/>
                  <a:gd name="connsiteY3" fmla="*/ 95250 h 238125"/>
                  <a:gd name="connsiteX4" fmla="*/ 128587 w 152400"/>
                  <a:gd name="connsiteY4" fmla="*/ 171450 h 238125"/>
                  <a:gd name="connsiteX5" fmla="*/ 133350 w 152400"/>
                  <a:gd name="connsiteY5" fmla="*/ 195262 h 238125"/>
                  <a:gd name="connsiteX6" fmla="*/ 142875 w 152400"/>
                  <a:gd name="connsiteY6" fmla="*/ 214312 h 238125"/>
                  <a:gd name="connsiteX7" fmla="*/ 152400 w 152400"/>
                  <a:gd name="connsiteY7" fmla="*/ 238125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238125">
                    <a:moveTo>
                      <a:pt x="0" y="0"/>
                    </a:moveTo>
                    <a:cubicBezTo>
                      <a:pt x="44168" y="4416"/>
                      <a:pt x="54750" y="1030"/>
                      <a:pt x="95250" y="23812"/>
                    </a:cubicBezTo>
                    <a:cubicBezTo>
                      <a:pt x="106057" y="29891"/>
                      <a:pt x="114300" y="39687"/>
                      <a:pt x="123825" y="47625"/>
                    </a:cubicBezTo>
                    <a:cubicBezTo>
                      <a:pt x="126971" y="60210"/>
                      <a:pt x="133350" y="83578"/>
                      <a:pt x="133350" y="95250"/>
                    </a:cubicBezTo>
                    <a:cubicBezTo>
                      <a:pt x="133350" y="120700"/>
                      <a:pt x="130175" y="146050"/>
                      <a:pt x="128587" y="171450"/>
                    </a:cubicBezTo>
                    <a:cubicBezTo>
                      <a:pt x="130175" y="179387"/>
                      <a:pt x="130790" y="187583"/>
                      <a:pt x="133350" y="195262"/>
                    </a:cubicBezTo>
                    <a:cubicBezTo>
                      <a:pt x="135595" y="201997"/>
                      <a:pt x="140078" y="207786"/>
                      <a:pt x="142875" y="214312"/>
                    </a:cubicBezTo>
                    <a:cubicBezTo>
                      <a:pt x="160522" y="255491"/>
                      <a:pt x="137074" y="207477"/>
                      <a:pt x="152400" y="238125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43BA8711-FF87-4E39-ACD2-3B2CBFFBF6E8}"/>
                  </a:ext>
                </a:extLst>
              </p:cNvPr>
              <p:cNvSpPr/>
              <p:nvPr/>
            </p:nvSpPr>
            <p:spPr>
              <a:xfrm rot="19830825">
                <a:off x="1108942" y="747323"/>
                <a:ext cx="234084" cy="376627"/>
              </a:xfrm>
              <a:custGeom>
                <a:avLst/>
                <a:gdLst>
                  <a:gd name="connsiteX0" fmla="*/ 34059 w 234084"/>
                  <a:gd name="connsiteY0" fmla="*/ 376627 h 376627"/>
                  <a:gd name="connsiteX1" fmla="*/ 10246 w 234084"/>
                  <a:gd name="connsiteY1" fmla="*/ 362339 h 376627"/>
                  <a:gd name="connsiteX2" fmla="*/ 10246 w 234084"/>
                  <a:gd name="connsiteY2" fmla="*/ 295664 h 376627"/>
                  <a:gd name="connsiteX3" fmla="*/ 57871 w 234084"/>
                  <a:gd name="connsiteY3" fmla="*/ 281377 h 376627"/>
                  <a:gd name="connsiteX4" fmla="*/ 105496 w 234084"/>
                  <a:gd name="connsiteY4" fmla="*/ 262327 h 376627"/>
                  <a:gd name="connsiteX5" fmla="*/ 162646 w 234084"/>
                  <a:gd name="connsiteY5" fmla="*/ 176602 h 376627"/>
                  <a:gd name="connsiteX6" fmla="*/ 172171 w 234084"/>
                  <a:gd name="connsiteY6" fmla="*/ 138502 h 376627"/>
                  <a:gd name="connsiteX7" fmla="*/ 191221 w 234084"/>
                  <a:gd name="connsiteY7" fmla="*/ 5152 h 376627"/>
                  <a:gd name="connsiteX8" fmla="*/ 210271 w 234084"/>
                  <a:gd name="connsiteY8" fmla="*/ 389 h 376627"/>
                  <a:gd name="connsiteX9" fmla="*/ 234084 w 234084"/>
                  <a:gd name="connsiteY9" fmla="*/ 389 h 376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084" h="376627">
                    <a:moveTo>
                      <a:pt x="34059" y="376627"/>
                    </a:moveTo>
                    <a:cubicBezTo>
                      <a:pt x="26121" y="371864"/>
                      <a:pt x="16342" y="369305"/>
                      <a:pt x="10246" y="362339"/>
                    </a:cubicBezTo>
                    <a:cubicBezTo>
                      <a:pt x="-3334" y="346820"/>
                      <a:pt x="-3498" y="309408"/>
                      <a:pt x="10246" y="295664"/>
                    </a:cubicBezTo>
                    <a:cubicBezTo>
                      <a:pt x="21966" y="283944"/>
                      <a:pt x="42051" y="286320"/>
                      <a:pt x="57871" y="281377"/>
                    </a:cubicBezTo>
                    <a:cubicBezTo>
                      <a:pt x="89257" y="271569"/>
                      <a:pt x="80241" y="274955"/>
                      <a:pt x="105496" y="262327"/>
                    </a:cubicBezTo>
                    <a:cubicBezTo>
                      <a:pt x="153628" y="192803"/>
                      <a:pt x="135445" y="221938"/>
                      <a:pt x="162646" y="176602"/>
                    </a:cubicBezTo>
                    <a:cubicBezTo>
                      <a:pt x="165821" y="163902"/>
                      <a:pt x="171020" y="151542"/>
                      <a:pt x="172171" y="138502"/>
                    </a:cubicBezTo>
                    <a:cubicBezTo>
                      <a:pt x="176188" y="92973"/>
                      <a:pt x="142700" y="25948"/>
                      <a:pt x="191221" y="5152"/>
                    </a:cubicBezTo>
                    <a:cubicBezTo>
                      <a:pt x="197237" y="2574"/>
                      <a:pt x="203766" y="1112"/>
                      <a:pt x="210271" y="389"/>
                    </a:cubicBezTo>
                    <a:cubicBezTo>
                      <a:pt x="218160" y="-488"/>
                      <a:pt x="226146" y="389"/>
                      <a:pt x="234084" y="389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E88CCAB-D69B-4810-89BD-11B0E5AF60C3}"/>
                  </a:ext>
                </a:extLst>
              </p:cNvPr>
              <p:cNvSpPr/>
              <p:nvPr/>
            </p:nvSpPr>
            <p:spPr>
              <a:xfrm>
                <a:off x="1362076" y="785812"/>
                <a:ext cx="152406" cy="290513"/>
              </a:xfrm>
              <a:custGeom>
                <a:avLst/>
                <a:gdLst>
                  <a:gd name="connsiteX0" fmla="*/ 0 w 152406"/>
                  <a:gd name="connsiteY0" fmla="*/ 204788 h 290513"/>
                  <a:gd name="connsiteX1" fmla="*/ 66675 w 152406"/>
                  <a:gd name="connsiteY1" fmla="*/ 280988 h 290513"/>
                  <a:gd name="connsiteX2" fmla="*/ 85725 w 152406"/>
                  <a:gd name="connsiteY2" fmla="*/ 290513 h 290513"/>
                  <a:gd name="connsiteX3" fmla="*/ 142875 w 152406"/>
                  <a:gd name="connsiteY3" fmla="*/ 266700 h 290513"/>
                  <a:gd name="connsiteX4" fmla="*/ 142875 w 152406"/>
                  <a:gd name="connsiteY4" fmla="*/ 185738 h 290513"/>
                  <a:gd name="connsiteX5" fmla="*/ 114300 w 152406"/>
                  <a:gd name="connsiteY5" fmla="*/ 161925 h 290513"/>
                  <a:gd name="connsiteX6" fmla="*/ 71437 w 152406"/>
                  <a:gd name="connsiteY6" fmla="*/ 114300 h 290513"/>
                  <a:gd name="connsiteX7" fmla="*/ 61912 w 152406"/>
                  <a:gd name="connsiteY7" fmla="*/ 100013 h 290513"/>
                  <a:gd name="connsiteX8" fmla="*/ 71437 w 152406"/>
                  <a:gd name="connsiteY8" fmla="*/ 33338 h 290513"/>
                  <a:gd name="connsiteX9" fmla="*/ 85725 w 152406"/>
                  <a:gd name="connsiteY9" fmla="*/ 19050 h 290513"/>
                  <a:gd name="connsiteX10" fmla="*/ 100012 w 152406"/>
                  <a:gd name="connsiteY10" fmla="*/ 0 h 290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406" h="290513">
                    <a:moveTo>
                      <a:pt x="0" y="204788"/>
                    </a:moveTo>
                    <a:cubicBezTo>
                      <a:pt x="28237" y="241496"/>
                      <a:pt x="34182" y="260679"/>
                      <a:pt x="66675" y="280988"/>
                    </a:cubicBezTo>
                    <a:cubicBezTo>
                      <a:pt x="72695" y="284751"/>
                      <a:pt x="79375" y="287338"/>
                      <a:pt x="85725" y="290513"/>
                    </a:cubicBezTo>
                    <a:cubicBezTo>
                      <a:pt x="104775" y="282575"/>
                      <a:pt x="126647" y="279450"/>
                      <a:pt x="142875" y="266700"/>
                    </a:cubicBezTo>
                    <a:cubicBezTo>
                      <a:pt x="161999" y="251674"/>
                      <a:pt x="147149" y="194287"/>
                      <a:pt x="142875" y="185738"/>
                    </a:cubicBezTo>
                    <a:cubicBezTo>
                      <a:pt x="137330" y="174648"/>
                      <a:pt x="123516" y="170219"/>
                      <a:pt x="114300" y="161925"/>
                    </a:cubicBezTo>
                    <a:cubicBezTo>
                      <a:pt x="98453" y="147662"/>
                      <a:pt x="84472" y="131059"/>
                      <a:pt x="71437" y="114300"/>
                    </a:cubicBezTo>
                    <a:cubicBezTo>
                      <a:pt x="67923" y="109782"/>
                      <a:pt x="65087" y="104775"/>
                      <a:pt x="61912" y="100013"/>
                    </a:cubicBezTo>
                    <a:cubicBezTo>
                      <a:pt x="65087" y="77788"/>
                      <a:pt x="65102" y="54876"/>
                      <a:pt x="71437" y="33338"/>
                    </a:cubicBezTo>
                    <a:cubicBezTo>
                      <a:pt x="73338" y="26876"/>
                      <a:pt x="81989" y="24654"/>
                      <a:pt x="85725" y="19050"/>
                    </a:cubicBezTo>
                    <a:cubicBezTo>
                      <a:pt x="100438" y="-3019"/>
                      <a:pt x="79754" y="10130"/>
                      <a:pt x="100012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80BA56A-C8E8-4DE3-88F3-65C0AA3475F6}"/>
                  </a:ext>
                </a:extLst>
              </p:cNvPr>
              <p:cNvSpPr/>
              <p:nvPr/>
            </p:nvSpPr>
            <p:spPr>
              <a:xfrm>
                <a:off x="1333501" y="847725"/>
                <a:ext cx="285750" cy="300208"/>
              </a:xfrm>
              <a:custGeom>
                <a:avLst/>
                <a:gdLst>
                  <a:gd name="connsiteX0" fmla="*/ 285750 w 285750"/>
                  <a:gd name="connsiteY0" fmla="*/ 0 h 300208"/>
                  <a:gd name="connsiteX1" fmla="*/ 257175 w 285750"/>
                  <a:gd name="connsiteY1" fmla="*/ 4762 h 300208"/>
                  <a:gd name="connsiteX2" fmla="*/ 161925 w 285750"/>
                  <a:gd name="connsiteY2" fmla="*/ 57150 h 300208"/>
                  <a:gd name="connsiteX3" fmla="*/ 138112 w 285750"/>
                  <a:gd name="connsiteY3" fmla="*/ 80962 h 300208"/>
                  <a:gd name="connsiteX4" fmla="*/ 119062 w 285750"/>
                  <a:gd name="connsiteY4" fmla="*/ 114300 h 300208"/>
                  <a:gd name="connsiteX5" fmla="*/ 95250 w 285750"/>
                  <a:gd name="connsiteY5" fmla="*/ 142875 h 300208"/>
                  <a:gd name="connsiteX6" fmla="*/ 90487 w 285750"/>
                  <a:gd name="connsiteY6" fmla="*/ 161925 h 300208"/>
                  <a:gd name="connsiteX7" fmla="*/ 57150 w 285750"/>
                  <a:gd name="connsiteY7" fmla="*/ 223837 h 300208"/>
                  <a:gd name="connsiteX8" fmla="*/ 47625 w 285750"/>
                  <a:gd name="connsiteY8" fmla="*/ 252412 h 300208"/>
                  <a:gd name="connsiteX9" fmla="*/ 28575 w 285750"/>
                  <a:gd name="connsiteY9" fmla="*/ 276225 h 300208"/>
                  <a:gd name="connsiteX10" fmla="*/ 4762 w 285750"/>
                  <a:gd name="connsiteY10" fmla="*/ 300037 h 300208"/>
                  <a:gd name="connsiteX11" fmla="*/ 0 w 285750"/>
                  <a:gd name="connsiteY11" fmla="*/ 300037 h 30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5750" h="300208">
                    <a:moveTo>
                      <a:pt x="285750" y="0"/>
                    </a:moveTo>
                    <a:cubicBezTo>
                      <a:pt x="276225" y="1587"/>
                      <a:pt x="266392" y="1882"/>
                      <a:pt x="257175" y="4762"/>
                    </a:cubicBezTo>
                    <a:cubicBezTo>
                      <a:pt x="214489" y="18101"/>
                      <a:pt x="197568" y="28636"/>
                      <a:pt x="161925" y="57150"/>
                    </a:cubicBezTo>
                    <a:cubicBezTo>
                      <a:pt x="153159" y="64162"/>
                      <a:pt x="144847" y="71982"/>
                      <a:pt x="138112" y="80962"/>
                    </a:cubicBezTo>
                    <a:cubicBezTo>
                      <a:pt x="130433" y="91201"/>
                      <a:pt x="126347" y="103777"/>
                      <a:pt x="119062" y="114300"/>
                    </a:cubicBezTo>
                    <a:cubicBezTo>
                      <a:pt x="112005" y="124494"/>
                      <a:pt x="103187" y="133350"/>
                      <a:pt x="95250" y="142875"/>
                    </a:cubicBezTo>
                    <a:cubicBezTo>
                      <a:pt x="93662" y="149225"/>
                      <a:pt x="93274" y="156003"/>
                      <a:pt x="90487" y="161925"/>
                    </a:cubicBezTo>
                    <a:cubicBezTo>
                      <a:pt x="80507" y="183133"/>
                      <a:pt x="64562" y="201601"/>
                      <a:pt x="57150" y="223837"/>
                    </a:cubicBezTo>
                    <a:cubicBezTo>
                      <a:pt x="53975" y="233362"/>
                      <a:pt x="52433" y="243598"/>
                      <a:pt x="47625" y="252412"/>
                    </a:cubicBezTo>
                    <a:cubicBezTo>
                      <a:pt x="42757" y="261336"/>
                      <a:pt x="34214" y="267767"/>
                      <a:pt x="28575" y="276225"/>
                    </a:cubicBezTo>
                    <a:cubicBezTo>
                      <a:pt x="14079" y="297970"/>
                      <a:pt x="27713" y="294300"/>
                      <a:pt x="4762" y="300037"/>
                    </a:cubicBezTo>
                    <a:cubicBezTo>
                      <a:pt x="3222" y="300422"/>
                      <a:pt x="1587" y="300037"/>
                      <a:pt x="0" y="300037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9BB308EF-CF5E-4F3E-8DAA-991CEE4A3773}"/>
                  </a:ext>
                </a:extLst>
              </p:cNvPr>
              <p:cNvSpPr/>
              <p:nvPr/>
            </p:nvSpPr>
            <p:spPr>
              <a:xfrm>
                <a:off x="1514476" y="771525"/>
                <a:ext cx="90487" cy="333375"/>
              </a:xfrm>
              <a:custGeom>
                <a:avLst/>
                <a:gdLst>
                  <a:gd name="connsiteX0" fmla="*/ 90487 w 90487"/>
                  <a:gd name="connsiteY0" fmla="*/ 333375 h 333375"/>
                  <a:gd name="connsiteX1" fmla="*/ 52387 w 90487"/>
                  <a:gd name="connsiteY1" fmla="*/ 190500 h 333375"/>
                  <a:gd name="connsiteX2" fmla="*/ 57150 w 90487"/>
                  <a:gd name="connsiteY2" fmla="*/ 152400 h 333375"/>
                  <a:gd name="connsiteX3" fmla="*/ 76200 w 90487"/>
                  <a:gd name="connsiteY3" fmla="*/ 128587 h 333375"/>
                  <a:gd name="connsiteX4" fmla="*/ 66675 w 90487"/>
                  <a:gd name="connsiteY4" fmla="*/ 42862 h 333375"/>
                  <a:gd name="connsiteX5" fmla="*/ 42862 w 90487"/>
                  <a:gd name="connsiteY5" fmla="*/ 23812 h 333375"/>
                  <a:gd name="connsiteX6" fmla="*/ 14287 w 90487"/>
                  <a:gd name="connsiteY6" fmla="*/ 0 h 333375"/>
                  <a:gd name="connsiteX7" fmla="*/ 0 w 90487"/>
                  <a:gd name="connsiteY7" fmla="*/ 95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0487" h="333375">
                    <a:moveTo>
                      <a:pt x="90487" y="333375"/>
                    </a:moveTo>
                    <a:cubicBezTo>
                      <a:pt x="67609" y="224705"/>
                      <a:pt x="81971" y="271855"/>
                      <a:pt x="52387" y="190500"/>
                    </a:cubicBezTo>
                    <a:cubicBezTo>
                      <a:pt x="53975" y="177800"/>
                      <a:pt x="52555" y="164346"/>
                      <a:pt x="57150" y="152400"/>
                    </a:cubicBezTo>
                    <a:cubicBezTo>
                      <a:pt x="60799" y="142912"/>
                      <a:pt x="75319" y="138714"/>
                      <a:pt x="76200" y="128587"/>
                    </a:cubicBezTo>
                    <a:cubicBezTo>
                      <a:pt x="78691" y="99944"/>
                      <a:pt x="75392" y="70259"/>
                      <a:pt x="66675" y="42862"/>
                    </a:cubicBezTo>
                    <a:cubicBezTo>
                      <a:pt x="63593" y="33175"/>
                      <a:pt x="50512" y="30506"/>
                      <a:pt x="42862" y="23812"/>
                    </a:cubicBezTo>
                    <a:cubicBezTo>
                      <a:pt x="13526" y="-1856"/>
                      <a:pt x="43529" y="19494"/>
                      <a:pt x="14287" y="0"/>
                    </a:cubicBezTo>
                    <a:lnTo>
                      <a:pt x="0" y="9525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632D7A51-7109-4489-9A15-C21E013FB8BE}"/>
                  </a:ext>
                </a:extLst>
              </p:cNvPr>
              <p:cNvSpPr/>
              <p:nvPr/>
            </p:nvSpPr>
            <p:spPr>
              <a:xfrm>
                <a:off x="1332899" y="871537"/>
                <a:ext cx="24414" cy="228600"/>
              </a:xfrm>
              <a:custGeom>
                <a:avLst/>
                <a:gdLst>
                  <a:gd name="connsiteX0" fmla="*/ 5364 w 24414"/>
                  <a:gd name="connsiteY0" fmla="*/ 228600 h 228600"/>
                  <a:gd name="connsiteX1" fmla="*/ 5364 w 24414"/>
                  <a:gd name="connsiteY1" fmla="*/ 42863 h 228600"/>
                  <a:gd name="connsiteX2" fmla="*/ 14889 w 24414"/>
                  <a:gd name="connsiteY2" fmla="*/ 28575 h 228600"/>
                  <a:gd name="connsiteX3" fmla="*/ 24414 w 24414"/>
                  <a:gd name="connsiteY3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4" h="228600">
                    <a:moveTo>
                      <a:pt x="5364" y="228600"/>
                    </a:moveTo>
                    <a:cubicBezTo>
                      <a:pt x="697" y="153917"/>
                      <a:pt x="-3913" y="123266"/>
                      <a:pt x="5364" y="42863"/>
                    </a:cubicBezTo>
                    <a:cubicBezTo>
                      <a:pt x="6020" y="37177"/>
                      <a:pt x="12564" y="33806"/>
                      <a:pt x="14889" y="28575"/>
                    </a:cubicBezTo>
                    <a:cubicBezTo>
                      <a:pt x="18967" y="19400"/>
                      <a:pt x="24414" y="0"/>
                      <a:pt x="24414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0F4A439F-ABA2-426F-BDEB-5185AAC1FF0E}"/>
                  </a:ext>
                </a:extLst>
              </p:cNvPr>
              <p:cNvSpPr/>
              <p:nvPr/>
            </p:nvSpPr>
            <p:spPr>
              <a:xfrm>
                <a:off x="1666336" y="766762"/>
                <a:ext cx="124459" cy="376238"/>
              </a:xfrm>
              <a:custGeom>
                <a:avLst/>
                <a:gdLst>
                  <a:gd name="connsiteX0" fmla="*/ 14827 w 124459"/>
                  <a:gd name="connsiteY0" fmla="*/ 376238 h 376238"/>
                  <a:gd name="connsiteX1" fmla="*/ 43402 w 124459"/>
                  <a:gd name="connsiteY1" fmla="*/ 319088 h 376238"/>
                  <a:gd name="connsiteX2" fmla="*/ 100552 w 124459"/>
                  <a:gd name="connsiteY2" fmla="*/ 233363 h 376238"/>
                  <a:gd name="connsiteX3" fmla="*/ 124365 w 124459"/>
                  <a:gd name="connsiteY3" fmla="*/ 219075 h 376238"/>
                  <a:gd name="connsiteX4" fmla="*/ 119602 w 124459"/>
                  <a:gd name="connsiteY4" fmla="*/ 185738 h 376238"/>
                  <a:gd name="connsiteX5" fmla="*/ 48165 w 124459"/>
                  <a:gd name="connsiteY5" fmla="*/ 147638 h 376238"/>
                  <a:gd name="connsiteX6" fmla="*/ 33877 w 124459"/>
                  <a:gd name="connsiteY6" fmla="*/ 138113 h 376238"/>
                  <a:gd name="connsiteX7" fmla="*/ 14827 w 124459"/>
                  <a:gd name="connsiteY7" fmla="*/ 133350 h 376238"/>
                  <a:gd name="connsiteX8" fmla="*/ 540 w 124459"/>
                  <a:gd name="connsiteY8" fmla="*/ 123825 h 376238"/>
                  <a:gd name="connsiteX9" fmla="*/ 29115 w 124459"/>
                  <a:gd name="connsiteY9" fmla="*/ 66675 h 376238"/>
                  <a:gd name="connsiteX10" fmla="*/ 43402 w 124459"/>
                  <a:gd name="connsiteY10" fmla="*/ 47625 h 376238"/>
                  <a:gd name="connsiteX11" fmla="*/ 86265 w 124459"/>
                  <a:gd name="connsiteY11" fmla="*/ 42863 h 376238"/>
                  <a:gd name="connsiteX12" fmla="*/ 95790 w 124459"/>
                  <a:gd name="connsiteY12" fmla="*/ 0 h 37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459" h="376238">
                    <a:moveTo>
                      <a:pt x="14827" y="376238"/>
                    </a:moveTo>
                    <a:cubicBezTo>
                      <a:pt x="58122" y="322118"/>
                      <a:pt x="11728" y="386395"/>
                      <a:pt x="43402" y="319088"/>
                    </a:cubicBezTo>
                    <a:cubicBezTo>
                      <a:pt x="51464" y="301957"/>
                      <a:pt x="85463" y="248452"/>
                      <a:pt x="100552" y="233363"/>
                    </a:cubicBezTo>
                    <a:cubicBezTo>
                      <a:pt x="107098" y="226817"/>
                      <a:pt x="116427" y="223838"/>
                      <a:pt x="124365" y="219075"/>
                    </a:cubicBezTo>
                    <a:cubicBezTo>
                      <a:pt x="122777" y="207963"/>
                      <a:pt x="127791" y="193415"/>
                      <a:pt x="119602" y="185738"/>
                    </a:cubicBezTo>
                    <a:cubicBezTo>
                      <a:pt x="99914" y="167280"/>
                      <a:pt x="70620" y="162608"/>
                      <a:pt x="48165" y="147638"/>
                    </a:cubicBezTo>
                    <a:cubicBezTo>
                      <a:pt x="43402" y="144463"/>
                      <a:pt x="39138" y="140368"/>
                      <a:pt x="33877" y="138113"/>
                    </a:cubicBezTo>
                    <a:cubicBezTo>
                      <a:pt x="27861" y="135535"/>
                      <a:pt x="21177" y="134938"/>
                      <a:pt x="14827" y="133350"/>
                    </a:cubicBezTo>
                    <a:cubicBezTo>
                      <a:pt x="10065" y="130175"/>
                      <a:pt x="1109" y="129520"/>
                      <a:pt x="540" y="123825"/>
                    </a:cubicBezTo>
                    <a:cubicBezTo>
                      <a:pt x="-2990" y="88526"/>
                      <a:pt x="11258" y="87084"/>
                      <a:pt x="29115" y="66675"/>
                    </a:cubicBezTo>
                    <a:cubicBezTo>
                      <a:pt x="34342" y="60701"/>
                      <a:pt x="36075" y="50678"/>
                      <a:pt x="43402" y="47625"/>
                    </a:cubicBezTo>
                    <a:cubicBezTo>
                      <a:pt x="56672" y="42096"/>
                      <a:pt x="71977" y="44450"/>
                      <a:pt x="86265" y="42863"/>
                    </a:cubicBezTo>
                    <a:cubicBezTo>
                      <a:pt x="99340" y="16713"/>
                      <a:pt x="95790" y="30913"/>
                      <a:pt x="95790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9EE95B26-A312-4799-80D1-D0E996EEC170}"/>
                  </a:ext>
                </a:extLst>
              </p:cNvPr>
              <p:cNvSpPr/>
              <p:nvPr/>
            </p:nvSpPr>
            <p:spPr>
              <a:xfrm>
                <a:off x="1657352" y="785812"/>
                <a:ext cx="252412" cy="304800"/>
              </a:xfrm>
              <a:custGeom>
                <a:avLst/>
                <a:gdLst>
                  <a:gd name="connsiteX0" fmla="*/ 0 w 344403"/>
                  <a:gd name="connsiteY0" fmla="*/ 300564 h 300564"/>
                  <a:gd name="connsiteX1" fmla="*/ 85725 w 344403"/>
                  <a:gd name="connsiteY1" fmla="*/ 205314 h 300564"/>
                  <a:gd name="connsiteX2" fmla="*/ 214312 w 344403"/>
                  <a:gd name="connsiteY2" fmla="*/ 81489 h 300564"/>
                  <a:gd name="connsiteX3" fmla="*/ 285750 w 344403"/>
                  <a:gd name="connsiteY3" fmla="*/ 33864 h 300564"/>
                  <a:gd name="connsiteX4" fmla="*/ 323850 w 344403"/>
                  <a:gd name="connsiteY4" fmla="*/ 10052 h 300564"/>
                  <a:gd name="connsiteX5" fmla="*/ 342900 w 344403"/>
                  <a:gd name="connsiteY5" fmla="*/ 527 h 300564"/>
                  <a:gd name="connsiteX6" fmla="*/ 276225 w 344403"/>
                  <a:gd name="connsiteY6" fmla="*/ 5289 h 300564"/>
                  <a:gd name="connsiteX7" fmla="*/ 185737 w 344403"/>
                  <a:gd name="connsiteY7" fmla="*/ 19577 h 300564"/>
                  <a:gd name="connsiteX8" fmla="*/ 166687 w 344403"/>
                  <a:gd name="connsiteY8" fmla="*/ 24339 h 300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403" h="300564">
                    <a:moveTo>
                      <a:pt x="0" y="300564"/>
                    </a:moveTo>
                    <a:cubicBezTo>
                      <a:pt x="61522" y="269804"/>
                      <a:pt x="11886" y="300251"/>
                      <a:pt x="85725" y="205314"/>
                    </a:cubicBezTo>
                    <a:cubicBezTo>
                      <a:pt x="114469" y="168357"/>
                      <a:pt x="183680" y="101910"/>
                      <a:pt x="214312" y="81489"/>
                    </a:cubicBezTo>
                    <a:lnTo>
                      <a:pt x="285750" y="33864"/>
                    </a:lnTo>
                    <a:cubicBezTo>
                      <a:pt x="298294" y="25683"/>
                      <a:pt x="310455" y="16750"/>
                      <a:pt x="323850" y="10052"/>
                    </a:cubicBezTo>
                    <a:cubicBezTo>
                      <a:pt x="330200" y="6877"/>
                      <a:pt x="349964" y="1234"/>
                      <a:pt x="342900" y="527"/>
                    </a:cubicBezTo>
                    <a:cubicBezTo>
                      <a:pt x="320729" y="-1690"/>
                      <a:pt x="298450" y="3702"/>
                      <a:pt x="276225" y="5289"/>
                    </a:cubicBezTo>
                    <a:cubicBezTo>
                      <a:pt x="214504" y="17633"/>
                      <a:pt x="244690" y="13026"/>
                      <a:pt x="185737" y="19577"/>
                    </a:cubicBezTo>
                    <a:lnTo>
                      <a:pt x="166687" y="24339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D66C2D06-BD56-4571-BC0D-EE4F97718958}"/>
                  </a:ext>
                </a:extLst>
              </p:cNvPr>
              <p:cNvSpPr/>
              <p:nvPr/>
            </p:nvSpPr>
            <p:spPr>
              <a:xfrm>
                <a:off x="1181663" y="1412263"/>
                <a:ext cx="567967" cy="356823"/>
              </a:xfrm>
              <a:custGeom>
                <a:avLst/>
                <a:gdLst>
                  <a:gd name="connsiteX0" fmla="*/ 34540 w 567967"/>
                  <a:gd name="connsiteY0" fmla="*/ 76200 h 356823"/>
                  <a:gd name="connsiteX1" fmla="*/ 34540 w 567967"/>
                  <a:gd name="connsiteY1" fmla="*/ 76200 h 356823"/>
                  <a:gd name="connsiteX2" fmla="*/ 10728 w 567967"/>
                  <a:gd name="connsiteY2" fmla="*/ 180975 h 356823"/>
                  <a:gd name="connsiteX3" fmla="*/ 20253 w 567967"/>
                  <a:gd name="connsiteY3" fmla="*/ 195262 h 356823"/>
                  <a:gd name="connsiteX4" fmla="*/ 25015 w 567967"/>
                  <a:gd name="connsiteY4" fmla="*/ 261937 h 356823"/>
                  <a:gd name="connsiteX5" fmla="*/ 29778 w 567967"/>
                  <a:gd name="connsiteY5" fmla="*/ 280987 h 356823"/>
                  <a:gd name="connsiteX6" fmla="*/ 44065 w 567967"/>
                  <a:gd name="connsiteY6" fmla="*/ 290512 h 356823"/>
                  <a:gd name="connsiteX7" fmla="*/ 77403 w 567967"/>
                  <a:gd name="connsiteY7" fmla="*/ 295275 h 356823"/>
                  <a:gd name="connsiteX8" fmla="*/ 163128 w 567967"/>
                  <a:gd name="connsiteY8" fmla="*/ 247650 h 356823"/>
                  <a:gd name="connsiteX9" fmla="*/ 177415 w 567967"/>
                  <a:gd name="connsiteY9" fmla="*/ 223837 h 356823"/>
                  <a:gd name="connsiteX10" fmla="*/ 205990 w 567967"/>
                  <a:gd name="connsiteY10" fmla="*/ 214312 h 356823"/>
                  <a:gd name="connsiteX11" fmla="*/ 210753 w 567967"/>
                  <a:gd name="connsiteY11" fmla="*/ 228600 h 356823"/>
                  <a:gd name="connsiteX12" fmla="*/ 215515 w 567967"/>
                  <a:gd name="connsiteY12" fmla="*/ 247650 h 356823"/>
                  <a:gd name="connsiteX13" fmla="*/ 229803 w 567967"/>
                  <a:gd name="connsiteY13" fmla="*/ 290512 h 356823"/>
                  <a:gd name="connsiteX14" fmla="*/ 263140 w 567967"/>
                  <a:gd name="connsiteY14" fmla="*/ 319087 h 356823"/>
                  <a:gd name="connsiteX15" fmla="*/ 272665 w 567967"/>
                  <a:gd name="connsiteY15" fmla="*/ 347662 h 356823"/>
                  <a:gd name="connsiteX16" fmla="*/ 329815 w 567967"/>
                  <a:gd name="connsiteY16" fmla="*/ 338137 h 356823"/>
                  <a:gd name="connsiteX17" fmla="*/ 344103 w 567967"/>
                  <a:gd name="connsiteY17" fmla="*/ 252412 h 356823"/>
                  <a:gd name="connsiteX18" fmla="*/ 439353 w 567967"/>
                  <a:gd name="connsiteY18" fmla="*/ 261937 h 356823"/>
                  <a:gd name="connsiteX19" fmla="*/ 467928 w 567967"/>
                  <a:gd name="connsiteY19" fmla="*/ 290512 h 356823"/>
                  <a:gd name="connsiteX20" fmla="*/ 515553 w 567967"/>
                  <a:gd name="connsiteY20" fmla="*/ 276225 h 356823"/>
                  <a:gd name="connsiteX21" fmla="*/ 544128 w 567967"/>
                  <a:gd name="connsiteY21" fmla="*/ 271462 h 356823"/>
                  <a:gd name="connsiteX22" fmla="*/ 558415 w 567967"/>
                  <a:gd name="connsiteY22" fmla="*/ 266700 h 356823"/>
                  <a:gd name="connsiteX23" fmla="*/ 563178 w 567967"/>
                  <a:gd name="connsiteY23" fmla="*/ 228600 h 356823"/>
                  <a:gd name="connsiteX24" fmla="*/ 567940 w 567967"/>
                  <a:gd name="connsiteY24" fmla="*/ 200025 h 356823"/>
                  <a:gd name="connsiteX25" fmla="*/ 558415 w 567967"/>
                  <a:gd name="connsiteY25" fmla="*/ 109537 h 356823"/>
                  <a:gd name="connsiteX26" fmla="*/ 539365 w 567967"/>
                  <a:gd name="connsiteY26" fmla="*/ 100012 h 356823"/>
                  <a:gd name="connsiteX27" fmla="*/ 515553 w 567967"/>
                  <a:gd name="connsiteY27" fmla="*/ 61912 h 356823"/>
                  <a:gd name="connsiteX28" fmla="*/ 486978 w 567967"/>
                  <a:gd name="connsiteY28" fmla="*/ 47625 h 356823"/>
                  <a:gd name="connsiteX29" fmla="*/ 315528 w 567967"/>
                  <a:gd name="connsiteY29" fmla="*/ 42862 h 356823"/>
                  <a:gd name="connsiteX30" fmla="*/ 253615 w 567967"/>
                  <a:gd name="connsiteY30" fmla="*/ 4762 h 356823"/>
                  <a:gd name="connsiteX31" fmla="*/ 215515 w 567967"/>
                  <a:gd name="connsiteY31" fmla="*/ 0 h 356823"/>
                  <a:gd name="connsiteX32" fmla="*/ 172653 w 567967"/>
                  <a:gd name="connsiteY32" fmla="*/ 14287 h 356823"/>
                  <a:gd name="connsiteX33" fmla="*/ 144078 w 567967"/>
                  <a:gd name="connsiteY33" fmla="*/ 28575 h 356823"/>
                  <a:gd name="connsiteX34" fmla="*/ 125028 w 567967"/>
                  <a:gd name="connsiteY34" fmla="*/ 33337 h 356823"/>
                  <a:gd name="connsiteX35" fmla="*/ 110740 w 567967"/>
                  <a:gd name="connsiteY35" fmla="*/ 38100 h 356823"/>
                  <a:gd name="connsiteX36" fmla="*/ 77403 w 567967"/>
                  <a:gd name="connsiteY36" fmla="*/ 47625 h 356823"/>
                  <a:gd name="connsiteX37" fmla="*/ 34540 w 567967"/>
                  <a:gd name="connsiteY37" fmla="*/ 76200 h 35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7967" h="356823">
                    <a:moveTo>
                      <a:pt x="34540" y="76200"/>
                    </a:moveTo>
                    <a:lnTo>
                      <a:pt x="34540" y="76200"/>
                    </a:lnTo>
                    <a:cubicBezTo>
                      <a:pt x="-4331" y="131731"/>
                      <a:pt x="-7505" y="112600"/>
                      <a:pt x="10728" y="180975"/>
                    </a:cubicBezTo>
                    <a:cubicBezTo>
                      <a:pt x="12203" y="186505"/>
                      <a:pt x="17078" y="190500"/>
                      <a:pt x="20253" y="195262"/>
                    </a:cubicBezTo>
                    <a:cubicBezTo>
                      <a:pt x="21840" y="217487"/>
                      <a:pt x="22554" y="239792"/>
                      <a:pt x="25015" y="261937"/>
                    </a:cubicBezTo>
                    <a:cubicBezTo>
                      <a:pt x="25738" y="268442"/>
                      <a:pt x="26147" y="275541"/>
                      <a:pt x="29778" y="280987"/>
                    </a:cubicBezTo>
                    <a:cubicBezTo>
                      <a:pt x="32953" y="285749"/>
                      <a:pt x="38583" y="288867"/>
                      <a:pt x="44065" y="290512"/>
                    </a:cubicBezTo>
                    <a:cubicBezTo>
                      <a:pt x="54817" y="293738"/>
                      <a:pt x="66290" y="293687"/>
                      <a:pt x="77403" y="295275"/>
                    </a:cubicBezTo>
                    <a:cubicBezTo>
                      <a:pt x="139352" y="284950"/>
                      <a:pt x="131892" y="299712"/>
                      <a:pt x="163128" y="247650"/>
                    </a:cubicBezTo>
                    <a:cubicBezTo>
                      <a:pt x="167890" y="239712"/>
                      <a:pt x="170108" y="229520"/>
                      <a:pt x="177415" y="223837"/>
                    </a:cubicBezTo>
                    <a:cubicBezTo>
                      <a:pt x="185340" y="217673"/>
                      <a:pt x="205990" y="214312"/>
                      <a:pt x="205990" y="214312"/>
                    </a:cubicBezTo>
                    <a:cubicBezTo>
                      <a:pt x="207578" y="219075"/>
                      <a:pt x="209374" y="223773"/>
                      <a:pt x="210753" y="228600"/>
                    </a:cubicBezTo>
                    <a:cubicBezTo>
                      <a:pt x="212551" y="234894"/>
                      <a:pt x="213590" y="241394"/>
                      <a:pt x="215515" y="247650"/>
                    </a:cubicBezTo>
                    <a:cubicBezTo>
                      <a:pt x="219944" y="262044"/>
                      <a:pt x="217755" y="281476"/>
                      <a:pt x="229803" y="290512"/>
                    </a:cubicBezTo>
                    <a:cubicBezTo>
                      <a:pt x="254241" y="308841"/>
                      <a:pt x="243240" y="299187"/>
                      <a:pt x="263140" y="319087"/>
                    </a:cubicBezTo>
                    <a:cubicBezTo>
                      <a:pt x="266315" y="328612"/>
                      <a:pt x="264440" y="341904"/>
                      <a:pt x="272665" y="347662"/>
                    </a:cubicBezTo>
                    <a:cubicBezTo>
                      <a:pt x="300410" y="367084"/>
                      <a:pt x="311833" y="351624"/>
                      <a:pt x="329815" y="338137"/>
                    </a:cubicBezTo>
                    <a:cubicBezTo>
                      <a:pt x="334578" y="309562"/>
                      <a:pt x="326918" y="275734"/>
                      <a:pt x="344103" y="252412"/>
                    </a:cubicBezTo>
                    <a:cubicBezTo>
                      <a:pt x="361013" y="229462"/>
                      <a:pt x="423209" y="256556"/>
                      <a:pt x="439353" y="261937"/>
                    </a:cubicBezTo>
                    <a:cubicBezTo>
                      <a:pt x="448878" y="271462"/>
                      <a:pt x="455494" y="285331"/>
                      <a:pt x="467928" y="290512"/>
                    </a:cubicBezTo>
                    <a:cubicBezTo>
                      <a:pt x="485057" y="297649"/>
                      <a:pt x="501430" y="280462"/>
                      <a:pt x="515553" y="276225"/>
                    </a:cubicBezTo>
                    <a:cubicBezTo>
                      <a:pt x="524802" y="273450"/>
                      <a:pt x="534702" y="273557"/>
                      <a:pt x="544128" y="271462"/>
                    </a:cubicBezTo>
                    <a:cubicBezTo>
                      <a:pt x="549028" y="270373"/>
                      <a:pt x="553653" y="268287"/>
                      <a:pt x="558415" y="266700"/>
                    </a:cubicBezTo>
                    <a:cubicBezTo>
                      <a:pt x="560003" y="254000"/>
                      <a:pt x="561368" y="241270"/>
                      <a:pt x="563178" y="228600"/>
                    </a:cubicBezTo>
                    <a:cubicBezTo>
                      <a:pt x="564544" y="219041"/>
                      <a:pt x="568326" y="209674"/>
                      <a:pt x="567940" y="200025"/>
                    </a:cubicBezTo>
                    <a:cubicBezTo>
                      <a:pt x="566728" y="169720"/>
                      <a:pt x="566747" y="138699"/>
                      <a:pt x="558415" y="109537"/>
                    </a:cubicBezTo>
                    <a:cubicBezTo>
                      <a:pt x="556465" y="102711"/>
                      <a:pt x="545715" y="103187"/>
                      <a:pt x="539365" y="100012"/>
                    </a:cubicBezTo>
                    <a:cubicBezTo>
                      <a:pt x="531821" y="84923"/>
                      <a:pt x="527917" y="74276"/>
                      <a:pt x="515553" y="61912"/>
                    </a:cubicBezTo>
                    <a:cubicBezTo>
                      <a:pt x="510260" y="56619"/>
                      <a:pt x="495144" y="48044"/>
                      <a:pt x="486978" y="47625"/>
                    </a:cubicBezTo>
                    <a:cubicBezTo>
                      <a:pt x="429881" y="44697"/>
                      <a:pt x="372678" y="44450"/>
                      <a:pt x="315528" y="42862"/>
                    </a:cubicBezTo>
                    <a:cubicBezTo>
                      <a:pt x="299397" y="29958"/>
                      <a:pt x="274588" y="7383"/>
                      <a:pt x="253615" y="4762"/>
                    </a:cubicBezTo>
                    <a:lnTo>
                      <a:pt x="215515" y="0"/>
                    </a:lnTo>
                    <a:cubicBezTo>
                      <a:pt x="201228" y="4762"/>
                      <a:pt x="186636" y="8694"/>
                      <a:pt x="172653" y="14287"/>
                    </a:cubicBezTo>
                    <a:cubicBezTo>
                      <a:pt x="162765" y="18242"/>
                      <a:pt x="153966" y="24620"/>
                      <a:pt x="144078" y="28575"/>
                    </a:cubicBezTo>
                    <a:cubicBezTo>
                      <a:pt x="138001" y="31006"/>
                      <a:pt x="131322" y="31539"/>
                      <a:pt x="125028" y="33337"/>
                    </a:cubicBezTo>
                    <a:cubicBezTo>
                      <a:pt x="120201" y="34716"/>
                      <a:pt x="115549" y="36657"/>
                      <a:pt x="110740" y="38100"/>
                    </a:cubicBezTo>
                    <a:cubicBezTo>
                      <a:pt x="99670" y="41421"/>
                      <a:pt x="88515" y="44450"/>
                      <a:pt x="77403" y="47625"/>
                    </a:cubicBezTo>
                    <a:cubicBezTo>
                      <a:pt x="71930" y="64042"/>
                      <a:pt x="41684" y="71438"/>
                      <a:pt x="34540" y="7620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6E57D3C-452F-4077-BCEC-EDA04E10020D}"/>
                  </a:ext>
                </a:extLst>
              </p:cNvPr>
              <p:cNvSpPr/>
              <p:nvPr/>
            </p:nvSpPr>
            <p:spPr>
              <a:xfrm>
                <a:off x="1151482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74B3BB34-BCC1-4135-AF3C-0E7CD0682EA3}"/>
                  </a:ext>
                </a:extLst>
              </p:cNvPr>
              <p:cNvSpPr/>
              <p:nvPr/>
            </p:nvSpPr>
            <p:spPr>
              <a:xfrm flipH="1">
                <a:off x="1516830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2D8A291D-FC13-4DD9-97C1-295C4C17BC54}"/>
                  </a:ext>
                </a:extLst>
              </p:cNvPr>
              <p:cNvGrpSpPr/>
              <p:nvPr/>
            </p:nvGrpSpPr>
            <p:grpSpPr>
              <a:xfrm>
                <a:off x="1066185" y="2005920"/>
                <a:ext cx="266714" cy="238616"/>
                <a:chOff x="1047750" y="2033588"/>
                <a:chExt cx="266714" cy="238616"/>
              </a:xfrm>
            </p:grpSpPr>
            <p:sp>
              <p:nvSpPr>
                <p:cNvPr id="184" name="Freeform: Shape 183">
                  <a:extLst>
                    <a:ext uri="{FF2B5EF4-FFF2-40B4-BE49-F238E27FC236}">
                      <a16:creationId xmlns:a16="http://schemas.microsoft.com/office/drawing/2014/main" id="{595386AC-BD75-4F41-A5B1-B6BF2DD9C327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" name="Freeform: Shape 184">
                  <a:extLst>
                    <a:ext uri="{FF2B5EF4-FFF2-40B4-BE49-F238E27FC236}">
                      <a16:creationId xmlns:a16="http://schemas.microsoft.com/office/drawing/2014/main" id="{56EBA8B7-78E9-4A52-AC37-E05E6EB52625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" name="Freeform: Shape 185">
                  <a:extLst>
                    <a:ext uri="{FF2B5EF4-FFF2-40B4-BE49-F238E27FC236}">
                      <a16:creationId xmlns:a16="http://schemas.microsoft.com/office/drawing/2014/main" id="{2569BD33-9994-4CC5-AE9E-1AEB53D47E21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08E64895-2C34-4CEE-8BE6-673BD538634C}"/>
                  </a:ext>
                </a:extLst>
              </p:cNvPr>
              <p:cNvGrpSpPr/>
              <p:nvPr/>
            </p:nvGrpSpPr>
            <p:grpSpPr>
              <a:xfrm rot="18623538">
                <a:off x="1627698" y="2015198"/>
                <a:ext cx="266714" cy="238616"/>
                <a:chOff x="1047750" y="2033588"/>
                <a:chExt cx="266714" cy="238616"/>
              </a:xfrm>
            </p:grpSpPr>
            <p:sp>
              <p:nvSpPr>
                <p:cNvPr id="181" name="Freeform: Shape 180">
                  <a:extLst>
                    <a:ext uri="{FF2B5EF4-FFF2-40B4-BE49-F238E27FC236}">
                      <a16:creationId xmlns:a16="http://schemas.microsoft.com/office/drawing/2014/main" id="{37D1ED36-4883-4E3B-8229-EA1F26A55171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Freeform: Shape 181">
                  <a:extLst>
                    <a:ext uri="{FF2B5EF4-FFF2-40B4-BE49-F238E27FC236}">
                      <a16:creationId xmlns:a16="http://schemas.microsoft.com/office/drawing/2014/main" id="{672EE307-FFE2-4139-BFAD-E22A4D6E215D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" name="Freeform: Shape 182">
                  <a:extLst>
                    <a:ext uri="{FF2B5EF4-FFF2-40B4-BE49-F238E27FC236}">
                      <a16:creationId xmlns:a16="http://schemas.microsoft.com/office/drawing/2014/main" id="{A9A2BD71-1638-42B7-8046-7F772FDD9919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5D40676-135D-46E3-B94A-23001B2AD0D0}"/>
                  </a:ext>
                </a:extLst>
              </p:cNvPr>
              <p:cNvSpPr/>
              <p:nvPr/>
            </p:nvSpPr>
            <p:spPr>
              <a:xfrm rot="20219117">
                <a:off x="971370" y="1188230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5ED2F1A9-BBF8-4C06-82DC-B718FA89AB5C}"/>
                  </a:ext>
                </a:extLst>
              </p:cNvPr>
              <p:cNvSpPr/>
              <p:nvPr/>
            </p:nvSpPr>
            <p:spPr>
              <a:xfrm rot="15953926">
                <a:off x="1586692" y="1209728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7957910F-B6AE-431A-8B1E-53F73833EC3D}"/>
                  </a:ext>
                </a:extLst>
              </p:cNvPr>
              <p:cNvGrpSpPr/>
              <p:nvPr/>
            </p:nvGrpSpPr>
            <p:grpSpPr>
              <a:xfrm rot="20861058">
                <a:off x="919169" y="1370990"/>
                <a:ext cx="266714" cy="238616"/>
                <a:chOff x="1047750" y="2033588"/>
                <a:chExt cx="266714" cy="238616"/>
              </a:xfrm>
            </p:grpSpPr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EB30E770-D622-4402-BDCF-D6CEFF7BA38E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Freeform: Shape 178">
                  <a:extLst>
                    <a:ext uri="{FF2B5EF4-FFF2-40B4-BE49-F238E27FC236}">
                      <a16:creationId xmlns:a16="http://schemas.microsoft.com/office/drawing/2014/main" id="{FC7BA3C9-167E-4317-85E4-A959C493782B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Freeform: Shape 179">
                  <a:extLst>
                    <a:ext uri="{FF2B5EF4-FFF2-40B4-BE49-F238E27FC236}">
                      <a16:creationId xmlns:a16="http://schemas.microsoft.com/office/drawing/2014/main" id="{4135489A-6EE6-49F9-A545-95C25676236E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A22EB478-113F-48B0-BFEF-2A6AD7901F86}"/>
                  </a:ext>
                </a:extLst>
              </p:cNvPr>
              <p:cNvGrpSpPr/>
              <p:nvPr/>
            </p:nvGrpSpPr>
            <p:grpSpPr>
              <a:xfrm rot="18623538">
                <a:off x="1746103" y="1401464"/>
                <a:ext cx="266714" cy="238616"/>
                <a:chOff x="1047750" y="2033588"/>
                <a:chExt cx="266714" cy="238616"/>
              </a:xfrm>
            </p:grpSpPr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4A43893B-3D36-47CB-B883-C4BD4CA620BA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584ADC7F-DADE-42B7-AD87-B3A48204EFD7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Freeform: Shape 176">
                  <a:extLst>
                    <a:ext uri="{FF2B5EF4-FFF2-40B4-BE49-F238E27FC236}">
                      <a16:creationId xmlns:a16="http://schemas.microsoft.com/office/drawing/2014/main" id="{327F4B8F-30A2-4D65-A334-BB1E042B8D05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C2015F7-2692-470E-998A-54667439534C}"/>
                </a:ext>
              </a:extLst>
            </p:cNvPr>
            <p:cNvGrpSpPr/>
            <p:nvPr/>
          </p:nvGrpSpPr>
          <p:grpSpPr>
            <a:xfrm>
              <a:off x="802307" y="4861532"/>
              <a:ext cx="419127" cy="368003"/>
              <a:chOff x="3264474" y="4874455"/>
              <a:chExt cx="1288999" cy="1131772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075E54F-E24B-4399-A4F3-7375172EF10C}"/>
                  </a:ext>
                </a:extLst>
              </p:cNvPr>
              <p:cNvSpPr/>
              <p:nvPr/>
            </p:nvSpPr>
            <p:spPr>
              <a:xfrm>
                <a:off x="3589688" y="4874455"/>
                <a:ext cx="642523" cy="612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5B9F9C49-73E5-4ECD-8968-3F13E6517175}"/>
                  </a:ext>
                </a:extLst>
              </p:cNvPr>
              <p:cNvSpPr/>
              <p:nvPr/>
            </p:nvSpPr>
            <p:spPr>
              <a:xfrm>
                <a:off x="3264474" y="5376974"/>
                <a:ext cx="642523" cy="612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886E6CEC-337D-4DD4-867E-DC1F395F849A}"/>
                  </a:ext>
                </a:extLst>
              </p:cNvPr>
              <p:cNvSpPr/>
              <p:nvPr/>
            </p:nvSpPr>
            <p:spPr>
              <a:xfrm>
                <a:off x="3910950" y="5393774"/>
                <a:ext cx="642523" cy="612453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43484B48-EB01-47C9-B1DD-C6B35A1CD6F0}"/>
              </a:ext>
            </a:extLst>
          </p:cNvPr>
          <p:cNvGrpSpPr/>
          <p:nvPr/>
        </p:nvGrpSpPr>
        <p:grpSpPr>
          <a:xfrm>
            <a:off x="1382101" y="5711667"/>
            <a:ext cx="1042416" cy="1024128"/>
            <a:chOff x="2267471" y="4466485"/>
            <a:chExt cx="1530220" cy="150456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4AC7001A-AD7B-4B79-A8BA-7BF1181A57C8}"/>
                </a:ext>
              </a:extLst>
            </p:cNvPr>
            <p:cNvGrpSpPr/>
            <p:nvPr/>
          </p:nvGrpSpPr>
          <p:grpSpPr>
            <a:xfrm>
              <a:off x="2267471" y="4466485"/>
              <a:ext cx="1530220" cy="1504560"/>
              <a:chOff x="516782" y="905612"/>
              <a:chExt cx="1530220" cy="150456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DA0F2E75-99AA-4248-8B31-EDD8C1652915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Wave 190">
                <a:extLst>
                  <a:ext uri="{FF2B5EF4-FFF2-40B4-BE49-F238E27FC236}">
                    <a16:creationId xmlns:a16="http://schemas.microsoft.com/office/drawing/2014/main" id="{376D77B2-117A-4F45-A016-19353806783F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6E5E39D-FDF4-4579-BBE6-30E196F48625}"/>
                </a:ext>
              </a:extLst>
            </p:cNvPr>
            <p:cNvGrpSpPr/>
            <p:nvPr/>
          </p:nvGrpSpPr>
          <p:grpSpPr>
            <a:xfrm>
              <a:off x="2975816" y="5115758"/>
              <a:ext cx="530908" cy="624530"/>
              <a:chOff x="919169" y="747323"/>
              <a:chExt cx="1079599" cy="152054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DA6717EC-C7F8-4681-8B7F-E0FE343ED86A}"/>
                  </a:ext>
                </a:extLst>
              </p:cNvPr>
              <p:cNvSpPr/>
              <p:nvPr/>
            </p:nvSpPr>
            <p:spPr>
              <a:xfrm>
                <a:off x="1296850" y="1081087"/>
                <a:ext cx="352191" cy="5000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29CDC57C-C108-4D8D-99C9-B1145BD3AC4A}"/>
                  </a:ext>
                </a:extLst>
              </p:cNvPr>
              <p:cNvSpPr/>
              <p:nvPr/>
            </p:nvSpPr>
            <p:spPr>
              <a:xfrm>
                <a:off x="1076326" y="819150"/>
                <a:ext cx="195262" cy="314325"/>
              </a:xfrm>
              <a:custGeom>
                <a:avLst/>
                <a:gdLst>
                  <a:gd name="connsiteX0" fmla="*/ 0 w 152400"/>
                  <a:gd name="connsiteY0" fmla="*/ 0 h 238125"/>
                  <a:gd name="connsiteX1" fmla="*/ 95250 w 152400"/>
                  <a:gd name="connsiteY1" fmla="*/ 23812 h 238125"/>
                  <a:gd name="connsiteX2" fmla="*/ 123825 w 152400"/>
                  <a:gd name="connsiteY2" fmla="*/ 47625 h 238125"/>
                  <a:gd name="connsiteX3" fmla="*/ 133350 w 152400"/>
                  <a:gd name="connsiteY3" fmla="*/ 95250 h 238125"/>
                  <a:gd name="connsiteX4" fmla="*/ 128587 w 152400"/>
                  <a:gd name="connsiteY4" fmla="*/ 171450 h 238125"/>
                  <a:gd name="connsiteX5" fmla="*/ 133350 w 152400"/>
                  <a:gd name="connsiteY5" fmla="*/ 195262 h 238125"/>
                  <a:gd name="connsiteX6" fmla="*/ 142875 w 152400"/>
                  <a:gd name="connsiteY6" fmla="*/ 214312 h 238125"/>
                  <a:gd name="connsiteX7" fmla="*/ 152400 w 152400"/>
                  <a:gd name="connsiteY7" fmla="*/ 238125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400" h="238125">
                    <a:moveTo>
                      <a:pt x="0" y="0"/>
                    </a:moveTo>
                    <a:cubicBezTo>
                      <a:pt x="44168" y="4416"/>
                      <a:pt x="54750" y="1030"/>
                      <a:pt x="95250" y="23812"/>
                    </a:cubicBezTo>
                    <a:cubicBezTo>
                      <a:pt x="106057" y="29891"/>
                      <a:pt x="114300" y="39687"/>
                      <a:pt x="123825" y="47625"/>
                    </a:cubicBezTo>
                    <a:cubicBezTo>
                      <a:pt x="126971" y="60210"/>
                      <a:pt x="133350" y="83578"/>
                      <a:pt x="133350" y="95250"/>
                    </a:cubicBezTo>
                    <a:cubicBezTo>
                      <a:pt x="133350" y="120700"/>
                      <a:pt x="130175" y="146050"/>
                      <a:pt x="128587" y="171450"/>
                    </a:cubicBezTo>
                    <a:cubicBezTo>
                      <a:pt x="130175" y="179387"/>
                      <a:pt x="130790" y="187583"/>
                      <a:pt x="133350" y="195262"/>
                    </a:cubicBezTo>
                    <a:cubicBezTo>
                      <a:pt x="135595" y="201997"/>
                      <a:pt x="140078" y="207786"/>
                      <a:pt x="142875" y="214312"/>
                    </a:cubicBezTo>
                    <a:cubicBezTo>
                      <a:pt x="160522" y="255491"/>
                      <a:pt x="137074" y="207477"/>
                      <a:pt x="152400" y="238125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090A20D-81BA-47D6-BD4A-573CE3881450}"/>
                  </a:ext>
                </a:extLst>
              </p:cNvPr>
              <p:cNvSpPr/>
              <p:nvPr/>
            </p:nvSpPr>
            <p:spPr>
              <a:xfrm rot="19830825">
                <a:off x="1108942" y="747323"/>
                <a:ext cx="234084" cy="376627"/>
              </a:xfrm>
              <a:custGeom>
                <a:avLst/>
                <a:gdLst>
                  <a:gd name="connsiteX0" fmla="*/ 34059 w 234084"/>
                  <a:gd name="connsiteY0" fmla="*/ 376627 h 376627"/>
                  <a:gd name="connsiteX1" fmla="*/ 10246 w 234084"/>
                  <a:gd name="connsiteY1" fmla="*/ 362339 h 376627"/>
                  <a:gd name="connsiteX2" fmla="*/ 10246 w 234084"/>
                  <a:gd name="connsiteY2" fmla="*/ 295664 h 376627"/>
                  <a:gd name="connsiteX3" fmla="*/ 57871 w 234084"/>
                  <a:gd name="connsiteY3" fmla="*/ 281377 h 376627"/>
                  <a:gd name="connsiteX4" fmla="*/ 105496 w 234084"/>
                  <a:gd name="connsiteY4" fmla="*/ 262327 h 376627"/>
                  <a:gd name="connsiteX5" fmla="*/ 162646 w 234084"/>
                  <a:gd name="connsiteY5" fmla="*/ 176602 h 376627"/>
                  <a:gd name="connsiteX6" fmla="*/ 172171 w 234084"/>
                  <a:gd name="connsiteY6" fmla="*/ 138502 h 376627"/>
                  <a:gd name="connsiteX7" fmla="*/ 191221 w 234084"/>
                  <a:gd name="connsiteY7" fmla="*/ 5152 h 376627"/>
                  <a:gd name="connsiteX8" fmla="*/ 210271 w 234084"/>
                  <a:gd name="connsiteY8" fmla="*/ 389 h 376627"/>
                  <a:gd name="connsiteX9" fmla="*/ 234084 w 234084"/>
                  <a:gd name="connsiteY9" fmla="*/ 389 h 376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084" h="376627">
                    <a:moveTo>
                      <a:pt x="34059" y="376627"/>
                    </a:moveTo>
                    <a:cubicBezTo>
                      <a:pt x="26121" y="371864"/>
                      <a:pt x="16342" y="369305"/>
                      <a:pt x="10246" y="362339"/>
                    </a:cubicBezTo>
                    <a:cubicBezTo>
                      <a:pt x="-3334" y="346820"/>
                      <a:pt x="-3498" y="309408"/>
                      <a:pt x="10246" y="295664"/>
                    </a:cubicBezTo>
                    <a:cubicBezTo>
                      <a:pt x="21966" y="283944"/>
                      <a:pt x="42051" y="286320"/>
                      <a:pt x="57871" y="281377"/>
                    </a:cubicBezTo>
                    <a:cubicBezTo>
                      <a:pt x="89257" y="271569"/>
                      <a:pt x="80241" y="274955"/>
                      <a:pt x="105496" y="262327"/>
                    </a:cubicBezTo>
                    <a:cubicBezTo>
                      <a:pt x="153628" y="192803"/>
                      <a:pt x="135445" y="221938"/>
                      <a:pt x="162646" y="176602"/>
                    </a:cubicBezTo>
                    <a:cubicBezTo>
                      <a:pt x="165821" y="163902"/>
                      <a:pt x="171020" y="151542"/>
                      <a:pt x="172171" y="138502"/>
                    </a:cubicBezTo>
                    <a:cubicBezTo>
                      <a:pt x="176188" y="92973"/>
                      <a:pt x="142700" y="25948"/>
                      <a:pt x="191221" y="5152"/>
                    </a:cubicBezTo>
                    <a:cubicBezTo>
                      <a:pt x="197237" y="2574"/>
                      <a:pt x="203766" y="1112"/>
                      <a:pt x="210271" y="389"/>
                    </a:cubicBezTo>
                    <a:cubicBezTo>
                      <a:pt x="218160" y="-488"/>
                      <a:pt x="226146" y="389"/>
                      <a:pt x="234084" y="389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0881DCA-AA8F-4D9A-9BFF-449090D9EA91}"/>
                  </a:ext>
                </a:extLst>
              </p:cNvPr>
              <p:cNvSpPr/>
              <p:nvPr/>
            </p:nvSpPr>
            <p:spPr>
              <a:xfrm>
                <a:off x="1362076" y="785812"/>
                <a:ext cx="152406" cy="290513"/>
              </a:xfrm>
              <a:custGeom>
                <a:avLst/>
                <a:gdLst>
                  <a:gd name="connsiteX0" fmla="*/ 0 w 152406"/>
                  <a:gd name="connsiteY0" fmla="*/ 204788 h 290513"/>
                  <a:gd name="connsiteX1" fmla="*/ 66675 w 152406"/>
                  <a:gd name="connsiteY1" fmla="*/ 280988 h 290513"/>
                  <a:gd name="connsiteX2" fmla="*/ 85725 w 152406"/>
                  <a:gd name="connsiteY2" fmla="*/ 290513 h 290513"/>
                  <a:gd name="connsiteX3" fmla="*/ 142875 w 152406"/>
                  <a:gd name="connsiteY3" fmla="*/ 266700 h 290513"/>
                  <a:gd name="connsiteX4" fmla="*/ 142875 w 152406"/>
                  <a:gd name="connsiteY4" fmla="*/ 185738 h 290513"/>
                  <a:gd name="connsiteX5" fmla="*/ 114300 w 152406"/>
                  <a:gd name="connsiteY5" fmla="*/ 161925 h 290513"/>
                  <a:gd name="connsiteX6" fmla="*/ 71437 w 152406"/>
                  <a:gd name="connsiteY6" fmla="*/ 114300 h 290513"/>
                  <a:gd name="connsiteX7" fmla="*/ 61912 w 152406"/>
                  <a:gd name="connsiteY7" fmla="*/ 100013 h 290513"/>
                  <a:gd name="connsiteX8" fmla="*/ 71437 w 152406"/>
                  <a:gd name="connsiteY8" fmla="*/ 33338 h 290513"/>
                  <a:gd name="connsiteX9" fmla="*/ 85725 w 152406"/>
                  <a:gd name="connsiteY9" fmla="*/ 19050 h 290513"/>
                  <a:gd name="connsiteX10" fmla="*/ 100012 w 152406"/>
                  <a:gd name="connsiteY10" fmla="*/ 0 h 290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406" h="290513">
                    <a:moveTo>
                      <a:pt x="0" y="204788"/>
                    </a:moveTo>
                    <a:cubicBezTo>
                      <a:pt x="28237" y="241496"/>
                      <a:pt x="34182" y="260679"/>
                      <a:pt x="66675" y="280988"/>
                    </a:cubicBezTo>
                    <a:cubicBezTo>
                      <a:pt x="72695" y="284751"/>
                      <a:pt x="79375" y="287338"/>
                      <a:pt x="85725" y="290513"/>
                    </a:cubicBezTo>
                    <a:cubicBezTo>
                      <a:pt x="104775" y="282575"/>
                      <a:pt x="126647" y="279450"/>
                      <a:pt x="142875" y="266700"/>
                    </a:cubicBezTo>
                    <a:cubicBezTo>
                      <a:pt x="161999" y="251674"/>
                      <a:pt x="147149" y="194287"/>
                      <a:pt x="142875" y="185738"/>
                    </a:cubicBezTo>
                    <a:cubicBezTo>
                      <a:pt x="137330" y="174648"/>
                      <a:pt x="123516" y="170219"/>
                      <a:pt x="114300" y="161925"/>
                    </a:cubicBezTo>
                    <a:cubicBezTo>
                      <a:pt x="98453" y="147662"/>
                      <a:pt x="84472" y="131059"/>
                      <a:pt x="71437" y="114300"/>
                    </a:cubicBezTo>
                    <a:cubicBezTo>
                      <a:pt x="67923" y="109782"/>
                      <a:pt x="65087" y="104775"/>
                      <a:pt x="61912" y="100013"/>
                    </a:cubicBezTo>
                    <a:cubicBezTo>
                      <a:pt x="65087" y="77788"/>
                      <a:pt x="65102" y="54876"/>
                      <a:pt x="71437" y="33338"/>
                    </a:cubicBezTo>
                    <a:cubicBezTo>
                      <a:pt x="73338" y="26876"/>
                      <a:pt x="81989" y="24654"/>
                      <a:pt x="85725" y="19050"/>
                    </a:cubicBezTo>
                    <a:cubicBezTo>
                      <a:pt x="100438" y="-3019"/>
                      <a:pt x="79754" y="10130"/>
                      <a:pt x="100012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9623B564-93A2-46D7-A542-61C6FD6A9DDE}"/>
                  </a:ext>
                </a:extLst>
              </p:cNvPr>
              <p:cNvSpPr/>
              <p:nvPr/>
            </p:nvSpPr>
            <p:spPr>
              <a:xfrm>
                <a:off x="1333501" y="847725"/>
                <a:ext cx="285750" cy="300208"/>
              </a:xfrm>
              <a:custGeom>
                <a:avLst/>
                <a:gdLst>
                  <a:gd name="connsiteX0" fmla="*/ 285750 w 285750"/>
                  <a:gd name="connsiteY0" fmla="*/ 0 h 300208"/>
                  <a:gd name="connsiteX1" fmla="*/ 257175 w 285750"/>
                  <a:gd name="connsiteY1" fmla="*/ 4762 h 300208"/>
                  <a:gd name="connsiteX2" fmla="*/ 161925 w 285750"/>
                  <a:gd name="connsiteY2" fmla="*/ 57150 h 300208"/>
                  <a:gd name="connsiteX3" fmla="*/ 138112 w 285750"/>
                  <a:gd name="connsiteY3" fmla="*/ 80962 h 300208"/>
                  <a:gd name="connsiteX4" fmla="*/ 119062 w 285750"/>
                  <a:gd name="connsiteY4" fmla="*/ 114300 h 300208"/>
                  <a:gd name="connsiteX5" fmla="*/ 95250 w 285750"/>
                  <a:gd name="connsiteY5" fmla="*/ 142875 h 300208"/>
                  <a:gd name="connsiteX6" fmla="*/ 90487 w 285750"/>
                  <a:gd name="connsiteY6" fmla="*/ 161925 h 300208"/>
                  <a:gd name="connsiteX7" fmla="*/ 57150 w 285750"/>
                  <a:gd name="connsiteY7" fmla="*/ 223837 h 300208"/>
                  <a:gd name="connsiteX8" fmla="*/ 47625 w 285750"/>
                  <a:gd name="connsiteY8" fmla="*/ 252412 h 300208"/>
                  <a:gd name="connsiteX9" fmla="*/ 28575 w 285750"/>
                  <a:gd name="connsiteY9" fmla="*/ 276225 h 300208"/>
                  <a:gd name="connsiteX10" fmla="*/ 4762 w 285750"/>
                  <a:gd name="connsiteY10" fmla="*/ 300037 h 300208"/>
                  <a:gd name="connsiteX11" fmla="*/ 0 w 285750"/>
                  <a:gd name="connsiteY11" fmla="*/ 300037 h 300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85750" h="300208">
                    <a:moveTo>
                      <a:pt x="285750" y="0"/>
                    </a:moveTo>
                    <a:cubicBezTo>
                      <a:pt x="276225" y="1587"/>
                      <a:pt x="266392" y="1882"/>
                      <a:pt x="257175" y="4762"/>
                    </a:cubicBezTo>
                    <a:cubicBezTo>
                      <a:pt x="214489" y="18101"/>
                      <a:pt x="197568" y="28636"/>
                      <a:pt x="161925" y="57150"/>
                    </a:cubicBezTo>
                    <a:cubicBezTo>
                      <a:pt x="153159" y="64162"/>
                      <a:pt x="144847" y="71982"/>
                      <a:pt x="138112" y="80962"/>
                    </a:cubicBezTo>
                    <a:cubicBezTo>
                      <a:pt x="130433" y="91201"/>
                      <a:pt x="126347" y="103777"/>
                      <a:pt x="119062" y="114300"/>
                    </a:cubicBezTo>
                    <a:cubicBezTo>
                      <a:pt x="112005" y="124494"/>
                      <a:pt x="103187" y="133350"/>
                      <a:pt x="95250" y="142875"/>
                    </a:cubicBezTo>
                    <a:cubicBezTo>
                      <a:pt x="93662" y="149225"/>
                      <a:pt x="93274" y="156003"/>
                      <a:pt x="90487" y="161925"/>
                    </a:cubicBezTo>
                    <a:cubicBezTo>
                      <a:pt x="80507" y="183133"/>
                      <a:pt x="64562" y="201601"/>
                      <a:pt x="57150" y="223837"/>
                    </a:cubicBezTo>
                    <a:cubicBezTo>
                      <a:pt x="53975" y="233362"/>
                      <a:pt x="52433" y="243598"/>
                      <a:pt x="47625" y="252412"/>
                    </a:cubicBezTo>
                    <a:cubicBezTo>
                      <a:pt x="42757" y="261336"/>
                      <a:pt x="34214" y="267767"/>
                      <a:pt x="28575" y="276225"/>
                    </a:cubicBezTo>
                    <a:cubicBezTo>
                      <a:pt x="14079" y="297970"/>
                      <a:pt x="27713" y="294300"/>
                      <a:pt x="4762" y="300037"/>
                    </a:cubicBezTo>
                    <a:cubicBezTo>
                      <a:pt x="3222" y="300422"/>
                      <a:pt x="1587" y="300037"/>
                      <a:pt x="0" y="300037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0134B65-BF7B-43CD-B776-E62CA4FBC0E7}"/>
                  </a:ext>
                </a:extLst>
              </p:cNvPr>
              <p:cNvSpPr/>
              <p:nvPr/>
            </p:nvSpPr>
            <p:spPr>
              <a:xfrm>
                <a:off x="1514476" y="771525"/>
                <a:ext cx="90487" cy="333375"/>
              </a:xfrm>
              <a:custGeom>
                <a:avLst/>
                <a:gdLst>
                  <a:gd name="connsiteX0" fmla="*/ 90487 w 90487"/>
                  <a:gd name="connsiteY0" fmla="*/ 333375 h 333375"/>
                  <a:gd name="connsiteX1" fmla="*/ 52387 w 90487"/>
                  <a:gd name="connsiteY1" fmla="*/ 190500 h 333375"/>
                  <a:gd name="connsiteX2" fmla="*/ 57150 w 90487"/>
                  <a:gd name="connsiteY2" fmla="*/ 152400 h 333375"/>
                  <a:gd name="connsiteX3" fmla="*/ 76200 w 90487"/>
                  <a:gd name="connsiteY3" fmla="*/ 128587 h 333375"/>
                  <a:gd name="connsiteX4" fmla="*/ 66675 w 90487"/>
                  <a:gd name="connsiteY4" fmla="*/ 42862 h 333375"/>
                  <a:gd name="connsiteX5" fmla="*/ 42862 w 90487"/>
                  <a:gd name="connsiteY5" fmla="*/ 23812 h 333375"/>
                  <a:gd name="connsiteX6" fmla="*/ 14287 w 90487"/>
                  <a:gd name="connsiteY6" fmla="*/ 0 h 333375"/>
                  <a:gd name="connsiteX7" fmla="*/ 0 w 90487"/>
                  <a:gd name="connsiteY7" fmla="*/ 952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0487" h="333375">
                    <a:moveTo>
                      <a:pt x="90487" y="333375"/>
                    </a:moveTo>
                    <a:cubicBezTo>
                      <a:pt x="67609" y="224705"/>
                      <a:pt x="81971" y="271855"/>
                      <a:pt x="52387" y="190500"/>
                    </a:cubicBezTo>
                    <a:cubicBezTo>
                      <a:pt x="53975" y="177800"/>
                      <a:pt x="52555" y="164346"/>
                      <a:pt x="57150" y="152400"/>
                    </a:cubicBezTo>
                    <a:cubicBezTo>
                      <a:pt x="60799" y="142912"/>
                      <a:pt x="75319" y="138714"/>
                      <a:pt x="76200" y="128587"/>
                    </a:cubicBezTo>
                    <a:cubicBezTo>
                      <a:pt x="78691" y="99944"/>
                      <a:pt x="75392" y="70259"/>
                      <a:pt x="66675" y="42862"/>
                    </a:cubicBezTo>
                    <a:cubicBezTo>
                      <a:pt x="63593" y="33175"/>
                      <a:pt x="50512" y="30506"/>
                      <a:pt x="42862" y="23812"/>
                    </a:cubicBezTo>
                    <a:cubicBezTo>
                      <a:pt x="13526" y="-1856"/>
                      <a:pt x="43529" y="19494"/>
                      <a:pt x="14287" y="0"/>
                    </a:cubicBezTo>
                    <a:lnTo>
                      <a:pt x="0" y="9525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58ABBE40-7F26-4334-B86C-F59DDCF36F23}"/>
                  </a:ext>
                </a:extLst>
              </p:cNvPr>
              <p:cNvSpPr/>
              <p:nvPr/>
            </p:nvSpPr>
            <p:spPr>
              <a:xfrm>
                <a:off x="1332899" y="871537"/>
                <a:ext cx="24414" cy="228600"/>
              </a:xfrm>
              <a:custGeom>
                <a:avLst/>
                <a:gdLst>
                  <a:gd name="connsiteX0" fmla="*/ 5364 w 24414"/>
                  <a:gd name="connsiteY0" fmla="*/ 228600 h 228600"/>
                  <a:gd name="connsiteX1" fmla="*/ 5364 w 24414"/>
                  <a:gd name="connsiteY1" fmla="*/ 42863 h 228600"/>
                  <a:gd name="connsiteX2" fmla="*/ 14889 w 24414"/>
                  <a:gd name="connsiteY2" fmla="*/ 28575 h 228600"/>
                  <a:gd name="connsiteX3" fmla="*/ 24414 w 24414"/>
                  <a:gd name="connsiteY3" fmla="*/ 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4" h="228600">
                    <a:moveTo>
                      <a:pt x="5364" y="228600"/>
                    </a:moveTo>
                    <a:cubicBezTo>
                      <a:pt x="697" y="153917"/>
                      <a:pt x="-3913" y="123266"/>
                      <a:pt x="5364" y="42863"/>
                    </a:cubicBezTo>
                    <a:cubicBezTo>
                      <a:pt x="6020" y="37177"/>
                      <a:pt x="12564" y="33806"/>
                      <a:pt x="14889" y="28575"/>
                    </a:cubicBezTo>
                    <a:cubicBezTo>
                      <a:pt x="18967" y="19400"/>
                      <a:pt x="24414" y="0"/>
                      <a:pt x="24414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54D1529A-4182-4D1A-B33F-AA3A1FDFB928}"/>
                  </a:ext>
                </a:extLst>
              </p:cNvPr>
              <p:cNvSpPr/>
              <p:nvPr/>
            </p:nvSpPr>
            <p:spPr>
              <a:xfrm>
                <a:off x="1666336" y="766762"/>
                <a:ext cx="124459" cy="376238"/>
              </a:xfrm>
              <a:custGeom>
                <a:avLst/>
                <a:gdLst>
                  <a:gd name="connsiteX0" fmla="*/ 14827 w 124459"/>
                  <a:gd name="connsiteY0" fmla="*/ 376238 h 376238"/>
                  <a:gd name="connsiteX1" fmla="*/ 43402 w 124459"/>
                  <a:gd name="connsiteY1" fmla="*/ 319088 h 376238"/>
                  <a:gd name="connsiteX2" fmla="*/ 100552 w 124459"/>
                  <a:gd name="connsiteY2" fmla="*/ 233363 h 376238"/>
                  <a:gd name="connsiteX3" fmla="*/ 124365 w 124459"/>
                  <a:gd name="connsiteY3" fmla="*/ 219075 h 376238"/>
                  <a:gd name="connsiteX4" fmla="*/ 119602 w 124459"/>
                  <a:gd name="connsiteY4" fmla="*/ 185738 h 376238"/>
                  <a:gd name="connsiteX5" fmla="*/ 48165 w 124459"/>
                  <a:gd name="connsiteY5" fmla="*/ 147638 h 376238"/>
                  <a:gd name="connsiteX6" fmla="*/ 33877 w 124459"/>
                  <a:gd name="connsiteY6" fmla="*/ 138113 h 376238"/>
                  <a:gd name="connsiteX7" fmla="*/ 14827 w 124459"/>
                  <a:gd name="connsiteY7" fmla="*/ 133350 h 376238"/>
                  <a:gd name="connsiteX8" fmla="*/ 540 w 124459"/>
                  <a:gd name="connsiteY8" fmla="*/ 123825 h 376238"/>
                  <a:gd name="connsiteX9" fmla="*/ 29115 w 124459"/>
                  <a:gd name="connsiteY9" fmla="*/ 66675 h 376238"/>
                  <a:gd name="connsiteX10" fmla="*/ 43402 w 124459"/>
                  <a:gd name="connsiteY10" fmla="*/ 47625 h 376238"/>
                  <a:gd name="connsiteX11" fmla="*/ 86265 w 124459"/>
                  <a:gd name="connsiteY11" fmla="*/ 42863 h 376238"/>
                  <a:gd name="connsiteX12" fmla="*/ 95790 w 124459"/>
                  <a:gd name="connsiteY12" fmla="*/ 0 h 376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459" h="376238">
                    <a:moveTo>
                      <a:pt x="14827" y="376238"/>
                    </a:moveTo>
                    <a:cubicBezTo>
                      <a:pt x="58122" y="322118"/>
                      <a:pt x="11728" y="386395"/>
                      <a:pt x="43402" y="319088"/>
                    </a:cubicBezTo>
                    <a:cubicBezTo>
                      <a:pt x="51464" y="301957"/>
                      <a:pt x="85463" y="248452"/>
                      <a:pt x="100552" y="233363"/>
                    </a:cubicBezTo>
                    <a:cubicBezTo>
                      <a:pt x="107098" y="226817"/>
                      <a:pt x="116427" y="223838"/>
                      <a:pt x="124365" y="219075"/>
                    </a:cubicBezTo>
                    <a:cubicBezTo>
                      <a:pt x="122777" y="207963"/>
                      <a:pt x="127791" y="193415"/>
                      <a:pt x="119602" y="185738"/>
                    </a:cubicBezTo>
                    <a:cubicBezTo>
                      <a:pt x="99914" y="167280"/>
                      <a:pt x="70620" y="162608"/>
                      <a:pt x="48165" y="147638"/>
                    </a:cubicBezTo>
                    <a:cubicBezTo>
                      <a:pt x="43402" y="144463"/>
                      <a:pt x="39138" y="140368"/>
                      <a:pt x="33877" y="138113"/>
                    </a:cubicBezTo>
                    <a:cubicBezTo>
                      <a:pt x="27861" y="135535"/>
                      <a:pt x="21177" y="134938"/>
                      <a:pt x="14827" y="133350"/>
                    </a:cubicBezTo>
                    <a:cubicBezTo>
                      <a:pt x="10065" y="130175"/>
                      <a:pt x="1109" y="129520"/>
                      <a:pt x="540" y="123825"/>
                    </a:cubicBezTo>
                    <a:cubicBezTo>
                      <a:pt x="-2990" y="88526"/>
                      <a:pt x="11258" y="87084"/>
                      <a:pt x="29115" y="66675"/>
                    </a:cubicBezTo>
                    <a:cubicBezTo>
                      <a:pt x="34342" y="60701"/>
                      <a:pt x="36075" y="50678"/>
                      <a:pt x="43402" y="47625"/>
                    </a:cubicBezTo>
                    <a:cubicBezTo>
                      <a:pt x="56672" y="42096"/>
                      <a:pt x="71977" y="44450"/>
                      <a:pt x="86265" y="42863"/>
                    </a:cubicBezTo>
                    <a:cubicBezTo>
                      <a:pt x="99340" y="16713"/>
                      <a:pt x="95790" y="30913"/>
                      <a:pt x="95790" y="0"/>
                    </a:cubicBez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F7607BB8-A369-459E-BCDB-8AEC5598AE91}"/>
                  </a:ext>
                </a:extLst>
              </p:cNvPr>
              <p:cNvSpPr/>
              <p:nvPr/>
            </p:nvSpPr>
            <p:spPr>
              <a:xfrm>
                <a:off x="1657352" y="785812"/>
                <a:ext cx="252412" cy="304800"/>
              </a:xfrm>
              <a:custGeom>
                <a:avLst/>
                <a:gdLst>
                  <a:gd name="connsiteX0" fmla="*/ 0 w 344403"/>
                  <a:gd name="connsiteY0" fmla="*/ 300564 h 300564"/>
                  <a:gd name="connsiteX1" fmla="*/ 85725 w 344403"/>
                  <a:gd name="connsiteY1" fmla="*/ 205314 h 300564"/>
                  <a:gd name="connsiteX2" fmla="*/ 214312 w 344403"/>
                  <a:gd name="connsiteY2" fmla="*/ 81489 h 300564"/>
                  <a:gd name="connsiteX3" fmla="*/ 285750 w 344403"/>
                  <a:gd name="connsiteY3" fmla="*/ 33864 h 300564"/>
                  <a:gd name="connsiteX4" fmla="*/ 323850 w 344403"/>
                  <a:gd name="connsiteY4" fmla="*/ 10052 h 300564"/>
                  <a:gd name="connsiteX5" fmla="*/ 342900 w 344403"/>
                  <a:gd name="connsiteY5" fmla="*/ 527 h 300564"/>
                  <a:gd name="connsiteX6" fmla="*/ 276225 w 344403"/>
                  <a:gd name="connsiteY6" fmla="*/ 5289 h 300564"/>
                  <a:gd name="connsiteX7" fmla="*/ 185737 w 344403"/>
                  <a:gd name="connsiteY7" fmla="*/ 19577 h 300564"/>
                  <a:gd name="connsiteX8" fmla="*/ 166687 w 344403"/>
                  <a:gd name="connsiteY8" fmla="*/ 24339 h 300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4403" h="300564">
                    <a:moveTo>
                      <a:pt x="0" y="300564"/>
                    </a:moveTo>
                    <a:cubicBezTo>
                      <a:pt x="61522" y="269804"/>
                      <a:pt x="11886" y="300251"/>
                      <a:pt x="85725" y="205314"/>
                    </a:cubicBezTo>
                    <a:cubicBezTo>
                      <a:pt x="114469" y="168357"/>
                      <a:pt x="183680" y="101910"/>
                      <a:pt x="214312" y="81489"/>
                    </a:cubicBezTo>
                    <a:lnTo>
                      <a:pt x="285750" y="33864"/>
                    </a:lnTo>
                    <a:cubicBezTo>
                      <a:pt x="298294" y="25683"/>
                      <a:pt x="310455" y="16750"/>
                      <a:pt x="323850" y="10052"/>
                    </a:cubicBezTo>
                    <a:cubicBezTo>
                      <a:pt x="330200" y="6877"/>
                      <a:pt x="349964" y="1234"/>
                      <a:pt x="342900" y="527"/>
                    </a:cubicBezTo>
                    <a:cubicBezTo>
                      <a:pt x="320729" y="-1690"/>
                      <a:pt x="298450" y="3702"/>
                      <a:pt x="276225" y="5289"/>
                    </a:cubicBezTo>
                    <a:cubicBezTo>
                      <a:pt x="214504" y="17633"/>
                      <a:pt x="244690" y="13026"/>
                      <a:pt x="185737" y="19577"/>
                    </a:cubicBezTo>
                    <a:lnTo>
                      <a:pt x="166687" y="24339"/>
                    </a:lnTo>
                  </a:path>
                </a:pathLst>
              </a:custGeom>
              <a:ln w="762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9EA9B26C-D210-4E1C-BB0F-7797F34A6D32}"/>
                  </a:ext>
                </a:extLst>
              </p:cNvPr>
              <p:cNvSpPr/>
              <p:nvPr/>
            </p:nvSpPr>
            <p:spPr>
              <a:xfrm>
                <a:off x="1181663" y="1412263"/>
                <a:ext cx="567967" cy="356823"/>
              </a:xfrm>
              <a:custGeom>
                <a:avLst/>
                <a:gdLst>
                  <a:gd name="connsiteX0" fmla="*/ 34540 w 567967"/>
                  <a:gd name="connsiteY0" fmla="*/ 76200 h 356823"/>
                  <a:gd name="connsiteX1" fmla="*/ 34540 w 567967"/>
                  <a:gd name="connsiteY1" fmla="*/ 76200 h 356823"/>
                  <a:gd name="connsiteX2" fmla="*/ 10728 w 567967"/>
                  <a:gd name="connsiteY2" fmla="*/ 180975 h 356823"/>
                  <a:gd name="connsiteX3" fmla="*/ 20253 w 567967"/>
                  <a:gd name="connsiteY3" fmla="*/ 195262 h 356823"/>
                  <a:gd name="connsiteX4" fmla="*/ 25015 w 567967"/>
                  <a:gd name="connsiteY4" fmla="*/ 261937 h 356823"/>
                  <a:gd name="connsiteX5" fmla="*/ 29778 w 567967"/>
                  <a:gd name="connsiteY5" fmla="*/ 280987 h 356823"/>
                  <a:gd name="connsiteX6" fmla="*/ 44065 w 567967"/>
                  <a:gd name="connsiteY6" fmla="*/ 290512 h 356823"/>
                  <a:gd name="connsiteX7" fmla="*/ 77403 w 567967"/>
                  <a:gd name="connsiteY7" fmla="*/ 295275 h 356823"/>
                  <a:gd name="connsiteX8" fmla="*/ 163128 w 567967"/>
                  <a:gd name="connsiteY8" fmla="*/ 247650 h 356823"/>
                  <a:gd name="connsiteX9" fmla="*/ 177415 w 567967"/>
                  <a:gd name="connsiteY9" fmla="*/ 223837 h 356823"/>
                  <a:gd name="connsiteX10" fmla="*/ 205990 w 567967"/>
                  <a:gd name="connsiteY10" fmla="*/ 214312 h 356823"/>
                  <a:gd name="connsiteX11" fmla="*/ 210753 w 567967"/>
                  <a:gd name="connsiteY11" fmla="*/ 228600 h 356823"/>
                  <a:gd name="connsiteX12" fmla="*/ 215515 w 567967"/>
                  <a:gd name="connsiteY12" fmla="*/ 247650 h 356823"/>
                  <a:gd name="connsiteX13" fmla="*/ 229803 w 567967"/>
                  <a:gd name="connsiteY13" fmla="*/ 290512 h 356823"/>
                  <a:gd name="connsiteX14" fmla="*/ 263140 w 567967"/>
                  <a:gd name="connsiteY14" fmla="*/ 319087 h 356823"/>
                  <a:gd name="connsiteX15" fmla="*/ 272665 w 567967"/>
                  <a:gd name="connsiteY15" fmla="*/ 347662 h 356823"/>
                  <a:gd name="connsiteX16" fmla="*/ 329815 w 567967"/>
                  <a:gd name="connsiteY16" fmla="*/ 338137 h 356823"/>
                  <a:gd name="connsiteX17" fmla="*/ 344103 w 567967"/>
                  <a:gd name="connsiteY17" fmla="*/ 252412 h 356823"/>
                  <a:gd name="connsiteX18" fmla="*/ 439353 w 567967"/>
                  <a:gd name="connsiteY18" fmla="*/ 261937 h 356823"/>
                  <a:gd name="connsiteX19" fmla="*/ 467928 w 567967"/>
                  <a:gd name="connsiteY19" fmla="*/ 290512 h 356823"/>
                  <a:gd name="connsiteX20" fmla="*/ 515553 w 567967"/>
                  <a:gd name="connsiteY20" fmla="*/ 276225 h 356823"/>
                  <a:gd name="connsiteX21" fmla="*/ 544128 w 567967"/>
                  <a:gd name="connsiteY21" fmla="*/ 271462 h 356823"/>
                  <a:gd name="connsiteX22" fmla="*/ 558415 w 567967"/>
                  <a:gd name="connsiteY22" fmla="*/ 266700 h 356823"/>
                  <a:gd name="connsiteX23" fmla="*/ 563178 w 567967"/>
                  <a:gd name="connsiteY23" fmla="*/ 228600 h 356823"/>
                  <a:gd name="connsiteX24" fmla="*/ 567940 w 567967"/>
                  <a:gd name="connsiteY24" fmla="*/ 200025 h 356823"/>
                  <a:gd name="connsiteX25" fmla="*/ 558415 w 567967"/>
                  <a:gd name="connsiteY25" fmla="*/ 109537 h 356823"/>
                  <a:gd name="connsiteX26" fmla="*/ 539365 w 567967"/>
                  <a:gd name="connsiteY26" fmla="*/ 100012 h 356823"/>
                  <a:gd name="connsiteX27" fmla="*/ 515553 w 567967"/>
                  <a:gd name="connsiteY27" fmla="*/ 61912 h 356823"/>
                  <a:gd name="connsiteX28" fmla="*/ 486978 w 567967"/>
                  <a:gd name="connsiteY28" fmla="*/ 47625 h 356823"/>
                  <a:gd name="connsiteX29" fmla="*/ 315528 w 567967"/>
                  <a:gd name="connsiteY29" fmla="*/ 42862 h 356823"/>
                  <a:gd name="connsiteX30" fmla="*/ 253615 w 567967"/>
                  <a:gd name="connsiteY30" fmla="*/ 4762 h 356823"/>
                  <a:gd name="connsiteX31" fmla="*/ 215515 w 567967"/>
                  <a:gd name="connsiteY31" fmla="*/ 0 h 356823"/>
                  <a:gd name="connsiteX32" fmla="*/ 172653 w 567967"/>
                  <a:gd name="connsiteY32" fmla="*/ 14287 h 356823"/>
                  <a:gd name="connsiteX33" fmla="*/ 144078 w 567967"/>
                  <a:gd name="connsiteY33" fmla="*/ 28575 h 356823"/>
                  <a:gd name="connsiteX34" fmla="*/ 125028 w 567967"/>
                  <a:gd name="connsiteY34" fmla="*/ 33337 h 356823"/>
                  <a:gd name="connsiteX35" fmla="*/ 110740 w 567967"/>
                  <a:gd name="connsiteY35" fmla="*/ 38100 h 356823"/>
                  <a:gd name="connsiteX36" fmla="*/ 77403 w 567967"/>
                  <a:gd name="connsiteY36" fmla="*/ 47625 h 356823"/>
                  <a:gd name="connsiteX37" fmla="*/ 34540 w 567967"/>
                  <a:gd name="connsiteY37" fmla="*/ 76200 h 35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7967" h="356823">
                    <a:moveTo>
                      <a:pt x="34540" y="76200"/>
                    </a:moveTo>
                    <a:lnTo>
                      <a:pt x="34540" y="76200"/>
                    </a:lnTo>
                    <a:cubicBezTo>
                      <a:pt x="-4331" y="131731"/>
                      <a:pt x="-7505" y="112600"/>
                      <a:pt x="10728" y="180975"/>
                    </a:cubicBezTo>
                    <a:cubicBezTo>
                      <a:pt x="12203" y="186505"/>
                      <a:pt x="17078" y="190500"/>
                      <a:pt x="20253" y="195262"/>
                    </a:cubicBezTo>
                    <a:cubicBezTo>
                      <a:pt x="21840" y="217487"/>
                      <a:pt x="22554" y="239792"/>
                      <a:pt x="25015" y="261937"/>
                    </a:cubicBezTo>
                    <a:cubicBezTo>
                      <a:pt x="25738" y="268442"/>
                      <a:pt x="26147" y="275541"/>
                      <a:pt x="29778" y="280987"/>
                    </a:cubicBezTo>
                    <a:cubicBezTo>
                      <a:pt x="32953" y="285749"/>
                      <a:pt x="38583" y="288867"/>
                      <a:pt x="44065" y="290512"/>
                    </a:cubicBezTo>
                    <a:cubicBezTo>
                      <a:pt x="54817" y="293738"/>
                      <a:pt x="66290" y="293687"/>
                      <a:pt x="77403" y="295275"/>
                    </a:cubicBezTo>
                    <a:cubicBezTo>
                      <a:pt x="139352" y="284950"/>
                      <a:pt x="131892" y="299712"/>
                      <a:pt x="163128" y="247650"/>
                    </a:cubicBezTo>
                    <a:cubicBezTo>
                      <a:pt x="167890" y="239712"/>
                      <a:pt x="170108" y="229520"/>
                      <a:pt x="177415" y="223837"/>
                    </a:cubicBezTo>
                    <a:cubicBezTo>
                      <a:pt x="185340" y="217673"/>
                      <a:pt x="205990" y="214312"/>
                      <a:pt x="205990" y="214312"/>
                    </a:cubicBezTo>
                    <a:cubicBezTo>
                      <a:pt x="207578" y="219075"/>
                      <a:pt x="209374" y="223773"/>
                      <a:pt x="210753" y="228600"/>
                    </a:cubicBezTo>
                    <a:cubicBezTo>
                      <a:pt x="212551" y="234894"/>
                      <a:pt x="213590" y="241394"/>
                      <a:pt x="215515" y="247650"/>
                    </a:cubicBezTo>
                    <a:cubicBezTo>
                      <a:pt x="219944" y="262044"/>
                      <a:pt x="217755" y="281476"/>
                      <a:pt x="229803" y="290512"/>
                    </a:cubicBezTo>
                    <a:cubicBezTo>
                      <a:pt x="254241" y="308841"/>
                      <a:pt x="243240" y="299187"/>
                      <a:pt x="263140" y="319087"/>
                    </a:cubicBezTo>
                    <a:cubicBezTo>
                      <a:pt x="266315" y="328612"/>
                      <a:pt x="264440" y="341904"/>
                      <a:pt x="272665" y="347662"/>
                    </a:cubicBezTo>
                    <a:cubicBezTo>
                      <a:pt x="300410" y="367084"/>
                      <a:pt x="311833" y="351624"/>
                      <a:pt x="329815" y="338137"/>
                    </a:cubicBezTo>
                    <a:cubicBezTo>
                      <a:pt x="334578" y="309562"/>
                      <a:pt x="326918" y="275734"/>
                      <a:pt x="344103" y="252412"/>
                    </a:cubicBezTo>
                    <a:cubicBezTo>
                      <a:pt x="361013" y="229462"/>
                      <a:pt x="423209" y="256556"/>
                      <a:pt x="439353" y="261937"/>
                    </a:cubicBezTo>
                    <a:cubicBezTo>
                      <a:pt x="448878" y="271462"/>
                      <a:pt x="455494" y="285331"/>
                      <a:pt x="467928" y="290512"/>
                    </a:cubicBezTo>
                    <a:cubicBezTo>
                      <a:pt x="485057" y="297649"/>
                      <a:pt x="501430" y="280462"/>
                      <a:pt x="515553" y="276225"/>
                    </a:cubicBezTo>
                    <a:cubicBezTo>
                      <a:pt x="524802" y="273450"/>
                      <a:pt x="534702" y="273557"/>
                      <a:pt x="544128" y="271462"/>
                    </a:cubicBezTo>
                    <a:cubicBezTo>
                      <a:pt x="549028" y="270373"/>
                      <a:pt x="553653" y="268287"/>
                      <a:pt x="558415" y="266700"/>
                    </a:cubicBezTo>
                    <a:cubicBezTo>
                      <a:pt x="560003" y="254000"/>
                      <a:pt x="561368" y="241270"/>
                      <a:pt x="563178" y="228600"/>
                    </a:cubicBezTo>
                    <a:cubicBezTo>
                      <a:pt x="564544" y="219041"/>
                      <a:pt x="568326" y="209674"/>
                      <a:pt x="567940" y="200025"/>
                    </a:cubicBezTo>
                    <a:cubicBezTo>
                      <a:pt x="566728" y="169720"/>
                      <a:pt x="566747" y="138699"/>
                      <a:pt x="558415" y="109537"/>
                    </a:cubicBezTo>
                    <a:cubicBezTo>
                      <a:pt x="556465" y="102711"/>
                      <a:pt x="545715" y="103187"/>
                      <a:pt x="539365" y="100012"/>
                    </a:cubicBezTo>
                    <a:cubicBezTo>
                      <a:pt x="531821" y="84923"/>
                      <a:pt x="527917" y="74276"/>
                      <a:pt x="515553" y="61912"/>
                    </a:cubicBezTo>
                    <a:cubicBezTo>
                      <a:pt x="510260" y="56619"/>
                      <a:pt x="495144" y="48044"/>
                      <a:pt x="486978" y="47625"/>
                    </a:cubicBezTo>
                    <a:cubicBezTo>
                      <a:pt x="429881" y="44697"/>
                      <a:pt x="372678" y="44450"/>
                      <a:pt x="315528" y="42862"/>
                    </a:cubicBezTo>
                    <a:cubicBezTo>
                      <a:pt x="299397" y="29958"/>
                      <a:pt x="274588" y="7383"/>
                      <a:pt x="253615" y="4762"/>
                    </a:cubicBezTo>
                    <a:lnTo>
                      <a:pt x="215515" y="0"/>
                    </a:lnTo>
                    <a:cubicBezTo>
                      <a:pt x="201228" y="4762"/>
                      <a:pt x="186636" y="8694"/>
                      <a:pt x="172653" y="14287"/>
                    </a:cubicBezTo>
                    <a:cubicBezTo>
                      <a:pt x="162765" y="18242"/>
                      <a:pt x="153966" y="24620"/>
                      <a:pt x="144078" y="28575"/>
                    </a:cubicBezTo>
                    <a:cubicBezTo>
                      <a:pt x="138001" y="31006"/>
                      <a:pt x="131322" y="31539"/>
                      <a:pt x="125028" y="33337"/>
                    </a:cubicBezTo>
                    <a:cubicBezTo>
                      <a:pt x="120201" y="34716"/>
                      <a:pt x="115549" y="36657"/>
                      <a:pt x="110740" y="38100"/>
                    </a:cubicBezTo>
                    <a:cubicBezTo>
                      <a:pt x="99670" y="41421"/>
                      <a:pt x="88515" y="44450"/>
                      <a:pt x="77403" y="47625"/>
                    </a:cubicBezTo>
                    <a:cubicBezTo>
                      <a:pt x="71930" y="64042"/>
                      <a:pt x="41684" y="71438"/>
                      <a:pt x="34540" y="7620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360CAA22-CFFE-43C5-B8A4-22526E5E5A57}"/>
                  </a:ext>
                </a:extLst>
              </p:cNvPr>
              <p:cNvSpPr/>
              <p:nvPr/>
            </p:nvSpPr>
            <p:spPr>
              <a:xfrm>
                <a:off x="1151482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F558D9F7-BBF3-434F-9891-38A612108B22}"/>
                  </a:ext>
                </a:extLst>
              </p:cNvPr>
              <p:cNvSpPr/>
              <p:nvPr/>
            </p:nvSpPr>
            <p:spPr>
              <a:xfrm flipH="1">
                <a:off x="1516830" y="1649097"/>
                <a:ext cx="286797" cy="441640"/>
              </a:xfrm>
              <a:custGeom>
                <a:avLst/>
                <a:gdLst>
                  <a:gd name="connsiteX0" fmla="*/ 224884 w 286797"/>
                  <a:gd name="connsiteY0" fmla="*/ 3490 h 441640"/>
                  <a:gd name="connsiteX1" fmla="*/ 224884 w 286797"/>
                  <a:gd name="connsiteY1" fmla="*/ 3490 h 441640"/>
                  <a:gd name="connsiteX2" fmla="*/ 277272 w 286797"/>
                  <a:gd name="connsiteY2" fmla="*/ 41590 h 441640"/>
                  <a:gd name="connsiteX3" fmla="*/ 286797 w 286797"/>
                  <a:gd name="connsiteY3" fmla="*/ 60640 h 441640"/>
                  <a:gd name="connsiteX4" fmla="*/ 277272 w 286797"/>
                  <a:gd name="connsiteY4" fmla="*/ 84452 h 441640"/>
                  <a:gd name="connsiteX5" fmla="*/ 282034 w 286797"/>
                  <a:gd name="connsiteY5" fmla="*/ 132077 h 441640"/>
                  <a:gd name="connsiteX6" fmla="*/ 272509 w 286797"/>
                  <a:gd name="connsiteY6" fmla="*/ 155890 h 441640"/>
                  <a:gd name="connsiteX7" fmla="*/ 253459 w 286797"/>
                  <a:gd name="connsiteY7" fmla="*/ 160652 h 441640"/>
                  <a:gd name="connsiteX8" fmla="*/ 220122 w 286797"/>
                  <a:gd name="connsiteY8" fmla="*/ 165415 h 441640"/>
                  <a:gd name="connsiteX9" fmla="*/ 201072 w 286797"/>
                  <a:gd name="connsiteY9" fmla="*/ 217802 h 441640"/>
                  <a:gd name="connsiteX10" fmla="*/ 196309 w 286797"/>
                  <a:gd name="connsiteY10" fmla="*/ 236852 h 441640"/>
                  <a:gd name="connsiteX11" fmla="*/ 186784 w 286797"/>
                  <a:gd name="connsiteY11" fmla="*/ 284477 h 441640"/>
                  <a:gd name="connsiteX12" fmla="*/ 172497 w 286797"/>
                  <a:gd name="connsiteY12" fmla="*/ 308290 h 441640"/>
                  <a:gd name="connsiteX13" fmla="*/ 162972 w 286797"/>
                  <a:gd name="connsiteY13" fmla="*/ 327340 h 441640"/>
                  <a:gd name="connsiteX14" fmla="*/ 158209 w 286797"/>
                  <a:gd name="connsiteY14" fmla="*/ 351152 h 441640"/>
                  <a:gd name="connsiteX15" fmla="*/ 162972 w 286797"/>
                  <a:gd name="connsiteY15" fmla="*/ 374965 h 441640"/>
                  <a:gd name="connsiteX16" fmla="*/ 158209 w 286797"/>
                  <a:gd name="connsiteY16" fmla="*/ 417827 h 441640"/>
                  <a:gd name="connsiteX17" fmla="*/ 153447 w 286797"/>
                  <a:gd name="connsiteY17" fmla="*/ 432115 h 441640"/>
                  <a:gd name="connsiteX18" fmla="*/ 139159 w 286797"/>
                  <a:gd name="connsiteY18" fmla="*/ 441640 h 441640"/>
                  <a:gd name="connsiteX19" fmla="*/ 101059 w 286797"/>
                  <a:gd name="connsiteY19" fmla="*/ 422590 h 441640"/>
                  <a:gd name="connsiteX20" fmla="*/ 67722 w 286797"/>
                  <a:gd name="connsiteY20" fmla="*/ 403540 h 441640"/>
                  <a:gd name="connsiteX21" fmla="*/ 29622 w 286797"/>
                  <a:gd name="connsiteY21" fmla="*/ 360677 h 441640"/>
                  <a:gd name="connsiteX22" fmla="*/ 15334 w 286797"/>
                  <a:gd name="connsiteY22" fmla="*/ 327340 h 441640"/>
                  <a:gd name="connsiteX23" fmla="*/ 24859 w 286797"/>
                  <a:gd name="connsiteY23" fmla="*/ 298765 h 441640"/>
                  <a:gd name="connsiteX24" fmla="*/ 48672 w 286797"/>
                  <a:gd name="connsiteY24" fmla="*/ 289240 h 441640"/>
                  <a:gd name="connsiteX25" fmla="*/ 67722 w 286797"/>
                  <a:gd name="connsiteY25" fmla="*/ 274952 h 441640"/>
                  <a:gd name="connsiteX26" fmla="*/ 20097 w 286797"/>
                  <a:gd name="connsiteY26" fmla="*/ 184465 h 441640"/>
                  <a:gd name="connsiteX27" fmla="*/ 5809 w 286797"/>
                  <a:gd name="connsiteY27" fmla="*/ 179702 h 441640"/>
                  <a:gd name="connsiteX28" fmla="*/ 1047 w 286797"/>
                  <a:gd name="connsiteY28" fmla="*/ 155890 h 441640"/>
                  <a:gd name="connsiteX29" fmla="*/ 20097 w 286797"/>
                  <a:gd name="connsiteY29" fmla="*/ 151127 h 441640"/>
                  <a:gd name="connsiteX30" fmla="*/ 48672 w 286797"/>
                  <a:gd name="connsiteY30" fmla="*/ 141602 h 441640"/>
                  <a:gd name="connsiteX31" fmla="*/ 62959 w 286797"/>
                  <a:gd name="connsiteY31" fmla="*/ 136840 h 441640"/>
                  <a:gd name="connsiteX32" fmla="*/ 105822 w 286797"/>
                  <a:gd name="connsiteY32" fmla="*/ 74927 h 441640"/>
                  <a:gd name="connsiteX33" fmla="*/ 139159 w 286797"/>
                  <a:gd name="connsiteY33" fmla="*/ 60640 h 441640"/>
                  <a:gd name="connsiteX34" fmla="*/ 148684 w 286797"/>
                  <a:gd name="connsiteY34" fmla="*/ 46352 h 441640"/>
                  <a:gd name="connsiteX35" fmla="*/ 182022 w 286797"/>
                  <a:gd name="connsiteY35" fmla="*/ 17777 h 441640"/>
                  <a:gd name="connsiteX36" fmla="*/ 186784 w 286797"/>
                  <a:gd name="connsiteY36" fmla="*/ 3490 h 441640"/>
                  <a:gd name="connsiteX37" fmla="*/ 224884 w 286797"/>
                  <a:gd name="connsiteY37" fmla="*/ 3490 h 441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86797" h="441640">
                    <a:moveTo>
                      <a:pt x="224884" y="3490"/>
                    </a:moveTo>
                    <a:lnTo>
                      <a:pt x="224884" y="3490"/>
                    </a:lnTo>
                    <a:cubicBezTo>
                      <a:pt x="242347" y="16190"/>
                      <a:pt x="261406" y="26944"/>
                      <a:pt x="277272" y="41590"/>
                    </a:cubicBezTo>
                    <a:cubicBezTo>
                      <a:pt x="282489" y="46405"/>
                      <a:pt x="286797" y="53540"/>
                      <a:pt x="286797" y="60640"/>
                    </a:cubicBezTo>
                    <a:cubicBezTo>
                      <a:pt x="286797" y="69189"/>
                      <a:pt x="280447" y="76515"/>
                      <a:pt x="277272" y="84452"/>
                    </a:cubicBezTo>
                    <a:cubicBezTo>
                      <a:pt x="278859" y="100327"/>
                      <a:pt x="283095" y="116158"/>
                      <a:pt x="282034" y="132077"/>
                    </a:cubicBezTo>
                    <a:cubicBezTo>
                      <a:pt x="281465" y="140607"/>
                      <a:pt x="278554" y="149845"/>
                      <a:pt x="272509" y="155890"/>
                    </a:cubicBezTo>
                    <a:cubicBezTo>
                      <a:pt x="267881" y="160518"/>
                      <a:pt x="259899" y="159481"/>
                      <a:pt x="253459" y="160652"/>
                    </a:cubicBezTo>
                    <a:cubicBezTo>
                      <a:pt x="242415" y="162660"/>
                      <a:pt x="231234" y="163827"/>
                      <a:pt x="220122" y="165415"/>
                    </a:cubicBezTo>
                    <a:cubicBezTo>
                      <a:pt x="209201" y="252773"/>
                      <a:pt x="227210" y="172061"/>
                      <a:pt x="201072" y="217802"/>
                    </a:cubicBezTo>
                    <a:cubicBezTo>
                      <a:pt x="197825" y="223485"/>
                      <a:pt x="197593" y="230434"/>
                      <a:pt x="196309" y="236852"/>
                    </a:cubicBezTo>
                    <a:cubicBezTo>
                      <a:pt x="195016" y="243319"/>
                      <a:pt x="190809" y="275421"/>
                      <a:pt x="186784" y="284477"/>
                    </a:cubicBezTo>
                    <a:cubicBezTo>
                      <a:pt x="183025" y="292936"/>
                      <a:pt x="176992" y="300198"/>
                      <a:pt x="172497" y="308290"/>
                    </a:cubicBezTo>
                    <a:cubicBezTo>
                      <a:pt x="169049" y="314496"/>
                      <a:pt x="166147" y="320990"/>
                      <a:pt x="162972" y="327340"/>
                    </a:cubicBezTo>
                    <a:cubicBezTo>
                      <a:pt x="161384" y="335277"/>
                      <a:pt x="158209" y="343057"/>
                      <a:pt x="158209" y="351152"/>
                    </a:cubicBezTo>
                    <a:cubicBezTo>
                      <a:pt x="158209" y="359247"/>
                      <a:pt x="162972" y="366870"/>
                      <a:pt x="162972" y="374965"/>
                    </a:cubicBezTo>
                    <a:cubicBezTo>
                      <a:pt x="162972" y="389340"/>
                      <a:pt x="160572" y="403647"/>
                      <a:pt x="158209" y="417827"/>
                    </a:cubicBezTo>
                    <a:cubicBezTo>
                      <a:pt x="157384" y="422779"/>
                      <a:pt x="156583" y="428195"/>
                      <a:pt x="153447" y="432115"/>
                    </a:cubicBezTo>
                    <a:cubicBezTo>
                      <a:pt x="149871" y="436585"/>
                      <a:pt x="143922" y="438465"/>
                      <a:pt x="139159" y="441640"/>
                    </a:cubicBezTo>
                    <a:cubicBezTo>
                      <a:pt x="105733" y="433283"/>
                      <a:pt x="133441" y="442828"/>
                      <a:pt x="101059" y="422590"/>
                    </a:cubicBezTo>
                    <a:cubicBezTo>
                      <a:pt x="84427" y="412195"/>
                      <a:pt x="81839" y="415641"/>
                      <a:pt x="67722" y="403540"/>
                    </a:cubicBezTo>
                    <a:cubicBezTo>
                      <a:pt x="55786" y="393309"/>
                      <a:pt x="38093" y="373384"/>
                      <a:pt x="29622" y="360677"/>
                    </a:cubicBezTo>
                    <a:cubicBezTo>
                      <a:pt x="21776" y="348908"/>
                      <a:pt x="19567" y="340039"/>
                      <a:pt x="15334" y="327340"/>
                    </a:cubicBezTo>
                    <a:cubicBezTo>
                      <a:pt x="18509" y="317815"/>
                      <a:pt x="18247" y="306321"/>
                      <a:pt x="24859" y="298765"/>
                    </a:cubicBezTo>
                    <a:cubicBezTo>
                      <a:pt x="30489" y="292331"/>
                      <a:pt x="41199" y="293392"/>
                      <a:pt x="48672" y="289240"/>
                    </a:cubicBezTo>
                    <a:cubicBezTo>
                      <a:pt x="55611" y="285385"/>
                      <a:pt x="61372" y="279715"/>
                      <a:pt x="67722" y="274952"/>
                    </a:cubicBezTo>
                    <a:cubicBezTo>
                      <a:pt x="57110" y="211282"/>
                      <a:pt x="71257" y="221672"/>
                      <a:pt x="20097" y="184465"/>
                    </a:cubicBezTo>
                    <a:cubicBezTo>
                      <a:pt x="16037" y="181512"/>
                      <a:pt x="10572" y="181290"/>
                      <a:pt x="5809" y="179702"/>
                    </a:cubicBezTo>
                    <a:cubicBezTo>
                      <a:pt x="4222" y="171765"/>
                      <a:pt x="-2573" y="163130"/>
                      <a:pt x="1047" y="155890"/>
                    </a:cubicBezTo>
                    <a:cubicBezTo>
                      <a:pt x="3974" y="150036"/>
                      <a:pt x="13828" y="153008"/>
                      <a:pt x="20097" y="151127"/>
                    </a:cubicBezTo>
                    <a:cubicBezTo>
                      <a:pt x="29714" y="148242"/>
                      <a:pt x="39147" y="144777"/>
                      <a:pt x="48672" y="141602"/>
                    </a:cubicBezTo>
                    <a:lnTo>
                      <a:pt x="62959" y="136840"/>
                    </a:lnTo>
                    <a:cubicBezTo>
                      <a:pt x="72514" y="117730"/>
                      <a:pt x="88687" y="82270"/>
                      <a:pt x="105822" y="74927"/>
                    </a:cubicBezTo>
                    <a:lnTo>
                      <a:pt x="139159" y="60640"/>
                    </a:lnTo>
                    <a:cubicBezTo>
                      <a:pt x="142334" y="55877"/>
                      <a:pt x="144959" y="50698"/>
                      <a:pt x="148684" y="46352"/>
                    </a:cubicBezTo>
                    <a:cubicBezTo>
                      <a:pt x="164082" y="28387"/>
                      <a:pt x="165169" y="29012"/>
                      <a:pt x="182022" y="17777"/>
                    </a:cubicBezTo>
                    <a:cubicBezTo>
                      <a:pt x="183609" y="13015"/>
                      <a:pt x="185566" y="8360"/>
                      <a:pt x="186784" y="3490"/>
                    </a:cubicBezTo>
                    <a:cubicBezTo>
                      <a:pt x="188747" y="-4363"/>
                      <a:pt x="218534" y="3490"/>
                      <a:pt x="224884" y="3490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B33077AA-24C5-41F4-AE39-5D8AA7590C7C}"/>
                  </a:ext>
                </a:extLst>
              </p:cNvPr>
              <p:cNvGrpSpPr/>
              <p:nvPr/>
            </p:nvGrpSpPr>
            <p:grpSpPr>
              <a:xfrm>
                <a:off x="1066185" y="2005920"/>
                <a:ext cx="266714" cy="238616"/>
                <a:chOff x="1047750" y="2033588"/>
                <a:chExt cx="266714" cy="238616"/>
              </a:xfrm>
            </p:grpSpPr>
            <p:sp>
              <p:nvSpPr>
                <p:cNvPr id="220" name="Freeform: Shape 219">
                  <a:extLst>
                    <a:ext uri="{FF2B5EF4-FFF2-40B4-BE49-F238E27FC236}">
                      <a16:creationId xmlns:a16="http://schemas.microsoft.com/office/drawing/2014/main" id="{5AA32D6F-C84B-4397-8848-04B8362511B9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" name="Freeform: Shape 220">
                  <a:extLst>
                    <a:ext uri="{FF2B5EF4-FFF2-40B4-BE49-F238E27FC236}">
                      <a16:creationId xmlns:a16="http://schemas.microsoft.com/office/drawing/2014/main" id="{5866C3E9-076B-47CB-B82C-077AC15A7591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" name="Freeform: Shape 221">
                  <a:extLst>
                    <a:ext uri="{FF2B5EF4-FFF2-40B4-BE49-F238E27FC236}">
                      <a16:creationId xmlns:a16="http://schemas.microsoft.com/office/drawing/2014/main" id="{73D7E92F-8246-4821-8719-B9534723604C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6" name="Group 205">
                <a:extLst>
                  <a:ext uri="{FF2B5EF4-FFF2-40B4-BE49-F238E27FC236}">
                    <a16:creationId xmlns:a16="http://schemas.microsoft.com/office/drawing/2014/main" id="{DEBA70FE-6BA3-4A15-BF2F-CD718A789C7D}"/>
                  </a:ext>
                </a:extLst>
              </p:cNvPr>
              <p:cNvGrpSpPr/>
              <p:nvPr/>
            </p:nvGrpSpPr>
            <p:grpSpPr>
              <a:xfrm rot="18623538">
                <a:off x="1627698" y="2015198"/>
                <a:ext cx="266714" cy="238616"/>
                <a:chOff x="1047750" y="2033588"/>
                <a:chExt cx="266714" cy="238616"/>
              </a:xfrm>
            </p:grpSpPr>
            <p:sp>
              <p:nvSpPr>
                <p:cNvPr id="217" name="Freeform: Shape 216">
                  <a:extLst>
                    <a:ext uri="{FF2B5EF4-FFF2-40B4-BE49-F238E27FC236}">
                      <a16:creationId xmlns:a16="http://schemas.microsoft.com/office/drawing/2014/main" id="{B6B3FCF3-573B-4DD2-870B-491F82855B01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" name="Freeform: Shape 217">
                  <a:extLst>
                    <a:ext uri="{FF2B5EF4-FFF2-40B4-BE49-F238E27FC236}">
                      <a16:creationId xmlns:a16="http://schemas.microsoft.com/office/drawing/2014/main" id="{0BF8593D-4654-4F88-B781-658138320D48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" name="Freeform: Shape 218">
                  <a:extLst>
                    <a:ext uri="{FF2B5EF4-FFF2-40B4-BE49-F238E27FC236}">
                      <a16:creationId xmlns:a16="http://schemas.microsoft.com/office/drawing/2014/main" id="{F2920BC2-BC04-42B6-9730-53BCDBC2D634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E1EE09C3-D005-4233-B07E-2BB8131C7442}"/>
                  </a:ext>
                </a:extLst>
              </p:cNvPr>
              <p:cNvSpPr/>
              <p:nvPr/>
            </p:nvSpPr>
            <p:spPr>
              <a:xfrm rot="20219117">
                <a:off x="971370" y="1188230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441BE618-722D-4D5A-BC45-E232E4F3297F}"/>
                  </a:ext>
                </a:extLst>
              </p:cNvPr>
              <p:cNvSpPr/>
              <p:nvPr/>
            </p:nvSpPr>
            <p:spPr>
              <a:xfrm rot="15953926">
                <a:off x="1586692" y="1209728"/>
                <a:ext cx="378266" cy="242778"/>
              </a:xfrm>
              <a:custGeom>
                <a:avLst/>
                <a:gdLst>
                  <a:gd name="connsiteX0" fmla="*/ 0 w 378266"/>
                  <a:gd name="connsiteY0" fmla="*/ 150879 h 242778"/>
                  <a:gd name="connsiteX1" fmla="*/ 0 w 378266"/>
                  <a:gd name="connsiteY1" fmla="*/ 150879 h 242778"/>
                  <a:gd name="connsiteX2" fmla="*/ 80963 w 378266"/>
                  <a:gd name="connsiteY2" fmla="*/ 103254 h 242778"/>
                  <a:gd name="connsiteX3" fmla="*/ 114300 w 378266"/>
                  <a:gd name="connsiteY3" fmla="*/ 93729 h 242778"/>
                  <a:gd name="connsiteX4" fmla="*/ 128588 w 378266"/>
                  <a:gd name="connsiteY4" fmla="*/ 79442 h 242778"/>
                  <a:gd name="connsiteX5" fmla="*/ 152400 w 378266"/>
                  <a:gd name="connsiteY5" fmla="*/ 74679 h 242778"/>
                  <a:gd name="connsiteX6" fmla="*/ 219075 w 378266"/>
                  <a:gd name="connsiteY6" fmla="*/ 46104 h 242778"/>
                  <a:gd name="connsiteX7" fmla="*/ 247650 w 378266"/>
                  <a:gd name="connsiteY7" fmla="*/ 12767 h 242778"/>
                  <a:gd name="connsiteX8" fmla="*/ 347663 w 378266"/>
                  <a:gd name="connsiteY8" fmla="*/ 12767 h 242778"/>
                  <a:gd name="connsiteX9" fmla="*/ 366713 w 378266"/>
                  <a:gd name="connsiteY9" fmla="*/ 22292 h 242778"/>
                  <a:gd name="connsiteX10" fmla="*/ 371475 w 378266"/>
                  <a:gd name="connsiteY10" fmla="*/ 88967 h 242778"/>
                  <a:gd name="connsiteX11" fmla="*/ 357188 w 378266"/>
                  <a:gd name="connsiteY11" fmla="*/ 112779 h 242778"/>
                  <a:gd name="connsiteX12" fmla="*/ 328613 w 378266"/>
                  <a:gd name="connsiteY12" fmla="*/ 127067 h 242778"/>
                  <a:gd name="connsiteX13" fmla="*/ 242888 w 378266"/>
                  <a:gd name="connsiteY13" fmla="*/ 146117 h 242778"/>
                  <a:gd name="connsiteX14" fmla="*/ 228600 w 378266"/>
                  <a:gd name="connsiteY14" fmla="*/ 165167 h 242778"/>
                  <a:gd name="connsiteX15" fmla="*/ 200025 w 378266"/>
                  <a:gd name="connsiteY15" fmla="*/ 203267 h 242778"/>
                  <a:gd name="connsiteX16" fmla="*/ 180975 w 378266"/>
                  <a:gd name="connsiteY16" fmla="*/ 217554 h 242778"/>
                  <a:gd name="connsiteX17" fmla="*/ 152400 w 378266"/>
                  <a:gd name="connsiteY17" fmla="*/ 222317 h 242778"/>
                  <a:gd name="connsiteX18" fmla="*/ 28575 w 378266"/>
                  <a:gd name="connsiteY18" fmla="*/ 222317 h 242778"/>
                  <a:gd name="connsiteX19" fmla="*/ 14288 w 378266"/>
                  <a:gd name="connsiteY19" fmla="*/ 193742 h 242778"/>
                  <a:gd name="connsiteX20" fmla="*/ 0 w 378266"/>
                  <a:gd name="connsiteY20" fmla="*/ 150879 h 242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266" h="242778">
                    <a:moveTo>
                      <a:pt x="0" y="150879"/>
                    </a:moveTo>
                    <a:lnTo>
                      <a:pt x="0" y="150879"/>
                    </a:lnTo>
                    <a:cubicBezTo>
                      <a:pt x="26988" y="135004"/>
                      <a:pt x="52958" y="117256"/>
                      <a:pt x="80963" y="103254"/>
                    </a:cubicBezTo>
                    <a:cubicBezTo>
                      <a:pt x="91300" y="98086"/>
                      <a:pt x="103963" y="98897"/>
                      <a:pt x="114300" y="93729"/>
                    </a:cubicBezTo>
                    <a:cubicBezTo>
                      <a:pt x="120324" y="90717"/>
                      <a:pt x="122564" y="82454"/>
                      <a:pt x="128588" y="79442"/>
                    </a:cubicBezTo>
                    <a:cubicBezTo>
                      <a:pt x="135828" y="75822"/>
                      <a:pt x="144721" y="77239"/>
                      <a:pt x="152400" y="74679"/>
                    </a:cubicBezTo>
                    <a:cubicBezTo>
                      <a:pt x="184932" y="63835"/>
                      <a:pt x="193736" y="58773"/>
                      <a:pt x="219075" y="46104"/>
                    </a:cubicBezTo>
                    <a:cubicBezTo>
                      <a:pt x="228600" y="34992"/>
                      <a:pt x="237301" y="23116"/>
                      <a:pt x="247650" y="12767"/>
                    </a:cubicBezTo>
                    <a:cubicBezTo>
                      <a:pt x="274397" y="-13979"/>
                      <a:pt x="313828" y="9008"/>
                      <a:pt x="347663" y="12767"/>
                    </a:cubicBezTo>
                    <a:cubicBezTo>
                      <a:pt x="354013" y="15942"/>
                      <a:pt x="361259" y="17747"/>
                      <a:pt x="366713" y="22292"/>
                    </a:cubicBezTo>
                    <a:cubicBezTo>
                      <a:pt x="386124" y="38467"/>
                      <a:pt x="376269" y="69790"/>
                      <a:pt x="371475" y="88967"/>
                    </a:cubicBezTo>
                    <a:cubicBezTo>
                      <a:pt x="369230" y="97947"/>
                      <a:pt x="364106" y="106629"/>
                      <a:pt x="357188" y="112779"/>
                    </a:cubicBezTo>
                    <a:cubicBezTo>
                      <a:pt x="349229" y="119854"/>
                      <a:pt x="338655" y="123523"/>
                      <a:pt x="328613" y="127067"/>
                    </a:cubicBezTo>
                    <a:cubicBezTo>
                      <a:pt x="289538" y="140858"/>
                      <a:pt x="279171" y="140933"/>
                      <a:pt x="242888" y="146117"/>
                    </a:cubicBezTo>
                    <a:cubicBezTo>
                      <a:pt x="238125" y="152467"/>
                      <a:pt x="233003" y="158563"/>
                      <a:pt x="228600" y="165167"/>
                    </a:cubicBezTo>
                    <a:cubicBezTo>
                      <a:pt x="212607" y="189156"/>
                      <a:pt x="219578" y="186508"/>
                      <a:pt x="200025" y="203267"/>
                    </a:cubicBezTo>
                    <a:cubicBezTo>
                      <a:pt x="193998" y="208433"/>
                      <a:pt x="188345" y="214606"/>
                      <a:pt x="180975" y="217554"/>
                    </a:cubicBezTo>
                    <a:cubicBezTo>
                      <a:pt x="172009" y="221140"/>
                      <a:pt x="161925" y="220729"/>
                      <a:pt x="152400" y="222317"/>
                    </a:cubicBezTo>
                    <a:cubicBezTo>
                      <a:pt x="111695" y="249454"/>
                      <a:pt x="117709" y="249743"/>
                      <a:pt x="28575" y="222317"/>
                    </a:cubicBezTo>
                    <a:cubicBezTo>
                      <a:pt x="18397" y="219185"/>
                      <a:pt x="20195" y="202603"/>
                      <a:pt x="14288" y="193742"/>
                    </a:cubicBezTo>
                    <a:cubicBezTo>
                      <a:pt x="-1122" y="170626"/>
                      <a:pt x="2381" y="158023"/>
                      <a:pt x="0" y="150879"/>
                    </a:cubicBezTo>
                    <a:close/>
                  </a:path>
                </a:pathLst>
              </a:cu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51129631-BC15-47BB-8BF7-D05506B22575}"/>
                  </a:ext>
                </a:extLst>
              </p:cNvPr>
              <p:cNvGrpSpPr/>
              <p:nvPr/>
            </p:nvGrpSpPr>
            <p:grpSpPr>
              <a:xfrm rot="20861058">
                <a:off x="919169" y="1370990"/>
                <a:ext cx="266714" cy="238616"/>
                <a:chOff x="1047750" y="2033588"/>
                <a:chExt cx="266714" cy="238616"/>
              </a:xfrm>
            </p:grpSpPr>
            <p:sp>
              <p:nvSpPr>
                <p:cNvPr id="214" name="Freeform: Shape 213">
                  <a:extLst>
                    <a:ext uri="{FF2B5EF4-FFF2-40B4-BE49-F238E27FC236}">
                      <a16:creationId xmlns:a16="http://schemas.microsoft.com/office/drawing/2014/main" id="{60B638CE-8D33-4475-8AA7-FDA1C053BD7F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" name="Freeform: Shape 214">
                  <a:extLst>
                    <a:ext uri="{FF2B5EF4-FFF2-40B4-BE49-F238E27FC236}">
                      <a16:creationId xmlns:a16="http://schemas.microsoft.com/office/drawing/2014/main" id="{19A18A64-458D-4666-86BB-6F0946424DEB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" name="Freeform: Shape 215">
                  <a:extLst>
                    <a:ext uri="{FF2B5EF4-FFF2-40B4-BE49-F238E27FC236}">
                      <a16:creationId xmlns:a16="http://schemas.microsoft.com/office/drawing/2014/main" id="{0137B0BF-DA84-4924-BE86-10097BE631F6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9AED3FC8-6212-4FD7-87E9-53E8FF16CAEA}"/>
                  </a:ext>
                </a:extLst>
              </p:cNvPr>
              <p:cNvGrpSpPr/>
              <p:nvPr/>
            </p:nvGrpSpPr>
            <p:grpSpPr>
              <a:xfrm rot="18623538">
                <a:off x="1746103" y="1401464"/>
                <a:ext cx="266714" cy="238616"/>
                <a:chOff x="1047750" y="2033588"/>
                <a:chExt cx="266714" cy="238616"/>
              </a:xfrm>
            </p:grpSpPr>
            <p:sp>
              <p:nvSpPr>
                <p:cNvPr id="211" name="Freeform: Shape 210">
                  <a:extLst>
                    <a:ext uri="{FF2B5EF4-FFF2-40B4-BE49-F238E27FC236}">
                      <a16:creationId xmlns:a16="http://schemas.microsoft.com/office/drawing/2014/main" id="{44C2AC9A-C0BB-4E8F-9E98-5DA4027E5567}"/>
                    </a:ext>
                  </a:extLst>
                </p:cNvPr>
                <p:cNvSpPr/>
                <p:nvPr/>
              </p:nvSpPr>
              <p:spPr>
                <a:xfrm>
                  <a:off x="1047750" y="2033588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" name="Freeform: Shape 211">
                  <a:extLst>
                    <a:ext uri="{FF2B5EF4-FFF2-40B4-BE49-F238E27FC236}">
                      <a16:creationId xmlns:a16="http://schemas.microsoft.com/office/drawing/2014/main" id="{80D9E3D6-F0BC-4E25-9C34-3D1D66B9A16C}"/>
                    </a:ext>
                  </a:extLst>
                </p:cNvPr>
                <p:cNvSpPr/>
                <p:nvPr/>
              </p:nvSpPr>
              <p:spPr>
                <a:xfrm>
                  <a:off x="1141956" y="2081211"/>
                  <a:ext cx="66910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" name="Freeform: Shape 212">
                  <a:extLst>
                    <a:ext uri="{FF2B5EF4-FFF2-40B4-BE49-F238E27FC236}">
                      <a16:creationId xmlns:a16="http://schemas.microsoft.com/office/drawing/2014/main" id="{C4FF9F5C-8F47-4075-9F00-4FBEC5B73A28}"/>
                    </a:ext>
                  </a:extLst>
                </p:cNvPr>
                <p:cNvSpPr/>
                <p:nvPr/>
              </p:nvSpPr>
              <p:spPr>
                <a:xfrm rot="19929775">
                  <a:off x="1190639" y="2110279"/>
                  <a:ext cx="123825" cy="161925"/>
                </a:xfrm>
                <a:custGeom>
                  <a:avLst/>
                  <a:gdLst>
                    <a:gd name="connsiteX0" fmla="*/ 123825 w 123825"/>
                    <a:gd name="connsiteY0" fmla="*/ 0 h 161925"/>
                    <a:gd name="connsiteX1" fmla="*/ 119063 w 123825"/>
                    <a:gd name="connsiteY1" fmla="*/ 38100 h 161925"/>
                    <a:gd name="connsiteX2" fmla="*/ 66675 w 123825"/>
                    <a:gd name="connsiteY2" fmla="*/ 61912 h 161925"/>
                    <a:gd name="connsiteX3" fmla="*/ 61913 w 123825"/>
                    <a:gd name="connsiteY3" fmla="*/ 80962 h 161925"/>
                    <a:gd name="connsiteX4" fmla="*/ 28575 w 123825"/>
                    <a:gd name="connsiteY4" fmla="*/ 128587 h 161925"/>
                    <a:gd name="connsiteX5" fmla="*/ 14288 w 123825"/>
                    <a:gd name="connsiteY5" fmla="*/ 138112 h 161925"/>
                    <a:gd name="connsiteX6" fmla="*/ 0 w 123825"/>
                    <a:gd name="connsiteY6" fmla="*/ 161925 h 161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3825" h="161925">
                      <a:moveTo>
                        <a:pt x="123825" y="0"/>
                      </a:moveTo>
                      <a:cubicBezTo>
                        <a:pt x="122238" y="12700"/>
                        <a:pt x="125192" y="26864"/>
                        <a:pt x="119063" y="38100"/>
                      </a:cubicBezTo>
                      <a:cubicBezTo>
                        <a:pt x="113300" y="48666"/>
                        <a:pt x="75116" y="59098"/>
                        <a:pt x="66675" y="61912"/>
                      </a:cubicBezTo>
                      <a:cubicBezTo>
                        <a:pt x="65088" y="68262"/>
                        <a:pt x="64571" y="74981"/>
                        <a:pt x="61913" y="80962"/>
                      </a:cubicBezTo>
                      <a:cubicBezTo>
                        <a:pt x="56026" y="94207"/>
                        <a:pt x="38440" y="118722"/>
                        <a:pt x="28575" y="128587"/>
                      </a:cubicBezTo>
                      <a:cubicBezTo>
                        <a:pt x="24528" y="132634"/>
                        <a:pt x="19050" y="134937"/>
                        <a:pt x="14288" y="138112"/>
                      </a:cubicBezTo>
                      <a:cubicBezTo>
                        <a:pt x="2794" y="155354"/>
                        <a:pt x="7323" y="147280"/>
                        <a:pt x="0" y="161925"/>
                      </a:cubicBezTo>
                    </a:path>
                  </a:pathLst>
                </a:cu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BD8CD9DF-9568-4A34-A9A9-E0038F8FFDCB}"/>
                </a:ext>
              </a:extLst>
            </p:cNvPr>
            <p:cNvGrpSpPr/>
            <p:nvPr/>
          </p:nvGrpSpPr>
          <p:grpSpPr>
            <a:xfrm>
              <a:off x="2562043" y="4903517"/>
              <a:ext cx="484030" cy="496628"/>
              <a:chOff x="5679550" y="3756554"/>
              <a:chExt cx="1025561" cy="1052253"/>
            </a:xfrm>
          </p:grpSpPr>
          <p:sp>
            <p:nvSpPr>
              <p:cNvPr id="224" name="Cross 223">
                <a:extLst>
                  <a:ext uri="{FF2B5EF4-FFF2-40B4-BE49-F238E27FC236}">
                    <a16:creationId xmlns:a16="http://schemas.microsoft.com/office/drawing/2014/main" id="{950B93BC-1AF0-476B-B917-946E8D8D9978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Cross 224">
                <a:extLst>
                  <a:ext uri="{FF2B5EF4-FFF2-40B4-BE49-F238E27FC236}">
                    <a16:creationId xmlns:a16="http://schemas.microsoft.com/office/drawing/2014/main" id="{69FE642A-86B3-4F6D-945A-7438FF5D763A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0BCB6B91-A368-AE1D-E035-F2506C91DCF2}"/>
              </a:ext>
            </a:extLst>
          </p:cNvPr>
          <p:cNvGrpSpPr/>
          <p:nvPr/>
        </p:nvGrpSpPr>
        <p:grpSpPr>
          <a:xfrm>
            <a:off x="7174528" y="554489"/>
            <a:ext cx="1033272" cy="1033272"/>
            <a:chOff x="2641312" y="5023309"/>
            <a:chExt cx="1600200" cy="1600200"/>
          </a:xfrm>
        </p:grpSpPr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4A54CBAD-BAB4-4991-265C-79A599DD3855}"/>
                </a:ext>
              </a:extLst>
            </p:cNvPr>
            <p:cNvGrpSpPr/>
            <p:nvPr/>
          </p:nvGrpSpPr>
          <p:grpSpPr>
            <a:xfrm>
              <a:off x="3323234" y="5613394"/>
              <a:ext cx="621188" cy="905698"/>
              <a:chOff x="3224701" y="5425895"/>
              <a:chExt cx="747077" cy="1089245"/>
            </a:xfrm>
          </p:grpSpPr>
          <p:pic>
            <p:nvPicPr>
              <p:cNvPr id="302" name="Picture 301">
                <a:extLst>
                  <a:ext uri="{FF2B5EF4-FFF2-40B4-BE49-F238E27FC236}">
                    <a16:creationId xmlns:a16="http://schemas.microsoft.com/office/drawing/2014/main" id="{237EB655-21EA-C1CF-F19B-F1EE6DC314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0746927">
                <a:off x="3224701" y="5425895"/>
                <a:ext cx="226453" cy="891818"/>
              </a:xfrm>
              <a:prstGeom prst="rect">
                <a:avLst/>
              </a:prstGeom>
            </p:spPr>
          </p:pic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65C5AF5D-B47E-43A8-4C8F-F66622944486}"/>
                  </a:ext>
                </a:extLst>
              </p:cNvPr>
              <p:cNvGrpSpPr/>
              <p:nvPr/>
            </p:nvGrpSpPr>
            <p:grpSpPr>
              <a:xfrm rot="1170103">
                <a:off x="3444563" y="5595269"/>
                <a:ext cx="527215" cy="919871"/>
                <a:chOff x="2321858" y="5285437"/>
                <a:chExt cx="648365" cy="1131250"/>
              </a:xfrm>
            </p:grpSpPr>
            <p:pic>
              <p:nvPicPr>
                <p:cNvPr id="304" name="Picture 303" descr="Black Siluet Shield Png Image Picture Download Transparent HQ PNG Download  | FreePNGimg">
                  <a:extLst>
                    <a:ext uri="{FF2B5EF4-FFF2-40B4-BE49-F238E27FC236}">
                      <a16:creationId xmlns:a16="http://schemas.microsoft.com/office/drawing/2014/main" id="{A3041413-CF53-48C6-57CD-4ABB134AB5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21858" y="5285437"/>
                  <a:ext cx="648365" cy="1131250"/>
                </a:xfrm>
                <a:prstGeom prst="rect">
                  <a:avLst/>
                </a:prstGeom>
              </p:spPr>
            </p:pic>
            <p:sp>
              <p:nvSpPr>
                <p:cNvPr id="305" name="Moon 304">
                  <a:extLst>
                    <a:ext uri="{FF2B5EF4-FFF2-40B4-BE49-F238E27FC236}">
                      <a16:creationId xmlns:a16="http://schemas.microsoft.com/office/drawing/2014/main" id="{4450E912-9C41-BC2B-D115-B421DFCF3AE0}"/>
                    </a:ext>
                  </a:extLst>
                </p:cNvPr>
                <p:cNvSpPr/>
                <p:nvPr/>
              </p:nvSpPr>
              <p:spPr>
                <a:xfrm rot="12800143">
                  <a:off x="2584767" y="5585261"/>
                  <a:ext cx="230391" cy="468541"/>
                </a:xfrm>
                <a:prstGeom prst="moon">
                  <a:avLst>
                    <a:gd name="adj" fmla="val 58670"/>
                  </a:avLst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6D0AF956-E732-884E-B589-E1C4D6689C09}"/>
                </a:ext>
              </a:extLst>
            </p:cNvPr>
            <p:cNvGrpSpPr/>
            <p:nvPr/>
          </p:nvGrpSpPr>
          <p:grpSpPr>
            <a:xfrm>
              <a:off x="2641312" y="5023309"/>
              <a:ext cx="1600200" cy="1600200"/>
              <a:chOff x="516782" y="905612"/>
              <a:chExt cx="1530220" cy="1504560"/>
            </a:xfrm>
          </p:grpSpPr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A1C7E6F5-C455-2549-4610-D0B6C199AFEE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Wave 258">
                <a:extLst>
                  <a:ext uri="{FF2B5EF4-FFF2-40B4-BE49-F238E27FC236}">
                    <a16:creationId xmlns:a16="http://schemas.microsoft.com/office/drawing/2014/main" id="{585EDCB5-3152-DDEA-6E0B-E83B6D1DD610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0" name="Star: 6 Points 259">
              <a:extLst>
                <a:ext uri="{FF2B5EF4-FFF2-40B4-BE49-F238E27FC236}">
                  <a16:creationId xmlns:a16="http://schemas.microsoft.com/office/drawing/2014/main" id="{6315C436-6649-85D7-6E05-B6B3D5626A30}"/>
                </a:ext>
              </a:extLst>
            </p:cNvPr>
            <p:cNvSpPr/>
            <p:nvPr/>
          </p:nvSpPr>
          <p:spPr>
            <a:xfrm>
              <a:off x="2946360" y="5410066"/>
              <a:ext cx="327497" cy="411017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6A45EE3-A036-C10D-0F98-7998BF9ACBA5}"/>
              </a:ext>
            </a:extLst>
          </p:cNvPr>
          <p:cNvGrpSpPr/>
          <p:nvPr/>
        </p:nvGrpSpPr>
        <p:grpSpPr>
          <a:xfrm>
            <a:off x="5998309" y="1755167"/>
            <a:ext cx="1042416" cy="1024128"/>
            <a:chOff x="9259532" y="2676720"/>
            <a:chExt cx="1530220" cy="1504560"/>
          </a:xfrm>
        </p:grpSpPr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E2CCD5CA-538B-C7B0-5629-DF7DDA014A52}"/>
                </a:ext>
              </a:extLst>
            </p:cNvPr>
            <p:cNvGrpSpPr/>
            <p:nvPr/>
          </p:nvGrpSpPr>
          <p:grpSpPr>
            <a:xfrm>
              <a:off x="9259532" y="2676720"/>
              <a:ext cx="1530220" cy="1504560"/>
              <a:chOff x="516782" y="905612"/>
              <a:chExt cx="1530220" cy="1504560"/>
            </a:xfrm>
          </p:grpSpPr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9FDB3617-F240-7C14-A6D5-AB40A9D98C13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Wave 264">
                <a:extLst>
                  <a:ext uri="{FF2B5EF4-FFF2-40B4-BE49-F238E27FC236}">
                    <a16:creationId xmlns:a16="http://schemas.microsoft.com/office/drawing/2014/main" id="{3930F7F3-2AAF-CF5F-962D-A15D48F290C9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63" name="Picture 2" descr="Bear Vector | FreeVectors">
              <a:extLst>
                <a:ext uri="{FF2B5EF4-FFF2-40B4-BE49-F238E27FC236}">
                  <a16:creationId xmlns:a16="http://schemas.microsoft.com/office/drawing/2014/main" id="{2D56BE71-5B00-891E-588F-54B9F3C20E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4150" y="3281691"/>
              <a:ext cx="940984" cy="5425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08CD5C-4802-AE45-AD96-735E9FE73531}"/>
              </a:ext>
            </a:extLst>
          </p:cNvPr>
          <p:cNvGrpSpPr/>
          <p:nvPr/>
        </p:nvGrpSpPr>
        <p:grpSpPr>
          <a:xfrm>
            <a:off x="7186627" y="1751833"/>
            <a:ext cx="1036542" cy="1024128"/>
            <a:chOff x="4257878" y="2269979"/>
            <a:chExt cx="1527048" cy="150876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C2CB6EA-9347-49DE-8FBA-CAC2DB97B9CD}"/>
                </a:ext>
              </a:extLst>
            </p:cNvPr>
            <p:cNvGrpSpPr/>
            <p:nvPr/>
          </p:nvGrpSpPr>
          <p:grpSpPr>
            <a:xfrm>
              <a:off x="4257878" y="2269979"/>
              <a:ext cx="1527048" cy="1508760"/>
              <a:chOff x="516782" y="905612"/>
              <a:chExt cx="1530220" cy="1504560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C6B4E01-8F2B-49A1-8DAA-80F367C2C1C7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Wave 39">
                <a:extLst>
                  <a:ext uri="{FF2B5EF4-FFF2-40B4-BE49-F238E27FC236}">
                    <a16:creationId xmlns:a16="http://schemas.microsoft.com/office/drawing/2014/main" id="{0A89417A-61FF-4924-8D89-216824DCD571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0EBD19-D4EC-1CBE-13FB-9C4ED47F732A}"/>
                </a:ext>
              </a:extLst>
            </p:cNvPr>
            <p:cNvGrpSpPr/>
            <p:nvPr/>
          </p:nvGrpSpPr>
          <p:grpSpPr>
            <a:xfrm>
              <a:off x="4540378" y="2906572"/>
              <a:ext cx="975152" cy="503237"/>
              <a:chOff x="4540378" y="2906572"/>
              <a:chExt cx="975152" cy="503237"/>
            </a:xfrm>
          </p:grpSpPr>
          <p:pic>
            <p:nvPicPr>
              <p:cNvPr id="155" name="Picture 2" descr="Bear Vector | FreeVectors">
                <a:extLst>
                  <a:ext uri="{FF2B5EF4-FFF2-40B4-BE49-F238E27FC236}">
                    <a16:creationId xmlns:a16="http://schemas.microsoft.com/office/drawing/2014/main" id="{79E6EE7A-3C78-4F06-8E04-B9551A33BE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40378" y="2906572"/>
                <a:ext cx="698022" cy="4044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6" name="Picture 265">
                <a:extLst>
                  <a:ext uri="{FF2B5EF4-FFF2-40B4-BE49-F238E27FC236}">
                    <a16:creationId xmlns:a16="http://schemas.microsoft.com/office/drawing/2014/main" id="{50DDE4A6-D08C-5696-89EF-7A554D789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702868">
                <a:off x="5230643" y="2989711"/>
                <a:ext cx="284887" cy="420098"/>
              </a:xfrm>
              <a:prstGeom prst="rect">
                <a:avLst/>
              </a:prstGeom>
            </p:spPr>
          </p:pic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7E793A3-17FE-C368-462A-EBA67B819BC9}"/>
              </a:ext>
            </a:extLst>
          </p:cNvPr>
          <p:cNvGrpSpPr/>
          <p:nvPr/>
        </p:nvGrpSpPr>
        <p:grpSpPr>
          <a:xfrm>
            <a:off x="8393849" y="1755422"/>
            <a:ext cx="1036542" cy="1024128"/>
            <a:chOff x="6393519" y="2255691"/>
            <a:chExt cx="1527048" cy="1508760"/>
          </a:xfrm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EE5CE19-4B23-6D04-602C-C9DECAE58FA8}"/>
                </a:ext>
              </a:extLst>
            </p:cNvPr>
            <p:cNvGrpSpPr/>
            <p:nvPr/>
          </p:nvGrpSpPr>
          <p:grpSpPr>
            <a:xfrm>
              <a:off x="6393519" y="2255691"/>
              <a:ext cx="1527048" cy="1508760"/>
              <a:chOff x="516782" y="905612"/>
              <a:chExt cx="1530220" cy="1504560"/>
            </a:xfrm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1C1F9158-AA23-EA33-10C7-AE85BC341D54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Wave 272">
                <a:extLst>
                  <a:ext uri="{FF2B5EF4-FFF2-40B4-BE49-F238E27FC236}">
                    <a16:creationId xmlns:a16="http://schemas.microsoft.com/office/drawing/2014/main" id="{AD2CD81C-C758-2953-C8E4-F46AEA46980B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7E58D3A5-A661-4AD3-CA0F-290510DFAB8E}"/>
                </a:ext>
              </a:extLst>
            </p:cNvPr>
            <p:cNvGrpSpPr/>
            <p:nvPr/>
          </p:nvGrpSpPr>
          <p:grpSpPr>
            <a:xfrm>
              <a:off x="6669467" y="2987554"/>
              <a:ext cx="975152" cy="503237"/>
              <a:chOff x="4540378" y="2906572"/>
              <a:chExt cx="975152" cy="503237"/>
            </a:xfrm>
          </p:grpSpPr>
          <p:pic>
            <p:nvPicPr>
              <p:cNvPr id="270" name="Picture 2" descr="Bear Vector | FreeVectors">
                <a:extLst>
                  <a:ext uri="{FF2B5EF4-FFF2-40B4-BE49-F238E27FC236}">
                    <a16:creationId xmlns:a16="http://schemas.microsoft.com/office/drawing/2014/main" id="{C6BD8582-94F1-5917-423B-03A3D6FEE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40378" y="2906572"/>
                <a:ext cx="698022" cy="4044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1" name="Picture 270">
                <a:extLst>
                  <a:ext uri="{FF2B5EF4-FFF2-40B4-BE49-F238E27FC236}">
                    <a16:creationId xmlns:a16="http://schemas.microsoft.com/office/drawing/2014/main" id="{1E06583F-D28F-2929-BA94-65E15EA613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702868">
                <a:off x="5230643" y="2989711"/>
                <a:ext cx="284887" cy="420098"/>
              </a:xfrm>
              <a:prstGeom prst="rect">
                <a:avLst/>
              </a:prstGeom>
            </p:spPr>
          </p:pic>
        </p:grpSp>
        <p:sp>
          <p:nvSpPr>
            <p:cNvPr id="289" name="Star: 6 Points 288">
              <a:extLst>
                <a:ext uri="{FF2B5EF4-FFF2-40B4-BE49-F238E27FC236}">
                  <a16:creationId xmlns:a16="http://schemas.microsoft.com/office/drawing/2014/main" id="{10A6F934-96C9-951B-37C3-A8BC79A37247}"/>
                </a:ext>
              </a:extLst>
            </p:cNvPr>
            <p:cNvSpPr/>
            <p:nvPr/>
          </p:nvSpPr>
          <p:spPr>
            <a:xfrm>
              <a:off x="6710315" y="2564933"/>
              <a:ext cx="312526" cy="387530"/>
            </a:xfrm>
            <a:prstGeom prst="star6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EAF5FED0-2FCB-54FE-2FD1-668B11CC1532}"/>
              </a:ext>
            </a:extLst>
          </p:cNvPr>
          <p:cNvGrpSpPr/>
          <p:nvPr/>
        </p:nvGrpSpPr>
        <p:grpSpPr>
          <a:xfrm>
            <a:off x="1256384" y="1721456"/>
            <a:ext cx="1033272" cy="1033272"/>
            <a:chOff x="1811331" y="3070984"/>
            <a:chExt cx="1600200" cy="1600200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2F507B7-CD0F-88B8-E675-0EF7F3B87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09512">
              <a:off x="2146967" y="3649862"/>
              <a:ext cx="643534" cy="657815"/>
            </a:xfrm>
            <a:prstGeom prst="rect">
              <a:avLst/>
            </a:prstGeom>
          </p:spPr>
        </p:pic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DAA9EDB3-346B-536C-77CC-D01D8129B288}"/>
                </a:ext>
              </a:extLst>
            </p:cNvPr>
            <p:cNvGrpSpPr/>
            <p:nvPr/>
          </p:nvGrpSpPr>
          <p:grpSpPr>
            <a:xfrm>
              <a:off x="1811331" y="3070984"/>
              <a:ext cx="1600200" cy="1600200"/>
              <a:chOff x="516782" y="905612"/>
              <a:chExt cx="1530220" cy="1504560"/>
            </a:xfrm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EC6420EA-FE67-FEC2-1EC9-62B1924D4E45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Wave 235">
                <a:extLst>
                  <a:ext uri="{FF2B5EF4-FFF2-40B4-BE49-F238E27FC236}">
                    <a16:creationId xmlns:a16="http://schemas.microsoft.com/office/drawing/2014/main" id="{9BFB3A4E-253D-018C-6359-BA73811F8659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E84DAE3B-C91E-3809-04D2-810380E1CE42}"/>
                </a:ext>
              </a:extLst>
            </p:cNvPr>
            <p:cNvGrpSpPr/>
            <p:nvPr/>
          </p:nvGrpSpPr>
          <p:grpSpPr>
            <a:xfrm>
              <a:off x="2606930" y="3833747"/>
              <a:ext cx="651603" cy="517840"/>
              <a:chOff x="4538405" y="4050590"/>
              <a:chExt cx="814161" cy="647028"/>
            </a:xfrm>
          </p:grpSpPr>
          <p:pic>
            <p:nvPicPr>
              <p:cNvPr id="237" name="Picture 2" descr="Lance Icon #332107 - Free Icons Library">
                <a:extLst>
                  <a:ext uri="{FF2B5EF4-FFF2-40B4-BE49-F238E27FC236}">
                    <a16:creationId xmlns:a16="http://schemas.microsoft.com/office/drawing/2014/main" id="{AD0A31AC-0B0E-53D0-1C02-E2AA203B287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355109">
                <a:off x="4536838" y="4052157"/>
                <a:ext cx="645977" cy="6428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9" name="Picture 2" descr="Lance Icon #332107 - Free Icons Library">
                <a:extLst>
                  <a:ext uri="{FF2B5EF4-FFF2-40B4-BE49-F238E27FC236}">
                    <a16:creationId xmlns:a16="http://schemas.microsoft.com/office/drawing/2014/main" id="{619189DA-A077-3E17-486C-76F591AE36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3244891" flipH="1">
                <a:off x="4708156" y="4053208"/>
                <a:ext cx="645977" cy="6428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25000E2A-1E3A-4A8D-576A-4BA68069B800}"/>
              </a:ext>
            </a:extLst>
          </p:cNvPr>
          <p:cNvGrpSpPr/>
          <p:nvPr/>
        </p:nvGrpSpPr>
        <p:grpSpPr>
          <a:xfrm>
            <a:off x="2434139" y="1765766"/>
            <a:ext cx="1033272" cy="1033272"/>
            <a:chOff x="3573257" y="3070984"/>
            <a:chExt cx="1600200" cy="1600200"/>
          </a:xfrm>
        </p:grpSpPr>
        <p:pic>
          <p:nvPicPr>
            <p:cNvPr id="249" name="Picture 248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9726E3FC-51F3-379F-8B0F-AE8A24F515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8747690">
              <a:off x="3898254" y="3579913"/>
              <a:ext cx="435284" cy="649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1" name="Picture 240" descr="stag Icon - Free PNG &amp; SVG 314520 - Noun Project">
              <a:extLst>
                <a:ext uri="{FF2B5EF4-FFF2-40B4-BE49-F238E27FC236}">
                  <a16:creationId xmlns:a16="http://schemas.microsoft.com/office/drawing/2014/main" id="{5DEDA998-0522-00AB-8A1E-4006B8126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128110" y="3632634"/>
              <a:ext cx="991796" cy="991796"/>
            </a:xfrm>
            <a:prstGeom prst="rect">
              <a:avLst/>
            </a:prstGeom>
          </p:spPr>
        </p:pic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20BE4CB-E8EB-61B5-8EC5-15CA5B84025C}"/>
                </a:ext>
              </a:extLst>
            </p:cNvPr>
            <p:cNvGrpSpPr/>
            <p:nvPr/>
          </p:nvGrpSpPr>
          <p:grpSpPr>
            <a:xfrm>
              <a:off x="3573257" y="3070984"/>
              <a:ext cx="1600200" cy="1600200"/>
              <a:chOff x="516782" y="905612"/>
              <a:chExt cx="1530220" cy="1504560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C4B0E5F4-2638-6F1F-4AB9-8B3BD3B55AE2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Wave 245">
                <a:extLst>
                  <a:ext uri="{FF2B5EF4-FFF2-40B4-BE49-F238E27FC236}">
                    <a16:creationId xmlns:a16="http://schemas.microsoft.com/office/drawing/2014/main" id="{AECC8828-CDAC-2AE4-7596-70702632EAF4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0645AB2-451F-4352-BB26-3ABA4B688BE1}"/>
              </a:ext>
            </a:extLst>
          </p:cNvPr>
          <p:cNvGrpSpPr/>
          <p:nvPr/>
        </p:nvGrpSpPr>
        <p:grpSpPr>
          <a:xfrm>
            <a:off x="3650637" y="1774750"/>
            <a:ext cx="1033272" cy="1033272"/>
            <a:chOff x="5329688" y="3070984"/>
            <a:chExt cx="1600200" cy="1600200"/>
          </a:xfrm>
        </p:grpSpPr>
        <p:pic>
          <p:nvPicPr>
            <p:cNvPr id="277" name="Picture 276">
              <a:extLst>
                <a:ext uri="{FF2B5EF4-FFF2-40B4-BE49-F238E27FC236}">
                  <a16:creationId xmlns:a16="http://schemas.microsoft.com/office/drawing/2014/main" id="{C28A6F53-799D-6569-87AC-21220F2FF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4279349" flipH="1">
              <a:off x="6081983" y="3494150"/>
              <a:ext cx="196193" cy="1085612"/>
            </a:xfrm>
            <a:prstGeom prst="rect">
              <a:avLst/>
            </a:prstGeom>
          </p:spPr>
        </p:pic>
        <p:pic>
          <p:nvPicPr>
            <p:cNvPr id="267" name="Picture 266" descr="stag Icon - Free PNG &amp; SVG 314520 - Noun Project">
              <a:extLst>
                <a:ext uri="{FF2B5EF4-FFF2-40B4-BE49-F238E27FC236}">
                  <a16:creationId xmlns:a16="http://schemas.microsoft.com/office/drawing/2014/main" id="{65028D25-6ADB-833D-91B1-008F47950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452008" y="3429000"/>
              <a:ext cx="991796" cy="991796"/>
            </a:xfrm>
            <a:prstGeom prst="rect">
              <a:avLst/>
            </a:prstGeom>
          </p:spPr>
        </p:pic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192297AE-6A05-B232-F8A1-F6ED48709E62}"/>
                </a:ext>
              </a:extLst>
            </p:cNvPr>
            <p:cNvGrpSpPr/>
            <p:nvPr/>
          </p:nvGrpSpPr>
          <p:grpSpPr>
            <a:xfrm>
              <a:off x="5329688" y="3070984"/>
              <a:ext cx="1600200" cy="1600200"/>
              <a:chOff x="516782" y="905612"/>
              <a:chExt cx="1530220" cy="1504560"/>
            </a:xfrm>
          </p:grpSpPr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C4467937-2F2B-13EA-E5A2-B2CC41EB9A0E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Wave 275">
                <a:extLst>
                  <a:ext uri="{FF2B5EF4-FFF2-40B4-BE49-F238E27FC236}">
                    <a16:creationId xmlns:a16="http://schemas.microsoft.com/office/drawing/2014/main" id="{AEF87CBC-7042-0D77-36D4-61C441A618E7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7F3C2E65-7CC6-8BC8-F774-AB203E5713E0}"/>
              </a:ext>
            </a:extLst>
          </p:cNvPr>
          <p:cNvGrpSpPr/>
          <p:nvPr/>
        </p:nvGrpSpPr>
        <p:grpSpPr>
          <a:xfrm>
            <a:off x="4828570" y="1768444"/>
            <a:ext cx="1033272" cy="1033272"/>
            <a:chOff x="7052208" y="3070984"/>
            <a:chExt cx="1600200" cy="1600200"/>
          </a:xfrm>
        </p:grpSpPr>
        <p:pic>
          <p:nvPicPr>
            <p:cNvPr id="291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CEE9C984-8423-C3AF-0F06-7AF9F303981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7532274" y="3676166"/>
              <a:ext cx="381042" cy="656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2" name="Picture 291" descr="stag Icon - Free PNG &amp; SVG 314520 - Noun Project">
              <a:extLst>
                <a:ext uri="{FF2B5EF4-FFF2-40B4-BE49-F238E27FC236}">
                  <a16:creationId xmlns:a16="http://schemas.microsoft.com/office/drawing/2014/main" id="{8C938669-9AC3-90ED-4A50-9DC709B22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746505" y="3731991"/>
              <a:ext cx="870974" cy="870974"/>
            </a:xfrm>
            <a:prstGeom prst="rect">
              <a:avLst/>
            </a:prstGeom>
          </p:spPr>
        </p:pic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007EF3E8-F426-12C2-C01A-F17A06D52ADA}"/>
                </a:ext>
              </a:extLst>
            </p:cNvPr>
            <p:cNvGrpSpPr/>
            <p:nvPr/>
          </p:nvGrpSpPr>
          <p:grpSpPr>
            <a:xfrm>
              <a:off x="7052208" y="3070984"/>
              <a:ext cx="1600200" cy="1600200"/>
              <a:chOff x="516782" y="905612"/>
              <a:chExt cx="1530220" cy="1504560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1BF97A6D-A096-DC6F-C574-04DA38F727E6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Wave 279">
                <a:extLst>
                  <a:ext uri="{FF2B5EF4-FFF2-40B4-BE49-F238E27FC236}">
                    <a16:creationId xmlns:a16="http://schemas.microsoft.com/office/drawing/2014/main" id="{E89248CD-FFC9-3B34-EF69-6B87A2166E03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90" name="Picture 289">
              <a:extLst>
                <a:ext uri="{FF2B5EF4-FFF2-40B4-BE49-F238E27FC236}">
                  <a16:creationId xmlns:a16="http://schemas.microsoft.com/office/drawing/2014/main" id="{C2752138-C3F2-4574-4A08-599BC7482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951151" flipH="1">
              <a:off x="7420201" y="3388100"/>
              <a:ext cx="111027" cy="870974"/>
            </a:xfrm>
            <a:prstGeom prst="rect">
              <a:avLst/>
            </a:prstGeom>
          </p:spPr>
        </p:pic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42635743-2172-A365-3237-D1CD7E775C7A}"/>
              </a:ext>
            </a:extLst>
          </p:cNvPr>
          <p:cNvGrpSpPr/>
          <p:nvPr/>
        </p:nvGrpSpPr>
        <p:grpSpPr>
          <a:xfrm>
            <a:off x="6231123" y="5700134"/>
            <a:ext cx="1033272" cy="1033272"/>
            <a:chOff x="10524469" y="3070984"/>
            <a:chExt cx="1600200" cy="1600200"/>
          </a:xfrm>
        </p:grpSpPr>
        <p:pic>
          <p:nvPicPr>
            <p:cNvPr id="294" name="Picture 293" descr="Tree Logo PNGs for Free Download">
              <a:extLst>
                <a:ext uri="{FF2B5EF4-FFF2-40B4-BE49-F238E27FC236}">
                  <a16:creationId xmlns:a16="http://schemas.microsoft.com/office/drawing/2014/main" id="{8838411C-7010-1D2C-9D36-E6C70E291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1092461" y="3605952"/>
              <a:ext cx="902092" cy="902092"/>
            </a:xfrm>
            <a:prstGeom prst="rect">
              <a:avLst/>
            </a:prstGeom>
          </p:spPr>
        </p:pic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286C2181-A145-605A-5293-6E01F70015EF}"/>
                </a:ext>
              </a:extLst>
            </p:cNvPr>
            <p:cNvGrpSpPr/>
            <p:nvPr/>
          </p:nvGrpSpPr>
          <p:grpSpPr>
            <a:xfrm>
              <a:off x="10524469" y="3070984"/>
              <a:ext cx="1600200" cy="1600200"/>
              <a:chOff x="516782" y="905612"/>
              <a:chExt cx="1530220" cy="1504560"/>
            </a:xfrm>
          </p:grpSpPr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AEFC2C5A-2CA5-7C5D-D912-573343174590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Wave 285">
                <a:extLst>
                  <a:ext uri="{FF2B5EF4-FFF2-40B4-BE49-F238E27FC236}">
                    <a16:creationId xmlns:a16="http://schemas.microsoft.com/office/drawing/2014/main" id="{A193B36A-8E81-D658-13AF-6624E422275A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93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E4E5EFBB-595D-19D4-3F91-316BCB7AF0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10668352" y="3661507"/>
              <a:ext cx="788992" cy="4033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DB92C928-71D9-F8C5-B195-038DC3C9ACF0}"/>
              </a:ext>
            </a:extLst>
          </p:cNvPr>
          <p:cNvGrpSpPr/>
          <p:nvPr/>
        </p:nvGrpSpPr>
        <p:grpSpPr>
          <a:xfrm>
            <a:off x="4839123" y="551302"/>
            <a:ext cx="1033272" cy="1033272"/>
            <a:chOff x="372467" y="4946728"/>
            <a:chExt cx="1600200" cy="1600200"/>
          </a:xfrm>
        </p:grpSpPr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DD50F9A3-3C6A-2245-AF32-BC4EE371F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0746927">
              <a:off x="804188" y="5276178"/>
              <a:ext cx="226453" cy="891818"/>
            </a:xfrm>
            <a:prstGeom prst="rect">
              <a:avLst/>
            </a:prstGeom>
          </p:spPr>
        </p:pic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00F8974E-1DC0-3FA4-3A5C-5A14CB3BB044}"/>
                </a:ext>
              </a:extLst>
            </p:cNvPr>
            <p:cNvGrpSpPr/>
            <p:nvPr/>
          </p:nvGrpSpPr>
          <p:grpSpPr>
            <a:xfrm>
              <a:off x="372467" y="4946728"/>
              <a:ext cx="1600200" cy="1600200"/>
              <a:chOff x="516782" y="905612"/>
              <a:chExt cx="1530220" cy="1504560"/>
            </a:xfrm>
          </p:grpSpPr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26998D05-6FB9-2069-B771-98B29E80C158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Wave 251">
                <a:extLst>
                  <a:ext uri="{FF2B5EF4-FFF2-40B4-BE49-F238E27FC236}">
                    <a16:creationId xmlns:a16="http://schemas.microsoft.com/office/drawing/2014/main" id="{94FAA9ED-2B49-4E86-C049-8879A682911F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0" name="Group 299">
              <a:extLst>
                <a:ext uri="{FF2B5EF4-FFF2-40B4-BE49-F238E27FC236}">
                  <a16:creationId xmlns:a16="http://schemas.microsoft.com/office/drawing/2014/main" id="{E1288E8A-006E-20EB-5B1D-5722AC23DF1C}"/>
                </a:ext>
              </a:extLst>
            </p:cNvPr>
            <p:cNvGrpSpPr/>
            <p:nvPr/>
          </p:nvGrpSpPr>
          <p:grpSpPr>
            <a:xfrm rot="1170103">
              <a:off x="1024050" y="5445552"/>
              <a:ext cx="527215" cy="919871"/>
              <a:chOff x="2321858" y="5285437"/>
              <a:chExt cx="648365" cy="1131250"/>
            </a:xfrm>
          </p:grpSpPr>
          <p:pic>
            <p:nvPicPr>
              <p:cNvPr id="298" name="Picture 297" descr="Black Siluet Shield Png Image Picture Download Transparent HQ PNG Download  | FreePNGimg">
                <a:extLst>
                  <a:ext uri="{FF2B5EF4-FFF2-40B4-BE49-F238E27FC236}">
                    <a16:creationId xmlns:a16="http://schemas.microsoft.com/office/drawing/2014/main" id="{D33F1690-BE0E-E8CD-DCEA-3014A67F42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21858" y="5285437"/>
                <a:ext cx="648365" cy="1131250"/>
              </a:xfrm>
              <a:prstGeom prst="rect">
                <a:avLst/>
              </a:prstGeom>
            </p:spPr>
          </p:pic>
          <p:sp>
            <p:nvSpPr>
              <p:cNvPr id="299" name="Moon 298">
                <a:extLst>
                  <a:ext uri="{FF2B5EF4-FFF2-40B4-BE49-F238E27FC236}">
                    <a16:creationId xmlns:a16="http://schemas.microsoft.com/office/drawing/2014/main" id="{8F31835A-0B17-08F3-5ACB-239F77439B71}"/>
                  </a:ext>
                </a:extLst>
              </p:cNvPr>
              <p:cNvSpPr/>
              <p:nvPr/>
            </p:nvSpPr>
            <p:spPr>
              <a:xfrm rot="12800143">
                <a:off x="2584767" y="5585261"/>
                <a:ext cx="230391" cy="468541"/>
              </a:xfrm>
              <a:prstGeom prst="moon">
                <a:avLst>
                  <a:gd name="adj" fmla="val 5867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13A566D-50FB-8269-2A6B-6EB6728F74D8}"/>
              </a:ext>
            </a:extLst>
          </p:cNvPr>
          <p:cNvGrpSpPr/>
          <p:nvPr/>
        </p:nvGrpSpPr>
        <p:grpSpPr>
          <a:xfrm>
            <a:off x="6003333" y="554489"/>
            <a:ext cx="1033272" cy="1033272"/>
            <a:chOff x="67331" y="3070984"/>
            <a:chExt cx="1600200" cy="1600200"/>
          </a:xfrm>
        </p:grpSpPr>
        <p:pic>
          <p:nvPicPr>
            <p:cNvPr id="60" name="Picture 2" descr="Lance Icon #332107 - Free Icons Library">
              <a:extLst>
                <a:ext uri="{FF2B5EF4-FFF2-40B4-BE49-F238E27FC236}">
                  <a16:creationId xmlns:a16="http://schemas.microsoft.com/office/drawing/2014/main" id="{3CB1C775-7469-4D1D-FD3C-0CBF235C6E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354436" y="3450639"/>
              <a:ext cx="950229" cy="945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450A91C-95D0-84F2-D132-AE441E67B043}"/>
                </a:ext>
              </a:extLst>
            </p:cNvPr>
            <p:cNvGrpSpPr/>
            <p:nvPr/>
          </p:nvGrpSpPr>
          <p:grpSpPr>
            <a:xfrm>
              <a:off x="67331" y="3070984"/>
              <a:ext cx="1600200" cy="1600200"/>
              <a:chOff x="516782" y="905612"/>
              <a:chExt cx="1530220" cy="1504560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3408BE3-A55A-B2D8-2E07-C29247FED158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Wave 56">
                <a:extLst>
                  <a:ext uri="{FF2B5EF4-FFF2-40B4-BE49-F238E27FC236}">
                    <a16:creationId xmlns:a16="http://schemas.microsoft.com/office/drawing/2014/main" id="{E374C803-A23D-4AC7-ACF1-E9B0D5E60E18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82ED5F39-9988-B935-0EB2-25F431077507}"/>
                </a:ext>
              </a:extLst>
            </p:cNvPr>
            <p:cNvGrpSpPr/>
            <p:nvPr/>
          </p:nvGrpSpPr>
          <p:grpSpPr>
            <a:xfrm rot="1170103">
              <a:off x="666340" y="3554849"/>
              <a:ext cx="527215" cy="919871"/>
              <a:chOff x="2321858" y="5285437"/>
              <a:chExt cx="648365" cy="1131250"/>
            </a:xfrm>
          </p:grpSpPr>
          <p:pic>
            <p:nvPicPr>
              <p:cNvPr id="308" name="Picture 307" descr="Black Siluet Shield Png Image Picture Download Transparent HQ PNG Download  | FreePNGimg">
                <a:extLst>
                  <a:ext uri="{FF2B5EF4-FFF2-40B4-BE49-F238E27FC236}">
                    <a16:creationId xmlns:a16="http://schemas.microsoft.com/office/drawing/2014/main" id="{11E7410D-2F95-DA77-9486-E08636BA7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21858" y="5285437"/>
                <a:ext cx="648365" cy="1131250"/>
              </a:xfrm>
              <a:prstGeom prst="rect">
                <a:avLst/>
              </a:prstGeom>
            </p:spPr>
          </p:pic>
          <p:sp>
            <p:nvSpPr>
              <p:cNvPr id="309" name="Moon 308">
                <a:extLst>
                  <a:ext uri="{FF2B5EF4-FFF2-40B4-BE49-F238E27FC236}">
                    <a16:creationId xmlns:a16="http://schemas.microsoft.com/office/drawing/2014/main" id="{37DB2D37-0110-D765-373F-BCE2C7F2ABDB}"/>
                  </a:ext>
                </a:extLst>
              </p:cNvPr>
              <p:cNvSpPr/>
              <p:nvPr/>
            </p:nvSpPr>
            <p:spPr>
              <a:xfrm rot="12800143">
                <a:off x="2584767" y="5585261"/>
                <a:ext cx="230391" cy="468541"/>
              </a:xfrm>
              <a:prstGeom prst="moon">
                <a:avLst>
                  <a:gd name="adj" fmla="val 58670"/>
                </a:avLst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2C573A16-04E4-2A9B-D8DE-AD313EC35A04}"/>
              </a:ext>
            </a:extLst>
          </p:cNvPr>
          <p:cNvGrpSpPr/>
          <p:nvPr/>
        </p:nvGrpSpPr>
        <p:grpSpPr>
          <a:xfrm>
            <a:off x="5049412" y="5712747"/>
            <a:ext cx="1033272" cy="1033272"/>
            <a:chOff x="8780469" y="3070984"/>
            <a:chExt cx="1600200" cy="1600200"/>
          </a:xfrm>
        </p:grpSpPr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800B8427-243E-F204-C181-926DF0A6AF16}"/>
                </a:ext>
              </a:extLst>
            </p:cNvPr>
            <p:cNvGrpSpPr/>
            <p:nvPr/>
          </p:nvGrpSpPr>
          <p:grpSpPr>
            <a:xfrm>
              <a:off x="8780469" y="3070984"/>
              <a:ext cx="1600200" cy="1600200"/>
              <a:chOff x="516782" y="905612"/>
              <a:chExt cx="1530220" cy="1504560"/>
            </a:xfrm>
          </p:grpSpPr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A1A7F2D7-B768-9A15-7F37-AACBFAF05766}"/>
                  </a:ext>
                </a:extLst>
              </p:cNvPr>
              <p:cNvSpPr/>
              <p:nvPr/>
            </p:nvSpPr>
            <p:spPr>
              <a:xfrm>
                <a:off x="516782" y="905612"/>
                <a:ext cx="1530220" cy="1504560"/>
              </a:xfrm>
              <a:prstGeom prst="rect">
                <a:avLst/>
              </a:prstGeom>
              <a:noFill/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Wave 282">
                <a:extLst>
                  <a:ext uri="{FF2B5EF4-FFF2-40B4-BE49-F238E27FC236}">
                    <a16:creationId xmlns:a16="http://schemas.microsoft.com/office/drawing/2014/main" id="{ADF7B892-8970-A382-09C6-84A0278DB222}"/>
                  </a:ext>
                </a:extLst>
              </p:cNvPr>
              <p:cNvSpPr/>
              <p:nvPr/>
            </p:nvSpPr>
            <p:spPr>
              <a:xfrm>
                <a:off x="735112" y="1152073"/>
                <a:ext cx="1106027" cy="1214139"/>
              </a:xfrm>
              <a:prstGeom prst="wave">
                <a:avLst/>
              </a:prstGeom>
              <a:noFill/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88" name="Picture 287" descr="Tree Logo PNGs for Free Download">
              <a:extLst>
                <a:ext uri="{FF2B5EF4-FFF2-40B4-BE49-F238E27FC236}">
                  <a16:creationId xmlns:a16="http://schemas.microsoft.com/office/drawing/2014/main" id="{2D93EC5C-5DE4-1DAD-E372-30E7EC261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136042" y="3496471"/>
              <a:ext cx="902092" cy="902092"/>
            </a:xfrm>
            <a:prstGeom prst="rect">
              <a:avLst/>
            </a:prstGeom>
          </p:spPr>
        </p:pic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05197978-6E88-15C3-9C6B-A56599310D40}"/>
                </a:ext>
              </a:extLst>
            </p:cNvPr>
            <p:cNvGrpSpPr/>
            <p:nvPr/>
          </p:nvGrpSpPr>
          <p:grpSpPr>
            <a:xfrm>
              <a:off x="9083461" y="3449589"/>
              <a:ext cx="356803" cy="366090"/>
              <a:chOff x="5679550" y="3756554"/>
              <a:chExt cx="1025561" cy="1052253"/>
            </a:xfrm>
          </p:grpSpPr>
          <p:sp>
            <p:nvSpPr>
              <p:cNvPr id="311" name="Cross 310">
                <a:extLst>
                  <a:ext uri="{FF2B5EF4-FFF2-40B4-BE49-F238E27FC236}">
                    <a16:creationId xmlns:a16="http://schemas.microsoft.com/office/drawing/2014/main" id="{48DEDD4B-D122-5209-5167-8CCF4B4E4ED3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Cross 311">
                <a:extLst>
                  <a:ext uri="{FF2B5EF4-FFF2-40B4-BE49-F238E27FC236}">
                    <a16:creationId xmlns:a16="http://schemas.microsoft.com/office/drawing/2014/main" id="{0CF58629-3414-223B-D72F-F0B19EA4B289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82E0B78D-28F7-8979-F726-0C9F8BB55DAC}"/>
                </a:ext>
              </a:extLst>
            </p:cNvPr>
            <p:cNvGrpSpPr/>
            <p:nvPr/>
          </p:nvGrpSpPr>
          <p:grpSpPr>
            <a:xfrm>
              <a:off x="9748913" y="4170246"/>
              <a:ext cx="356803" cy="366090"/>
              <a:chOff x="5679550" y="3756554"/>
              <a:chExt cx="1025561" cy="1052253"/>
            </a:xfrm>
          </p:grpSpPr>
          <p:sp>
            <p:nvSpPr>
              <p:cNvPr id="314" name="Cross 313">
                <a:extLst>
                  <a:ext uri="{FF2B5EF4-FFF2-40B4-BE49-F238E27FC236}">
                    <a16:creationId xmlns:a16="http://schemas.microsoft.com/office/drawing/2014/main" id="{CF386754-A14D-422B-1D24-117F99A5A00D}"/>
                  </a:ext>
                </a:extLst>
              </p:cNvPr>
              <p:cNvSpPr/>
              <p:nvPr/>
            </p:nvSpPr>
            <p:spPr>
              <a:xfrm>
                <a:off x="5679550" y="4011624"/>
                <a:ext cx="797183" cy="797183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Cross 314">
                <a:extLst>
                  <a:ext uri="{FF2B5EF4-FFF2-40B4-BE49-F238E27FC236}">
                    <a16:creationId xmlns:a16="http://schemas.microsoft.com/office/drawing/2014/main" id="{D1898826-1586-DC4E-6182-AB3CC99E84DB}"/>
                  </a:ext>
                </a:extLst>
              </p:cNvPr>
              <p:cNvSpPr/>
              <p:nvPr/>
            </p:nvSpPr>
            <p:spPr>
              <a:xfrm>
                <a:off x="6248355" y="3756554"/>
                <a:ext cx="456756" cy="456756"/>
              </a:xfrm>
              <a:prstGeom prst="plus">
                <a:avLst>
                  <a:gd name="adj" fmla="val 34926"/>
                </a:avLst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726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EB4E4B9-D68C-1E0A-C3DD-4D4836C32FBA}"/>
              </a:ext>
            </a:extLst>
          </p:cNvPr>
          <p:cNvGrpSpPr/>
          <p:nvPr/>
        </p:nvGrpSpPr>
        <p:grpSpPr>
          <a:xfrm>
            <a:off x="6193595" y="2153309"/>
            <a:ext cx="1370026" cy="1126677"/>
            <a:chOff x="2805362" y="1885556"/>
            <a:chExt cx="1560600" cy="1283401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8188262E-EF03-6498-8A6A-A0C938161AAF}"/>
                </a:ext>
              </a:extLst>
            </p:cNvPr>
            <p:cNvGrpSpPr/>
            <p:nvPr/>
          </p:nvGrpSpPr>
          <p:grpSpPr>
            <a:xfrm>
              <a:off x="2853962" y="1885556"/>
              <a:ext cx="1492560" cy="1274401"/>
              <a:chOff x="2853962" y="1885556"/>
              <a:chExt cx="1492560" cy="1274401"/>
            </a:xfrm>
          </p:grpSpPr>
          <p:sp>
            <p:nvSpPr>
              <p:cNvPr id="197" name="Arrow: Circular 196">
                <a:extLst>
                  <a:ext uri="{FF2B5EF4-FFF2-40B4-BE49-F238E27FC236}">
                    <a16:creationId xmlns:a16="http://schemas.microsoft.com/office/drawing/2014/main" id="{2A41B7AA-5A63-73E1-C52F-6390525E4C21}"/>
                  </a:ext>
                </a:extLst>
              </p:cNvPr>
              <p:cNvSpPr/>
              <p:nvPr/>
            </p:nvSpPr>
            <p:spPr>
              <a:xfrm rot="20790945">
                <a:off x="2948419" y="1885556"/>
                <a:ext cx="1175177" cy="1210791"/>
              </a:xfrm>
              <a:prstGeom prst="circular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198" name="Ink 197">
                    <a:extLst>
                      <a:ext uri="{FF2B5EF4-FFF2-40B4-BE49-F238E27FC236}">
                        <a16:creationId xmlns:a16="http://schemas.microsoft.com/office/drawing/2014/main" id="{9905D601-7575-F680-B594-7644E563BF5B}"/>
                      </a:ext>
                    </a:extLst>
                  </p14:cNvPr>
                  <p14:cNvContentPartPr/>
                  <p14:nvPr/>
                </p14:nvContentPartPr>
                <p14:xfrm>
                  <a:off x="2853962" y="2623917"/>
                  <a:ext cx="1441080" cy="220680"/>
                </p14:xfrm>
              </p:contentPart>
            </mc:Choice>
            <mc:Fallback xmlns="">
              <p:pic>
                <p:nvPicPr>
                  <p:cNvPr id="198" name="Ink 197">
                    <a:extLst>
                      <a:ext uri="{FF2B5EF4-FFF2-40B4-BE49-F238E27FC236}">
                        <a16:creationId xmlns:a16="http://schemas.microsoft.com/office/drawing/2014/main" id="{9905D601-7575-F680-B594-7644E563BF5B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813362" y="2582898"/>
                    <a:ext cx="1522689" cy="30230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43ED3321-C50C-7D4D-B232-231ADD2BAB75}"/>
                      </a:ext>
                    </a:extLst>
                  </p14:cNvPr>
                  <p14:cNvContentPartPr/>
                  <p14:nvPr/>
                </p14:nvContentPartPr>
                <p14:xfrm>
                  <a:off x="4332122" y="2761437"/>
                  <a:ext cx="14400" cy="142200"/>
                </p14:xfrm>
              </p:contentPart>
            </mc:Choice>
            <mc:Fallback xmlns=""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43ED3321-C50C-7D4D-B232-231ADD2BAB75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311962" y="2741357"/>
                    <a:ext cx="55131" cy="18277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0329ABCA-674C-6D4D-56BE-0915E5B5F52A}"/>
                      </a:ext>
                    </a:extLst>
                  </p14:cNvPr>
                  <p14:cNvContentPartPr/>
                  <p14:nvPr/>
                </p14:nvContentPartPr>
                <p14:xfrm>
                  <a:off x="2996882" y="2974557"/>
                  <a:ext cx="46080" cy="185400"/>
                </p14:xfrm>
              </p:contentPart>
            </mc:Choice>
            <mc:Fallback xmlns=""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0329ABCA-674C-6D4D-56BE-0915E5B5F52A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976493" y="2954458"/>
                    <a:ext cx="86451" cy="2260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964E3E0B-D7C0-AAE9-D72E-35ACD9DA48C0}"/>
                      </a:ext>
                    </a:extLst>
                  </p14:cNvPr>
                  <p14:cNvContentPartPr/>
                  <p14:nvPr/>
                </p14:nvContentPartPr>
                <p14:xfrm>
                  <a:off x="3194162" y="2880957"/>
                  <a:ext cx="43200" cy="150120"/>
                </p14:xfrm>
              </p:contentPart>
            </mc:Choice>
            <mc:Fallback xmlns=""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964E3E0B-D7C0-AAE9-D72E-35ACD9DA48C0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174192" y="2860449"/>
                    <a:ext cx="83547" cy="1907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02" name="Ink 201">
                    <a:extLst>
                      <a:ext uri="{FF2B5EF4-FFF2-40B4-BE49-F238E27FC236}">
                        <a16:creationId xmlns:a16="http://schemas.microsoft.com/office/drawing/2014/main" id="{4C0B14F1-B204-707A-6FC1-859241E61B3B}"/>
                      </a:ext>
                    </a:extLst>
                  </p14:cNvPr>
                  <p14:cNvContentPartPr/>
                  <p14:nvPr/>
                </p14:nvContentPartPr>
                <p14:xfrm>
                  <a:off x="3381002" y="2817957"/>
                  <a:ext cx="19800" cy="191520"/>
                </p14:xfrm>
              </p:contentPart>
            </mc:Choice>
            <mc:Fallback xmlns="">
              <p:pic>
                <p:nvPicPr>
                  <p:cNvPr id="202" name="Ink 201">
                    <a:extLst>
                      <a:ext uri="{FF2B5EF4-FFF2-40B4-BE49-F238E27FC236}">
                        <a16:creationId xmlns:a16="http://schemas.microsoft.com/office/drawing/2014/main" id="{4C0B14F1-B204-707A-6FC1-859241E61B3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360789" y="2797862"/>
                    <a:ext cx="60638" cy="2321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03" name="Ink 202">
                    <a:extLst>
                      <a:ext uri="{FF2B5EF4-FFF2-40B4-BE49-F238E27FC236}">
                        <a16:creationId xmlns:a16="http://schemas.microsoft.com/office/drawing/2014/main" id="{8A509106-971B-B4FE-F388-4E904D2B71C6}"/>
                      </a:ext>
                    </a:extLst>
                  </p14:cNvPr>
                  <p14:cNvContentPartPr/>
                  <p14:nvPr/>
                </p14:nvContentPartPr>
                <p14:xfrm>
                  <a:off x="2899322" y="2980677"/>
                  <a:ext cx="56880" cy="124920"/>
                </p14:xfrm>
              </p:contentPart>
            </mc:Choice>
            <mc:Fallback xmlns="">
              <p:pic>
                <p:nvPicPr>
                  <p:cNvPr id="203" name="Ink 202">
                    <a:extLst>
                      <a:ext uri="{FF2B5EF4-FFF2-40B4-BE49-F238E27FC236}">
                        <a16:creationId xmlns:a16="http://schemas.microsoft.com/office/drawing/2014/main" id="{8A509106-971B-B4FE-F388-4E904D2B71C6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2878862" y="2960131"/>
                    <a:ext cx="97392" cy="1656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12DD6DE9-B651-2536-5BC5-6AE6D90CE258}"/>
                      </a:ext>
                    </a:extLst>
                  </p14:cNvPr>
                  <p14:cNvContentPartPr/>
                  <p14:nvPr/>
                </p14:nvContentPartPr>
                <p14:xfrm>
                  <a:off x="3123962" y="2918397"/>
                  <a:ext cx="32760" cy="118800"/>
                </p14:xfrm>
              </p:contentPart>
            </mc:Choice>
            <mc:Fallback xmlns=""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12DD6DE9-B651-2536-5BC5-6AE6D90CE258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3103896" y="2897914"/>
                    <a:ext cx="73301" cy="159356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6816EB5E-5623-E763-180D-0DC6B8FA91AB}"/>
                  </a:ext>
                </a:extLst>
              </p:cNvPr>
              <p:cNvGrpSpPr/>
              <p:nvPr/>
            </p:nvGrpSpPr>
            <p:grpSpPr>
              <a:xfrm>
                <a:off x="3485402" y="2755317"/>
                <a:ext cx="610920" cy="325800"/>
                <a:chOff x="3485402" y="2755317"/>
                <a:chExt cx="610920" cy="325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210" name="Ink 209">
                      <a:extLst>
                        <a:ext uri="{FF2B5EF4-FFF2-40B4-BE49-F238E27FC236}">
                          <a16:creationId xmlns:a16="http://schemas.microsoft.com/office/drawing/2014/main" id="{36482850-42E9-7E27-AEC5-2BECB231F84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485402" y="2786637"/>
                    <a:ext cx="16560" cy="201240"/>
                  </p14:xfrm>
                </p:contentPart>
              </mc:Choice>
              <mc:Fallback xmlns="">
                <p:pic>
                  <p:nvPicPr>
                    <p:cNvPr id="210" name="Ink 209">
                      <a:extLst>
                        <a:ext uri="{FF2B5EF4-FFF2-40B4-BE49-F238E27FC236}">
                          <a16:creationId xmlns:a16="http://schemas.microsoft.com/office/drawing/2014/main" id="{36482850-42E9-7E27-AEC5-2BECB231F847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3464702" y="2766554"/>
                      <a:ext cx="57546" cy="24181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211" name="Ink 210">
                      <a:extLst>
                        <a:ext uri="{FF2B5EF4-FFF2-40B4-BE49-F238E27FC236}">
                          <a16:creationId xmlns:a16="http://schemas.microsoft.com/office/drawing/2014/main" id="{EED1FF77-AE97-3528-6C16-671EBE3B17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77642" y="2824437"/>
                    <a:ext cx="140040" cy="256680"/>
                  </p14:xfrm>
                </p:contentPart>
              </mc:Choice>
              <mc:Fallback xmlns="">
                <p:pic>
                  <p:nvPicPr>
                    <p:cNvPr id="211" name="Ink 210">
                      <a:extLst>
                        <a:ext uri="{FF2B5EF4-FFF2-40B4-BE49-F238E27FC236}">
                          <a16:creationId xmlns:a16="http://schemas.microsoft.com/office/drawing/2014/main" id="{EED1FF77-AE97-3528-6C16-671EBE3B1770}"/>
                        </a:ext>
                      </a:extLst>
                    </p:cNvPr>
                    <p:cNvPicPr/>
                    <p:nvPr/>
                  </p:nvPicPr>
                  <p:blipFill>
                    <a:blip r:embed="rId19"/>
                    <a:stretch>
                      <a:fillRect/>
                    </a:stretch>
                  </p:blipFill>
                  <p:spPr>
                    <a:xfrm>
                      <a:off x="3657578" y="2803935"/>
                      <a:ext cx="180578" cy="29727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212" name="Ink 211">
                      <a:extLst>
                        <a:ext uri="{FF2B5EF4-FFF2-40B4-BE49-F238E27FC236}">
                          <a16:creationId xmlns:a16="http://schemas.microsoft.com/office/drawing/2014/main" id="{6DCE97B3-81D1-C8BB-CF12-6416A6B8F31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95962" y="2755317"/>
                    <a:ext cx="360" cy="36720"/>
                  </p14:xfrm>
                </p:contentPart>
              </mc:Choice>
              <mc:Fallback xmlns="">
                <p:pic>
                  <p:nvPicPr>
                    <p:cNvPr id="212" name="Ink 211">
                      <a:extLst>
                        <a:ext uri="{FF2B5EF4-FFF2-40B4-BE49-F238E27FC236}">
                          <a16:creationId xmlns:a16="http://schemas.microsoft.com/office/drawing/2014/main" id="{6DCE97B3-81D1-C8BB-CF12-6416A6B8F313}"/>
                        </a:ext>
                      </a:extLst>
                    </p:cNvPr>
                    <p:cNvPicPr/>
                    <p:nvPr/>
                  </p:nvPicPr>
                  <p:blipFill>
                    <a:blip r:embed="rId21"/>
                    <a:stretch>
                      <a:fillRect/>
                    </a:stretch>
                  </p:blipFill>
                  <p:spPr>
                    <a:xfrm>
                      <a:off x="4077962" y="2735325"/>
                      <a:ext cx="36000" cy="7711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213" name="Ink 212">
                      <a:extLst>
                        <a:ext uri="{FF2B5EF4-FFF2-40B4-BE49-F238E27FC236}">
                          <a16:creationId xmlns:a16="http://schemas.microsoft.com/office/drawing/2014/main" id="{21741953-E552-5486-0D0B-34AA9D585A6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994442" y="2849277"/>
                    <a:ext cx="89280" cy="164880"/>
                  </p14:xfrm>
                </p:contentPart>
              </mc:Choice>
              <mc:Fallback xmlns="">
                <p:pic>
                  <p:nvPicPr>
                    <p:cNvPr id="213" name="Ink 212">
                      <a:extLst>
                        <a:ext uri="{FF2B5EF4-FFF2-40B4-BE49-F238E27FC236}">
                          <a16:creationId xmlns:a16="http://schemas.microsoft.com/office/drawing/2014/main" id="{21741953-E552-5486-0D0B-34AA9D585A62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3974282" y="2829180"/>
                      <a:ext cx="130011" cy="20548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214" name="Ink 213">
                      <a:extLst>
                        <a:ext uri="{FF2B5EF4-FFF2-40B4-BE49-F238E27FC236}">
                          <a16:creationId xmlns:a16="http://schemas.microsoft.com/office/drawing/2014/main" id="{2214F8DC-9E85-CFB4-C586-8C04D33AA26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586922" y="2811837"/>
                    <a:ext cx="45720" cy="115920"/>
                  </p14:xfrm>
                </p:contentPart>
              </mc:Choice>
              <mc:Fallback xmlns="">
                <p:pic>
                  <p:nvPicPr>
                    <p:cNvPr id="214" name="Ink 213">
                      <a:extLst>
                        <a:ext uri="{FF2B5EF4-FFF2-40B4-BE49-F238E27FC236}">
                          <a16:creationId xmlns:a16="http://schemas.microsoft.com/office/drawing/2014/main" id="{2214F8DC-9E85-CFB4-C586-8C04D33AA260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3566739" y="2791766"/>
                      <a:ext cx="86497" cy="15647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215" name="Ink 214">
                      <a:extLst>
                        <a:ext uri="{FF2B5EF4-FFF2-40B4-BE49-F238E27FC236}">
                          <a16:creationId xmlns:a16="http://schemas.microsoft.com/office/drawing/2014/main" id="{8F39E7FA-9F71-95B7-F8F8-98BC9930625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57122" y="2849277"/>
                    <a:ext cx="68400" cy="111600"/>
                  </p14:xfrm>
                </p:contentPart>
              </mc:Choice>
              <mc:Fallback xmlns="">
                <p:pic>
                  <p:nvPicPr>
                    <p:cNvPr id="215" name="Ink 214">
                      <a:extLst>
                        <a:ext uri="{FF2B5EF4-FFF2-40B4-BE49-F238E27FC236}">
                          <a16:creationId xmlns:a16="http://schemas.microsoft.com/office/drawing/2014/main" id="{8F39E7FA-9F71-95B7-F8F8-98BC9930625B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3637053" y="2829246"/>
                      <a:ext cx="108949" cy="15207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206" name="Ink 205">
                    <a:extLst>
                      <a:ext uri="{FF2B5EF4-FFF2-40B4-BE49-F238E27FC236}">
                        <a16:creationId xmlns:a16="http://schemas.microsoft.com/office/drawing/2014/main" id="{22E8972A-FE6B-607B-8904-435EB50ACBFB}"/>
                      </a:ext>
                    </a:extLst>
                  </p14:cNvPr>
                  <p14:cNvContentPartPr/>
                  <p14:nvPr/>
                </p14:nvContentPartPr>
                <p14:xfrm>
                  <a:off x="3881762" y="2761437"/>
                  <a:ext cx="39240" cy="183960"/>
                </p14:xfrm>
              </p:contentPart>
            </mc:Choice>
            <mc:Fallback xmlns="">
              <p:pic>
                <p:nvPicPr>
                  <p:cNvPr id="206" name="Ink 205">
                    <a:extLst>
                      <a:ext uri="{FF2B5EF4-FFF2-40B4-BE49-F238E27FC236}">
                        <a16:creationId xmlns:a16="http://schemas.microsoft.com/office/drawing/2014/main" id="{22E8972A-FE6B-607B-8904-435EB50ACBFB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3861324" y="2741316"/>
                    <a:ext cx="79706" cy="22461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207" name="Ink 206">
                    <a:extLst>
                      <a:ext uri="{FF2B5EF4-FFF2-40B4-BE49-F238E27FC236}">
                        <a16:creationId xmlns:a16="http://schemas.microsoft.com/office/drawing/2014/main" id="{86B7058A-941C-0868-DF77-8D99BA5D832D}"/>
                      </a:ext>
                    </a:extLst>
                  </p14:cNvPr>
                  <p14:cNvContentPartPr/>
                  <p14:nvPr/>
                </p14:nvContentPartPr>
                <p14:xfrm>
                  <a:off x="3973922" y="2805717"/>
                  <a:ext cx="28080" cy="100080"/>
                </p14:xfrm>
              </p:contentPart>
            </mc:Choice>
            <mc:Fallback xmlns="">
              <p:pic>
                <p:nvPicPr>
                  <p:cNvPr id="207" name="Ink 206">
                    <a:extLst>
                      <a:ext uri="{FF2B5EF4-FFF2-40B4-BE49-F238E27FC236}">
                        <a16:creationId xmlns:a16="http://schemas.microsoft.com/office/drawing/2014/main" id="{86B7058A-941C-0868-DF77-8D99BA5D832D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953981" y="2785209"/>
                    <a:ext cx="68369" cy="1406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8233F936-05A9-397F-456E-D53F6504180C}"/>
                      </a:ext>
                    </a:extLst>
                  </p14:cNvPr>
                  <p14:cNvContentPartPr/>
                  <p14:nvPr/>
                </p14:nvContentPartPr>
                <p14:xfrm>
                  <a:off x="4181282" y="2786637"/>
                  <a:ext cx="15120" cy="126720"/>
                </p14:xfrm>
              </p:contentPart>
            </mc:Choice>
            <mc:Fallback xmlns=""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8233F936-05A9-397F-456E-D53F6504180C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4161258" y="2766542"/>
                    <a:ext cx="55576" cy="167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209" name="Ink 208">
                    <a:extLst>
                      <a:ext uri="{FF2B5EF4-FFF2-40B4-BE49-F238E27FC236}">
                        <a16:creationId xmlns:a16="http://schemas.microsoft.com/office/drawing/2014/main" id="{89A586F9-F43A-A8B2-3E49-A382E56EA06E}"/>
                      </a:ext>
                    </a:extLst>
                  </p14:cNvPr>
                  <p14:cNvContentPartPr/>
                  <p14:nvPr/>
                </p14:nvContentPartPr>
                <p14:xfrm>
                  <a:off x="4274882" y="2774397"/>
                  <a:ext cx="3600" cy="144360"/>
                </p14:xfrm>
              </p:contentPart>
            </mc:Choice>
            <mc:Fallback xmlns="">
              <p:pic>
                <p:nvPicPr>
                  <p:cNvPr id="209" name="Ink 208">
                    <a:extLst>
                      <a:ext uri="{FF2B5EF4-FFF2-40B4-BE49-F238E27FC236}">
                        <a16:creationId xmlns:a16="http://schemas.microsoft.com/office/drawing/2014/main" id="{89A586F9-F43A-A8B2-3E49-A382E56EA06E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4254882" y="2753949"/>
                    <a:ext cx="43200" cy="184846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C954021-D277-F130-250D-0F71B2EF182C}"/>
                    </a:ext>
                  </a:extLst>
                </p14:cNvPr>
                <p14:cNvContentPartPr/>
                <p14:nvPr/>
              </p14:nvContentPartPr>
              <p14:xfrm>
                <a:off x="2805362" y="2575317"/>
                <a:ext cx="93240" cy="593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C954021-D277-F130-250D-0F71B2EF18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84825" y="2555228"/>
                  <a:ext cx="133904" cy="6342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CB5F267-B87D-C61F-1F91-739A05F9F95D}"/>
                    </a:ext>
                  </a:extLst>
                </p14:cNvPr>
                <p14:cNvContentPartPr/>
                <p14:nvPr/>
              </p14:nvContentPartPr>
              <p14:xfrm>
                <a:off x="4296122" y="2460837"/>
                <a:ext cx="69840" cy="507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CB5F267-B87D-C61F-1F91-739A05F9F95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25057" y="2389487"/>
                  <a:ext cx="212379" cy="65035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68F807-1C83-24DC-802C-3F25D3BCDCD4}"/>
              </a:ext>
            </a:extLst>
          </p:cNvPr>
          <p:cNvGrpSpPr/>
          <p:nvPr/>
        </p:nvGrpSpPr>
        <p:grpSpPr>
          <a:xfrm>
            <a:off x="4827517" y="5108588"/>
            <a:ext cx="1039910" cy="1328963"/>
            <a:chOff x="9244407" y="2673134"/>
            <a:chExt cx="2027480" cy="2591035"/>
          </a:xfrm>
        </p:grpSpPr>
        <p:pic>
          <p:nvPicPr>
            <p:cNvPr id="13" name="Picture 12" descr="1,977 Melting Skull Royalty-Free Images, Stock Photos &amp; Pictures |  Shutterstock">
              <a:extLst>
                <a:ext uri="{FF2B5EF4-FFF2-40B4-BE49-F238E27FC236}">
                  <a16:creationId xmlns:a16="http://schemas.microsoft.com/office/drawing/2014/main" id="{278B167F-23AA-DE7E-7A23-8B015FE68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rcRect l="31808" t="6391" r="30823" b="15278"/>
            <a:stretch>
              <a:fillRect/>
            </a:stretch>
          </p:blipFill>
          <p:spPr>
            <a:xfrm>
              <a:off x="9626700" y="3755347"/>
              <a:ext cx="1226262" cy="1508822"/>
            </a:xfrm>
            <a:prstGeom prst="rect">
              <a:avLst/>
            </a:prstGeom>
          </p:spPr>
        </p:pic>
        <p:pic>
          <p:nvPicPr>
            <p:cNvPr id="132" name="Picture 131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ECE3624D-DC0C-6E5E-36F3-9BAFD67E5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rcRect l="34973" t="15237" r="34511" b="15843"/>
            <a:stretch>
              <a:fillRect/>
            </a:stretch>
          </p:blipFill>
          <p:spPr>
            <a:xfrm>
              <a:off x="9244407" y="3698339"/>
              <a:ext cx="495949" cy="1120070"/>
            </a:xfrm>
            <a:prstGeom prst="rect">
              <a:avLst/>
            </a:prstGeom>
          </p:spPr>
        </p:pic>
        <p:pic>
          <p:nvPicPr>
            <p:cNvPr id="133" name="Picture 132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8395B95C-79BD-1A10-737C-26B7B77BA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rcRect l="34973" t="15237" r="34511" b="15843"/>
            <a:stretch>
              <a:fillRect/>
            </a:stretch>
          </p:blipFill>
          <p:spPr>
            <a:xfrm>
              <a:off x="10775938" y="3224502"/>
              <a:ext cx="495949" cy="1120070"/>
            </a:xfrm>
            <a:prstGeom prst="rect">
              <a:avLst/>
            </a:prstGeom>
          </p:spPr>
        </p:pic>
        <p:pic>
          <p:nvPicPr>
            <p:cNvPr id="134" name="Picture 133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83E96089-1BA5-8CDD-508E-E0FB5FAC0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rcRect l="34973" t="15237" r="34511" b="15843"/>
            <a:stretch>
              <a:fillRect/>
            </a:stretch>
          </p:blipFill>
          <p:spPr>
            <a:xfrm>
              <a:off x="9988778" y="2673134"/>
              <a:ext cx="495948" cy="1120070"/>
            </a:xfrm>
            <a:prstGeom prst="rect">
              <a:avLst/>
            </a:prstGeom>
          </p:spPr>
        </p:pic>
      </p:grpSp>
      <p:pic>
        <p:nvPicPr>
          <p:cNvPr id="145" name="Picture 144" descr="Soldier - Free people icons">
            <a:extLst>
              <a:ext uri="{FF2B5EF4-FFF2-40B4-BE49-F238E27FC236}">
                <a16:creationId xmlns:a16="http://schemas.microsoft.com/office/drawing/2014/main" id="{10CE5A3A-60AC-BC52-F7EE-5AC5B1921AD1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81778" y="763706"/>
            <a:ext cx="1067491" cy="1067491"/>
          </a:xfrm>
          <a:prstGeom prst="rect">
            <a:avLst/>
          </a:prstGeom>
        </p:spPr>
      </p:pic>
      <p:pic>
        <p:nvPicPr>
          <p:cNvPr id="119" name="Picture 118" descr="Elite Icons, Logos, Symbols – Free Download PNG, SVG">
            <a:extLst>
              <a:ext uri="{FF2B5EF4-FFF2-40B4-BE49-F238E27FC236}">
                <a16:creationId xmlns:a16="http://schemas.microsoft.com/office/drawing/2014/main" id="{1D7B3A95-6F08-B7E6-6250-A08ECB10A9A3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l="11329" r="9381"/>
          <a:stretch>
            <a:fillRect/>
          </a:stretch>
        </p:blipFill>
        <p:spPr>
          <a:xfrm>
            <a:off x="7852618" y="3633028"/>
            <a:ext cx="1048026" cy="1321756"/>
          </a:xfrm>
          <a:prstGeom prst="rect">
            <a:avLst/>
          </a:prstGeom>
        </p:spPr>
      </p:pic>
      <p:pic>
        <p:nvPicPr>
          <p:cNvPr id="116" name="Picture 115" descr="9,000+ Fight Fist Icon Stock Illustrations, Royalty-Free Vector Graphics &amp;  Clip Art - iStock">
            <a:extLst>
              <a:ext uri="{FF2B5EF4-FFF2-40B4-BE49-F238E27FC236}">
                <a16:creationId xmlns:a16="http://schemas.microsoft.com/office/drawing/2014/main" id="{88E65344-B68E-F42E-7E94-C29251251414}"/>
              </a:ext>
            </a:extLst>
          </p:cNvPr>
          <p:cNvPicPr>
            <a:picLocks noChangeAspect="1"/>
          </p:cNvPicPr>
          <p:nvPr/>
        </p:nvPicPr>
        <p:blipFill>
          <a:blip r:embed="rId44"/>
          <a:srcRect l="19887" t="1795" r="11332"/>
          <a:stretch>
            <a:fillRect/>
          </a:stretch>
        </p:blipFill>
        <p:spPr>
          <a:xfrm>
            <a:off x="3445372" y="3633028"/>
            <a:ext cx="942441" cy="1345613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D07728CB-448F-57C3-3C6B-3097E8673572}"/>
              </a:ext>
            </a:extLst>
          </p:cNvPr>
          <p:cNvGrpSpPr/>
          <p:nvPr/>
        </p:nvGrpSpPr>
        <p:grpSpPr>
          <a:xfrm>
            <a:off x="4650302" y="2439863"/>
            <a:ext cx="1342307" cy="820446"/>
            <a:chOff x="5953442" y="3124942"/>
            <a:chExt cx="1702876" cy="1040833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84D5BA1-850B-2BCA-F4FE-0FE20D5EF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6506583" y="3143207"/>
              <a:ext cx="1149735" cy="1022568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71D5539-703B-0AFE-90B0-1EB54CF27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 rot="19479066">
              <a:off x="5953442" y="3124942"/>
              <a:ext cx="1106283" cy="266932"/>
            </a:xfrm>
            <a:prstGeom prst="rect">
              <a:avLst/>
            </a:prstGeom>
          </p:spPr>
        </p:pic>
      </p:grpSp>
      <p:pic>
        <p:nvPicPr>
          <p:cNvPr id="58" name="Picture 57" descr="Shield arrows protection security template icon – Royalty-Free Vector |  VectorStock">
            <a:extLst>
              <a:ext uri="{FF2B5EF4-FFF2-40B4-BE49-F238E27FC236}">
                <a16:creationId xmlns:a16="http://schemas.microsoft.com/office/drawing/2014/main" id="{1318DD3C-95A7-1FC8-7A76-DA78B70BDBAE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 rot="20361968">
            <a:off x="6381759" y="727496"/>
            <a:ext cx="968793" cy="12201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2E3D13-AE1C-3F22-74CF-9EC59AA31D97}"/>
              </a:ext>
            </a:extLst>
          </p:cNvPr>
          <p:cNvSpPr/>
          <p:nvPr/>
        </p:nvSpPr>
        <p:spPr>
          <a:xfrm>
            <a:off x="146494" y="61787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0EB9DD95-1227-6F13-1C52-2F69E2EB4301}"/>
              </a:ext>
            </a:extLst>
          </p:cNvPr>
          <p:cNvSpPr/>
          <p:nvPr/>
        </p:nvSpPr>
        <p:spPr>
          <a:xfrm>
            <a:off x="-88284" y="416213"/>
            <a:ext cx="1814086" cy="1727901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2A2757-9FC9-5E43-44FC-65B06016E4BF}"/>
              </a:ext>
            </a:extLst>
          </p:cNvPr>
          <p:cNvSpPr/>
          <p:nvPr/>
        </p:nvSpPr>
        <p:spPr>
          <a:xfrm>
            <a:off x="1648423" y="61787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A3E5F-294C-70B9-6B0D-17B9AE0C1462}"/>
              </a:ext>
            </a:extLst>
          </p:cNvPr>
          <p:cNvSpPr/>
          <p:nvPr/>
        </p:nvSpPr>
        <p:spPr>
          <a:xfrm>
            <a:off x="3162964" y="61787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1F88A5-ED42-91EB-C1D2-0B0B9C2FEEB3}"/>
              </a:ext>
            </a:extLst>
          </p:cNvPr>
          <p:cNvSpPr/>
          <p:nvPr/>
        </p:nvSpPr>
        <p:spPr>
          <a:xfrm>
            <a:off x="4652281" y="614727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8C9E6-DDFC-5E22-A514-A2DFEE154AB8}"/>
              </a:ext>
            </a:extLst>
          </p:cNvPr>
          <p:cNvSpPr/>
          <p:nvPr/>
        </p:nvSpPr>
        <p:spPr>
          <a:xfrm>
            <a:off x="6166822" y="614727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BEE271-E2DC-9247-5947-8BE994611784}"/>
              </a:ext>
            </a:extLst>
          </p:cNvPr>
          <p:cNvSpPr/>
          <p:nvPr/>
        </p:nvSpPr>
        <p:spPr>
          <a:xfrm>
            <a:off x="7656139" y="616630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871D4C-5DA6-71E2-F0B7-FF05BA9D7941}"/>
              </a:ext>
            </a:extLst>
          </p:cNvPr>
          <p:cNvSpPr/>
          <p:nvPr/>
        </p:nvSpPr>
        <p:spPr>
          <a:xfrm>
            <a:off x="9145456" y="61348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1CE4E0-99BC-1EEC-1DBA-E599294D62E0}"/>
              </a:ext>
            </a:extLst>
          </p:cNvPr>
          <p:cNvSpPr/>
          <p:nvPr/>
        </p:nvSpPr>
        <p:spPr>
          <a:xfrm>
            <a:off x="10659997" y="61348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C57E1E-C612-02E7-26A5-4FDBC6919F01}"/>
              </a:ext>
            </a:extLst>
          </p:cNvPr>
          <p:cNvSpPr/>
          <p:nvPr/>
        </p:nvSpPr>
        <p:spPr>
          <a:xfrm>
            <a:off x="1649476" y="210088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3B1403-0B36-1A10-B418-666BF6369ED9}"/>
              </a:ext>
            </a:extLst>
          </p:cNvPr>
          <p:cNvSpPr/>
          <p:nvPr/>
        </p:nvSpPr>
        <p:spPr>
          <a:xfrm>
            <a:off x="3164017" y="210088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5A5C52-CA06-04BC-8EFC-F754CB54A87F}"/>
              </a:ext>
            </a:extLst>
          </p:cNvPr>
          <p:cNvSpPr/>
          <p:nvPr/>
        </p:nvSpPr>
        <p:spPr>
          <a:xfrm>
            <a:off x="4653334" y="2097737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CE424E-9678-7D5D-8234-B7C1A77C6EE9}"/>
              </a:ext>
            </a:extLst>
          </p:cNvPr>
          <p:cNvSpPr/>
          <p:nvPr/>
        </p:nvSpPr>
        <p:spPr>
          <a:xfrm>
            <a:off x="6167875" y="2097737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142C81-412E-6C19-6146-EB6915DD352D}"/>
              </a:ext>
            </a:extLst>
          </p:cNvPr>
          <p:cNvSpPr/>
          <p:nvPr/>
        </p:nvSpPr>
        <p:spPr>
          <a:xfrm>
            <a:off x="7657192" y="2099640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D393FA-5BF3-C859-26A2-D91F064E5A03}"/>
              </a:ext>
            </a:extLst>
          </p:cNvPr>
          <p:cNvSpPr/>
          <p:nvPr/>
        </p:nvSpPr>
        <p:spPr>
          <a:xfrm>
            <a:off x="9146509" y="209649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699098-2155-CE4B-94B7-95AB68E06E5F}"/>
              </a:ext>
            </a:extLst>
          </p:cNvPr>
          <p:cNvSpPr/>
          <p:nvPr/>
        </p:nvSpPr>
        <p:spPr>
          <a:xfrm>
            <a:off x="10661050" y="209649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4FE8DF-A6DB-ED87-9DC8-37DA3F56F02C}"/>
              </a:ext>
            </a:extLst>
          </p:cNvPr>
          <p:cNvSpPr/>
          <p:nvPr/>
        </p:nvSpPr>
        <p:spPr>
          <a:xfrm>
            <a:off x="150947" y="2103581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Giant Icons - Free SVG &amp; PNG Giant Images - Noun Project">
            <a:extLst>
              <a:ext uri="{FF2B5EF4-FFF2-40B4-BE49-F238E27FC236}">
                <a16:creationId xmlns:a16="http://schemas.microsoft.com/office/drawing/2014/main" id="{7CFB21B9-5523-B93D-B26B-803A9CB8EC3D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804567" y="763706"/>
            <a:ext cx="1073632" cy="1073632"/>
          </a:xfrm>
          <a:prstGeom prst="rect">
            <a:avLst/>
          </a:prstGeom>
        </p:spPr>
      </p:pic>
      <p:sp>
        <p:nvSpPr>
          <p:cNvPr id="47" name="Multiplication Sign 46">
            <a:extLst>
              <a:ext uri="{FF2B5EF4-FFF2-40B4-BE49-F238E27FC236}">
                <a16:creationId xmlns:a16="http://schemas.microsoft.com/office/drawing/2014/main" id="{AB7B582D-9828-304D-8366-2831D6787179}"/>
              </a:ext>
            </a:extLst>
          </p:cNvPr>
          <p:cNvSpPr/>
          <p:nvPr/>
        </p:nvSpPr>
        <p:spPr>
          <a:xfrm>
            <a:off x="1428034" y="436571"/>
            <a:ext cx="1814086" cy="1727901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B6DEFF2-3A0E-7A68-D133-79A6DC206C7D}"/>
              </a:ext>
            </a:extLst>
          </p:cNvPr>
          <p:cNvGrpSpPr/>
          <p:nvPr/>
        </p:nvGrpSpPr>
        <p:grpSpPr>
          <a:xfrm>
            <a:off x="4749501" y="652563"/>
            <a:ext cx="1240852" cy="1307340"/>
            <a:chOff x="1445794" y="3386516"/>
            <a:chExt cx="1302697" cy="1372499"/>
          </a:xfrm>
        </p:grpSpPr>
        <p:pic>
          <p:nvPicPr>
            <p:cNvPr id="52" name="Picture 51" descr="Explosion - Free nature icons">
              <a:extLst>
                <a:ext uri="{FF2B5EF4-FFF2-40B4-BE49-F238E27FC236}">
                  <a16:creationId xmlns:a16="http://schemas.microsoft.com/office/drawing/2014/main" id="{39CDD0EA-4012-1A89-BCDB-B2F5B84E5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632328" y="4014427"/>
              <a:ext cx="587457" cy="587457"/>
            </a:xfrm>
            <a:prstGeom prst="rect">
              <a:avLst/>
            </a:prstGeom>
          </p:spPr>
        </p:pic>
        <p:pic>
          <p:nvPicPr>
            <p:cNvPr id="53" name="Picture 52" descr="Explosion - Free nature icons">
              <a:extLst>
                <a:ext uri="{FF2B5EF4-FFF2-40B4-BE49-F238E27FC236}">
                  <a16:creationId xmlns:a16="http://schemas.microsoft.com/office/drawing/2014/main" id="{2324822D-4E84-F974-404D-DC31CC5D8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08562" y="3687292"/>
              <a:ext cx="422445" cy="422445"/>
            </a:xfrm>
            <a:prstGeom prst="rect">
              <a:avLst/>
            </a:prstGeom>
          </p:spPr>
        </p:pic>
        <p:pic>
          <p:nvPicPr>
            <p:cNvPr id="54" name="Picture 53" descr="Explosion - Free nature icons">
              <a:extLst>
                <a:ext uri="{FF2B5EF4-FFF2-40B4-BE49-F238E27FC236}">
                  <a16:creationId xmlns:a16="http://schemas.microsoft.com/office/drawing/2014/main" id="{25FF2708-EC62-1499-0256-EF595DCBA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2008562" y="4019086"/>
              <a:ext cx="739929" cy="739929"/>
            </a:xfrm>
            <a:prstGeom prst="rect">
              <a:avLst/>
            </a:prstGeom>
          </p:spPr>
        </p:pic>
        <p:pic>
          <p:nvPicPr>
            <p:cNvPr id="55" name="Picture 54" descr="Bomb - Free weapons icons">
              <a:extLst>
                <a:ext uri="{FF2B5EF4-FFF2-40B4-BE49-F238E27FC236}">
                  <a16:creationId xmlns:a16="http://schemas.microsoft.com/office/drawing/2014/main" id="{A137DF44-CF02-E1E0-DD18-E7ECA4692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 rot="16549799">
              <a:off x="1990632" y="3386516"/>
              <a:ext cx="346655" cy="346655"/>
            </a:xfrm>
            <a:prstGeom prst="rect">
              <a:avLst/>
            </a:prstGeom>
          </p:spPr>
        </p:pic>
        <p:pic>
          <p:nvPicPr>
            <p:cNvPr id="56" name="Picture 55" descr="Bomb - Free weapons icons">
              <a:extLst>
                <a:ext uri="{FF2B5EF4-FFF2-40B4-BE49-F238E27FC236}">
                  <a16:creationId xmlns:a16="http://schemas.microsoft.com/office/drawing/2014/main" id="{6BF75E74-73FC-3446-FD70-9E7FAEFCA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 rot="16549799">
              <a:off x="1445794" y="3661591"/>
              <a:ext cx="344482" cy="344482"/>
            </a:xfrm>
            <a:prstGeom prst="rect">
              <a:avLst/>
            </a:prstGeom>
          </p:spPr>
        </p:pic>
        <p:pic>
          <p:nvPicPr>
            <p:cNvPr id="57" name="Picture 56" descr="Bomb - Free weapons icons">
              <a:extLst>
                <a:ext uri="{FF2B5EF4-FFF2-40B4-BE49-F238E27FC236}">
                  <a16:creationId xmlns:a16="http://schemas.microsoft.com/office/drawing/2014/main" id="{1C9698CE-4186-60F8-023A-F5854324E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 rot="16549799">
              <a:off x="1931221" y="3802409"/>
              <a:ext cx="346655" cy="346655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E0928DA-44DC-676D-68AF-35F6EAA95744}"/>
              </a:ext>
            </a:extLst>
          </p:cNvPr>
          <p:cNvGrpSpPr/>
          <p:nvPr/>
        </p:nvGrpSpPr>
        <p:grpSpPr>
          <a:xfrm>
            <a:off x="7660096" y="774008"/>
            <a:ext cx="1351193" cy="1012310"/>
            <a:chOff x="5702105" y="3177496"/>
            <a:chExt cx="2488638" cy="1864480"/>
          </a:xfrm>
        </p:grpSpPr>
        <p:pic>
          <p:nvPicPr>
            <p:cNvPr id="60" name="Graphic 59" descr="Prancing Horse - Wikipedia">
              <a:extLst>
                <a:ext uri="{FF2B5EF4-FFF2-40B4-BE49-F238E27FC236}">
                  <a16:creationId xmlns:a16="http://schemas.microsoft.com/office/drawing/2014/main" id="{F8A4E06F-0916-F504-0848-265F14CCF1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 rot="20191396">
              <a:off x="6842503" y="3177496"/>
              <a:ext cx="1348240" cy="1864480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1FE25CE-D69C-FB03-FD2A-0C119C9735B3}"/>
                </a:ext>
              </a:extLst>
            </p:cNvPr>
            <p:cNvGrpSpPr/>
            <p:nvPr/>
          </p:nvGrpSpPr>
          <p:grpSpPr>
            <a:xfrm rot="21430645">
              <a:off x="5702105" y="3646236"/>
              <a:ext cx="1227190" cy="1323839"/>
              <a:chOff x="4052911" y="4937513"/>
              <a:chExt cx="1077055" cy="1167544"/>
            </a:xfrm>
          </p:grpSpPr>
          <p:pic>
            <p:nvPicPr>
              <p:cNvPr id="62" name="Picture 2" descr="Lance Icon #332107 - Free Icons Library">
                <a:extLst>
                  <a:ext uri="{FF2B5EF4-FFF2-40B4-BE49-F238E27FC236}">
                    <a16:creationId xmlns:a16="http://schemas.microsoft.com/office/drawing/2014/main" id="{C58E7687-4D51-1B91-CE5D-505290ED4C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2911" y="49375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2" descr="Lance Icon #332107 - Free Icons Library">
                <a:extLst>
                  <a:ext uri="{FF2B5EF4-FFF2-40B4-BE49-F238E27FC236}">
                    <a16:creationId xmlns:a16="http://schemas.microsoft.com/office/drawing/2014/main" id="{C4550452-DA54-4772-1481-D630FBEC8D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7022" y="5010105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4" name="Picture 2" descr="Lance Icon #332107 - Free Icons Library">
                <a:extLst>
                  <a:ext uri="{FF2B5EF4-FFF2-40B4-BE49-F238E27FC236}">
                    <a16:creationId xmlns:a16="http://schemas.microsoft.com/office/drawing/2014/main" id="{EBDA8F75-25B6-3F7C-DF54-D31FAFC8F8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1343" y="52921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6FB9A72-BE57-F984-80A8-0EC9681036F9}"/>
              </a:ext>
            </a:extLst>
          </p:cNvPr>
          <p:cNvGrpSpPr/>
          <p:nvPr/>
        </p:nvGrpSpPr>
        <p:grpSpPr>
          <a:xfrm>
            <a:off x="9164374" y="766412"/>
            <a:ext cx="1334163" cy="1015296"/>
            <a:chOff x="6031535" y="699103"/>
            <a:chExt cx="1698771" cy="1292762"/>
          </a:xfrm>
        </p:grpSpPr>
        <p:pic>
          <p:nvPicPr>
            <p:cNvPr id="66" name="Picture 65" descr="Wind - Free weather icons">
              <a:extLst>
                <a:ext uri="{FF2B5EF4-FFF2-40B4-BE49-F238E27FC236}">
                  <a16:creationId xmlns:a16="http://schemas.microsoft.com/office/drawing/2014/main" id="{CA976565-D69F-34F9-B8C0-34BC24733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 flipH="1">
              <a:off x="6031535" y="1111951"/>
              <a:ext cx="849401" cy="849401"/>
            </a:xfrm>
            <a:prstGeom prst="rect">
              <a:avLst/>
            </a:prstGeom>
          </p:spPr>
        </p:pic>
        <p:pic>
          <p:nvPicPr>
            <p:cNvPr id="67" name="Picture 66" descr="Dashing Icons - Free SVG &amp; PNG Dashing Images - Noun Project">
              <a:extLst>
                <a:ext uri="{FF2B5EF4-FFF2-40B4-BE49-F238E27FC236}">
                  <a16:creationId xmlns:a16="http://schemas.microsoft.com/office/drawing/2014/main" id="{DB7D42C7-F16A-B883-AFDE-21883BA25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 rot="20818051">
              <a:off x="6672317" y="933876"/>
              <a:ext cx="1057989" cy="1057989"/>
            </a:xfrm>
            <a:prstGeom prst="rect">
              <a:avLst/>
            </a:prstGeom>
          </p:spPr>
        </p:pic>
        <p:pic>
          <p:nvPicPr>
            <p:cNvPr id="68" name="Picture 67" descr="Wind - Free weather icons">
              <a:extLst>
                <a:ext uri="{FF2B5EF4-FFF2-40B4-BE49-F238E27FC236}">
                  <a16:creationId xmlns:a16="http://schemas.microsoft.com/office/drawing/2014/main" id="{35574623-24A0-F7D3-3741-8325EDBB7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 flipH="1">
              <a:off x="6405786" y="699103"/>
              <a:ext cx="690913" cy="690913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CFC2E75-6D15-EC79-3E86-5EDA81DF8F74}"/>
              </a:ext>
            </a:extLst>
          </p:cNvPr>
          <p:cNvGrpSpPr/>
          <p:nvPr/>
        </p:nvGrpSpPr>
        <p:grpSpPr>
          <a:xfrm>
            <a:off x="10725440" y="670096"/>
            <a:ext cx="1240714" cy="1253814"/>
            <a:chOff x="3225336" y="2162574"/>
            <a:chExt cx="1240714" cy="1253814"/>
          </a:xfrm>
        </p:grpSpPr>
        <p:pic>
          <p:nvPicPr>
            <p:cNvPr id="69" name="Picture 68" descr="Scared - Free smileys icons">
              <a:extLst>
                <a:ext uri="{FF2B5EF4-FFF2-40B4-BE49-F238E27FC236}">
                  <a16:creationId xmlns:a16="http://schemas.microsoft.com/office/drawing/2014/main" id="{F36BB94B-926C-886E-73CA-BB91F797E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3608346" y="2558684"/>
              <a:ext cx="857704" cy="857704"/>
            </a:xfrm>
            <a:prstGeom prst="rect">
              <a:avLst/>
            </a:prstGeom>
          </p:spPr>
        </p:pic>
        <p:pic>
          <p:nvPicPr>
            <p:cNvPr id="70" name="Graphic 69" descr="Red Exclamation Mark Vector SVG Icon - SVG Repo">
              <a:extLst>
                <a:ext uri="{FF2B5EF4-FFF2-40B4-BE49-F238E27FC236}">
                  <a16:creationId xmlns:a16="http://schemas.microsoft.com/office/drawing/2014/main" id="{DDB6B6BC-C3EF-224D-0E94-E1AD74E50A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 rot="20287415">
              <a:off x="3504620" y="2162574"/>
              <a:ext cx="439665" cy="439665"/>
            </a:xfrm>
            <a:prstGeom prst="rect">
              <a:avLst/>
            </a:prstGeom>
          </p:spPr>
        </p:pic>
        <p:pic>
          <p:nvPicPr>
            <p:cNvPr id="71" name="Graphic 70" descr="Red Exclamation Mark Vector SVG Icon - SVG Repo">
              <a:extLst>
                <a:ext uri="{FF2B5EF4-FFF2-40B4-BE49-F238E27FC236}">
                  <a16:creationId xmlns:a16="http://schemas.microsoft.com/office/drawing/2014/main" id="{CD062C0D-75EC-43CE-1F47-56933811DC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 rot="19238679">
              <a:off x="3343771" y="2260165"/>
              <a:ext cx="439665" cy="439665"/>
            </a:xfrm>
            <a:prstGeom prst="rect">
              <a:avLst/>
            </a:prstGeom>
          </p:spPr>
        </p:pic>
        <p:pic>
          <p:nvPicPr>
            <p:cNvPr id="72" name="Graphic 71" descr="Red Exclamation Mark Vector SVG Icon - SVG Repo">
              <a:extLst>
                <a:ext uri="{FF2B5EF4-FFF2-40B4-BE49-F238E27FC236}">
                  <a16:creationId xmlns:a16="http://schemas.microsoft.com/office/drawing/2014/main" id="{E300BB93-ADCE-FA25-C565-4613531C13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 rot="17986993">
              <a:off x="3225336" y="2418248"/>
              <a:ext cx="439665" cy="439665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ABD146B-D126-FC8C-3643-9C90D5DBA3C7}"/>
              </a:ext>
            </a:extLst>
          </p:cNvPr>
          <p:cNvGrpSpPr/>
          <p:nvPr/>
        </p:nvGrpSpPr>
        <p:grpSpPr>
          <a:xfrm>
            <a:off x="-17572" y="2366132"/>
            <a:ext cx="1549331" cy="1109889"/>
            <a:chOff x="8931876" y="3332253"/>
            <a:chExt cx="1991665" cy="1426762"/>
          </a:xfrm>
        </p:grpSpPr>
        <p:pic>
          <p:nvPicPr>
            <p:cNvPr id="75" name="Picture 74" descr="Shooting range - Free security icons">
              <a:extLst>
                <a:ext uri="{FF2B5EF4-FFF2-40B4-BE49-F238E27FC236}">
                  <a16:creationId xmlns:a16="http://schemas.microsoft.com/office/drawing/2014/main" id="{464606DF-5C0B-6FAD-C7CE-43E28A470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8931876" y="3413402"/>
              <a:ext cx="1345613" cy="1345613"/>
            </a:xfrm>
            <a:prstGeom prst="rect">
              <a:avLst/>
            </a:prstGeom>
          </p:spPr>
        </p:pic>
        <p:sp>
          <p:nvSpPr>
            <p:cNvPr id="76" name="Arrow: Curved Down 75">
              <a:extLst>
                <a:ext uri="{FF2B5EF4-FFF2-40B4-BE49-F238E27FC236}">
                  <a16:creationId xmlns:a16="http://schemas.microsoft.com/office/drawing/2014/main" id="{E856102F-48EC-6E78-768B-1FD25693AB05}"/>
                </a:ext>
              </a:extLst>
            </p:cNvPr>
            <p:cNvSpPr/>
            <p:nvPr/>
          </p:nvSpPr>
          <p:spPr>
            <a:xfrm rot="891659" flipH="1">
              <a:off x="9512614" y="3332253"/>
              <a:ext cx="1410927" cy="835256"/>
            </a:xfrm>
            <a:prstGeom prst="curvedDownArrow">
              <a:avLst>
                <a:gd name="adj1" fmla="val 21290"/>
                <a:gd name="adj2" fmla="val 47391"/>
                <a:gd name="adj3" fmla="val 377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7" name="Picture 76" descr="Champion - Free sports and competition icons">
            <a:extLst>
              <a:ext uri="{FF2B5EF4-FFF2-40B4-BE49-F238E27FC236}">
                <a16:creationId xmlns:a16="http://schemas.microsoft.com/office/drawing/2014/main" id="{5B73BCD8-41BB-98D2-AD05-97CC3A54A645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165981" y="2716648"/>
            <a:ext cx="858074" cy="699740"/>
          </a:xfrm>
          <a:prstGeom prst="rect">
            <a:avLst/>
          </a:prstGeom>
        </p:spPr>
      </p:pic>
      <p:pic>
        <p:nvPicPr>
          <p:cNvPr id="79" name="Picture 78" descr="Melee Attack Icons - Free SVG &amp; PNG Melee Attack Images - Noun Project">
            <a:extLst>
              <a:ext uri="{FF2B5EF4-FFF2-40B4-BE49-F238E27FC236}">
                <a16:creationId xmlns:a16="http://schemas.microsoft.com/office/drawing/2014/main" id="{14190543-2949-365C-B4E7-3368C590590F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 rot="174804">
            <a:off x="1620884" y="2010271"/>
            <a:ext cx="1094167" cy="1094167"/>
          </a:xfrm>
          <a:prstGeom prst="rect">
            <a:avLst/>
          </a:prstGeom>
        </p:spPr>
      </p:pic>
      <p:pic>
        <p:nvPicPr>
          <p:cNvPr id="80" name="Picture 79" descr="Punch - Free hands and gestures icons">
            <a:extLst>
              <a:ext uri="{FF2B5EF4-FFF2-40B4-BE49-F238E27FC236}">
                <a16:creationId xmlns:a16="http://schemas.microsoft.com/office/drawing/2014/main" id="{834C4790-CBBE-D8E4-43C0-51A5E1386D33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3217637" y="2147963"/>
            <a:ext cx="1270764" cy="1270764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6B1D6A40-A2C3-A227-92E4-CD23F5E22EEB}"/>
              </a:ext>
            </a:extLst>
          </p:cNvPr>
          <p:cNvGrpSpPr/>
          <p:nvPr/>
        </p:nvGrpSpPr>
        <p:grpSpPr>
          <a:xfrm>
            <a:off x="7716376" y="2123325"/>
            <a:ext cx="1262745" cy="1292714"/>
            <a:chOff x="7896492" y="2283295"/>
            <a:chExt cx="1371447" cy="1403996"/>
          </a:xfrm>
        </p:grpSpPr>
        <p:pic>
          <p:nvPicPr>
            <p:cNvPr id="86" name="Picture 85" descr="Monster-skull - Free vector icons on creazilla.com">
              <a:extLst>
                <a:ext uri="{FF2B5EF4-FFF2-40B4-BE49-F238E27FC236}">
                  <a16:creationId xmlns:a16="http://schemas.microsoft.com/office/drawing/2014/main" id="{47338EB6-A9A5-06E1-9270-9BFB93B8F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7896492" y="2283295"/>
              <a:ext cx="1073627" cy="1073627"/>
            </a:xfrm>
            <a:prstGeom prst="rect">
              <a:avLst/>
            </a:prstGeom>
          </p:spPr>
        </p:pic>
        <p:pic>
          <p:nvPicPr>
            <p:cNvPr id="87" name="Picture 86" descr="Sniper - Free sports and competition icons">
              <a:extLst>
                <a:ext uri="{FF2B5EF4-FFF2-40B4-BE49-F238E27FC236}">
                  <a16:creationId xmlns:a16="http://schemas.microsoft.com/office/drawing/2014/main" id="{36A420C4-C0D8-9682-5DD3-DAA3D7BCC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8280016" y="2699368"/>
              <a:ext cx="987923" cy="987923"/>
            </a:xfrm>
            <a:prstGeom prst="rect">
              <a:avLst/>
            </a:prstGeom>
          </p:spPr>
        </p:pic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5E0935-DD63-57C4-E90D-1B999ED4E39B}"/>
              </a:ext>
            </a:extLst>
          </p:cNvPr>
          <p:cNvGrpSpPr/>
          <p:nvPr/>
        </p:nvGrpSpPr>
        <p:grpSpPr>
          <a:xfrm>
            <a:off x="9211283" y="2291050"/>
            <a:ext cx="1239945" cy="982487"/>
            <a:chOff x="8944579" y="4732969"/>
            <a:chExt cx="1766299" cy="1399550"/>
          </a:xfrm>
        </p:grpSpPr>
        <p:pic>
          <p:nvPicPr>
            <p:cNvPr id="90" name="Picture 89" descr="ShockWave Medical logo in transparent PNG format">
              <a:extLst>
                <a:ext uri="{FF2B5EF4-FFF2-40B4-BE49-F238E27FC236}">
                  <a16:creationId xmlns:a16="http://schemas.microsoft.com/office/drawing/2014/main" id="{B9E81D7C-E67D-2D72-AA5A-0AB03C4DC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 rot="16200000">
              <a:off x="9127954" y="4549594"/>
              <a:ext cx="1399550" cy="1766299"/>
            </a:xfrm>
            <a:prstGeom prst="rect">
              <a:avLst/>
            </a:prstGeom>
          </p:spPr>
        </p:pic>
        <p:pic>
          <p:nvPicPr>
            <p:cNvPr id="91" name="Picture 90" descr="Explosion - Free miscellaneous icons">
              <a:extLst>
                <a:ext uri="{FF2B5EF4-FFF2-40B4-BE49-F238E27FC236}">
                  <a16:creationId xmlns:a16="http://schemas.microsoft.com/office/drawing/2014/main" id="{C8AE4358-710E-0C3A-6DE9-127AB159B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9367811" y="4824226"/>
              <a:ext cx="980466" cy="980466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2C66C59-699E-5209-7364-EC843E8E1574}"/>
              </a:ext>
            </a:extLst>
          </p:cNvPr>
          <p:cNvGrpSpPr/>
          <p:nvPr/>
        </p:nvGrpSpPr>
        <p:grpSpPr>
          <a:xfrm>
            <a:off x="10715028" y="2186760"/>
            <a:ext cx="1253065" cy="1189796"/>
            <a:chOff x="3183582" y="1049456"/>
            <a:chExt cx="3939272" cy="3740374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D5025D2-0E08-27CE-BF65-A0DCF4AC74A8}"/>
                </a:ext>
              </a:extLst>
            </p:cNvPr>
            <p:cNvSpPr/>
            <p:nvPr/>
          </p:nvSpPr>
          <p:spPr>
            <a:xfrm>
              <a:off x="3553546" y="10494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161FC96-67E8-D995-0CE5-AAAF3534E1EB}"/>
                </a:ext>
              </a:extLst>
            </p:cNvPr>
            <p:cNvSpPr/>
            <p:nvPr/>
          </p:nvSpPr>
          <p:spPr>
            <a:xfrm>
              <a:off x="5169507" y="125651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4A53874-385C-40FA-A68B-380A9A26220E}"/>
                </a:ext>
              </a:extLst>
            </p:cNvPr>
            <p:cNvSpPr/>
            <p:nvPr/>
          </p:nvSpPr>
          <p:spPr>
            <a:xfrm>
              <a:off x="3183582" y="251460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A7A1900-3D70-68F3-C463-250AD5EC59B3}"/>
                </a:ext>
              </a:extLst>
            </p:cNvPr>
            <p:cNvSpPr/>
            <p:nvPr/>
          </p:nvSpPr>
          <p:spPr>
            <a:xfrm>
              <a:off x="4807951" y="38754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88E68E8-FF6B-0195-6BFD-B5E8C4FAABB9}"/>
                </a:ext>
              </a:extLst>
            </p:cNvPr>
            <p:cNvSpPr/>
            <p:nvPr/>
          </p:nvSpPr>
          <p:spPr>
            <a:xfrm>
              <a:off x="4291896" y="2958662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3212B1B-6AE6-9821-C7A2-82D6EC50B40C}"/>
                </a:ext>
              </a:extLst>
            </p:cNvPr>
            <p:cNvSpPr/>
            <p:nvPr/>
          </p:nvSpPr>
          <p:spPr>
            <a:xfrm>
              <a:off x="4222529" y="18424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1E829C70-E104-EEB8-AC36-9473750CD92B}"/>
                </a:ext>
              </a:extLst>
            </p:cNvPr>
            <p:cNvSpPr/>
            <p:nvPr/>
          </p:nvSpPr>
          <p:spPr>
            <a:xfrm>
              <a:off x="5261476" y="242158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B8A97EC-E17E-374C-9B04-703C91E38A08}"/>
                </a:ext>
              </a:extLst>
            </p:cNvPr>
            <p:cNvSpPr/>
            <p:nvPr/>
          </p:nvSpPr>
          <p:spPr>
            <a:xfrm>
              <a:off x="3454746" y="36176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72CAEAE-CFBC-58C7-665C-FB1D53142395}"/>
                </a:ext>
              </a:extLst>
            </p:cNvPr>
            <p:cNvSpPr/>
            <p:nvPr/>
          </p:nvSpPr>
          <p:spPr>
            <a:xfrm>
              <a:off x="5843223" y="337960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A99232D8-4210-3D2B-6A45-728F4D84649F}"/>
                </a:ext>
              </a:extLst>
            </p:cNvPr>
            <p:cNvSpPr/>
            <p:nvPr/>
          </p:nvSpPr>
          <p:spPr>
            <a:xfrm>
              <a:off x="6208454" y="19638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5486697-C6CF-4E63-EC3A-B003BFB9E8F9}"/>
              </a:ext>
            </a:extLst>
          </p:cNvPr>
          <p:cNvSpPr/>
          <p:nvPr/>
        </p:nvSpPr>
        <p:spPr>
          <a:xfrm>
            <a:off x="146494" y="3589289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5A12372-DA2F-7916-8F03-471B0324D8E9}"/>
              </a:ext>
            </a:extLst>
          </p:cNvPr>
          <p:cNvSpPr/>
          <p:nvPr/>
        </p:nvSpPr>
        <p:spPr>
          <a:xfrm>
            <a:off x="1654729" y="3589289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9C7458D-CFA4-CA03-FB75-AA5988AC5CC5}"/>
              </a:ext>
            </a:extLst>
          </p:cNvPr>
          <p:cNvSpPr/>
          <p:nvPr/>
        </p:nvSpPr>
        <p:spPr>
          <a:xfrm>
            <a:off x="3167888" y="359056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85F695D-0626-56B3-7741-D90964D0419B}"/>
              </a:ext>
            </a:extLst>
          </p:cNvPr>
          <p:cNvSpPr/>
          <p:nvPr/>
        </p:nvSpPr>
        <p:spPr>
          <a:xfrm>
            <a:off x="4676123" y="359056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FA49554-C1FE-6947-E9EE-6A759D68932F}"/>
              </a:ext>
            </a:extLst>
          </p:cNvPr>
          <p:cNvSpPr/>
          <p:nvPr/>
        </p:nvSpPr>
        <p:spPr>
          <a:xfrm>
            <a:off x="6178052" y="358705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700BFE2-6F1B-0732-DEB9-EE9266B34F76}"/>
              </a:ext>
            </a:extLst>
          </p:cNvPr>
          <p:cNvSpPr/>
          <p:nvPr/>
        </p:nvSpPr>
        <p:spPr>
          <a:xfrm>
            <a:off x="7686287" y="358705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9" name="Picture 108" descr="Weakness Basic Straight Flat icon | Freepik">
            <a:extLst>
              <a:ext uri="{FF2B5EF4-FFF2-40B4-BE49-F238E27FC236}">
                <a16:creationId xmlns:a16="http://schemas.microsoft.com/office/drawing/2014/main" id="{177EBB8E-16AE-DCB5-DC1B-76A1E51F8AF5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68200" y="3703144"/>
            <a:ext cx="1139418" cy="1139418"/>
          </a:xfrm>
          <a:prstGeom prst="rect">
            <a:avLst/>
          </a:prstGeom>
        </p:spPr>
      </p:pic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DCD373B-4EAD-46F1-C9FD-08236AFCB4EA}"/>
              </a:ext>
            </a:extLst>
          </p:cNvPr>
          <p:cNvGrpSpPr/>
          <p:nvPr/>
        </p:nvGrpSpPr>
        <p:grpSpPr>
          <a:xfrm>
            <a:off x="1863325" y="3556373"/>
            <a:ext cx="1156698" cy="1432959"/>
            <a:chOff x="5018535" y="632533"/>
            <a:chExt cx="2879639" cy="3567401"/>
          </a:xfrm>
        </p:grpSpPr>
        <p:pic>
          <p:nvPicPr>
            <p:cNvPr id="112" name="Picture 111" descr="Poison Bottle PNG Transparent SVG Vector | OnlyGFX.com">
              <a:extLst>
                <a:ext uri="{FF2B5EF4-FFF2-40B4-BE49-F238E27FC236}">
                  <a16:creationId xmlns:a16="http://schemas.microsoft.com/office/drawing/2014/main" id="{E3B9BA13-7D03-BFD7-ADC6-D6586E7DA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558150" y="796757"/>
              <a:ext cx="2340024" cy="3403177"/>
            </a:xfrm>
            <a:prstGeom prst="rect">
              <a:avLst/>
            </a:prstGeom>
          </p:spPr>
        </p:pic>
        <p:pic>
          <p:nvPicPr>
            <p:cNvPr id="113" name="Picture 112" descr="Bow arrow right Vector Icons free download in SVG, PNG Format">
              <a:extLst>
                <a:ext uri="{FF2B5EF4-FFF2-40B4-BE49-F238E27FC236}">
                  <a16:creationId xmlns:a16="http://schemas.microsoft.com/office/drawing/2014/main" id="{4E20D5F6-10C0-8992-7822-64A3800D2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rcRect t="37975" b="37189"/>
            <a:stretch>
              <a:fillRect/>
            </a:stretch>
          </p:blipFill>
          <p:spPr>
            <a:xfrm rot="18037172">
              <a:off x="4383152" y="2005591"/>
              <a:ext cx="3198378" cy="452262"/>
            </a:xfrm>
            <a:prstGeom prst="rect">
              <a:avLst/>
            </a:prstGeom>
          </p:spPr>
        </p:pic>
        <p:pic>
          <p:nvPicPr>
            <p:cNvPr id="114" name="Picture 113" descr="Bow arrow right Vector Icons free download in SVG, PNG Format">
              <a:extLst>
                <a:ext uri="{FF2B5EF4-FFF2-40B4-BE49-F238E27FC236}">
                  <a16:creationId xmlns:a16="http://schemas.microsoft.com/office/drawing/2014/main" id="{BC9BFB81-A26C-9C1D-A96E-A3BBBEA0C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rcRect t="37975" b="37189"/>
            <a:stretch>
              <a:fillRect/>
            </a:stretch>
          </p:blipFill>
          <p:spPr>
            <a:xfrm rot="17100000">
              <a:off x="3645477" y="2058101"/>
              <a:ext cx="3198378" cy="452262"/>
            </a:xfrm>
            <a:prstGeom prst="rect">
              <a:avLst/>
            </a:prstGeom>
          </p:spPr>
        </p:pic>
      </p:grpSp>
      <p:pic>
        <p:nvPicPr>
          <p:cNvPr id="117" name="Picture 116" descr="Unseen - Free icons">
            <a:extLst>
              <a:ext uri="{FF2B5EF4-FFF2-40B4-BE49-F238E27FC236}">
                <a16:creationId xmlns:a16="http://schemas.microsoft.com/office/drawing/2014/main" id="{ABEF55EE-D3AC-EC53-4E1A-6CCDD175FF4A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760980" y="3718001"/>
            <a:ext cx="1195580" cy="1195580"/>
          </a:xfrm>
          <a:prstGeom prst="rect">
            <a:avLst/>
          </a:prstGeom>
        </p:spPr>
      </p:pic>
      <p:pic>
        <p:nvPicPr>
          <p:cNvPr id="118" name="Picture 117" descr="Fire - Free hands and gestures icons">
            <a:extLst>
              <a:ext uri="{FF2B5EF4-FFF2-40B4-BE49-F238E27FC236}">
                <a16:creationId xmlns:a16="http://schemas.microsoft.com/office/drawing/2014/main" id="{32B1C84F-BE0A-0ACB-08A7-989C1FD5EA71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6289539" y="3679929"/>
            <a:ext cx="1178139" cy="117813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5AB261-1850-C5AC-3C35-673B540B247A}"/>
              </a:ext>
            </a:extLst>
          </p:cNvPr>
          <p:cNvSpPr/>
          <p:nvPr/>
        </p:nvSpPr>
        <p:spPr>
          <a:xfrm>
            <a:off x="9157157" y="3587053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033358-F926-8111-B612-5A225F0434D8}"/>
              </a:ext>
            </a:extLst>
          </p:cNvPr>
          <p:cNvSpPr/>
          <p:nvPr/>
        </p:nvSpPr>
        <p:spPr>
          <a:xfrm>
            <a:off x="10666303" y="3594429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8F27541-310E-08D7-1F48-171F5FA9E236}"/>
              </a:ext>
            </a:extLst>
          </p:cNvPr>
          <p:cNvGrpSpPr/>
          <p:nvPr/>
        </p:nvGrpSpPr>
        <p:grpSpPr>
          <a:xfrm>
            <a:off x="9204977" y="3635795"/>
            <a:ext cx="1266405" cy="1266405"/>
            <a:chOff x="5196187" y="1361975"/>
            <a:chExt cx="1600200" cy="16002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97E8B32-0943-C05F-0302-7E58B7349167}"/>
                </a:ext>
              </a:extLst>
            </p:cNvPr>
            <p:cNvSpPr/>
            <p:nvPr/>
          </p:nvSpPr>
          <p:spPr>
            <a:xfrm>
              <a:off x="5424448" y="1585062"/>
              <a:ext cx="1148181" cy="1148181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219E67C-4086-2523-5527-4770657C0DFA}"/>
                </a:ext>
              </a:extLst>
            </p:cNvPr>
            <p:cNvSpPr/>
            <p:nvPr/>
          </p:nvSpPr>
          <p:spPr>
            <a:xfrm>
              <a:off x="5539266" y="1699880"/>
              <a:ext cx="918545" cy="918545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E6AB753-9B5C-A21B-0486-0D3C04417DFC}"/>
                </a:ext>
              </a:extLst>
            </p:cNvPr>
            <p:cNvSpPr/>
            <p:nvPr/>
          </p:nvSpPr>
          <p:spPr>
            <a:xfrm>
              <a:off x="5654085" y="1814698"/>
              <a:ext cx="688908" cy="688908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B1D6FA8-70C2-2582-5829-F9888949B6CC}"/>
                </a:ext>
              </a:extLst>
            </p:cNvPr>
            <p:cNvSpPr/>
            <p:nvPr/>
          </p:nvSpPr>
          <p:spPr>
            <a:xfrm>
              <a:off x="5768903" y="1929516"/>
              <a:ext cx="459272" cy="459272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8ABA18D-5F45-8443-B9AF-561803EDF643}"/>
                </a:ext>
              </a:extLst>
            </p:cNvPr>
            <p:cNvSpPr/>
            <p:nvPr/>
          </p:nvSpPr>
          <p:spPr>
            <a:xfrm>
              <a:off x="5883721" y="2042637"/>
              <a:ext cx="229636" cy="229636"/>
            </a:xfrm>
            <a:prstGeom prst="ellipse">
              <a:avLst/>
            </a:prstGeom>
            <a:solidFill>
              <a:srgbClr val="C00000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Cross 87">
              <a:extLst>
                <a:ext uri="{FF2B5EF4-FFF2-40B4-BE49-F238E27FC236}">
                  <a16:creationId xmlns:a16="http://schemas.microsoft.com/office/drawing/2014/main" id="{3A83686C-A2CB-8921-3DF3-F918635553D2}"/>
                </a:ext>
              </a:extLst>
            </p:cNvPr>
            <p:cNvSpPr/>
            <p:nvPr/>
          </p:nvSpPr>
          <p:spPr>
            <a:xfrm>
              <a:off x="5196187" y="1361975"/>
              <a:ext cx="1600200" cy="1600200"/>
            </a:xfrm>
            <a:prstGeom prst="plus">
              <a:avLst>
                <a:gd name="adj" fmla="val 48448"/>
              </a:avLst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5" name="Picture 114" descr="Plate Armor Icons - Free SVG &amp; PNG Plate Armor Images - Noun Project">
            <a:extLst>
              <a:ext uri="{FF2B5EF4-FFF2-40B4-BE49-F238E27FC236}">
                <a16:creationId xmlns:a16="http://schemas.microsoft.com/office/drawing/2014/main" id="{010DEEFF-2CA3-CD2F-599E-7DB4768D5298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673905" y="3594429"/>
            <a:ext cx="1371601" cy="1371601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F1DC002-437A-E4BB-851C-9BA9C5A8F43F}"/>
              </a:ext>
            </a:extLst>
          </p:cNvPr>
          <p:cNvGrpSpPr/>
          <p:nvPr/>
        </p:nvGrpSpPr>
        <p:grpSpPr>
          <a:xfrm rot="20025729">
            <a:off x="3205916" y="659113"/>
            <a:ext cx="1320099" cy="1370612"/>
            <a:chOff x="4690113" y="2881848"/>
            <a:chExt cx="3383276" cy="3512735"/>
          </a:xfrm>
        </p:grpSpPr>
        <p:sp>
          <p:nvSpPr>
            <p:cNvPr id="125" name="Arrow: Right 124">
              <a:extLst>
                <a:ext uri="{FF2B5EF4-FFF2-40B4-BE49-F238E27FC236}">
                  <a16:creationId xmlns:a16="http://schemas.microsoft.com/office/drawing/2014/main" id="{EE54C470-2286-7F56-815E-58A7861B0989}"/>
                </a:ext>
              </a:extLst>
            </p:cNvPr>
            <p:cNvSpPr/>
            <p:nvPr/>
          </p:nvSpPr>
          <p:spPr>
            <a:xfrm rot="10800000">
              <a:off x="4690113" y="4297046"/>
              <a:ext cx="1882516" cy="507120"/>
            </a:xfrm>
            <a:prstGeom prst="rightArrow">
              <a:avLst>
                <a:gd name="adj1" fmla="val 45349"/>
                <a:gd name="adj2" fmla="val 175582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6" name="Picture 125" descr="Plate Armor Icons - Free SVG &amp; PNG Plate Armor Images - Noun Project">
              <a:extLst>
                <a:ext uri="{FF2B5EF4-FFF2-40B4-BE49-F238E27FC236}">
                  <a16:creationId xmlns:a16="http://schemas.microsoft.com/office/drawing/2014/main" id="{507E4A54-38F5-FFBA-7AA1-06DED7D5F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5240458" y="2881848"/>
              <a:ext cx="2629266" cy="3512735"/>
            </a:xfrm>
            <a:prstGeom prst="rect">
              <a:avLst/>
            </a:prstGeom>
          </p:spPr>
        </p:pic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19744E9-9359-037C-2D81-7F6C34DABA66}"/>
                </a:ext>
              </a:extLst>
            </p:cNvPr>
            <p:cNvSpPr/>
            <p:nvPr/>
          </p:nvSpPr>
          <p:spPr>
            <a:xfrm>
              <a:off x="6532653" y="3924524"/>
              <a:ext cx="668203" cy="120711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9DCAEE6-DBB3-42AE-006B-E87C1947C471}"/>
                </a:ext>
              </a:extLst>
            </p:cNvPr>
            <p:cNvSpPr/>
            <p:nvPr/>
          </p:nvSpPr>
          <p:spPr>
            <a:xfrm>
              <a:off x="6532652" y="4437576"/>
              <a:ext cx="1540737" cy="22606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911D585D-3DF9-7A05-9EBC-C936420BC94C}"/>
              </a:ext>
            </a:extLst>
          </p:cNvPr>
          <p:cNvSpPr/>
          <p:nvPr/>
        </p:nvSpPr>
        <p:spPr>
          <a:xfrm>
            <a:off x="146494" y="507474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FCAABA-0EE8-9F74-EC8C-0A9B0B7B3FFD}"/>
              </a:ext>
            </a:extLst>
          </p:cNvPr>
          <p:cNvSpPr/>
          <p:nvPr/>
        </p:nvSpPr>
        <p:spPr>
          <a:xfrm>
            <a:off x="1648423" y="5074744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F6933FF-DFA9-C3A5-F5AD-5325A360186C}"/>
              </a:ext>
            </a:extLst>
          </p:cNvPr>
          <p:cNvSpPr/>
          <p:nvPr/>
        </p:nvSpPr>
        <p:spPr>
          <a:xfrm>
            <a:off x="3150352" y="5080245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B3A6376-E332-AB84-DA32-EE02A52D687C}"/>
              </a:ext>
            </a:extLst>
          </p:cNvPr>
          <p:cNvGrpSpPr/>
          <p:nvPr/>
        </p:nvGrpSpPr>
        <p:grpSpPr>
          <a:xfrm>
            <a:off x="198316" y="5152538"/>
            <a:ext cx="1267956" cy="1216012"/>
            <a:chOff x="523002" y="4019867"/>
            <a:chExt cx="1555851" cy="1624937"/>
          </a:xfrm>
        </p:grpSpPr>
        <p:pic>
          <p:nvPicPr>
            <p:cNvPr id="120" name="Picture 119" descr="Sniper - Free sports and competition icons">
              <a:extLst>
                <a:ext uri="{FF2B5EF4-FFF2-40B4-BE49-F238E27FC236}">
                  <a16:creationId xmlns:a16="http://schemas.microsoft.com/office/drawing/2014/main" id="{FECABFE8-12AD-A482-FD6B-CEF4BE77E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096566" y="4812886"/>
              <a:ext cx="704102" cy="415632"/>
            </a:xfrm>
            <a:prstGeom prst="rect">
              <a:avLst/>
            </a:prstGeom>
          </p:spPr>
        </p:pic>
        <p:sp>
          <p:nvSpPr>
            <p:cNvPr id="121" name="Multiplication Sign 120">
              <a:extLst>
                <a:ext uri="{FF2B5EF4-FFF2-40B4-BE49-F238E27FC236}">
                  <a16:creationId xmlns:a16="http://schemas.microsoft.com/office/drawing/2014/main" id="{AAE582D7-D4EF-278B-E10C-F7568E8C3BFB}"/>
                </a:ext>
              </a:extLst>
            </p:cNvPr>
            <p:cNvSpPr/>
            <p:nvPr/>
          </p:nvSpPr>
          <p:spPr>
            <a:xfrm>
              <a:off x="1337627" y="4508019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Multiplication Sign 121">
              <a:extLst>
                <a:ext uri="{FF2B5EF4-FFF2-40B4-BE49-F238E27FC236}">
                  <a16:creationId xmlns:a16="http://schemas.microsoft.com/office/drawing/2014/main" id="{2E6025F7-66B5-2971-EF3B-CD789A8FC8E7}"/>
                </a:ext>
              </a:extLst>
            </p:cNvPr>
            <p:cNvSpPr/>
            <p:nvPr/>
          </p:nvSpPr>
          <p:spPr>
            <a:xfrm>
              <a:off x="1222949" y="5339937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Multiplication Sign 122">
              <a:extLst>
                <a:ext uri="{FF2B5EF4-FFF2-40B4-BE49-F238E27FC236}">
                  <a16:creationId xmlns:a16="http://schemas.microsoft.com/office/drawing/2014/main" id="{425377A4-E926-79B9-A0F9-20AADD259891}"/>
                </a:ext>
              </a:extLst>
            </p:cNvPr>
            <p:cNvSpPr/>
            <p:nvPr/>
          </p:nvSpPr>
          <p:spPr>
            <a:xfrm>
              <a:off x="523002" y="4965286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4EFB00E-86D4-4DEC-5370-12BCB1B9720A}"/>
                </a:ext>
              </a:extLst>
            </p:cNvPr>
            <p:cNvCxnSpPr>
              <a:cxnSpLocks/>
            </p:cNvCxnSpPr>
            <p:nvPr/>
          </p:nvCxnSpPr>
          <p:spPr>
            <a:xfrm>
              <a:off x="678958" y="4199661"/>
              <a:ext cx="224996" cy="85660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D7AF9188-46EF-9104-4E35-B3EBEBAE22FC}"/>
                </a:ext>
              </a:extLst>
            </p:cNvPr>
            <p:cNvCxnSpPr>
              <a:cxnSpLocks/>
            </p:cNvCxnSpPr>
            <p:nvPr/>
          </p:nvCxnSpPr>
          <p:spPr>
            <a:xfrm>
              <a:off x="1540691" y="4019867"/>
              <a:ext cx="149063" cy="56944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A76BEB3E-B173-972B-0084-AD60D26E5032}"/>
                </a:ext>
              </a:extLst>
            </p:cNvPr>
            <p:cNvCxnSpPr>
              <a:cxnSpLocks/>
            </p:cNvCxnSpPr>
            <p:nvPr/>
          </p:nvCxnSpPr>
          <p:spPr>
            <a:xfrm>
              <a:off x="1368566" y="4576381"/>
              <a:ext cx="224996" cy="85660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7965DF9-A1B5-A666-940D-C1A3CF3CF95C}"/>
              </a:ext>
            </a:extLst>
          </p:cNvPr>
          <p:cNvSpPr/>
          <p:nvPr/>
        </p:nvSpPr>
        <p:spPr>
          <a:xfrm>
            <a:off x="4652281" y="5089601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2ED9B1F-9E65-F7E9-4893-5DBCDCF7982E}"/>
              </a:ext>
            </a:extLst>
          </p:cNvPr>
          <p:cNvGrpSpPr/>
          <p:nvPr/>
        </p:nvGrpSpPr>
        <p:grpSpPr>
          <a:xfrm>
            <a:off x="1617108" y="5221124"/>
            <a:ext cx="1369909" cy="1417670"/>
            <a:chOff x="6506491" y="3837715"/>
            <a:chExt cx="2472964" cy="2559182"/>
          </a:xfrm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163EAAC8-14F0-78F3-6532-A34DC382FEA9}"/>
                </a:ext>
              </a:extLst>
            </p:cNvPr>
            <p:cNvGrpSpPr/>
            <p:nvPr/>
          </p:nvGrpSpPr>
          <p:grpSpPr>
            <a:xfrm>
              <a:off x="7440446" y="4624037"/>
              <a:ext cx="581425" cy="906660"/>
              <a:chOff x="8458200" y="3648744"/>
              <a:chExt cx="475989" cy="742246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42DE247C-24BE-17E7-7705-8706846C9BFF}"/>
                  </a:ext>
                </a:extLst>
              </p:cNvPr>
              <p:cNvSpPr/>
              <p:nvPr/>
            </p:nvSpPr>
            <p:spPr>
              <a:xfrm>
                <a:off x="8511436" y="3648744"/>
                <a:ext cx="369518" cy="371123"/>
              </a:xfrm>
              <a:prstGeom prst="ellipse">
                <a:avLst/>
              </a:prstGeom>
              <a:grpFill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3872E74A-1D5D-47DA-E116-AA1D98EC74A6}"/>
                  </a:ext>
                </a:extLst>
              </p:cNvPr>
              <p:cNvSpPr/>
              <p:nvPr/>
            </p:nvSpPr>
            <p:spPr>
              <a:xfrm>
                <a:off x="8458200" y="4019867"/>
                <a:ext cx="475989" cy="371123"/>
              </a:xfrm>
              <a:prstGeom prst="roundRect">
                <a:avLst/>
              </a:prstGeom>
              <a:grpFill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8" name="Arrow: Circular 137">
              <a:extLst>
                <a:ext uri="{FF2B5EF4-FFF2-40B4-BE49-F238E27FC236}">
                  <a16:creationId xmlns:a16="http://schemas.microsoft.com/office/drawing/2014/main" id="{58B3E706-2AEB-FDE4-7E09-1EF17493AD31}"/>
                </a:ext>
              </a:extLst>
            </p:cNvPr>
            <p:cNvSpPr/>
            <p:nvPr/>
          </p:nvSpPr>
          <p:spPr>
            <a:xfrm>
              <a:off x="6506491" y="3837715"/>
              <a:ext cx="2472964" cy="2559182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188471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C0CF90E-B34F-2597-0BBE-EC4A83D6E704}"/>
              </a:ext>
            </a:extLst>
          </p:cNvPr>
          <p:cNvGrpSpPr/>
          <p:nvPr/>
        </p:nvGrpSpPr>
        <p:grpSpPr>
          <a:xfrm>
            <a:off x="3285910" y="5178142"/>
            <a:ext cx="1100484" cy="972138"/>
            <a:chOff x="7554583" y="874283"/>
            <a:chExt cx="1301318" cy="1149549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763A9D9-2829-8465-35AE-079441D8C9B5}"/>
                </a:ext>
              </a:extLst>
            </p:cNvPr>
            <p:cNvSpPr/>
            <p:nvPr/>
          </p:nvSpPr>
          <p:spPr>
            <a:xfrm>
              <a:off x="8249458" y="1220958"/>
              <a:ext cx="360855" cy="23978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3" name="Picture 142" descr="Army - Free flags icons">
              <a:extLst>
                <a:ext uri="{FF2B5EF4-FFF2-40B4-BE49-F238E27FC236}">
                  <a16:creationId xmlns:a16="http://schemas.microsoft.com/office/drawing/2014/main" id="{5BAB6F4F-C2D5-2EC7-C0B1-A5143ECA4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374478" y="874283"/>
              <a:ext cx="481423" cy="481423"/>
            </a:xfrm>
            <a:prstGeom prst="rect">
              <a:avLst/>
            </a:prstGeom>
          </p:spPr>
        </p:pic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5092C567-8C33-459B-8C59-98078280574D}"/>
                </a:ext>
              </a:extLst>
            </p:cNvPr>
            <p:cNvGrpSpPr/>
            <p:nvPr/>
          </p:nvGrpSpPr>
          <p:grpSpPr>
            <a:xfrm rot="2194352">
              <a:off x="7554583" y="1403429"/>
              <a:ext cx="1130090" cy="620403"/>
              <a:chOff x="7392075" y="1929515"/>
              <a:chExt cx="1130090" cy="535501"/>
            </a:xfrm>
          </p:grpSpPr>
          <p:sp>
            <p:nvSpPr>
              <p:cNvPr id="168" name="Arrow: Right 167">
                <a:extLst>
                  <a:ext uri="{FF2B5EF4-FFF2-40B4-BE49-F238E27FC236}">
                    <a16:creationId xmlns:a16="http://schemas.microsoft.com/office/drawing/2014/main" id="{3E6020B8-C9A3-83B7-2DF7-514A9A607E6F}"/>
                  </a:ext>
                </a:extLst>
              </p:cNvPr>
              <p:cNvSpPr/>
              <p:nvPr/>
            </p:nvSpPr>
            <p:spPr>
              <a:xfrm rot="16200000">
                <a:off x="7304836" y="2021510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Arrow: Right 168">
                <a:extLst>
                  <a:ext uri="{FF2B5EF4-FFF2-40B4-BE49-F238E27FC236}">
                    <a16:creationId xmlns:a16="http://schemas.microsoft.com/office/drawing/2014/main" id="{86C5C6AB-437C-1A69-5F18-6B3630762D46}"/>
                  </a:ext>
                </a:extLst>
              </p:cNvPr>
              <p:cNvSpPr/>
              <p:nvPr/>
            </p:nvSpPr>
            <p:spPr>
              <a:xfrm rot="16200000">
                <a:off x="7691472" y="2021510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Arrow: Right 169">
                <a:extLst>
                  <a:ext uri="{FF2B5EF4-FFF2-40B4-BE49-F238E27FC236}">
                    <a16:creationId xmlns:a16="http://schemas.microsoft.com/office/drawing/2014/main" id="{D0CC1D2B-0DBC-1CEC-9A34-417BAA80717D}"/>
                  </a:ext>
                </a:extLst>
              </p:cNvPr>
              <p:cNvSpPr/>
              <p:nvPr/>
            </p:nvSpPr>
            <p:spPr>
              <a:xfrm rot="16200000">
                <a:off x="8078658" y="2016754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29024D9-E821-AF98-416B-1D8DA5889E00}"/>
              </a:ext>
            </a:extLst>
          </p:cNvPr>
          <p:cNvSpPr/>
          <p:nvPr/>
        </p:nvSpPr>
        <p:spPr>
          <a:xfrm>
            <a:off x="6178052" y="5089601"/>
            <a:ext cx="1371600" cy="13716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Necromancer - Free halloween icons">
            <a:extLst>
              <a:ext uri="{FF2B5EF4-FFF2-40B4-BE49-F238E27FC236}">
                <a16:creationId xmlns:a16="http://schemas.microsoft.com/office/drawing/2014/main" id="{12930885-6BB5-9DC7-3C89-C1DAC817A91E}"/>
              </a:ext>
            </a:extLst>
      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227064" y="5140237"/>
            <a:ext cx="1240614" cy="12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9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son Icon, Transparent Person.PNG Images &amp; Vector - FreeIconsPNG">
            <a:extLst>
              <a:ext uri="{FF2B5EF4-FFF2-40B4-BE49-F238E27FC236}">
                <a16:creationId xmlns:a16="http://schemas.microsoft.com/office/drawing/2014/main" id="{D64168F1-407E-A3C5-CFB1-BD6FF14D1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91" y="436572"/>
            <a:ext cx="1274904" cy="1354585"/>
          </a:xfrm>
          <a:prstGeom prst="rect">
            <a:avLst/>
          </a:prstGeom>
        </p:spPr>
      </p:pic>
      <p:sp>
        <p:nvSpPr>
          <p:cNvPr id="5" name="Multiplication Sign 4">
            <a:extLst>
              <a:ext uri="{FF2B5EF4-FFF2-40B4-BE49-F238E27FC236}">
                <a16:creationId xmlns:a16="http://schemas.microsoft.com/office/drawing/2014/main" id="{DEC59F5E-B7C2-A1CD-D33E-DE099C76C2E3}"/>
              </a:ext>
            </a:extLst>
          </p:cNvPr>
          <p:cNvSpPr/>
          <p:nvPr/>
        </p:nvSpPr>
        <p:spPr>
          <a:xfrm>
            <a:off x="0" y="200222"/>
            <a:ext cx="1814086" cy="1727901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AE9D2798-8AE9-48A2-28A3-7F152D4CF2E8}"/>
              </a:ext>
            </a:extLst>
          </p:cNvPr>
          <p:cNvSpPr/>
          <p:nvPr/>
        </p:nvSpPr>
        <p:spPr>
          <a:xfrm>
            <a:off x="4281914" y="485052"/>
            <a:ext cx="1814086" cy="1727901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Giant Icons - Free SVG &amp; PNG Giant Images - Noun Project">
            <a:extLst>
              <a:ext uri="{FF2B5EF4-FFF2-40B4-BE49-F238E27FC236}">
                <a16:creationId xmlns:a16="http://schemas.microsoft.com/office/drawing/2014/main" id="{99D3B10E-11B0-1386-86A7-ED5DD47AF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334" y="527356"/>
            <a:ext cx="1073632" cy="1073632"/>
          </a:xfrm>
          <a:prstGeom prst="rect">
            <a:avLst/>
          </a:prstGeom>
        </p:spPr>
      </p:pic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D53B5117-B509-0EF9-D75C-0629C58FF075}"/>
              </a:ext>
            </a:extLst>
          </p:cNvPr>
          <p:cNvSpPr/>
          <p:nvPr/>
        </p:nvSpPr>
        <p:spPr>
          <a:xfrm>
            <a:off x="1535107" y="200221"/>
            <a:ext cx="1814086" cy="1727901"/>
          </a:xfrm>
          <a:prstGeom prst="mathMultiply">
            <a:avLst>
              <a:gd name="adj1" fmla="val 6367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rmor - Free weapons icons">
            <a:extLst>
              <a:ext uri="{FF2B5EF4-FFF2-40B4-BE49-F238E27FC236}">
                <a16:creationId xmlns:a16="http://schemas.microsoft.com/office/drawing/2014/main" id="{FF326D58-CE8A-F101-7D1D-B2B658B72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405" y="1780162"/>
            <a:ext cx="1169191" cy="1169191"/>
          </a:xfrm>
          <a:prstGeom prst="rect">
            <a:avLst/>
          </a:prstGeom>
        </p:spPr>
      </p:pic>
      <p:pic>
        <p:nvPicPr>
          <p:cNvPr id="17" name="Picture 16" descr="Bomb - Free weapons icons">
            <a:extLst>
              <a:ext uri="{FF2B5EF4-FFF2-40B4-BE49-F238E27FC236}">
                <a16:creationId xmlns:a16="http://schemas.microsoft.com/office/drawing/2014/main" id="{B0BE576B-4254-F3B8-EA0B-EBC648FDD5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555" y="2027507"/>
            <a:ext cx="299545" cy="29954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7C09F29-0C8D-1BA1-AE8C-44675427ABFB}"/>
              </a:ext>
            </a:extLst>
          </p:cNvPr>
          <p:cNvGrpSpPr/>
          <p:nvPr/>
        </p:nvGrpSpPr>
        <p:grpSpPr>
          <a:xfrm>
            <a:off x="1445794" y="3386516"/>
            <a:ext cx="1302697" cy="1372499"/>
            <a:chOff x="1445794" y="3386516"/>
            <a:chExt cx="1302697" cy="1372499"/>
          </a:xfrm>
        </p:grpSpPr>
        <p:pic>
          <p:nvPicPr>
            <p:cNvPr id="14" name="Picture 13" descr="Explosion - Free nature icons">
              <a:extLst>
                <a:ext uri="{FF2B5EF4-FFF2-40B4-BE49-F238E27FC236}">
                  <a16:creationId xmlns:a16="http://schemas.microsoft.com/office/drawing/2014/main" id="{67CA18DC-0A56-3C20-778F-D3F210E3A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2328" y="4014427"/>
              <a:ext cx="587457" cy="587457"/>
            </a:xfrm>
            <a:prstGeom prst="rect">
              <a:avLst/>
            </a:prstGeom>
          </p:spPr>
        </p:pic>
        <p:pic>
          <p:nvPicPr>
            <p:cNvPr id="15" name="Picture 14" descr="Explosion - Free nature icons">
              <a:extLst>
                <a:ext uri="{FF2B5EF4-FFF2-40B4-BE49-F238E27FC236}">
                  <a16:creationId xmlns:a16="http://schemas.microsoft.com/office/drawing/2014/main" id="{9CDFED78-A6E6-25BB-1F4F-73840D498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08562" y="3687292"/>
              <a:ext cx="422445" cy="422445"/>
            </a:xfrm>
            <a:prstGeom prst="rect">
              <a:avLst/>
            </a:prstGeom>
          </p:spPr>
        </p:pic>
        <p:pic>
          <p:nvPicPr>
            <p:cNvPr id="16" name="Picture 15" descr="Explosion - Free nature icons">
              <a:extLst>
                <a:ext uri="{FF2B5EF4-FFF2-40B4-BE49-F238E27FC236}">
                  <a16:creationId xmlns:a16="http://schemas.microsoft.com/office/drawing/2014/main" id="{C09D9142-A19A-5D20-4754-5BAF76DD6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08562" y="4019086"/>
              <a:ext cx="739929" cy="739929"/>
            </a:xfrm>
            <a:prstGeom prst="rect">
              <a:avLst/>
            </a:prstGeom>
          </p:spPr>
        </p:pic>
        <p:pic>
          <p:nvPicPr>
            <p:cNvPr id="18" name="Picture 17" descr="Bomb - Free weapons icons">
              <a:extLst>
                <a:ext uri="{FF2B5EF4-FFF2-40B4-BE49-F238E27FC236}">
                  <a16:creationId xmlns:a16="http://schemas.microsoft.com/office/drawing/2014/main" id="{EA5E85D6-E9D9-6228-E39E-D2C4D2D1A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549799">
              <a:off x="1990632" y="3386516"/>
              <a:ext cx="346655" cy="346655"/>
            </a:xfrm>
            <a:prstGeom prst="rect">
              <a:avLst/>
            </a:prstGeom>
          </p:spPr>
        </p:pic>
        <p:pic>
          <p:nvPicPr>
            <p:cNvPr id="19" name="Picture 18" descr="Bomb - Free weapons icons">
              <a:extLst>
                <a:ext uri="{FF2B5EF4-FFF2-40B4-BE49-F238E27FC236}">
                  <a16:creationId xmlns:a16="http://schemas.microsoft.com/office/drawing/2014/main" id="{426B6E5B-CF81-2D34-5A53-EAD3F8999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549799">
              <a:off x="1445794" y="3661591"/>
              <a:ext cx="344482" cy="344482"/>
            </a:xfrm>
            <a:prstGeom prst="rect">
              <a:avLst/>
            </a:prstGeom>
          </p:spPr>
        </p:pic>
        <p:pic>
          <p:nvPicPr>
            <p:cNvPr id="20" name="Picture 19" descr="Bomb - Free weapons icons">
              <a:extLst>
                <a:ext uri="{FF2B5EF4-FFF2-40B4-BE49-F238E27FC236}">
                  <a16:creationId xmlns:a16="http://schemas.microsoft.com/office/drawing/2014/main" id="{D9AFA6C9-582E-02FE-24D2-3F42BF37A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16549799">
              <a:off x="1931221" y="3802409"/>
              <a:ext cx="346655" cy="346655"/>
            </a:xfrm>
            <a:prstGeom prst="rect">
              <a:avLst/>
            </a:prstGeom>
          </p:spPr>
        </p:pic>
      </p:grpSp>
      <p:pic>
        <p:nvPicPr>
          <p:cNvPr id="22" name="Picture 21" descr="Shield arrows protection security template icon – Royalty-Free Vector |  VectorStock">
            <a:extLst>
              <a:ext uri="{FF2B5EF4-FFF2-40B4-BE49-F238E27FC236}">
                <a16:creationId xmlns:a16="http://schemas.microsoft.com/office/drawing/2014/main" id="{29F0DFD8-4CD2-59BF-F2C4-D7815AC1BB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9658" y="2212954"/>
            <a:ext cx="591258" cy="74465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BEE6B7E-7901-C658-6A79-714E28937E58}"/>
              </a:ext>
            </a:extLst>
          </p:cNvPr>
          <p:cNvGrpSpPr/>
          <p:nvPr/>
        </p:nvGrpSpPr>
        <p:grpSpPr>
          <a:xfrm>
            <a:off x="490328" y="2065924"/>
            <a:ext cx="756554" cy="566808"/>
            <a:chOff x="5702105" y="3177496"/>
            <a:chExt cx="2488638" cy="1864480"/>
          </a:xfrm>
        </p:grpSpPr>
        <p:pic>
          <p:nvPicPr>
            <p:cNvPr id="23" name="Graphic 22" descr="Prancing Horse - Wikipedia">
              <a:extLst>
                <a:ext uri="{FF2B5EF4-FFF2-40B4-BE49-F238E27FC236}">
                  <a16:creationId xmlns:a16="http://schemas.microsoft.com/office/drawing/2014/main" id="{0B3A1EF6-86D9-39B3-2DDE-E356735F99F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191396">
              <a:off x="6842503" y="3177496"/>
              <a:ext cx="1348240" cy="1864480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8B6FEFF-D40A-C249-2FC7-CA3D6CC53CDE}"/>
                </a:ext>
              </a:extLst>
            </p:cNvPr>
            <p:cNvGrpSpPr/>
            <p:nvPr/>
          </p:nvGrpSpPr>
          <p:grpSpPr>
            <a:xfrm rot="21430645">
              <a:off x="5702105" y="3646236"/>
              <a:ext cx="1227190" cy="1323839"/>
              <a:chOff x="4052911" y="4937513"/>
              <a:chExt cx="1077055" cy="1167544"/>
            </a:xfrm>
          </p:grpSpPr>
          <p:pic>
            <p:nvPicPr>
              <p:cNvPr id="25" name="Picture 2" descr="Lance Icon #332107 - Free Icons Library">
                <a:extLst>
                  <a:ext uri="{FF2B5EF4-FFF2-40B4-BE49-F238E27FC236}">
                    <a16:creationId xmlns:a16="http://schemas.microsoft.com/office/drawing/2014/main" id="{C764E65C-74A4-C48B-9BFA-3E4A42EF05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2911" y="49375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 descr="Lance Icon #332107 - Free Icons Library">
                <a:extLst>
                  <a:ext uri="{FF2B5EF4-FFF2-40B4-BE49-F238E27FC236}">
                    <a16:creationId xmlns:a16="http://schemas.microsoft.com/office/drawing/2014/main" id="{893828AF-E553-A254-DC62-66B0AF6819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7022" y="5010105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 descr="Lance Icon #332107 - Free Icons Library">
                <a:extLst>
                  <a:ext uri="{FF2B5EF4-FFF2-40B4-BE49-F238E27FC236}">
                    <a16:creationId xmlns:a16="http://schemas.microsoft.com/office/drawing/2014/main" id="{0C10387E-24DE-545B-25A5-91805FA171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1343" y="5292113"/>
                <a:ext cx="812944" cy="8129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470B4F-A347-CC3B-C9EE-85C0CBEDBDDF}"/>
              </a:ext>
            </a:extLst>
          </p:cNvPr>
          <p:cNvGrpSpPr/>
          <p:nvPr/>
        </p:nvGrpSpPr>
        <p:grpSpPr>
          <a:xfrm>
            <a:off x="6031535" y="699103"/>
            <a:ext cx="1698771" cy="1292762"/>
            <a:chOff x="6031535" y="699103"/>
            <a:chExt cx="1698771" cy="1292762"/>
          </a:xfrm>
        </p:grpSpPr>
        <p:pic>
          <p:nvPicPr>
            <p:cNvPr id="29" name="Picture 28" descr="Wind - Free weather icons">
              <a:extLst>
                <a:ext uri="{FF2B5EF4-FFF2-40B4-BE49-F238E27FC236}">
                  <a16:creationId xmlns:a16="http://schemas.microsoft.com/office/drawing/2014/main" id="{804F130A-92B5-9F5F-FBD5-9FC82ABE5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6031535" y="1111951"/>
              <a:ext cx="849401" cy="849401"/>
            </a:xfrm>
            <a:prstGeom prst="rect">
              <a:avLst/>
            </a:prstGeom>
          </p:spPr>
        </p:pic>
        <p:pic>
          <p:nvPicPr>
            <p:cNvPr id="30" name="Picture 29" descr="Dashing Icons - Free SVG &amp; PNG Dashing Images - Noun Project">
              <a:extLst>
                <a:ext uri="{FF2B5EF4-FFF2-40B4-BE49-F238E27FC236}">
                  <a16:creationId xmlns:a16="http://schemas.microsoft.com/office/drawing/2014/main" id="{05CEE9B9-C666-7C20-B7CE-7C89093D9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818051">
              <a:off x="6672317" y="933876"/>
              <a:ext cx="1057989" cy="1057989"/>
            </a:xfrm>
            <a:prstGeom prst="rect">
              <a:avLst/>
            </a:prstGeom>
          </p:spPr>
        </p:pic>
        <p:pic>
          <p:nvPicPr>
            <p:cNvPr id="31" name="Picture 30" descr="Wind - Free weather icons">
              <a:extLst>
                <a:ext uri="{FF2B5EF4-FFF2-40B4-BE49-F238E27FC236}">
                  <a16:creationId xmlns:a16="http://schemas.microsoft.com/office/drawing/2014/main" id="{58998272-43BE-481E-53D4-9CD29E38F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6405786" y="699103"/>
              <a:ext cx="690913" cy="690913"/>
            </a:xfrm>
            <a:prstGeom prst="rect">
              <a:avLst/>
            </a:prstGeom>
          </p:spPr>
        </p:pic>
      </p:grpSp>
      <p:pic>
        <p:nvPicPr>
          <p:cNvPr id="33" name="Picture 32" descr="Scared - Free smileys icons">
            <a:extLst>
              <a:ext uri="{FF2B5EF4-FFF2-40B4-BE49-F238E27FC236}">
                <a16:creationId xmlns:a16="http://schemas.microsoft.com/office/drawing/2014/main" id="{361CF445-AF60-AF07-E653-C1F47F72EC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73978" y="895257"/>
            <a:ext cx="1278991" cy="1278991"/>
          </a:xfrm>
          <a:prstGeom prst="rect">
            <a:avLst/>
          </a:prstGeom>
        </p:spPr>
      </p:pic>
      <p:pic>
        <p:nvPicPr>
          <p:cNvPr id="34" name="Graphic 33" descr="Red Exclamation Mark Vector SVG Icon - SVG Repo">
            <a:extLst>
              <a:ext uri="{FF2B5EF4-FFF2-40B4-BE49-F238E27FC236}">
                <a16:creationId xmlns:a16="http://schemas.microsoft.com/office/drawing/2014/main" id="{8B402064-CF64-66EA-0C3F-82FC29D72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68948" y="4165774"/>
            <a:ext cx="770148" cy="770148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24DE76EB-B614-FE55-239F-09B6DA15E519}"/>
              </a:ext>
            </a:extLst>
          </p:cNvPr>
          <p:cNvGrpSpPr/>
          <p:nvPr/>
        </p:nvGrpSpPr>
        <p:grpSpPr>
          <a:xfrm>
            <a:off x="8931876" y="3332253"/>
            <a:ext cx="1991665" cy="1426762"/>
            <a:chOff x="8931876" y="3332253"/>
            <a:chExt cx="1991665" cy="1426762"/>
          </a:xfrm>
        </p:grpSpPr>
        <p:pic>
          <p:nvPicPr>
            <p:cNvPr id="35" name="Picture 34" descr="Shooting range - Free security icons">
              <a:extLst>
                <a:ext uri="{FF2B5EF4-FFF2-40B4-BE49-F238E27FC236}">
                  <a16:creationId xmlns:a16="http://schemas.microsoft.com/office/drawing/2014/main" id="{D8E9D1B9-B46A-EA15-7D81-514795F98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931876" y="3413402"/>
              <a:ext cx="1345613" cy="1345613"/>
            </a:xfrm>
            <a:prstGeom prst="rect">
              <a:avLst/>
            </a:prstGeom>
          </p:spPr>
        </p:pic>
        <p:sp>
          <p:nvSpPr>
            <p:cNvPr id="36" name="Arrow: Curved Down 35">
              <a:extLst>
                <a:ext uri="{FF2B5EF4-FFF2-40B4-BE49-F238E27FC236}">
                  <a16:creationId xmlns:a16="http://schemas.microsoft.com/office/drawing/2014/main" id="{EE33B45D-52C7-EFE9-FD44-B91BA3D0A5C3}"/>
                </a:ext>
              </a:extLst>
            </p:cNvPr>
            <p:cNvSpPr/>
            <p:nvPr/>
          </p:nvSpPr>
          <p:spPr>
            <a:xfrm rot="891659" flipH="1">
              <a:off x="9512614" y="3332253"/>
              <a:ext cx="1410927" cy="835256"/>
            </a:xfrm>
            <a:prstGeom prst="curvedDownArrow">
              <a:avLst>
                <a:gd name="adj1" fmla="val 21290"/>
                <a:gd name="adj2" fmla="val 47391"/>
                <a:gd name="adj3" fmla="val 37748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8" name="Picture 37" descr="Melee weapon - Free arrows icons">
            <a:extLst>
              <a:ext uri="{FF2B5EF4-FFF2-40B4-BE49-F238E27FC236}">
                <a16:creationId xmlns:a16="http://schemas.microsoft.com/office/drawing/2014/main" id="{6793FA9E-EE52-A07A-CC8B-D299CAB18D8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10265" y="4037090"/>
            <a:ext cx="1121633" cy="1121633"/>
          </a:xfrm>
          <a:prstGeom prst="rect">
            <a:avLst/>
          </a:prstGeom>
        </p:spPr>
      </p:pic>
      <p:pic>
        <p:nvPicPr>
          <p:cNvPr id="39" name="Picture 38" descr="Champion - Free sports and competition icons">
            <a:extLst>
              <a:ext uri="{FF2B5EF4-FFF2-40B4-BE49-F238E27FC236}">
                <a16:creationId xmlns:a16="http://schemas.microsoft.com/office/drawing/2014/main" id="{78ED7C5E-4776-1160-6E1D-D7C9056D59E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304" y="5402415"/>
            <a:ext cx="970533" cy="970533"/>
          </a:xfrm>
          <a:prstGeom prst="rect">
            <a:avLst/>
          </a:prstGeom>
        </p:spPr>
      </p:pic>
      <p:pic>
        <p:nvPicPr>
          <p:cNvPr id="40" name="Picture 39" descr="Melee Attack Icons - Free SVG &amp; PNG Melee Attack Images - Noun Project">
            <a:extLst>
              <a:ext uri="{FF2B5EF4-FFF2-40B4-BE49-F238E27FC236}">
                <a16:creationId xmlns:a16="http://schemas.microsoft.com/office/drawing/2014/main" id="{88DF0960-C078-74B6-FD81-D3FE061353F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2342" y="4864253"/>
            <a:ext cx="1268265" cy="1268265"/>
          </a:xfrm>
          <a:prstGeom prst="rect">
            <a:avLst/>
          </a:prstGeom>
        </p:spPr>
      </p:pic>
      <p:pic>
        <p:nvPicPr>
          <p:cNvPr id="41" name="Picture 40" descr="Punch - Free hands and gestures icons">
            <a:extLst>
              <a:ext uri="{FF2B5EF4-FFF2-40B4-BE49-F238E27FC236}">
                <a16:creationId xmlns:a16="http://schemas.microsoft.com/office/drawing/2014/main" id="{D27165C8-1F3F-EF35-FCAC-007AC5EEDBE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13949" y="520393"/>
            <a:ext cx="1270764" cy="127076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A047AAA-89A6-D845-AE17-427CF7DC9177}"/>
              </a:ext>
            </a:extLst>
          </p:cNvPr>
          <p:cNvGrpSpPr/>
          <p:nvPr/>
        </p:nvGrpSpPr>
        <p:grpSpPr>
          <a:xfrm>
            <a:off x="5953442" y="3124942"/>
            <a:ext cx="1702876" cy="1040833"/>
            <a:chOff x="5953442" y="3124942"/>
            <a:chExt cx="1702876" cy="1040833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5FF4A76-788B-6E9D-498A-D1812794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506583" y="3143207"/>
              <a:ext cx="1149735" cy="102256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79EA7D4-7D9E-AB1D-4EEB-0A2D5708FF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19479066">
              <a:off x="5953442" y="3124942"/>
              <a:ext cx="1106283" cy="266932"/>
            </a:xfrm>
            <a:prstGeom prst="rect">
              <a:avLst/>
            </a:prstGeom>
          </p:spPr>
        </p:pic>
      </p:grpSp>
      <p:pic>
        <p:nvPicPr>
          <p:cNvPr id="48" name="Picture 47" descr="Minimalist line art icon on pure white background, a single arrow following a parabolic arc trajectory flying from lower-left rising up over a hump and descending to lower-right, clear dashed arc line showing the parabolic flight path, arrowhead on the leading arrow, fletching on the tail, simple clean black outlines, minimal details, icon-style, no shading, no background elements, white background">
            <a:extLst>
              <a:ext uri="{FF2B5EF4-FFF2-40B4-BE49-F238E27FC236}">
                <a16:creationId xmlns:a16="http://schemas.microsoft.com/office/drawing/2014/main" id="{31FFB856-90BC-B193-BA3B-6EC333249657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1049" t="19338" r="9737" b="13932"/>
          <a:stretch>
            <a:fillRect/>
          </a:stretch>
        </p:blipFill>
        <p:spPr>
          <a:xfrm>
            <a:off x="7189076" y="4811636"/>
            <a:ext cx="1330610" cy="149457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85AA7F2-4A92-7B01-63C4-B080620FB41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25341" y="2585283"/>
            <a:ext cx="1068357" cy="947411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A1150B5-BDE1-2B34-A7BC-080EDE330D2B}"/>
              </a:ext>
            </a:extLst>
          </p:cNvPr>
          <p:cNvGrpSpPr/>
          <p:nvPr/>
        </p:nvGrpSpPr>
        <p:grpSpPr>
          <a:xfrm>
            <a:off x="7896492" y="2283295"/>
            <a:ext cx="1371447" cy="1403996"/>
            <a:chOff x="7896492" y="2283295"/>
            <a:chExt cx="1371447" cy="1403996"/>
          </a:xfrm>
        </p:grpSpPr>
        <p:pic>
          <p:nvPicPr>
            <p:cNvPr id="51" name="Picture 50" descr="Monster-skull - Free vector icons on creazilla.com">
              <a:extLst>
                <a:ext uri="{FF2B5EF4-FFF2-40B4-BE49-F238E27FC236}">
                  <a16:creationId xmlns:a16="http://schemas.microsoft.com/office/drawing/2014/main" id="{70B92E03-2AA1-B511-D6B7-AD3771653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896492" y="2283295"/>
              <a:ext cx="1073627" cy="1073627"/>
            </a:xfrm>
            <a:prstGeom prst="rect">
              <a:avLst/>
            </a:prstGeom>
          </p:spPr>
        </p:pic>
        <p:pic>
          <p:nvPicPr>
            <p:cNvPr id="53" name="Picture 52" descr="Sniper - Free sports and competition icons">
              <a:extLst>
                <a:ext uri="{FF2B5EF4-FFF2-40B4-BE49-F238E27FC236}">
                  <a16:creationId xmlns:a16="http://schemas.microsoft.com/office/drawing/2014/main" id="{E8E5171A-48EE-E577-6042-00FF77927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8280016" y="2699368"/>
              <a:ext cx="987923" cy="98792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445D10-8432-91F9-549F-B0CFA192D938}"/>
              </a:ext>
            </a:extLst>
          </p:cNvPr>
          <p:cNvGrpSpPr/>
          <p:nvPr/>
        </p:nvGrpSpPr>
        <p:grpSpPr>
          <a:xfrm>
            <a:off x="8944579" y="4732969"/>
            <a:ext cx="1766299" cy="1399550"/>
            <a:chOff x="8944579" y="4732969"/>
            <a:chExt cx="1766299" cy="1399550"/>
          </a:xfrm>
        </p:grpSpPr>
        <p:pic>
          <p:nvPicPr>
            <p:cNvPr id="56" name="Picture 55" descr="ShockWave Medical logo in transparent PNG format">
              <a:extLst>
                <a:ext uri="{FF2B5EF4-FFF2-40B4-BE49-F238E27FC236}">
                  <a16:creationId xmlns:a16="http://schemas.microsoft.com/office/drawing/2014/main" id="{3A04B5EE-6034-8469-2D14-813B091C0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16200000">
              <a:off x="9127954" y="4549594"/>
              <a:ext cx="1399550" cy="1766299"/>
            </a:xfrm>
            <a:prstGeom prst="rect">
              <a:avLst/>
            </a:prstGeom>
          </p:spPr>
        </p:pic>
        <p:pic>
          <p:nvPicPr>
            <p:cNvPr id="55" name="Picture 54" descr="Explosion - Free miscellaneous icons">
              <a:extLst>
                <a:ext uri="{FF2B5EF4-FFF2-40B4-BE49-F238E27FC236}">
                  <a16:creationId xmlns:a16="http://schemas.microsoft.com/office/drawing/2014/main" id="{DCEFE976-1582-E415-C621-BF793431F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9367811" y="4824226"/>
              <a:ext cx="980466" cy="980466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BDF4006-1E37-C7E7-4C38-A647BAAF0BB3}"/>
              </a:ext>
            </a:extLst>
          </p:cNvPr>
          <p:cNvGrpSpPr/>
          <p:nvPr/>
        </p:nvGrpSpPr>
        <p:grpSpPr>
          <a:xfrm>
            <a:off x="3280558" y="483419"/>
            <a:ext cx="1253065" cy="1189796"/>
            <a:chOff x="3183582" y="1049456"/>
            <a:chExt cx="3939272" cy="374037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33EF182-E1B8-1A1E-EA40-6F68B1A3BA69}"/>
                </a:ext>
              </a:extLst>
            </p:cNvPr>
            <p:cNvSpPr/>
            <p:nvPr/>
          </p:nvSpPr>
          <p:spPr>
            <a:xfrm>
              <a:off x="3553546" y="10494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0078932-9AA7-45E8-3526-AA4608D9AAD0}"/>
                </a:ext>
              </a:extLst>
            </p:cNvPr>
            <p:cNvSpPr/>
            <p:nvPr/>
          </p:nvSpPr>
          <p:spPr>
            <a:xfrm>
              <a:off x="5169507" y="125651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6971C72-DB72-5F23-1DA2-BCCF92821D47}"/>
                </a:ext>
              </a:extLst>
            </p:cNvPr>
            <p:cNvSpPr/>
            <p:nvPr/>
          </p:nvSpPr>
          <p:spPr>
            <a:xfrm>
              <a:off x="3183582" y="251460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B1780CC-E9CD-D5D7-676A-7C73C6FC6F11}"/>
                </a:ext>
              </a:extLst>
            </p:cNvPr>
            <p:cNvSpPr/>
            <p:nvPr/>
          </p:nvSpPr>
          <p:spPr>
            <a:xfrm>
              <a:off x="4807951" y="38754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8E53158-6F29-D814-E863-48B0868929D2}"/>
                </a:ext>
              </a:extLst>
            </p:cNvPr>
            <p:cNvSpPr/>
            <p:nvPr/>
          </p:nvSpPr>
          <p:spPr>
            <a:xfrm>
              <a:off x="4291896" y="2958662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4199D1E-30AD-12D8-503B-5414299BE4B4}"/>
                </a:ext>
              </a:extLst>
            </p:cNvPr>
            <p:cNvSpPr/>
            <p:nvPr/>
          </p:nvSpPr>
          <p:spPr>
            <a:xfrm>
              <a:off x="4222529" y="18424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6BA635F-DC98-352A-75E9-AACFD60DDB21}"/>
                </a:ext>
              </a:extLst>
            </p:cNvPr>
            <p:cNvSpPr/>
            <p:nvPr/>
          </p:nvSpPr>
          <p:spPr>
            <a:xfrm>
              <a:off x="5261476" y="242158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6FDE64E5-A05C-B76A-EB59-44AFE414E62F}"/>
                </a:ext>
              </a:extLst>
            </p:cNvPr>
            <p:cNvSpPr/>
            <p:nvPr/>
          </p:nvSpPr>
          <p:spPr>
            <a:xfrm>
              <a:off x="3454746" y="36176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C7AC6E9-8850-740C-2EF8-279BFFCA6AAC}"/>
                </a:ext>
              </a:extLst>
            </p:cNvPr>
            <p:cNvSpPr/>
            <p:nvPr/>
          </p:nvSpPr>
          <p:spPr>
            <a:xfrm>
              <a:off x="5843223" y="337960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C3B76EBE-E61C-D1B8-B153-CAC0B9280ADA}"/>
                </a:ext>
              </a:extLst>
            </p:cNvPr>
            <p:cNvSpPr/>
            <p:nvPr/>
          </p:nvSpPr>
          <p:spPr>
            <a:xfrm>
              <a:off x="6208454" y="19638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9" name="Picture 68" descr="Weakness Basic Straight Flat icon | Freepik">
            <a:extLst>
              <a:ext uri="{FF2B5EF4-FFF2-40B4-BE49-F238E27FC236}">
                <a16:creationId xmlns:a16="http://schemas.microsoft.com/office/drawing/2014/main" id="{C8D1F23A-BB1B-50F7-D9A9-6466A651647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50873" y="371491"/>
            <a:ext cx="804394" cy="804394"/>
          </a:xfrm>
          <a:prstGeom prst="rect">
            <a:avLst/>
          </a:prstGeom>
        </p:spPr>
      </p:pic>
      <p:pic>
        <p:nvPicPr>
          <p:cNvPr id="70" name="Picture 69" descr="9,000+ Fight Fist Icon Stock Illustrations, Royalty-Free Vector Graphics &amp;  Clip Art - iStock">
            <a:extLst>
              <a:ext uri="{FF2B5EF4-FFF2-40B4-BE49-F238E27FC236}">
                <a16:creationId xmlns:a16="http://schemas.microsoft.com/office/drawing/2014/main" id="{453EABB7-0647-A5E8-5C71-D514361D4A7C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19887" t="1795" r="11332"/>
          <a:stretch>
            <a:fillRect/>
          </a:stretch>
        </p:blipFill>
        <p:spPr>
          <a:xfrm>
            <a:off x="5116696" y="3923106"/>
            <a:ext cx="942441" cy="1345613"/>
          </a:xfrm>
          <a:prstGeom prst="rect">
            <a:avLst/>
          </a:prstGeom>
        </p:spPr>
      </p:pic>
      <p:pic>
        <p:nvPicPr>
          <p:cNvPr id="71" name="Picture 70" descr="Invisible Icon - Free PNG &amp; SVG 406621 - Noun Project">
            <a:extLst>
              <a:ext uri="{FF2B5EF4-FFF2-40B4-BE49-F238E27FC236}">
                <a16:creationId xmlns:a16="http://schemas.microsoft.com/office/drawing/2014/main" id="{D032BCA1-96EE-F4FE-3ABC-0256508821C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04014" y="2084542"/>
            <a:ext cx="987923" cy="987923"/>
          </a:xfrm>
          <a:prstGeom prst="rect">
            <a:avLst/>
          </a:prstGeom>
        </p:spPr>
      </p:pic>
      <p:pic>
        <p:nvPicPr>
          <p:cNvPr id="72" name="Picture 71" descr="Unseen - Free icons">
            <a:extLst>
              <a:ext uri="{FF2B5EF4-FFF2-40B4-BE49-F238E27FC236}">
                <a16:creationId xmlns:a16="http://schemas.microsoft.com/office/drawing/2014/main" id="{6D326D9E-1AAA-BAB7-6739-7C989A46427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989280" y="3002833"/>
            <a:ext cx="1195580" cy="1195580"/>
          </a:xfrm>
          <a:prstGeom prst="rect">
            <a:avLst/>
          </a:prstGeom>
        </p:spPr>
      </p:pic>
      <p:pic>
        <p:nvPicPr>
          <p:cNvPr id="74" name="Picture 73" descr="Fire - Free hands and gestures icons">
            <a:extLst>
              <a:ext uri="{FF2B5EF4-FFF2-40B4-BE49-F238E27FC236}">
                <a16:creationId xmlns:a16="http://schemas.microsoft.com/office/drawing/2014/main" id="{6F381F12-E87A-C222-3BEC-06953921140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152667" y="4992402"/>
            <a:ext cx="770839" cy="770839"/>
          </a:xfrm>
          <a:prstGeom prst="rect">
            <a:avLst/>
          </a:prstGeom>
        </p:spPr>
      </p:pic>
      <p:pic>
        <p:nvPicPr>
          <p:cNvPr id="75" name="Picture 74" descr="Elite Icons, Logos, Symbols – Free Download PNG, SVG">
            <a:extLst>
              <a:ext uri="{FF2B5EF4-FFF2-40B4-BE49-F238E27FC236}">
                <a16:creationId xmlns:a16="http://schemas.microsoft.com/office/drawing/2014/main" id="{C1B20F18-6E96-C0E8-7D76-831C9398DD39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11329" r="9381"/>
          <a:stretch>
            <a:fillRect/>
          </a:stretch>
        </p:blipFill>
        <p:spPr>
          <a:xfrm>
            <a:off x="6185069" y="4567137"/>
            <a:ext cx="911630" cy="1149735"/>
          </a:xfrm>
          <a:prstGeom prst="rect">
            <a:avLst/>
          </a:prstGeom>
        </p:spPr>
      </p:pic>
      <p:pic>
        <p:nvPicPr>
          <p:cNvPr id="2" name="Picture 1" descr="Necromancy Icons - Free SVG &amp; PNG Necromancy Images - Noun Project">
            <a:extLst>
              <a:ext uri="{FF2B5EF4-FFF2-40B4-BE49-F238E27FC236}">
                <a16:creationId xmlns:a16="http://schemas.microsoft.com/office/drawing/2014/main" id="{3F7BB3F3-27C3-1E56-7E4A-BFE8C6F7AE2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flipH="1">
            <a:off x="3206100" y="5268719"/>
            <a:ext cx="1335394" cy="1335394"/>
          </a:xfrm>
          <a:prstGeom prst="rect">
            <a:avLst/>
          </a:prstGeom>
        </p:spPr>
      </p:pic>
      <p:pic>
        <p:nvPicPr>
          <p:cNvPr id="3" name="Picture 2" descr="Necromancer - Free halloween icons">
            <a:extLst>
              <a:ext uri="{FF2B5EF4-FFF2-40B4-BE49-F238E27FC236}">
                <a16:creationId xmlns:a16="http://schemas.microsoft.com/office/drawing/2014/main" id="{BBA7314E-F796-8F91-9EE6-24D4F115695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2149" y="3034184"/>
            <a:ext cx="1240614" cy="12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9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19BC3BD-D7D4-680E-36F5-B92E799F0489}"/>
              </a:ext>
            </a:extLst>
          </p:cNvPr>
          <p:cNvGrpSpPr/>
          <p:nvPr/>
        </p:nvGrpSpPr>
        <p:grpSpPr>
          <a:xfrm>
            <a:off x="365194" y="324242"/>
            <a:ext cx="1418526" cy="1346903"/>
            <a:chOff x="3183582" y="1049456"/>
            <a:chExt cx="3939272" cy="374037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CAA8694-E673-F58C-2A4E-A625B428739A}"/>
                </a:ext>
              </a:extLst>
            </p:cNvPr>
            <p:cNvSpPr/>
            <p:nvPr/>
          </p:nvSpPr>
          <p:spPr>
            <a:xfrm>
              <a:off x="3553546" y="10494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34911CA-14A9-A9EB-87E5-02E0D239229B}"/>
                </a:ext>
              </a:extLst>
            </p:cNvPr>
            <p:cNvSpPr/>
            <p:nvPr/>
          </p:nvSpPr>
          <p:spPr>
            <a:xfrm>
              <a:off x="5169507" y="125651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02434C7-9BF3-2770-158F-04F3E618C406}"/>
                </a:ext>
              </a:extLst>
            </p:cNvPr>
            <p:cNvSpPr/>
            <p:nvPr/>
          </p:nvSpPr>
          <p:spPr>
            <a:xfrm>
              <a:off x="3183582" y="251460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73081A6-9902-EB68-970C-373EF84CCECA}"/>
                </a:ext>
              </a:extLst>
            </p:cNvPr>
            <p:cNvSpPr/>
            <p:nvPr/>
          </p:nvSpPr>
          <p:spPr>
            <a:xfrm>
              <a:off x="4807951" y="3875430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2CE0EA1-D07A-C664-CA12-D5ED99D303EB}"/>
                </a:ext>
              </a:extLst>
            </p:cNvPr>
            <p:cNvSpPr/>
            <p:nvPr/>
          </p:nvSpPr>
          <p:spPr>
            <a:xfrm>
              <a:off x="4291896" y="2958662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D899DC8-76F9-1A2D-4D14-33A4831D4B14}"/>
                </a:ext>
              </a:extLst>
            </p:cNvPr>
            <p:cNvSpPr/>
            <p:nvPr/>
          </p:nvSpPr>
          <p:spPr>
            <a:xfrm>
              <a:off x="4222529" y="18424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A8B11C5-F1A5-731C-E4A5-D793D56CC3B7}"/>
                </a:ext>
              </a:extLst>
            </p:cNvPr>
            <p:cNvSpPr/>
            <p:nvPr/>
          </p:nvSpPr>
          <p:spPr>
            <a:xfrm>
              <a:off x="5261476" y="2421583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0B92C14-9498-7119-80BC-52FC1BF351D4}"/>
                </a:ext>
              </a:extLst>
            </p:cNvPr>
            <p:cNvSpPr/>
            <p:nvPr/>
          </p:nvSpPr>
          <p:spPr>
            <a:xfrm>
              <a:off x="3454746" y="361766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8347CFE-8E9B-26F4-FF00-72D6C52D84E8}"/>
                </a:ext>
              </a:extLst>
            </p:cNvPr>
            <p:cNvSpPr/>
            <p:nvPr/>
          </p:nvSpPr>
          <p:spPr>
            <a:xfrm>
              <a:off x="5843223" y="3379602"/>
              <a:ext cx="914400" cy="914400"/>
            </a:xfrm>
            <a:prstGeom prst="ellipse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CB1983C-BD8F-FCEC-E2D9-41320357777B}"/>
                </a:ext>
              </a:extLst>
            </p:cNvPr>
            <p:cNvSpPr/>
            <p:nvPr/>
          </p:nvSpPr>
          <p:spPr>
            <a:xfrm>
              <a:off x="6208454" y="1963856"/>
              <a:ext cx="914400" cy="914400"/>
            </a:xfrm>
            <a:prstGeom prst="ellips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983E6EC-C722-A27A-B919-0AEFB46D87F9}"/>
              </a:ext>
            </a:extLst>
          </p:cNvPr>
          <p:cNvGrpSpPr/>
          <p:nvPr/>
        </p:nvGrpSpPr>
        <p:grpSpPr>
          <a:xfrm>
            <a:off x="2962713" y="549483"/>
            <a:ext cx="965638" cy="1196267"/>
            <a:chOff x="5018535" y="632533"/>
            <a:chExt cx="2879639" cy="3567401"/>
          </a:xfrm>
        </p:grpSpPr>
        <p:pic>
          <p:nvPicPr>
            <p:cNvPr id="45" name="Picture 44" descr="Poison Bottle PNG Transparent SVG Vector | OnlyGFX.com">
              <a:extLst>
                <a:ext uri="{FF2B5EF4-FFF2-40B4-BE49-F238E27FC236}">
                  <a16:creationId xmlns:a16="http://schemas.microsoft.com/office/drawing/2014/main" id="{26623AE6-E853-AA50-C125-097AF98AC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58150" y="796757"/>
              <a:ext cx="2340024" cy="3403177"/>
            </a:xfrm>
            <a:prstGeom prst="rect">
              <a:avLst/>
            </a:prstGeom>
          </p:spPr>
        </p:pic>
        <p:pic>
          <p:nvPicPr>
            <p:cNvPr id="47" name="Picture 46" descr="Bow arrow right Vector Icons free download in SVG, PNG Format">
              <a:extLst>
                <a:ext uri="{FF2B5EF4-FFF2-40B4-BE49-F238E27FC236}">
                  <a16:creationId xmlns:a16="http://schemas.microsoft.com/office/drawing/2014/main" id="{D3ACBAF4-48CF-0217-C184-C75CC1658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7975" b="37189"/>
            <a:stretch>
              <a:fillRect/>
            </a:stretch>
          </p:blipFill>
          <p:spPr>
            <a:xfrm rot="18037172">
              <a:off x="4383152" y="2005591"/>
              <a:ext cx="3198378" cy="452262"/>
            </a:xfrm>
            <a:prstGeom prst="rect">
              <a:avLst/>
            </a:prstGeom>
          </p:spPr>
        </p:pic>
        <p:pic>
          <p:nvPicPr>
            <p:cNvPr id="48" name="Picture 47" descr="Bow arrow right Vector Icons free download in SVG, PNG Format">
              <a:extLst>
                <a:ext uri="{FF2B5EF4-FFF2-40B4-BE49-F238E27FC236}">
                  <a16:creationId xmlns:a16="http://schemas.microsoft.com/office/drawing/2014/main" id="{B51260D1-FD02-A410-28AF-C76F9FCA0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7975" b="37189"/>
            <a:stretch>
              <a:fillRect/>
            </a:stretch>
          </p:blipFill>
          <p:spPr>
            <a:xfrm rot="17100000">
              <a:off x="3645477" y="2058101"/>
              <a:ext cx="3198378" cy="452262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D05C43-D2FE-6035-5EC3-BBF97DAB4A2B}"/>
              </a:ext>
            </a:extLst>
          </p:cNvPr>
          <p:cNvGrpSpPr/>
          <p:nvPr/>
        </p:nvGrpSpPr>
        <p:grpSpPr>
          <a:xfrm>
            <a:off x="5196187" y="1361975"/>
            <a:ext cx="1600200" cy="1600200"/>
            <a:chOff x="5196187" y="1361975"/>
            <a:chExt cx="1600200" cy="16002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AC4A0C3-9BF5-F30E-C176-503BB619C5A6}"/>
                </a:ext>
              </a:extLst>
            </p:cNvPr>
            <p:cNvSpPr/>
            <p:nvPr/>
          </p:nvSpPr>
          <p:spPr>
            <a:xfrm>
              <a:off x="5424448" y="1585062"/>
              <a:ext cx="1148181" cy="1148181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19EC58-5F76-06EE-5DD1-12530223E465}"/>
                </a:ext>
              </a:extLst>
            </p:cNvPr>
            <p:cNvSpPr/>
            <p:nvPr/>
          </p:nvSpPr>
          <p:spPr>
            <a:xfrm>
              <a:off x="5539266" y="1699880"/>
              <a:ext cx="918545" cy="918545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7319388-4D00-C0D8-F7EA-65A50E36767E}"/>
                </a:ext>
              </a:extLst>
            </p:cNvPr>
            <p:cNvSpPr/>
            <p:nvPr/>
          </p:nvSpPr>
          <p:spPr>
            <a:xfrm>
              <a:off x="5654085" y="1814698"/>
              <a:ext cx="688908" cy="688908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303407-6808-15F8-9C64-DE6F8AF666C5}"/>
                </a:ext>
              </a:extLst>
            </p:cNvPr>
            <p:cNvSpPr/>
            <p:nvPr/>
          </p:nvSpPr>
          <p:spPr>
            <a:xfrm>
              <a:off x="5768903" y="1929516"/>
              <a:ext cx="459272" cy="459272"/>
            </a:xfrm>
            <a:prstGeom prst="ellipse">
              <a:avLst/>
            </a:prstGeom>
            <a:noFill/>
            <a:ln w="762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B8806E0-E2B9-3173-AD5B-6013517D0959}"/>
                </a:ext>
              </a:extLst>
            </p:cNvPr>
            <p:cNvSpPr/>
            <p:nvPr/>
          </p:nvSpPr>
          <p:spPr>
            <a:xfrm>
              <a:off x="5883721" y="2042637"/>
              <a:ext cx="229636" cy="229636"/>
            </a:xfrm>
            <a:prstGeom prst="ellipse">
              <a:avLst/>
            </a:prstGeom>
            <a:solidFill>
              <a:srgbClr val="C00000"/>
            </a:solidFill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75674600-07FA-A93B-BD53-2A6BB50460D5}"/>
                </a:ext>
              </a:extLst>
            </p:cNvPr>
            <p:cNvSpPr/>
            <p:nvPr/>
          </p:nvSpPr>
          <p:spPr>
            <a:xfrm>
              <a:off x="5196187" y="1361975"/>
              <a:ext cx="1600200" cy="1600200"/>
            </a:xfrm>
            <a:prstGeom prst="plus">
              <a:avLst>
                <a:gd name="adj" fmla="val 48448"/>
              </a:avLst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9" descr="Plate Armor Icons - Free SVG &amp; PNG Plate Armor Images - Noun Project">
            <a:extLst>
              <a:ext uri="{FF2B5EF4-FFF2-40B4-BE49-F238E27FC236}">
                <a16:creationId xmlns:a16="http://schemas.microsoft.com/office/drawing/2014/main" id="{174EF40F-1BB8-9776-BE37-585D3C678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73" y="2027413"/>
            <a:ext cx="1425113" cy="1425113"/>
          </a:xfrm>
          <a:prstGeom prst="rect">
            <a:avLst/>
          </a:prstGeom>
        </p:spPr>
      </p:pic>
      <p:pic>
        <p:nvPicPr>
          <p:cNvPr id="31" name="Picture 30" descr="Plate Armor Icons - Free SVG &amp; PNG Plate Armor Images - Noun Project">
            <a:extLst>
              <a:ext uri="{FF2B5EF4-FFF2-40B4-BE49-F238E27FC236}">
                <a16:creationId xmlns:a16="http://schemas.microsoft.com/office/drawing/2014/main" id="{68BAB251-074B-4AC3-B013-F814CE3E1D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84"/>
          <a:stretch>
            <a:fillRect/>
          </a:stretch>
        </p:blipFill>
        <p:spPr>
          <a:xfrm rot="20576691">
            <a:off x="2793542" y="3391095"/>
            <a:ext cx="972590" cy="485473"/>
          </a:xfrm>
          <a:prstGeom prst="rect">
            <a:avLst/>
          </a:prstGeom>
        </p:spPr>
      </p:pic>
      <p:pic>
        <p:nvPicPr>
          <p:cNvPr id="32" name="Picture 31" descr="Plate Armor Icons - Free SVG &amp; PNG Plate Armor Images - Noun Project">
            <a:extLst>
              <a:ext uri="{FF2B5EF4-FFF2-40B4-BE49-F238E27FC236}">
                <a16:creationId xmlns:a16="http://schemas.microsoft.com/office/drawing/2014/main" id="{31C447C9-DFFC-C388-C0A0-9A4B38EBEA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915"/>
          <a:stretch>
            <a:fillRect/>
          </a:stretch>
        </p:blipFill>
        <p:spPr>
          <a:xfrm rot="989943">
            <a:off x="2764737" y="4147946"/>
            <a:ext cx="972590" cy="487116"/>
          </a:xfrm>
          <a:prstGeom prst="rect">
            <a:avLst/>
          </a:prstGeom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AE09D633-DD2E-0CFC-0697-9D54B743AEB5}"/>
              </a:ext>
            </a:extLst>
          </p:cNvPr>
          <p:cNvSpPr/>
          <p:nvPr/>
        </p:nvSpPr>
        <p:spPr>
          <a:xfrm rot="10800000">
            <a:off x="3005259" y="3909284"/>
            <a:ext cx="1416766" cy="203716"/>
          </a:xfrm>
          <a:prstGeom prst="rightArrow">
            <a:avLst>
              <a:gd name="adj1" fmla="val 45349"/>
              <a:gd name="adj2" fmla="val 175582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A4188C3-E2D1-89CE-5EBD-86CD5FDE0C48}"/>
              </a:ext>
            </a:extLst>
          </p:cNvPr>
          <p:cNvGrpSpPr/>
          <p:nvPr/>
        </p:nvGrpSpPr>
        <p:grpSpPr>
          <a:xfrm>
            <a:off x="4778790" y="3748412"/>
            <a:ext cx="1078790" cy="1120069"/>
            <a:chOff x="4690113" y="2881848"/>
            <a:chExt cx="3383276" cy="3512735"/>
          </a:xfrm>
        </p:grpSpPr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F33A21FC-300B-1B24-C36C-54CB31F7C99F}"/>
                </a:ext>
              </a:extLst>
            </p:cNvPr>
            <p:cNvSpPr/>
            <p:nvPr/>
          </p:nvSpPr>
          <p:spPr>
            <a:xfrm rot="10800000">
              <a:off x="4690113" y="4297046"/>
              <a:ext cx="1882516" cy="507120"/>
            </a:xfrm>
            <a:prstGeom prst="rightArrow">
              <a:avLst>
                <a:gd name="adj1" fmla="val 45349"/>
                <a:gd name="adj2" fmla="val 175582"/>
              </a:avLst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0" name="Picture 49" descr="Plate Armor Icons - Free SVG &amp; PNG Plate Armor Images - Noun Project">
              <a:extLst>
                <a:ext uri="{FF2B5EF4-FFF2-40B4-BE49-F238E27FC236}">
                  <a16:creationId xmlns:a16="http://schemas.microsoft.com/office/drawing/2014/main" id="{CBA27FDD-88FF-E074-A3F6-6866E483B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0458" y="2881848"/>
              <a:ext cx="2629266" cy="3512735"/>
            </a:xfrm>
            <a:prstGeom prst="rect">
              <a:avLst/>
            </a:prstGeom>
          </p:spPr>
        </p:pic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17D952F-FB13-C239-4494-C5B0AE616F6F}"/>
                </a:ext>
              </a:extLst>
            </p:cNvPr>
            <p:cNvSpPr/>
            <p:nvPr/>
          </p:nvSpPr>
          <p:spPr>
            <a:xfrm>
              <a:off x="6532653" y="3924524"/>
              <a:ext cx="668203" cy="120711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0CA7219-6451-6F3C-A282-F0A97CD1909A}"/>
                </a:ext>
              </a:extLst>
            </p:cNvPr>
            <p:cNvSpPr/>
            <p:nvPr/>
          </p:nvSpPr>
          <p:spPr>
            <a:xfrm>
              <a:off x="6532652" y="4437576"/>
              <a:ext cx="1540737" cy="22606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F343414-9BF1-5041-960F-904A4FB98A42}"/>
              </a:ext>
            </a:extLst>
          </p:cNvPr>
          <p:cNvGrpSpPr/>
          <p:nvPr/>
        </p:nvGrpSpPr>
        <p:grpSpPr>
          <a:xfrm>
            <a:off x="523003" y="4019868"/>
            <a:ext cx="1164312" cy="1216012"/>
            <a:chOff x="523002" y="4019867"/>
            <a:chExt cx="1555851" cy="1624937"/>
          </a:xfrm>
        </p:grpSpPr>
        <p:pic>
          <p:nvPicPr>
            <p:cNvPr id="60" name="Picture 59" descr="Sniper - Free sports and competition icons">
              <a:extLst>
                <a:ext uri="{FF2B5EF4-FFF2-40B4-BE49-F238E27FC236}">
                  <a16:creationId xmlns:a16="http://schemas.microsoft.com/office/drawing/2014/main" id="{F658779B-DAF6-0F8F-558C-F05671AE0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96566" y="4812886"/>
              <a:ext cx="704102" cy="415632"/>
            </a:xfrm>
            <a:prstGeom prst="rect">
              <a:avLst/>
            </a:prstGeom>
          </p:spPr>
        </p:pic>
        <p:sp>
          <p:nvSpPr>
            <p:cNvPr id="56" name="Multiplication Sign 55">
              <a:extLst>
                <a:ext uri="{FF2B5EF4-FFF2-40B4-BE49-F238E27FC236}">
                  <a16:creationId xmlns:a16="http://schemas.microsoft.com/office/drawing/2014/main" id="{51AD7465-E7E3-691C-2D84-2BC8BA1AD2C8}"/>
                </a:ext>
              </a:extLst>
            </p:cNvPr>
            <p:cNvSpPr/>
            <p:nvPr/>
          </p:nvSpPr>
          <p:spPr>
            <a:xfrm>
              <a:off x="1337627" y="4508019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Multiplication Sign 60">
              <a:extLst>
                <a:ext uri="{FF2B5EF4-FFF2-40B4-BE49-F238E27FC236}">
                  <a16:creationId xmlns:a16="http://schemas.microsoft.com/office/drawing/2014/main" id="{11A60F97-1952-CC47-6E2A-F0093A33BC7B}"/>
                </a:ext>
              </a:extLst>
            </p:cNvPr>
            <p:cNvSpPr/>
            <p:nvPr/>
          </p:nvSpPr>
          <p:spPr>
            <a:xfrm>
              <a:off x="1222949" y="5339937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Multiplication Sign 61">
              <a:extLst>
                <a:ext uri="{FF2B5EF4-FFF2-40B4-BE49-F238E27FC236}">
                  <a16:creationId xmlns:a16="http://schemas.microsoft.com/office/drawing/2014/main" id="{B990904F-14CB-529E-3E10-8B00A04379C0}"/>
                </a:ext>
              </a:extLst>
            </p:cNvPr>
            <p:cNvSpPr/>
            <p:nvPr/>
          </p:nvSpPr>
          <p:spPr>
            <a:xfrm>
              <a:off x="523002" y="4965286"/>
              <a:ext cx="741226" cy="304867"/>
            </a:xfrm>
            <a:prstGeom prst="mathMultiply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3C3B8BB-4C62-5925-1C4C-73C9DD6DB1D3}"/>
                </a:ext>
              </a:extLst>
            </p:cNvPr>
            <p:cNvCxnSpPr>
              <a:cxnSpLocks/>
            </p:cNvCxnSpPr>
            <p:nvPr/>
          </p:nvCxnSpPr>
          <p:spPr>
            <a:xfrm>
              <a:off x="678958" y="4199661"/>
              <a:ext cx="224996" cy="85660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B72D4F6-4491-2F66-5B17-BDDB206A3E4C}"/>
                </a:ext>
              </a:extLst>
            </p:cNvPr>
            <p:cNvCxnSpPr>
              <a:cxnSpLocks/>
            </p:cNvCxnSpPr>
            <p:nvPr/>
          </p:nvCxnSpPr>
          <p:spPr>
            <a:xfrm>
              <a:off x="1540691" y="4019867"/>
              <a:ext cx="149063" cy="56944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D1040E4-0A05-B9B8-BA23-6182CD94C7E4}"/>
                </a:ext>
              </a:extLst>
            </p:cNvPr>
            <p:cNvCxnSpPr>
              <a:cxnSpLocks/>
            </p:cNvCxnSpPr>
            <p:nvPr/>
          </p:nvCxnSpPr>
          <p:spPr>
            <a:xfrm>
              <a:off x="1368566" y="4576381"/>
              <a:ext cx="224996" cy="856604"/>
            </a:xfrm>
            <a:prstGeom prst="straightConnector1">
              <a:avLst/>
            </a:prstGeom>
            <a:ln w="57150" cap="flat" cmpd="sng" algn="ctr">
              <a:solidFill>
                <a:schemeClr val="accent4"/>
              </a:solidFill>
              <a:prstDash val="sys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83" name="Picture 82" descr="Soldier - Free people icons">
            <a:extLst>
              <a:ext uri="{FF2B5EF4-FFF2-40B4-BE49-F238E27FC236}">
                <a16:creationId xmlns:a16="http://schemas.microsoft.com/office/drawing/2014/main" id="{4242F900-E444-3365-A189-4E202350A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294" y="4774488"/>
            <a:ext cx="1226262" cy="1226262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BE45726D-A29A-A909-C995-69DAE0BE04C3}"/>
              </a:ext>
            </a:extLst>
          </p:cNvPr>
          <p:cNvGrpSpPr/>
          <p:nvPr/>
        </p:nvGrpSpPr>
        <p:grpSpPr>
          <a:xfrm>
            <a:off x="9378726" y="2673135"/>
            <a:ext cx="1137959" cy="1712040"/>
            <a:chOff x="9378726" y="2673134"/>
            <a:chExt cx="1722210" cy="2591035"/>
          </a:xfrm>
        </p:grpSpPr>
        <p:pic>
          <p:nvPicPr>
            <p:cNvPr id="27" name="Picture 26" descr="1,977 Melting Skull Royalty-Free Images, Stock Photos &amp; Pictures |  Shutterstock">
              <a:extLst>
                <a:ext uri="{FF2B5EF4-FFF2-40B4-BE49-F238E27FC236}">
                  <a16:creationId xmlns:a16="http://schemas.microsoft.com/office/drawing/2014/main" id="{BAE6B1BF-769A-C113-7B0C-D647D07B7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1808" t="6391" r="30823" b="15278"/>
            <a:stretch>
              <a:fillRect/>
            </a:stretch>
          </p:blipFill>
          <p:spPr>
            <a:xfrm>
              <a:off x="9626700" y="3755347"/>
              <a:ext cx="1226262" cy="1508822"/>
            </a:xfrm>
            <a:prstGeom prst="rect">
              <a:avLst/>
            </a:prstGeom>
          </p:spPr>
        </p:pic>
        <p:pic>
          <p:nvPicPr>
            <p:cNvPr id="28" name="Picture 27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29F50235-3916-622F-7D1A-391D193D2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973" t="15237" r="34511" b="15843"/>
            <a:stretch>
              <a:fillRect/>
            </a:stretch>
          </p:blipFill>
          <p:spPr>
            <a:xfrm>
              <a:off x="9378726" y="3698339"/>
              <a:ext cx="495948" cy="1120070"/>
            </a:xfrm>
            <a:prstGeom prst="rect">
              <a:avLst/>
            </a:prstGeom>
          </p:spPr>
        </p:pic>
        <p:pic>
          <p:nvPicPr>
            <p:cNvPr id="46" name="Picture 45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1E508E00-77F0-24B3-C749-538F6C3D2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973" t="15237" r="34511" b="15843"/>
            <a:stretch>
              <a:fillRect/>
            </a:stretch>
          </p:blipFill>
          <p:spPr>
            <a:xfrm>
              <a:off x="10604988" y="3224502"/>
              <a:ext cx="495948" cy="1120070"/>
            </a:xfrm>
            <a:prstGeom prst="rect">
              <a:avLst/>
            </a:prstGeom>
          </p:spPr>
        </p:pic>
        <p:pic>
          <p:nvPicPr>
            <p:cNvPr id="55" name="Picture 54" descr="Evaporation icon set hot water evaporate logo – Royalty-Free Vector |  VectorStock">
              <a:extLst>
                <a:ext uri="{FF2B5EF4-FFF2-40B4-BE49-F238E27FC236}">
                  <a16:creationId xmlns:a16="http://schemas.microsoft.com/office/drawing/2014/main" id="{BAAF2D99-0328-7F8D-E9AB-69A610C0B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973" t="15237" r="34511" b="15843"/>
            <a:stretch>
              <a:fillRect/>
            </a:stretch>
          </p:blipFill>
          <p:spPr>
            <a:xfrm>
              <a:off x="9988778" y="2673134"/>
              <a:ext cx="495948" cy="112007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41D9EFD-FC2A-34A4-BCC0-10FC45CE4299}"/>
              </a:ext>
            </a:extLst>
          </p:cNvPr>
          <p:cNvGrpSpPr/>
          <p:nvPr/>
        </p:nvGrpSpPr>
        <p:grpSpPr>
          <a:xfrm>
            <a:off x="6506491" y="3837715"/>
            <a:ext cx="2472964" cy="2559182"/>
            <a:chOff x="6506491" y="3837715"/>
            <a:chExt cx="2472964" cy="2559182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E792F34B-7DA5-AAE0-62BA-28D1892386E5}"/>
                </a:ext>
              </a:extLst>
            </p:cNvPr>
            <p:cNvGrpSpPr/>
            <p:nvPr/>
          </p:nvGrpSpPr>
          <p:grpSpPr>
            <a:xfrm>
              <a:off x="7440446" y="4624037"/>
              <a:ext cx="581425" cy="906660"/>
              <a:chOff x="8458200" y="3648744"/>
              <a:chExt cx="475989" cy="742246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E2EF0D4-AC75-631F-B66E-6CE186CF2C2A}"/>
                  </a:ext>
                </a:extLst>
              </p:cNvPr>
              <p:cNvSpPr/>
              <p:nvPr/>
            </p:nvSpPr>
            <p:spPr>
              <a:xfrm>
                <a:off x="8511436" y="3648744"/>
                <a:ext cx="369518" cy="371123"/>
              </a:xfrm>
              <a:prstGeom prst="ellipse">
                <a:avLst/>
              </a:prstGeom>
              <a:grpFill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14AED577-5C5D-C939-C7B3-71F05AA56B13}"/>
                  </a:ext>
                </a:extLst>
              </p:cNvPr>
              <p:cNvSpPr/>
              <p:nvPr/>
            </p:nvSpPr>
            <p:spPr>
              <a:xfrm>
                <a:off x="8458200" y="4019867"/>
                <a:ext cx="475989" cy="371123"/>
              </a:xfrm>
              <a:prstGeom prst="roundRect">
                <a:avLst/>
              </a:prstGeom>
              <a:grpFill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Arrow: Circular 57">
              <a:extLst>
                <a:ext uri="{FF2B5EF4-FFF2-40B4-BE49-F238E27FC236}">
                  <a16:creationId xmlns:a16="http://schemas.microsoft.com/office/drawing/2014/main" id="{CD178DFD-1545-09AB-ABF2-BE759A0CEAC4}"/>
                </a:ext>
              </a:extLst>
            </p:cNvPr>
            <p:cNvSpPr/>
            <p:nvPr/>
          </p:nvSpPr>
          <p:spPr>
            <a:xfrm>
              <a:off x="6506491" y="3837715"/>
              <a:ext cx="2472964" cy="2559182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188471"/>
                <a:gd name="adj5" fmla="val 125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D40C224-69E8-FE67-2565-5AE169F2B7F8}"/>
              </a:ext>
            </a:extLst>
          </p:cNvPr>
          <p:cNvGrpSpPr/>
          <p:nvPr/>
        </p:nvGrpSpPr>
        <p:grpSpPr>
          <a:xfrm>
            <a:off x="7554583" y="874283"/>
            <a:ext cx="1301318" cy="1149549"/>
            <a:chOff x="7554583" y="874283"/>
            <a:chExt cx="1301318" cy="1149549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0E812D40-2ADB-28E0-FDF4-CB74BD3325EC}"/>
                </a:ext>
              </a:extLst>
            </p:cNvPr>
            <p:cNvSpPr/>
            <p:nvPr/>
          </p:nvSpPr>
          <p:spPr>
            <a:xfrm>
              <a:off x="8249458" y="1220958"/>
              <a:ext cx="360855" cy="239785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8" name="Picture 97" descr="Army - Free flags icons">
              <a:extLst>
                <a:ext uri="{FF2B5EF4-FFF2-40B4-BE49-F238E27FC236}">
                  <a16:creationId xmlns:a16="http://schemas.microsoft.com/office/drawing/2014/main" id="{876FA73A-26F3-909A-F597-CFB091044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74478" y="874283"/>
              <a:ext cx="481423" cy="481423"/>
            </a:xfrm>
            <a:prstGeom prst="rect">
              <a:avLst/>
            </a:prstGeom>
          </p:spPr>
        </p:pic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EC3B5E0-36AE-634B-52D2-71A0902771D1}"/>
                </a:ext>
              </a:extLst>
            </p:cNvPr>
            <p:cNvGrpSpPr/>
            <p:nvPr/>
          </p:nvGrpSpPr>
          <p:grpSpPr>
            <a:xfrm rot="2194352">
              <a:off x="7554583" y="1403429"/>
              <a:ext cx="1130090" cy="620403"/>
              <a:chOff x="7392075" y="1929515"/>
              <a:chExt cx="1130090" cy="535501"/>
            </a:xfrm>
          </p:grpSpPr>
          <p:sp>
            <p:nvSpPr>
              <p:cNvPr id="63" name="Arrow: Right 62">
                <a:extLst>
                  <a:ext uri="{FF2B5EF4-FFF2-40B4-BE49-F238E27FC236}">
                    <a16:creationId xmlns:a16="http://schemas.microsoft.com/office/drawing/2014/main" id="{2D4D0E0A-3299-4B7B-6AF7-5F794F6D9B3D}"/>
                  </a:ext>
                </a:extLst>
              </p:cNvPr>
              <p:cNvSpPr/>
              <p:nvPr/>
            </p:nvSpPr>
            <p:spPr>
              <a:xfrm rot="16200000">
                <a:off x="7304836" y="2021510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Arrow: Right 64">
                <a:extLst>
                  <a:ext uri="{FF2B5EF4-FFF2-40B4-BE49-F238E27FC236}">
                    <a16:creationId xmlns:a16="http://schemas.microsoft.com/office/drawing/2014/main" id="{B4951FB3-3112-3650-F658-E81E35C8AA34}"/>
                  </a:ext>
                </a:extLst>
              </p:cNvPr>
              <p:cNvSpPr/>
              <p:nvPr/>
            </p:nvSpPr>
            <p:spPr>
              <a:xfrm rot="16200000">
                <a:off x="7691472" y="2021510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Arrow: Right 67">
                <a:extLst>
                  <a:ext uri="{FF2B5EF4-FFF2-40B4-BE49-F238E27FC236}">
                    <a16:creationId xmlns:a16="http://schemas.microsoft.com/office/drawing/2014/main" id="{B7F6BCF7-6755-1B65-2104-2B7152157FA8}"/>
                  </a:ext>
                </a:extLst>
              </p:cNvPr>
              <p:cNvSpPr/>
              <p:nvPr/>
            </p:nvSpPr>
            <p:spPr>
              <a:xfrm rot="16200000">
                <a:off x="8078658" y="2016754"/>
                <a:ext cx="530745" cy="35626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28B66C2-EA9B-3358-584C-ADAF102E89F4}"/>
                  </a:ext>
                </a:extLst>
              </p14:cNvPr>
              <p14:cNvContentPartPr/>
              <p14:nvPr/>
            </p14:nvContentPartPr>
            <p14:xfrm>
              <a:off x="5542442" y="1033797"/>
              <a:ext cx="132840" cy="4755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28B66C2-EA9B-3358-584C-ADAF102E89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24802" y="1016157"/>
                <a:ext cx="168480" cy="51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97CEB951-6A5B-7C2D-12E0-0A7ACC1774C2}"/>
              </a:ext>
            </a:extLst>
          </p:cNvPr>
          <p:cNvGrpSpPr/>
          <p:nvPr/>
        </p:nvGrpSpPr>
        <p:grpSpPr>
          <a:xfrm>
            <a:off x="2805362" y="1885556"/>
            <a:ext cx="1560600" cy="1283401"/>
            <a:chOff x="2805362" y="1885556"/>
            <a:chExt cx="1560600" cy="128340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6115FC2B-3A2D-2C3B-8145-C887556F7460}"/>
                </a:ext>
              </a:extLst>
            </p:cNvPr>
            <p:cNvGrpSpPr/>
            <p:nvPr/>
          </p:nvGrpSpPr>
          <p:grpSpPr>
            <a:xfrm>
              <a:off x="2853962" y="1885556"/>
              <a:ext cx="1492560" cy="1274401"/>
              <a:chOff x="2853962" y="1885556"/>
              <a:chExt cx="1492560" cy="1274401"/>
            </a:xfrm>
          </p:grpSpPr>
          <p:sp>
            <p:nvSpPr>
              <p:cNvPr id="2" name="Arrow: Circular 1">
                <a:extLst>
                  <a:ext uri="{FF2B5EF4-FFF2-40B4-BE49-F238E27FC236}">
                    <a16:creationId xmlns:a16="http://schemas.microsoft.com/office/drawing/2014/main" id="{CB24C0E8-429B-DF91-9262-29B358A3AE0E}"/>
                  </a:ext>
                </a:extLst>
              </p:cNvPr>
              <p:cNvSpPr/>
              <p:nvPr/>
            </p:nvSpPr>
            <p:spPr>
              <a:xfrm rot="20790945">
                <a:off x="2948419" y="1885556"/>
                <a:ext cx="1175177" cy="1210791"/>
              </a:xfrm>
              <a:prstGeom prst="circularArrow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E488A457-269C-1079-9D9C-686C80CD95E2}"/>
                      </a:ext>
                    </a:extLst>
                  </p14:cNvPr>
                  <p14:cNvContentPartPr/>
                  <p14:nvPr/>
                </p14:nvContentPartPr>
                <p14:xfrm>
                  <a:off x="2853962" y="2623917"/>
                  <a:ext cx="1441080" cy="22068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E488A457-269C-1079-9D9C-686C80CD95E2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2818322" y="2587917"/>
                    <a:ext cx="1512720" cy="292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08E870A6-82F3-093B-E0CA-E9A38B904E0C}"/>
                      </a:ext>
                    </a:extLst>
                  </p14:cNvPr>
                  <p14:cNvContentPartPr/>
                  <p14:nvPr/>
                </p14:nvContentPartPr>
                <p14:xfrm>
                  <a:off x="4332122" y="2761437"/>
                  <a:ext cx="14400" cy="1422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08E870A6-82F3-093B-E0CA-E9A38B904E0C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4314482" y="2743797"/>
                    <a:ext cx="50040" cy="17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617A3D43-E1DA-AC94-B619-B29B3F1759D2}"/>
                      </a:ext>
                    </a:extLst>
                  </p14:cNvPr>
                  <p14:cNvContentPartPr/>
                  <p14:nvPr/>
                </p14:nvContentPartPr>
                <p14:xfrm>
                  <a:off x="2996882" y="2974557"/>
                  <a:ext cx="46080" cy="18540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617A3D43-E1DA-AC94-B619-B29B3F1759D2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2978882" y="2956917"/>
                    <a:ext cx="81720" cy="221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28A46156-3E15-DBDE-A0C9-555264EAADD2}"/>
                      </a:ext>
                    </a:extLst>
                  </p14:cNvPr>
                  <p14:cNvContentPartPr/>
                  <p14:nvPr/>
                </p14:nvContentPartPr>
                <p14:xfrm>
                  <a:off x="3194162" y="2880957"/>
                  <a:ext cx="43200" cy="15012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28A46156-3E15-DBDE-A0C9-555264EAADD2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176522" y="2862957"/>
                    <a:ext cx="78840" cy="185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E3F7CADD-6218-58C6-C070-589C43EDEC5B}"/>
                      </a:ext>
                    </a:extLst>
                  </p14:cNvPr>
                  <p14:cNvContentPartPr/>
                  <p14:nvPr/>
                </p14:nvContentPartPr>
                <p14:xfrm>
                  <a:off x="3381002" y="2817957"/>
                  <a:ext cx="19800" cy="19152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E3F7CADD-6218-58C6-C070-589C43EDEC5B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3363362" y="2800317"/>
                    <a:ext cx="55440" cy="227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86FF9035-CA4A-D85E-AF37-034C35A85727}"/>
                      </a:ext>
                    </a:extLst>
                  </p14:cNvPr>
                  <p14:cNvContentPartPr/>
                  <p14:nvPr/>
                </p14:nvContentPartPr>
                <p14:xfrm>
                  <a:off x="2899322" y="2980677"/>
                  <a:ext cx="56880" cy="12492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86FF9035-CA4A-D85E-AF37-034C35A8572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2881322" y="2962677"/>
                    <a:ext cx="92520" cy="160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87" name="Ink 86">
                    <a:extLst>
                      <a:ext uri="{FF2B5EF4-FFF2-40B4-BE49-F238E27FC236}">
                        <a16:creationId xmlns:a16="http://schemas.microsoft.com/office/drawing/2014/main" id="{2819494C-A9E9-E8D1-E363-FA31C551E4B8}"/>
                      </a:ext>
                    </a:extLst>
                  </p14:cNvPr>
                  <p14:cNvContentPartPr/>
                  <p14:nvPr/>
                </p14:nvContentPartPr>
                <p14:xfrm>
                  <a:off x="3123962" y="2918397"/>
                  <a:ext cx="32760" cy="118800"/>
                </p14:xfrm>
              </p:contentPart>
            </mc:Choice>
            <mc:Fallback xmlns="">
              <p:pic>
                <p:nvPicPr>
                  <p:cNvPr id="87" name="Ink 86">
                    <a:extLst>
                      <a:ext uri="{FF2B5EF4-FFF2-40B4-BE49-F238E27FC236}">
                        <a16:creationId xmlns:a16="http://schemas.microsoft.com/office/drawing/2014/main" id="{2819494C-A9E9-E8D1-E363-FA31C551E4B8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3106322" y="2900397"/>
                    <a:ext cx="68400" cy="15444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2091A995-2282-DF30-8EDA-9320D8D4BE4E}"/>
                  </a:ext>
                </a:extLst>
              </p:cNvPr>
              <p:cNvGrpSpPr/>
              <p:nvPr/>
            </p:nvGrpSpPr>
            <p:grpSpPr>
              <a:xfrm>
                <a:off x="3485402" y="2755317"/>
                <a:ext cx="610920" cy="325800"/>
                <a:chOff x="3485402" y="2755317"/>
                <a:chExt cx="610920" cy="325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76" name="Ink 75">
                      <a:extLst>
                        <a:ext uri="{FF2B5EF4-FFF2-40B4-BE49-F238E27FC236}">
                          <a16:creationId xmlns:a16="http://schemas.microsoft.com/office/drawing/2014/main" id="{3D4F355B-E449-BF53-96E2-326DA7F5ACA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485402" y="2786637"/>
                    <a:ext cx="16560" cy="201240"/>
                  </p14:xfrm>
                </p:contentPart>
              </mc:Choice>
              <mc:Fallback xmlns="">
                <p:pic>
                  <p:nvPicPr>
                    <p:cNvPr id="76" name="Ink 75">
                      <a:extLst>
                        <a:ext uri="{FF2B5EF4-FFF2-40B4-BE49-F238E27FC236}">
                          <a16:creationId xmlns:a16="http://schemas.microsoft.com/office/drawing/2014/main" id="{3D4F355B-E449-BF53-96E2-326DA7F5ACA8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3467402" y="2768997"/>
                      <a:ext cx="52200" cy="23688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77" name="Ink 76">
                      <a:extLst>
                        <a:ext uri="{FF2B5EF4-FFF2-40B4-BE49-F238E27FC236}">
                          <a16:creationId xmlns:a16="http://schemas.microsoft.com/office/drawing/2014/main" id="{50A39E94-0A05-1C85-1429-4AAE3B82337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77642" y="2824437"/>
                    <a:ext cx="140040" cy="256680"/>
                  </p14:xfrm>
                </p:contentPart>
              </mc:Choice>
              <mc:Fallback xmlns="">
                <p:pic>
                  <p:nvPicPr>
                    <p:cNvPr id="77" name="Ink 76">
                      <a:extLst>
                        <a:ext uri="{FF2B5EF4-FFF2-40B4-BE49-F238E27FC236}">
                          <a16:creationId xmlns:a16="http://schemas.microsoft.com/office/drawing/2014/main" id="{50A39E94-0A05-1C85-1429-4AAE3B82337D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3660002" y="2806437"/>
                      <a:ext cx="175680" cy="292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78" name="Ink 77">
                      <a:extLst>
                        <a:ext uri="{FF2B5EF4-FFF2-40B4-BE49-F238E27FC236}">
                          <a16:creationId xmlns:a16="http://schemas.microsoft.com/office/drawing/2014/main" id="{A78054E7-09DB-F323-7805-333420F9108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95962" y="2755317"/>
                    <a:ext cx="360" cy="36720"/>
                  </p14:xfrm>
                </p:contentPart>
              </mc:Choice>
              <mc:Fallback xmlns="">
                <p:pic>
                  <p:nvPicPr>
                    <p:cNvPr id="78" name="Ink 77">
                      <a:extLst>
                        <a:ext uri="{FF2B5EF4-FFF2-40B4-BE49-F238E27FC236}">
                          <a16:creationId xmlns:a16="http://schemas.microsoft.com/office/drawing/2014/main" id="{A78054E7-09DB-F323-7805-333420F91084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4077962" y="2737677"/>
                      <a:ext cx="36000" cy="72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79" name="Ink 78">
                      <a:extLst>
                        <a:ext uri="{FF2B5EF4-FFF2-40B4-BE49-F238E27FC236}">
                          <a16:creationId xmlns:a16="http://schemas.microsoft.com/office/drawing/2014/main" id="{32746B7D-CC41-7C19-FBAE-379671E4253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994442" y="2849277"/>
                    <a:ext cx="89280" cy="164880"/>
                  </p14:xfrm>
                </p:contentPart>
              </mc:Choice>
              <mc:Fallback xmlns="">
                <p:pic>
                  <p:nvPicPr>
                    <p:cNvPr id="79" name="Ink 78">
                      <a:extLst>
                        <a:ext uri="{FF2B5EF4-FFF2-40B4-BE49-F238E27FC236}">
                          <a16:creationId xmlns:a16="http://schemas.microsoft.com/office/drawing/2014/main" id="{32746B7D-CC41-7C19-FBAE-379671E42530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3976802" y="2831637"/>
                      <a:ext cx="124920" cy="2005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99" name="Ink 98">
                      <a:extLst>
                        <a:ext uri="{FF2B5EF4-FFF2-40B4-BE49-F238E27FC236}">
                          <a16:creationId xmlns:a16="http://schemas.microsoft.com/office/drawing/2014/main" id="{03D348D7-BB44-A9C2-C0E2-C1B46E0778D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586922" y="2811837"/>
                    <a:ext cx="45720" cy="115920"/>
                  </p14:xfrm>
                </p:contentPart>
              </mc:Choice>
              <mc:Fallback xmlns="">
                <p:pic>
                  <p:nvPicPr>
                    <p:cNvPr id="99" name="Ink 98">
                      <a:extLst>
                        <a:ext uri="{FF2B5EF4-FFF2-40B4-BE49-F238E27FC236}">
                          <a16:creationId xmlns:a16="http://schemas.microsoft.com/office/drawing/2014/main" id="{03D348D7-BB44-A9C2-C0E2-C1B46E0778D0}"/>
                        </a:ext>
                      </a:extLst>
                    </p:cNvPr>
                    <p:cNvPicPr/>
                    <p:nvPr/>
                  </p:nvPicPr>
                  <p:blipFill>
                    <a:blip r:embed="rId35"/>
                    <a:stretch>
                      <a:fillRect/>
                    </a:stretch>
                  </p:blipFill>
                  <p:spPr>
                    <a:xfrm>
                      <a:off x="3569282" y="2794197"/>
                      <a:ext cx="81360" cy="151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100" name="Ink 99">
                      <a:extLst>
                        <a:ext uri="{FF2B5EF4-FFF2-40B4-BE49-F238E27FC236}">
                          <a16:creationId xmlns:a16="http://schemas.microsoft.com/office/drawing/2014/main" id="{F13B1C96-E33B-0A44-1968-9C6CF725F4B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657122" y="2849277"/>
                    <a:ext cx="68400" cy="111600"/>
                  </p14:xfrm>
                </p:contentPart>
              </mc:Choice>
              <mc:Fallback xmlns="">
                <p:pic>
                  <p:nvPicPr>
                    <p:cNvPr id="100" name="Ink 99">
                      <a:extLst>
                        <a:ext uri="{FF2B5EF4-FFF2-40B4-BE49-F238E27FC236}">
                          <a16:creationId xmlns:a16="http://schemas.microsoft.com/office/drawing/2014/main" id="{F13B1C96-E33B-0A44-1968-9C6CF725F4BF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3639482" y="2831637"/>
                      <a:ext cx="104040" cy="1472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103" name="Ink 102">
                    <a:extLst>
                      <a:ext uri="{FF2B5EF4-FFF2-40B4-BE49-F238E27FC236}">
                        <a16:creationId xmlns:a16="http://schemas.microsoft.com/office/drawing/2014/main" id="{AB55E9CC-6AA8-1461-AF4B-B42AB891E4CA}"/>
                      </a:ext>
                    </a:extLst>
                  </p14:cNvPr>
                  <p14:cNvContentPartPr/>
                  <p14:nvPr/>
                </p14:nvContentPartPr>
                <p14:xfrm>
                  <a:off x="3881762" y="2761437"/>
                  <a:ext cx="39240" cy="183960"/>
                </p14:xfrm>
              </p:contentPart>
            </mc:Choice>
            <mc:Fallback xmlns="">
              <p:pic>
                <p:nvPicPr>
                  <p:cNvPr id="103" name="Ink 102">
                    <a:extLst>
                      <a:ext uri="{FF2B5EF4-FFF2-40B4-BE49-F238E27FC236}">
                        <a16:creationId xmlns:a16="http://schemas.microsoft.com/office/drawing/2014/main" id="{AB55E9CC-6AA8-1461-AF4B-B42AB891E4CA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863762" y="2743797"/>
                    <a:ext cx="74880" cy="21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104" name="Ink 103">
                    <a:extLst>
                      <a:ext uri="{FF2B5EF4-FFF2-40B4-BE49-F238E27FC236}">
                        <a16:creationId xmlns:a16="http://schemas.microsoft.com/office/drawing/2014/main" id="{00C042C6-EF4E-5727-10DD-86727A2E8B8A}"/>
                      </a:ext>
                    </a:extLst>
                  </p14:cNvPr>
                  <p14:cNvContentPartPr/>
                  <p14:nvPr/>
                </p14:nvContentPartPr>
                <p14:xfrm>
                  <a:off x="3973922" y="2805717"/>
                  <a:ext cx="28080" cy="100080"/>
                </p14:xfrm>
              </p:contentPart>
            </mc:Choice>
            <mc:Fallback xmlns="">
              <p:pic>
                <p:nvPicPr>
                  <p:cNvPr id="104" name="Ink 103">
                    <a:extLst>
                      <a:ext uri="{FF2B5EF4-FFF2-40B4-BE49-F238E27FC236}">
                        <a16:creationId xmlns:a16="http://schemas.microsoft.com/office/drawing/2014/main" id="{00C042C6-EF4E-5727-10DD-86727A2E8B8A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956282" y="2787717"/>
                    <a:ext cx="63720" cy="135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105" name="Ink 104">
                    <a:extLst>
                      <a:ext uri="{FF2B5EF4-FFF2-40B4-BE49-F238E27FC236}">
                        <a16:creationId xmlns:a16="http://schemas.microsoft.com/office/drawing/2014/main" id="{7F864D98-D041-0846-F760-9C2A2A991BE7}"/>
                      </a:ext>
                    </a:extLst>
                  </p14:cNvPr>
                  <p14:cNvContentPartPr/>
                  <p14:nvPr/>
                </p14:nvContentPartPr>
                <p14:xfrm>
                  <a:off x="4181282" y="2786637"/>
                  <a:ext cx="15120" cy="126720"/>
                </p14:xfrm>
              </p:contentPart>
            </mc:Choice>
            <mc:Fallback xmlns="">
              <p:pic>
                <p:nvPicPr>
                  <p:cNvPr id="105" name="Ink 104">
                    <a:extLst>
                      <a:ext uri="{FF2B5EF4-FFF2-40B4-BE49-F238E27FC236}">
                        <a16:creationId xmlns:a16="http://schemas.microsoft.com/office/drawing/2014/main" id="{7F864D98-D041-0846-F760-9C2A2A991BE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4163642" y="2768997"/>
                    <a:ext cx="50760" cy="162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111" name="Ink 110">
                    <a:extLst>
                      <a:ext uri="{FF2B5EF4-FFF2-40B4-BE49-F238E27FC236}">
                        <a16:creationId xmlns:a16="http://schemas.microsoft.com/office/drawing/2014/main" id="{BFFFEAC9-9E1E-D902-FE13-72AD46F1420F}"/>
                      </a:ext>
                    </a:extLst>
                  </p14:cNvPr>
                  <p14:cNvContentPartPr/>
                  <p14:nvPr/>
                </p14:nvContentPartPr>
                <p14:xfrm>
                  <a:off x="4274882" y="2774397"/>
                  <a:ext cx="3600" cy="144360"/>
                </p14:xfrm>
              </p:contentPart>
            </mc:Choice>
            <mc:Fallback xmlns="">
              <p:pic>
                <p:nvPicPr>
                  <p:cNvPr id="111" name="Ink 110">
                    <a:extLst>
                      <a:ext uri="{FF2B5EF4-FFF2-40B4-BE49-F238E27FC236}">
                        <a16:creationId xmlns:a16="http://schemas.microsoft.com/office/drawing/2014/main" id="{BFFFEAC9-9E1E-D902-FE13-72AD46F1420F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4256882" y="2756397"/>
                    <a:ext cx="39240" cy="180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33C2D2-B870-4AB9-E013-7D665109AFE8}"/>
                    </a:ext>
                  </a:extLst>
                </p14:cNvPr>
                <p14:cNvContentPartPr/>
                <p14:nvPr/>
              </p14:nvContentPartPr>
              <p14:xfrm>
                <a:off x="2805362" y="2575317"/>
                <a:ext cx="93240" cy="593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33C2D2-B870-4AB9-E013-7D665109AFE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87362" y="2557677"/>
                  <a:ext cx="12888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DBC90C9-BA4C-B369-09D1-6AF8EA41E80D}"/>
                    </a:ext>
                  </a:extLst>
                </p14:cNvPr>
                <p14:cNvContentPartPr/>
                <p14:nvPr/>
              </p14:nvContentPartPr>
              <p14:xfrm>
                <a:off x="4296122" y="2460837"/>
                <a:ext cx="69840" cy="5072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DBC90C9-BA4C-B369-09D1-6AF8EA41E8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33482" y="2398197"/>
                  <a:ext cx="195480" cy="63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851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E4CDFD3-D8F9-29DD-B8B9-D647C2CEF17D}"/>
              </a:ext>
            </a:extLst>
          </p:cNvPr>
          <p:cNvGrpSpPr/>
          <p:nvPr/>
        </p:nvGrpSpPr>
        <p:grpSpPr>
          <a:xfrm>
            <a:off x="3224616" y="895304"/>
            <a:ext cx="252050" cy="433465"/>
            <a:chOff x="3224616" y="895304"/>
            <a:chExt cx="252050" cy="43346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A13DFE7-C56F-63BF-5840-82C0618409D2}"/>
                </a:ext>
              </a:extLst>
            </p:cNvPr>
            <p:cNvSpPr/>
            <p:nvPr/>
          </p:nvSpPr>
          <p:spPr>
            <a:xfrm rot="1847018">
              <a:off x="3224616" y="1139570"/>
              <a:ext cx="11000" cy="18919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F33475D-5388-5C99-3D38-0B89B3D2B405}"/>
                </a:ext>
              </a:extLst>
            </p:cNvPr>
            <p:cNvGrpSpPr/>
            <p:nvPr/>
          </p:nvGrpSpPr>
          <p:grpSpPr>
            <a:xfrm rot="19427532">
              <a:off x="3263225" y="895304"/>
              <a:ext cx="213441" cy="413361"/>
              <a:chOff x="3263225" y="895304"/>
              <a:chExt cx="213441" cy="41336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B0922AF-2BB0-A884-6CB7-C17B0DA37981}"/>
                  </a:ext>
                </a:extLst>
              </p:cNvPr>
              <p:cNvSpPr/>
              <p:nvPr/>
            </p:nvSpPr>
            <p:spPr>
              <a:xfrm rot="21560115">
                <a:off x="3263225" y="982874"/>
                <a:ext cx="213441" cy="325791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744F6DE-0560-FCE5-F9F6-E13E2F17DD3E}"/>
                  </a:ext>
                </a:extLst>
              </p:cNvPr>
              <p:cNvGrpSpPr/>
              <p:nvPr/>
            </p:nvGrpSpPr>
            <p:grpSpPr>
              <a:xfrm>
                <a:off x="3295738" y="895636"/>
                <a:ext cx="30945" cy="381653"/>
                <a:chOff x="3307168" y="907066"/>
                <a:chExt cx="30945" cy="381653"/>
              </a:xfrm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A2E1A089-2C54-089C-675E-13AA8A031AA0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E9948127-4FE2-0D9D-BACF-B040F1FAC12D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A837467-982F-2F03-C2FA-C4A9E0317DAF}"/>
                  </a:ext>
                </a:extLst>
              </p:cNvPr>
              <p:cNvGrpSpPr/>
              <p:nvPr/>
            </p:nvGrpSpPr>
            <p:grpSpPr>
              <a:xfrm>
                <a:off x="3352555" y="895470"/>
                <a:ext cx="30945" cy="381653"/>
                <a:chOff x="3307168" y="907066"/>
                <a:chExt cx="30945" cy="381653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663C688C-BFA8-A1CC-A2E7-44070B337C0E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FC289C1-E525-D2F3-05CD-FCE6AF5A136F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E7B7098-36D1-9E6B-C530-445D5F9B14D2}"/>
                  </a:ext>
                </a:extLst>
              </p:cNvPr>
              <p:cNvGrpSpPr/>
              <p:nvPr/>
            </p:nvGrpSpPr>
            <p:grpSpPr>
              <a:xfrm>
                <a:off x="3410061" y="895304"/>
                <a:ext cx="30945" cy="381653"/>
                <a:chOff x="3307168" y="907066"/>
                <a:chExt cx="30945" cy="381653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A6F7671C-C3DD-0FA8-E134-AD940D6B1A5C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F5A051A-8DFB-4832-D83A-3EE17E5D7ABA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BC83E3A-AA39-C97C-5C48-EC954F1C0B52}"/>
              </a:ext>
            </a:extLst>
          </p:cNvPr>
          <p:cNvGrpSpPr/>
          <p:nvPr/>
        </p:nvGrpSpPr>
        <p:grpSpPr>
          <a:xfrm rot="1446147">
            <a:off x="3921203" y="1150083"/>
            <a:ext cx="643385" cy="297717"/>
            <a:chOff x="5556129" y="2376181"/>
            <a:chExt cx="1166566" cy="539811"/>
          </a:xfrm>
        </p:grpSpPr>
        <p:pic>
          <p:nvPicPr>
            <p:cNvPr id="29" name="Picture 6" descr="Musket silhouette flintlock old pistol symbol Vector Image">
              <a:extLst>
                <a:ext uri="{FF2B5EF4-FFF2-40B4-BE49-F238E27FC236}">
                  <a16:creationId xmlns:a16="http://schemas.microsoft.com/office/drawing/2014/main" id="{C96F7E46-8779-9FF2-7124-CE8989E106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471203" flipH="1">
              <a:off x="6003314" y="2466587"/>
              <a:ext cx="719381" cy="449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26759FF-FBAA-E1D8-B1D4-5AD4513A1EA0}"/>
                </a:ext>
              </a:extLst>
            </p:cNvPr>
            <p:cNvCxnSpPr/>
            <p:nvPr/>
          </p:nvCxnSpPr>
          <p:spPr>
            <a:xfrm>
              <a:off x="5586609" y="2376181"/>
              <a:ext cx="419622" cy="15531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5D4DD0D-FDD5-BD9A-B94A-E8F8E9087F9D}"/>
                </a:ext>
              </a:extLst>
            </p:cNvPr>
            <p:cNvCxnSpPr>
              <a:cxnSpLocks/>
            </p:cNvCxnSpPr>
            <p:nvPr/>
          </p:nvCxnSpPr>
          <p:spPr>
            <a:xfrm>
              <a:off x="5570220" y="2436495"/>
              <a:ext cx="420771" cy="11995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CDECD7-A533-A32D-5419-AF654017F1D5}"/>
                </a:ext>
              </a:extLst>
            </p:cNvPr>
            <p:cNvCxnSpPr>
              <a:cxnSpLocks/>
            </p:cNvCxnSpPr>
            <p:nvPr/>
          </p:nvCxnSpPr>
          <p:spPr>
            <a:xfrm>
              <a:off x="5556129" y="2505144"/>
              <a:ext cx="437916" cy="7765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7CAF55D-F096-F463-738B-9D6AB149BD58}"/>
                </a:ext>
              </a:extLst>
            </p:cNvPr>
            <p:cNvCxnSpPr>
              <a:cxnSpLocks/>
            </p:cNvCxnSpPr>
            <p:nvPr/>
          </p:nvCxnSpPr>
          <p:spPr>
            <a:xfrm>
              <a:off x="5556129" y="2582799"/>
              <a:ext cx="434862" cy="2565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F76A983-9671-1AEF-B5EE-1EC2B707DF0E}"/>
              </a:ext>
            </a:extLst>
          </p:cNvPr>
          <p:cNvGrpSpPr/>
          <p:nvPr/>
        </p:nvGrpSpPr>
        <p:grpSpPr>
          <a:xfrm>
            <a:off x="3202921" y="2401701"/>
            <a:ext cx="754803" cy="498040"/>
            <a:chOff x="3202921" y="2401701"/>
            <a:chExt cx="754803" cy="49804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AE0069B-7F70-B98A-B973-7C46E4635CEE}"/>
                </a:ext>
              </a:extLst>
            </p:cNvPr>
            <p:cNvSpPr/>
            <p:nvPr/>
          </p:nvSpPr>
          <p:spPr>
            <a:xfrm>
              <a:off x="3413096" y="2578674"/>
              <a:ext cx="283752" cy="1620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FF76144-4F72-DECB-A06C-3E7F843BC70C}"/>
                </a:ext>
              </a:extLst>
            </p:cNvPr>
            <p:cNvSpPr/>
            <p:nvPr/>
          </p:nvSpPr>
          <p:spPr>
            <a:xfrm>
              <a:off x="3692926" y="2612349"/>
              <a:ext cx="224947" cy="128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ight Triangle 50">
              <a:extLst>
                <a:ext uri="{FF2B5EF4-FFF2-40B4-BE49-F238E27FC236}">
                  <a16:creationId xmlns:a16="http://schemas.microsoft.com/office/drawing/2014/main" id="{DD7C9C51-1CB4-B17E-B0F0-A3CCB1A66159}"/>
                </a:ext>
              </a:extLst>
            </p:cNvPr>
            <p:cNvSpPr/>
            <p:nvPr/>
          </p:nvSpPr>
          <p:spPr>
            <a:xfrm flipH="1">
              <a:off x="3202921" y="2578674"/>
              <a:ext cx="210174" cy="162008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00289DF-A0F0-58EC-D92F-F2BD7C029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3943" y="2740183"/>
              <a:ext cx="733781" cy="159558"/>
            </a:xfrm>
            <a:prstGeom prst="rect">
              <a:avLst/>
            </a:prstGeom>
          </p:spPr>
        </p:pic>
        <p:sp>
          <p:nvSpPr>
            <p:cNvPr id="43" name="Flowchart: Terminator 42">
              <a:extLst>
                <a:ext uri="{FF2B5EF4-FFF2-40B4-BE49-F238E27FC236}">
                  <a16:creationId xmlns:a16="http://schemas.microsoft.com/office/drawing/2014/main" id="{E579E04B-BE81-6A38-CE04-6C04B1F20094}"/>
                </a:ext>
              </a:extLst>
            </p:cNvPr>
            <p:cNvSpPr/>
            <p:nvPr/>
          </p:nvSpPr>
          <p:spPr>
            <a:xfrm>
              <a:off x="3704363" y="2505974"/>
              <a:ext cx="224947" cy="95438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8013E43-41BD-4C40-9D0B-9F782453CA19}"/>
                </a:ext>
              </a:extLst>
            </p:cNvPr>
            <p:cNvGrpSpPr/>
            <p:nvPr/>
          </p:nvGrpSpPr>
          <p:grpSpPr>
            <a:xfrm rot="16775424">
              <a:off x="3458798" y="2311619"/>
              <a:ext cx="192348" cy="372511"/>
              <a:chOff x="3263225" y="895304"/>
              <a:chExt cx="213441" cy="413361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E4696-9DA8-D5C9-31A8-D6CC5BD8440F}"/>
                  </a:ext>
                </a:extLst>
              </p:cNvPr>
              <p:cNvSpPr/>
              <p:nvPr/>
            </p:nvSpPr>
            <p:spPr>
              <a:xfrm rot="21560115">
                <a:off x="3263225" y="982874"/>
                <a:ext cx="213441" cy="325791"/>
              </a:xfrm>
              <a:prstGeom prst="rect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BCA1D0E-3629-61AF-CFB9-58EF64F5F0E1}"/>
                  </a:ext>
                </a:extLst>
              </p:cNvPr>
              <p:cNvGrpSpPr/>
              <p:nvPr/>
            </p:nvGrpSpPr>
            <p:grpSpPr>
              <a:xfrm>
                <a:off x="3295738" y="895636"/>
                <a:ext cx="30945" cy="381653"/>
                <a:chOff x="3307168" y="907066"/>
                <a:chExt cx="30945" cy="381653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F742C2E-0760-BE9C-FD42-C4612EAC9E86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3E456D3-B764-4A57-E4D6-1548438EC5C6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552E1221-8C2C-3036-D94E-805974A6AE7B}"/>
                  </a:ext>
                </a:extLst>
              </p:cNvPr>
              <p:cNvGrpSpPr/>
              <p:nvPr/>
            </p:nvGrpSpPr>
            <p:grpSpPr>
              <a:xfrm>
                <a:off x="3352555" y="895470"/>
                <a:ext cx="30945" cy="381653"/>
                <a:chOff x="3307168" y="907066"/>
                <a:chExt cx="30945" cy="381653"/>
              </a:xfrm>
            </p:grpSpPr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8D1AB284-8F2A-F690-DD7A-500A44D7CBDC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EFAB44C0-6876-E51F-D318-CB11A12FC6F9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B7BDBF4-4CF8-88E3-18B9-0F285529AC3C}"/>
                  </a:ext>
                </a:extLst>
              </p:cNvPr>
              <p:cNvGrpSpPr/>
              <p:nvPr/>
            </p:nvGrpSpPr>
            <p:grpSpPr>
              <a:xfrm>
                <a:off x="3410061" y="895304"/>
                <a:ext cx="30945" cy="381653"/>
                <a:chOff x="3307168" y="907066"/>
                <a:chExt cx="30945" cy="381653"/>
              </a:xfrm>
            </p:grpSpPr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161DF962-F5A5-5566-F491-F06EB6250A8A}"/>
                    </a:ext>
                  </a:extLst>
                </p:cNvPr>
                <p:cNvSpPr/>
                <p:nvPr/>
              </p:nvSpPr>
              <p:spPr>
                <a:xfrm rot="5360115">
                  <a:off x="3295891" y="918343"/>
                  <a:ext cx="51455" cy="28901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BEB40BDB-B136-7854-28EA-94085222F503}"/>
                    </a:ext>
                  </a:extLst>
                </p:cNvPr>
                <p:cNvSpPr/>
                <p:nvPr/>
              </p:nvSpPr>
              <p:spPr>
                <a:xfrm rot="5360115">
                  <a:off x="3144181" y="1094788"/>
                  <a:ext cx="359629" cy="2823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EC1FFA6F-41D3-6F14-4B6F-5DDF37B754C4}"/>
              </a:ext>
            </a:extLst>
          </p:cNvPr>
          <p:cNvSpPr/>
          <p:nvPr/>
        </p:nvSpPr>
        <p:spPr>
          <a:xfrm>
            <a:off x="3257966" y="3562320"/>
            <a:ext cx="126797" cy="25471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3DFA65-3337-27DC-565D-0CF320CA107C}"/>
              </a:ext>
            </a:extLst>
          </p:cNvPr>
          <p:cNvGrpSpPr/>
          <p:nvPr/>
        </p:nvGrpSpPr>
        <p:grpSpPr>
          <a:xfrm rot="1376485">
            <a:off x="3620681" y="3367294"/>
            <a:ext cx="226461" cy="642998"/>
            <a:chOff x="4088226" y="3106411"/>
            <a:chExt cx="226461" cy="6429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6324FD-DE9E-8101-8388-4EFF36C96011}"/>
                </a:ext>
              </a:extLst>
            </p:cNvPr>
            <p:cNvSpPr/>
            <p:nvPr/>
          </p:nvSpPr>
          <p:spPr>
            <a:xfrm>
              <a:off x="4143353" y="3203566"/>
              <a:ext cx="116205" cy="32575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7C16F5DA-1155-8186-7B95-D3B02F61643F}"/>
                </a:ext>
              </a:extLst>
            </p:cNvPr>
            <p:cNvSpPr/>
            <p:nvPr/>
          </p:nvSpPr>
          <p:spPr>
            <a:xfrm>
              <a:off x="4088226" y="3366444"/>
              <a:ext cx="226461" cy="38296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9CBC5D-03FF-6F96-D9EB-A5BD2172AB4C}"/>
                </a:ext>
              </a:extLst>
            </p:cNvPr>
            <p:cNvSpPr/>
            <p:nvPr/>
          </p:nvSpPr>
          <p:spPr>
            <a:xfrm>
              <a:off x="4112306" y="3106411"/>
              <a:ext cx="180769" cy="97155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1CA408FB-E372-F21D-FCF5-2F57C8DEC2A3}"/>
              </a:ext>
            </a:extLst>
          </p:cNvPr>
          <p:cNvSpPr/>
          <p:nvPr/>
        </p:nvSpPr>
        <p:spPr>
          <a:xfrm>
            <a:off x="3223943" y="3907154"/>
            <a:ext cx="766460" cy="1595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36EDCF0B-B6FC-0049-43C4-F3E03FE165D1}"/>
              </a:ext>
            </a:extLst>
          </p:cNvPr>
          <p:cNvSpPr/>
          <p:nvPr/>
        </p:nvSpPr>
        <p:spPr>
          <a:xfrm>
            <a:off x="3420127" y="3762375"/>
            <a:ext cx="244445" cy="1447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D56867EE-8DB8-4AD8-B77B-FCF5F1BF211D}"/>
              </a:ext>
            </a:extLst>
          </p:cNvPr>
          <p:cNvSpPr/>
          <p:nvPr/>
        </p:nvSpPr>
        <p:spPr>
          <a:xfrm>
            <a:off x="3710594" y="3762375"/>
            <a:ext cx="244445" cy="144780"/>
          </a:xfrm>
          <a:prstGeom prst="trapezoi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4C1893-A7BA-1969-F550-B6F45D61F33C}"/>
              </a:ext>
            </a:extLst>
          </p:cNvPr>
          <p:cNvSpPr/>
          <p:nvPr/>
        </p:nvSpPr>
        <p:spPr>
          <a:xfrm>
            <a:off x="3240515" y="3675868"/>
            <a:ext cx="160971" cy="22271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Catapult icon | Premium Vector">
            <a:extLst>
              <a:ext uri="{FF2B5EF4-FFF2-40B4-BE49-F238E27FC236}">
                <a16:creationId xmlns:a16="http://schemas.microsoft.com/office/drawing/2014/main" id="{8B183B9A-8F94-5FFC-B8A5-1348C6FE9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957" y="3188506"/>
            <a:ext cx="799091" cy="799091"/>
          </a:xfrm>
          <a:prstGeom prst="rect">
            <a:avLst/>
          </a:prstGeom>
        </p:spPr>
      </p:pic>
      <p:pic>
        <p:nvPicPr>
          <p:cNvPr id="19" name="Picture 18" descr="Chariot - Free transport icons">
            <a:extLst>
              <a:ext uri="{FF2B5EF4-FFF2-40B4-BE49-F238E27FC236}">
                <a16:creationId xmlns:a16="http://schemas.microsoft.com/office/drawing/2014/main" id="{F674EE60-0459-6FDD-E3DE-8CE8260F7A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414" y="1969870"/>
            <a:ext cx="415482" cy="415482"/>
          </a:xfrm>
          <a:prstGeom prst="rect">
            <a:avLst/>
          </a:prstGeom>
        </p:spPr>
      </p:pic>
      <p:pic>
        <p:nvPicPr>
          <p:cNvPr id="241" name="Picture 240" descr="Rune - Free cultures icons">
            <a:extLst>
              <a:ext uri="{FF2B5EF4-FFF2-40B4-BE49-F238E27FC236}">
                <a16:creationId xmlns:a16="http://schemas.microsoft.com/office/drawing/2014/main" id="{ED5B5B82-9185-EAE5-408A-864448BFE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659" y="2773023"/>
            <a:ext cx="620614" cy="62061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46B26F2-934E-6619-94EA-D4D8C5002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0454" y="2812031"/>
            <a:ext cx="475529" cy="42675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EFD96D07-D3B5-5E12-5E25-D8FAAA6D3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0606" y="1690170"/>
            <a:ext cx="525377" cy="525377"/>
          </a:xfrm>
          <a:prstGeom prst="rect">
            <a:avLst/>
          </a:prstGeom>
        </p:spPr>
      </p:pic>
      <p:pic>
        <p:nvPicPr>
          <p:cNvPr id="40" name="Picture 39" descr="Spiked Club Icons - Free SVG &amp; PNG Spiked Club Images - Noun Project">
            <a:extLst>
              <a:ext uri="{FF2B5EF4-FFF2-40B4-BE49-F238E27FC236}">
                <a16:creationId xmlns:a16="http://schemas.microsoft.com/office/drawing/2014/main" id="{C9DA123B-BDBB-7FBC-2648-77539DF82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7286876">
            <a:off x="5552729" y="1423252"/>
            <a:ext cx="454825" cy="454825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D2B6FC50-CE22-19B0-B5B4-CC23136B1FDD}"/>
              </a:ext>
            </a:extLst>
          </p:cNvPr>
          <p:cNvGrpSpPr/>
          <p:nvPr/>
        </p:nvGrpSpPr>
        <p:grpSpPr>
          <a:xfrm>
            <a:off x="7637718" y="1546440"/>
            <a:ext cx="1371912" cy="1415465"/>
            <a:chOff x="7637717" y="1546440"/>
            <a:chExt cx="2755213" cy="284268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B38533C0-1911-428C-5B5C-14D3ACEAD44A}"/>
                </a:ext>
              </a:extLst>
            </p:cNvPr>
            <p:cNvSpPr/>
            <p:nvPr/>
          </p:nvSpPr>
          <p:spPr>
            <a:xfrm rot="204291">
              <a:off x="7744200" y="2460653"/>
              <a:ext cx="2542367" cy="54176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102D031C-03D3-D596-6FA2-603CB958645E}"/>
                </a:ext>
              </a:extLst>
            </p:cNvPr>
            <p:cNvSpPr/>
            <p:nvPr/>
          </p:nvSpPr>
          <p:spPr>
            <a:xfrm>
              <a:off x="8120489" y="3732593"/>
              <a:ext cx="2061756" cy="493292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34BE63F9-239B-5EF7-9EBA-85B9676F241D}"/>
                </a:ext>
              </a:extLst>
            </p:cNvPr>
            <p:cNvSpPr/>
            <p:nvPr/>
          </p:nvSpPr>
          <p:spPr>
            <a:xfrm rot="21431545">
              <a:off x="8302404" y="1546440"/>
              <a:ext cx="556524" cy="2835027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B15FB503-713F-D53A-8E06-0FFE81A543CE}"/>
                </a:ext>
              </a:extLst>
            </p:cNvPr>
            <p:cNvSpPr/>
            <p:nvPr/>
          </p:nvSpPr>
          <p:spPr>
            <a:xfrm rot="190685">
              <a:off x="9381666" y="1554093"/>
              <a:ext cx="556524" cy="2835027"/>
            </a:xfrm>
            <a:prstGeom prst="round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C501C4D7-0DE8-6C2D-D96F-A3238CFDA5E0}"/>
                </a:ext>
              </a:extLst>
            </p:cNvPr>
            <p:cNvSpPr/>
            <p:nvPr/>
          </p:nvSpPr>
          <p:spPr>
            <a:xfrm>
              <a:off x="7637717" y="1821990"/>
              <a:ext cx="2755213" cy="54176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8650ED4-01DD-036B-9650-BD5F36D2FF7D}"/>
                </a:ext>
              </a:extLst>
            </p:cNvPr>
            <p:cNvSpPr/>
            <p:nvPr/>
          </p:nvSpPr>
          <p:spPr>
            <a:xfrm rot="21437914">
              <a:off x="7870568" y="3116407"/>
              <a:ext cx="2452422" cy="541768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F4068A1-D481-C8BC-74D5-B6457D234B02}"/>
              </a:ext>
            </a:extLst>
          </p:cNvPr>
          <p:cNvGrpSpPr/>
          <p:nvPr/>
        </p:nvGrpSpPr>
        <p:grpSpPr>
          <a:xfrm rot="16533413">
            <a:off x="5853109" y="2260144"/>
            <a:ext cx="855843" cy="923246"/>
            <a:chOff x="4052911" y="4937513"/>
            <a:chExt cx="1077055" cy="1167544"/>
          </a:xfrm>
        </p:grpSpPr>
        <p:pic>
          <p:nvPicPr>
            <p:cNvPr id="74" name="Picture 2" descr="Lance Icon #332107 - Free Icons Library">
              <a:extLst>
                <a:ext uri="{FF2B5EF4-FFF2-40B4-BE49-F238E27FC236}">
                  <a16:creationId xmlns:a16="http://schemas.microsoft.com/office/drawing/2014/main" id="{6727320C-A686-7820-FCF1-59746965C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2911" y="4937513"/>
              <a:ext cx="812944" cy="812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5" name="Picture 2" descr="Lance Icon #332107 - Free Icons Library">
              <a:extLst>
                <a:ext uri="{FF2B5EF4-FFF2-40B4-BE49-F238E27FC236}">
                  <a16:creationId xmlns:a16="http://schemas.microsoft.com/office/drawing/2014/main" id="{C53CEA99-7168-CAFB-B97D-62A9B45E54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7022" y="5010105"/>
              <a:ext cx="812944" cy="812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6" name="Picture 2" descr="Lance Icon #332107 - Free Icons Library">
              <a:extLst>
                <a:ext uri="{FF2B5EF4-FFF2-40B4-BE49-F238E27FC236}">
                  <a16:creationId xmlns:a16="http://schemas.microsoft.com/office/drawing/2014/main" id="{EF4CC92B-DBC4-B4F6-9871-6C39F77BCA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343" y="5292113"/>
              <a:ext cx="812944" cy="8129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34BCB29A-580D-4EB0-BEF6-5AE93764DD2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62" t="11774" r="10743" b="69664"/>
          <a:stretch>
            <a:fillRect/>
          </a:stretch>
        </p:blipFill>
        <p:spPr>
          <a:xfrm>
            <a:off x="5794407" y="4140141"/>
            <a:ext cx="660127" cy="42555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FDE4AF3-F36E-39CF-D808-C950FC817C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40351" y="1515816"/>
            <a:ext cx="559186" cy="559186"/>
          </a:xfrm>
          <a:prstGeom prst="rect">
            <a:avLst/>
          </a:prstGeom>
        </p:spPr>
      </p:pic>
      <p:pic>
        <p:nvPicPr>
          <p:cNvPr id="14" name="Picture 13" descr="Cerberus Icons - Free SVG &amp; PNG Cerberus Images - Noun Project">
            <a:extLst>
              <a:ext uri="{FF2B5EF4-FFF2-40B4-BE49-F238E27FC236}">
                <a16:creationId xmlns:a16="http://schemas.microsoft.com/office/drawing/2014/main" id="{E1DF4DB8-A71E-F842-FFFB-88640C1F72D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6930" y="2291180"/>
            <a:ext cx="794705" cy="794705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C44F8ED8-D179-0E9C-0F9A-E817FAA1FF1C}"/>
              </a:ext>
            </a:extLst>
          </p:cNvPr>
          <p:cNvGrpSpPr/>
          <p:nvPr/>
        </p:nvGrpSpPr>
        <p:grpSpPr>
          <a:xfrm>
            <a:off x="3211079" y="4346988"/>
            <a:ext cx="1460695" cy="1054279"/>
            <a:chOff x="2893431" y="4214869"/>
            <a:chExt cx="1608109" cy="116067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159E0DC-9711-2361-659A-49830D69CC96}"/>
                </a:ext>
              </a:extLst>
            </p:cNvPr>
            <p:cNvGrpSpPr/>
            <p:nvPr/>
          </p:nvGrpSpPr>
          <p:grpSpPr>
            <a:xfrm rot="2834996">
              <a:off x="3277247" y="4574387"/>
              <a:ext cx="417343" cy="1184975"/>
              <a:chOff x="4088226" y="3106411"/>
              <a:chExt cx="226461" cy="64299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FAB3D40-E599-D888-DFA9-4F7653F18B6F}"/>
                  </a:ext>
                </a:extLst>
              </p:cNvPr>
              <p:cNvSpPr/>
              <p:nvPr/>
            </p:nvSpPr>
            <p:spPr>
              <a:xfrm>
                <a:off x="4143353" y="3203566"/>
                <a:ext cx="116205" cy="32575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F37661A-8B4E-C57B-5655-ED4F2F7D1455}"/>
                  </a:ext>
                </a:extLst>
              </p:cNvPr>
              <p:cNvSpPr/>
              <p:nvPr/>
            </p:nvSpPr>
            <p:spPr>
              <a:xfrm>
                <a:off x="4088226" y="3366444"/>
                <a:ext cx="226461" cy="38296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073A171E-24E8-B97C-9D1F-4F7DFD171AAC}"/>
                  </a:ext>
                </a:extLst>
              </p:cNvPr>
              <p:cNvSpPr/>
              <p:nvPr/>
            </p:nvSpPr>
            <p:spPr>
              <a:xfrm>
                <a:off x="4112306" y="3106411"/>
                <a:ext cx="180769" cy="97155"/>
              </a:xfrm>
              <a:prstGeom prst="round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53" name="Picture 4" descr="demon Icon - Download demon Icon 247538 | Noun Project">
              <a:extLst>
                <a:ext uri="{FF2B5EF4-FFF2-40B4-BE49-F238E27FC236}">
                  <a16:creationId xmlns:a16="http://schemas.microsoft.com/office/drawing/2014/main" id="{668310F5-39C5-F1EE-1D15-37577B44B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896555">
              <a:off x="3863067" y="4215122"/>
              <a:ext cx="638725" cy="6382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Picture 16" descr="Skeleton - Free education icons">
            <a:extLst>
              <a:ext uri="{FF2B5EF4-FFF2-40B4-BE49-F238E27FC236}">
                <a16:creationId xmlns:a16="http://schemas.microsoft.com/office/drawing/2014/main" id="{44236114-6110-0380-2504-CDF315EBB3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6017" y="3459545"/>
            <a:ext cx="512993" cy="512993"/>
          </a:xfrm>
          <a:prstGeom prst="rect">
            <a:avLst/>
          </a:prstGeom>
        </p:spPr>
      </p:pic>
      <p:pic>
        <p:nvPicPr>
          <p:cNvPr id="67" name="Picture 2" descr="Lance Icon #332107 - Free Icons Library">
            <a:extLst>
              <a:ext uri="{FF2B5EF4-FFF2-40B4-BE49-F238E27FC236}">
                <a16:creationId xmlns:a16="http://schemas.microsoft.com/office/drawing/2014/main" id="{83237395-D3D2-0E60-0C38-9E11E8E53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26429">
            <a:off x="2310747" y="3251991"/>
            <a:ext cx="645977" cy="64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67" descr="Vector image of horse skeleton | Free SVG">
            <a:extLst>
              <a:ext uri="{FF2B5EF4-FFF2-40B4-BE49-F238E27FC236}">
                <a16:creationId xmlns:a16="http://schemas.microsoft.com/office/drawing/2014/main" id="{B7F32964-518C-6634-753F-98654DC38E6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8815" y="247325"/>
            <a:ext cx="1755160" cy="1755160"/>
          </a:xfrm>
          <a:prstGeom prst="rect">
            <a:avLst/>
          </a:prstGeom>
        </p:spPr>
      </p:pic>
      <p:pic>
        <p:nvPicPr>
          <p:cNvPr id="69" name="Picture 68" descr="Vector image of horse skeleton | Free SVG">
            <a:extLst>
              <a:ext uri="{FF2B5EF4-FFF2-40B4-BE49-F238E27FC236}">
                <a16:creationId xmlns:a16="http://schemas.microsoft.com/office/drawing/2014/main" id="{A216FB0C-9744-E4B0-723B-E477D224789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4281" b="61528"/>
          <a:stretch>
            <a:fillRect/>
          </a:stretch>
        </p:blipFill>
        <p:spPr>
          <a:xfrm>
            <a:off x="1035597" y="2910043"/>
            <a:ext cx="1073909" cy="1156668"/>
          </a:xfrm>
          <a:prstGeom prst="rect">
            <a:avLst/>
          </a:prstGeom>
        </p:spPr>
      </p:pic>
      <p:pic>
        <p:nvPicPr>
          <p:cNvPr id="70" name="Picture 69" descr="Necromancer icon in vector. Illustration 34051027 Vector Art at Vecteezy">
            <a:extLst>
              <a:ext uri="{FF2B5EF4-FFF2-40B4-BE49-F238E27FC236}">
                <a16:creationId xmlns:a16="http://schemas.microsoft.com/office/drawing/2014/main" id="{A9E3657E-1D8E-7600-18B7-BC1CAB68BA5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6037" t="16612" r="16442" b="16607"/>
          <a:stretch>
            <a:fillRect/>
          </a:stretch>
        </p:blipFill>
        <p:spPr>
          <a:xfrm>
            <a:off x="7184050" y="3238788"/>
            <a:ext cx="837084" cy="827923"/>
          </a:xfrm>
          <a:prstGeom prst="rect">
            <a:avLst/>
          </a:prstGeom>
        </p:spPr>
      </p:pic>
      <p:pic>
        <p:nvPicPr>
          <p:cNvPr id="71" name="Picture 70" descr="Cape Icons in SVG, PNG, AI to Download">
            <a:extLst>
              <a:ext uri="{FF2B5EF4-FFF2-40B4-BE49-F238E27FC236}">
                <a16:creationId xmlns:a16="http://schemas.microsoft.com/office/drawing/2014/main" id="{F0EB204A-70F5-3C53-FC6D-5E5F89AA2FB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9534" y="4352918"/>
            <a:ext cx="920236" cy="920236"/>
          </a:xfrm>
          <a:prstGeom prst="rect">
            <a:avLst/>
          </a:prstGeom>
        </p:spPr>
      </p:pic>
      <p:pic>
        <p:nvPicPr>
          <p:cNvPr id="72" name="Picture 71" descr="Crossbow - Free weapons icons">
            <a:extLst>
              <a:ext uri="{FF2B5EF4-FFF2-40B4-BE49-F238E27FC236}">
                <a16:creationId xmlns:a16="http://schemas.microsoft.com/office/drawing/2014/main" id="{9E61B036-6889-9906-4546-0E1A9F4B85B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18077" y="4313432"/>
            <a:ext cx="920237" cy="920237"/>
          </a:xfrm>
          <a:prstGeom prst="rect">
            <a:avLst/>
          </a:prstGeom>
        </p:spPr>
      </p:pic>
      <p:pic>
        <p:nvPicPr>
          <p:cNvPr id="1028" name="Picture 1027" descr="Fire ring - free Icon PNG, SVG">
            <a:extLst>
              <a:ext uri="{FF2B5EF4-FFF2-40B4-BE49-F238E27FC236}">
                <a16:creationId xmlns:a16="http://schemas.microsoft.com/office/drawing/2014/main" id="{B89018BE-B726-4E64-D815-FD60085D5A9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52061" y="533195"/>
            <a:ext cx="909124" cy="909124"/>
          </a:xfrm>
          <a:prstGeom prst="rect">
            <a:avLst/>
          </a:prstGeom>
        </p:spPr>
      </p:pic>
      <p:pic>
        <p:nvPicPr>
          <p:cNvPr id="78" name="Picture 77" descr="Mortar war icon | Freepik">
            <a:extLst>
              <a:ext uri="{FF2B5EF4-FFF2-40B4-BE49-F238E27FC236}">
                <a16:creationId xmlns:a16="http://schemas.microsoft.com/office/drawing/2014/main" id="{666836D9-48B8-EA77-505C-7734C28A342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25450" y="2158351"/>
            <a:ext cx="1015524" cy="1015524"/>
          </a:xfrm>
          <a:prstGeom prst="rect">
            <a:avLst/>
          </a:prstGeom>
        </p:spPr>
      </p:pic>
      <p:pic>
        <p:nvPicPr>
          <p:cNvPr id="79" name="Picture 78" descr="Page 11 | Download Free Mortar gun Icons in PNG &amp; SVG">
            <a:extLst>
              <a:ext uri="{FF2B5EF4-FFF2-40B4-BE49-F238E27FC236}">
                <a16:creationId xmlns:a16="http://schemas.microsoft.com/office/drawing/2014/main" id="{5663E750-DD09-5FDA-86EB-0441E6C4BA3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flipH="1">
            <a:off x="8391414" y="4352917"/>
            <a:ext cx="1025827" cy="1025827"/>
          </a:xfrm>
          <a:prstGeom prst="rect">
            <a:avLst/>
          </a:prstGeom>
        </p:spPr>
      </p:pic>
      <p:pic>
        <p:nvPicPr>
          <p:cNvPr id="80" name="Picture 79" descr="Wine Grapes Icons - Free SVG &amp; PNG Wine Grapes Images - Noun Project">
            <a:extLst>
              <a:ext uri="{FF2B5EF4-FFF2-40B4-BE49-F238E27FC236}">
                <a16:creationId xmlns:a16="http://schemas.microsoft.com/office/drawing/2014/main" id="{3998388A-45FD-ACFB-D540-764C7D7A3C6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67243" y="429750"/>
            <a:ext cx="837084" cy="837084"/>
          </a:xfrm>
          <a:prstGeom prst="rect">
            <a:avLst/>
          </a:prstGeom>
        </p:spPr>
      </p:pic>
      <p:pic>
        <p:nvPicPr>
          <p:cNvPr id="109" name="Picture 108" descr="Confetti Cannon Icon Image. Stock Vector - Illustration of celebration,  surprised: 286865252">
            <a:extLst>
              <a:ext uri="{FF2B5EF4-FFF2-40B4-BE49-F238E27FC236}">
                <a16:creationId xmlns:a16="http://schemas.microsoft.com/office/drawing/2014/main" id="{95F89C4B-430E-DAC3-D067-B43B1567016D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11740" t="22761" r="11462" b="22940"/>
          <a:stretch>
            <a:fillRect/>
          </a:stretch>
        </p:blipFill>
        <p:spPr>
          <a:xfrm>
            <a:off x="6381272" y="4468410"/>
            <a:ext cx="507895" cy="512993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5E139E74-9312-C6DF-A0A3-BC5054EF3929}"/>
              </a:ext>
            </a:extLst>
          </p:cNvPr>
          <p:cNvGrpSpPr/>
          <p:nvPr/>
        </p:nvGrpSpPr>
        <p:grpSpPr>
          <a:xfrm>
            <a:off x="9334934" y="630429"/>
            <a:ext cx="1505005" cy="1505005"/>
            <a:chOff x="2218314" y="2765949"/>
            <a:chExt cx="1065700" cy="1065700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D0AA2EE-4CB7-4A6D-1946-3DC75E7D40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2747680">
              <a:off x="2617061" y="2765949"/>
              <a:ext cx="268205" cy="106570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3ED1722-4A29-A48A-5283-5085AB1E0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18919144">
              <a:off x="2515760" y="2765949"/>
              <a:ext cx="268205" cy="1065700"/>
            </a:xfrm>
            <a:prstGeom prst="rect">
              <a:avLst/>
            </a:prstGeom>
          </p:spPr>
        </p:pic>
      </p:grpSp>
      <p:pic>
        <p:nvPicPr>
          <p:cNvPr id="84" name="Picture 83" descr="Bomb Free Files PNG Transparent Background, Free Download #28191 -  FreeIconsPNG">
            <a:extLst>
              <a:ext uri="{FF2B5EF4-FFF2-40B4-BE49-F238E27FC236}">
                <a16:creationId xmlns:a16="http://schemas.microsoft.com/office/drawing/2014/main" id="{62EF16F4-4D7E-C6CD-CD2C-9E0027E75EB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2118" y="3550949"/>
            <a:ext cx="507762" cy="507762"/>
          </a:xfrm>
          <a:prstGeom prst="rect">
            <a:avLst/>
          </a:prstGeom>
        </p:spPr>
      </p:pic>
      <p:pic>
        <p:nvPicPr>
          <p:cNvPr id="86" name="Picture 85" descr="Invisible Icon - Free PNG &amp; SVG 406621 - Noun Project">
            <a:extLst>
              <a:ext uri="{FF2B5EF4-FFF2-40B4-BE49-F238E27FC236}">
                <a16:creationId xmlns:a16="http://schemas.microsoft.com/office/drawing/2014/main" id="{03D76296-2471-8F60-9BB4-80A0B3781028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47518" y="3459545"/>
            <a:ext cx="532571" cy="532571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400CE58D-37F6-D187-E132-30DCA6B00C8F}"/>
              </a:ext>
            </a:extLst>
          </p:cNvPr>
          <p:cNvGrpSpPr/>
          <p:nvPr/>
        </p:nvGrpSpPr>
        <p:grpSpPr>
          <a:xfrm>
            <a:off x="7361185" y="4809626"/>
            <a:ext cx="398902" cy="1217116"/>
            <a:chOff x="7361185" y="4809626"/>
            <a:chExt cx="398902" cy="1217116"/>
          </a:xfrm>
        </p:grpSpPr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6B581AA-57C9-A9A0-B939-9F5574CF6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404003" y="4809626"/>
              <a:ext cx="320529" cy="507230"/>
            </a:xfrm>
            <a:prstGeom prst="rect">
              <a:avLst/>
            </a:prstGeom>
          </p:spPr>
        </p:pic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A6F3260-9A44-7B23-663D-ED63A3BBFFD6}"/>
                </a:ext>
              </a:extLst>
            </p:cNvPr>
            <p:cNvGrpSpPr/>
            <p:nvPr/>
          </p:nvGrpSpPr>
          <p:grpSpPr>
            <a:xfrm>
              <a:off x="7361185" y="5174354"/>
              <a:ext cx="398902" cy="852388"/>
              <a:chOff x="6692560" y="3829846"/>
              <a:chExt cx="1238760" cy="2647025"/>
            </a:xfrm>
          </p:grpSpPr>
          <p:sp>
            <p:nvSpPr>
              <p:cNvPr id="89" name="Block Arc 88">
                <a:extLst>
                  <a:ext uri="{FF2B5EF4-FFF2-40B4-BE49-F238E27FC236}">
                    <a16:creationId xmlns:a16="http://schemas.microsoft.com/office/drawing/2014/main" id="{F757F27D-602C-510E-F948-57A19EDEACBB}"/>
                  </a:ext>
                </a:extLst>
              </p:cNvPr>
              <p:cNvSpPr/>
              <p:nvPr/>
            </p:nvSpPr>
            <p:spPr>
              <a:xfrm rot="10800000">
                <a:off x="6692560" y="3829846"/>
                <a:ext cx="1238760" cy="883696"/>
              </a:xfrm>
              <a:prstGeom prst="blockArc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A9555ED-ECD5-7833-3CD6-DAD2F59786AA}"/>
                  </a:ext>
                </a:extLst>
              </p:cNvPr>
              <p:cNvSpPr/>
              <p:nvPr/>
            </p:nvSpPr>
            <p:spPr>
              <a:xfrm>
                <a:off x="7128944" y="4639445"/>
                <a:ext cx="365990" cy="183742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9CD1D2C-B927-125D-887C-28800A319390}"/>
              </a:ext>
            </a:extLst>
          </p:cNvPr>
          <p:cNvGrpSpPr/>
          <p:nvPr/>
        </p:nvGrpSpPr>
        <p:grpSpPr>
          <a:xfrm>
            <a:off x="5919230" y="5181444"/>
            <a:ext cx="403733" cy="1210026"/>
            <a:chOff x="5919230" y="5181444"/>
            <a:chExt cx="403733" cy="1210026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9BD48B21-A315-02F1-6813-CC8D28D23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920294" y="5181444"/>
              <a:ext cx="402669" cy="507230"/>
            </a:xfrm>
            <a:prstGeom prst="rect">
              <a:avLst/>
            </a:prstGeom>
          </p:spPr>
        </p:pic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B8EE8E1-6474-64B0-6A70-16FA1A2F4485}"/>
                </a:ext>
              </a:extLst>
            </p:cNvPr>
            <p:cNvGrpSpPr/>
            <p:nvPr/>
          </p:nvGrpSpPr>
          <p:grpSpPr>
            <a:xfrm>
              <a:off x="5919230" y="5539082"/>
              <a:ext cx="398902" cy="852388"/>
              <a:chOff x="6692560" y="3829846"/>
              <a:chExt cx="1238760" cy="2647025"/>
            </a:xfrm>
          </p:grpSpPr>
          <p:sp>
            <p:nvSpPr>
              <p:cNvPr id="97" name="Block Arc 96">
                <a:extLst>
                  <a:ext uri="{FF2B5EF4-FFF2-40B4-BE49-F238E27FC236}">
                    <a16:creationId xmlns:a16="http://schemas.microsoft.com/office/drawing/2014/main" id="{9FDF3918-89E6-D277-3B9B-F85122D708AB}"/>
                  </a:ext>
                </a:extLst>
              </p:cNvPr>
              <p:cNvSpPr/>
              <p:nvPr/>
            </p:nvSpPr>
            <p:spPr>
              <a:xfrm rot="10800000">
                <a:off x="6692560" y="3829846"/>
                <a:ext cx="1238760" cy="883696"/>
              </a:xfrm>
              <a:prstGeom prst="blockArc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8ED62EF-2E88-E650-2515-3114B63BA04D}"/>
                  </a:ext>
                </a:extLst>
              </p:cNvPr>
              <p:cNvSpPr/>
              <p:nvPr/>
            </p:nvSpPr>
            <p:spPr>
              <a:xfrm>
                <a:off x="7128944" y="4639445"/>
                <a:ext cx="365990" cy="183742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04D9586-EA8B-5616-1372-9C4CCC43CA21}"/>
              </a:ext>
            </a:extLst>
          </p:cNvPr>
          <p:cNvGrpSpPr/>
          <p:nvPr/>
        </p:nvGrpSpPr>
        <p:grpSpPr>
          <a:xfrm>
            <a:off x="4314538" y="5576273"/>
            <a:ext cx="398902" cy="852388"/>
            <a:chOff x="6692560" y="3829846"/>
            <a:chExt cx="1238760" cy="2647025"/>
          </a:xfrm>
        </p:grpSpPr>
        <p:sp>
          <p:nvSpPr>
            <p:cNvPr id="104" name="Block Arc 103">
              <a:extLst>
                <a:ext uri="{FF2B5EF4-FFF2-40B4-BE49-F238E27FC236}">
                  <a16:creationId xmlns:a16="http://schemas.microsoft.com/office/drawing/2014/main" id="{FD47ADD3-C2C0-4985-3848-B755D8B19420}"/>
                </a:ext>
              </a:extLst>
            </p:cNvPr>
            <p:cNvSpPr/>
            <p:nvPr/>
          </p:nvSpPr>
          <p:spPr>
            <a:xfrm rot="10800000">
              <a:off x="6692560" y="3829846"/>
              <a:ext cx="1238760" cy="883696"/>
            </a:xfrm>
            <a:prstGeom prst="blockArc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D07B875-3298-0EC7-09BE-84ED00D77845}"/>
                </a:ext>
              </a:extLst>
            </p:cNvPr>
            <p:cNvSpPr/>
            <p:nvPr/>
          </p:nvSpPr>
          <p:spPr>
            <a:xfrm>
              <a:off x="7128944" y="4639445"/>
              <a:ext cx="365990" cy="183742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7FC4D27-574F-C201-E0C4-064FD91314DA}"/>
              </a:ext>
            </a:extLst>
          </p:cNvPr>
          <p:cNvGrpSpPr/>
          <p:nvPr/>
        </p:nvGrpSpPr>
        <p:grpSpPr>
          <a:xfrm>
            <a:off x="4299043" y="5144463"/>
            <a:ext cx="429889" cy="532571"/>
            <a:chOff x="9983042" y="4464957"/>
            <a:chExt cx="429889" cy="532571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3537FFE-9C40-85C9-F51C-3D7BDCE39837}"/>
                    </a:ext>
                  </a:extLst>
                </p14:cNvPr>
                <p14:cNvContentPartPr/>
                <p14:nvPr/>
              </p14:nvContentPartPr>
              <p14:xfrm>
                <a:off x="9986702" y="4464957"/>
                <a:ext cx="342921" cy="2738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3537FFE-9C40-85C9-F51C-3D7BDCE3983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923731" y="4087150"/>
                  <a:ext cx="468503" cy="1029074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C0274E5F-D9F0-2175-590A-55B856AC2EE7}"/>
                </a:ext>
              </a:extLst>
            </p:cNvPr>
            <p:cNvGrpSpPr/>
            <p:nvPr/>
          </p:nvGrpSpPr>
          <p:grpSpPr>
            <a:xfrm>
              <a:off x="9983042" y="4558813"/>
              <a:ext cx="429889" cy="438715"/>
              <a:chOff x="9983042" y="4558813"/>
              <a:chExt cx="429889" cy="438715"/>
            </a:xfrm>
          </p:grpSpPr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2">
                <p14:nvContentPartPr>
                  <p14:cNvPr id="116" name="Ink 115">
                    <a:extLst>
                      <a:ext uri="{FF2B5EF4-FFF2-40B4-BE49-F238E27FC236}">
                        <a16:creationId xmlns:a16="http://schemas.microsoft.com/office/drawing/2014/main" id="{124AB36B-EAD1-1454-1B0B-BD108D0A18D7}"/>
                      </a:ext>
                    </a:extLst>
                  </p14:cNvPr>
                  <p14:cNvContentPartPr/>
                  <p14:nvPr/>
                </p14:nvContentPartPr>
                <p14:xfrm>
                  <a:off x="10046761" y="4577542"/>
                  <a:ext cx="366170" cy="112800"/>
                </p14:xfrm>
              </p:contentPart>
            </mc:Choice>
            <mc:Fallback xmlns="">
              <p:pic>
                <p:nvPicPr>
                  <p:cNvPr id="116" name="Ink 115">
                    <a:extLst>
                      <a:ext uri="{FF2B5EF4-FFF2-40B4-BE49-F238E27FC236}">
                        <a16:creationId xmlns:a16="http://schemas.microsoft.com/office/drawing/2014/main" id="{124AB36B-EAD1-1454-1B0B-BD108D0A18D7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983814" y="4200345"/>
                    <a:ext cx="491704" cy="8668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4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1912DC17-01D8-F8A2-3376-3E7D159F049F}"/>
                      </a:ext>
                    </a:extLst>
                  </p14:cNvPr>
                  <p14:cNvContentPartPr/>
                  <p14:nvPr/>
                </p14:nvContentPartPr>
                <p14:xfrm>
                  <a:off x="10218329" y="4581201"/>
                  <a:ext cx="131959" cy="206441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1912DC17-01D8-F8A2-3376-3E7D159F049F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10155406" y="4203565"/>
                    <a:ext cx="257446" cy="96135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6">
                <p14:nvContentPartPr>
                  <p14:cNvPr id="118" name="Ink 117">
                    <a:extLst>
                      <a:ext uri="{FF2B5EF4-FFF2-40B4-BE49-F238E27FC236}">
                        <a16:creationId xmlns:a16="http://schemas.microsoft.com/office/drawing/2014/main" id="{A09102D4-A688-FAE4-1024-D7006B265907}"/>
                      </a:ext>
                    </a:extLst>
                  </p14:cNvPr>
                  <p14:cNvContentPartPr/>
                  <p14:nvPr/>
                </p14:nvContentPartPr>
                <p14:xfrm>
                  <a:off x="10106175" y="4558813"/>
                  <a:ext cx="117536" cy="377148"/>
                </p14:xfrm>
              </p:contentPart>
            </mc:Choice>
            <mc:Fallback xmlns="">
              <p:pic>
                <p:nvPicPr>
                  <p:cNvPr id="118" name="Ink 117">
                    <a:extLst>
                      <a:ext uri="{FF2B5EF4-FFF2-40B4-BE49-F238E27FC236}">
                        <a16:creationId xmlns:a16="http://schemas.microsoft.com/office/drawing/2014/main" id="{A09102D4-A688-FAE4-1024-D7006B265907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10043633" y="4180945"/>
                    <a:ext cx="242980" cy="11325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38">
                <p14:nvContentPartPr>
                  <p14:cNvPr id="120" name="Ink 119">
                    <a:extLst>
                      <a:ext uri="{FF2B5EF4-FFF2-40B4-BE49-F238E27FC236}">
                        <a16:creationId xmlns:a16="http://schemas.microsoft.com/office/drawing/2014/main" id="{F9D257EE-A45B-D047-FD33-CC316E8FE672}"/>
                      </a:ext>
                    </a:extLst>
                  </p14:cNvPr>
                  <p14:cNvContentPartPr/>
                  <p14:nvPr/>
                </p14:nvContentPartPr>
                <p14:xfrm>
                  <a:off x="10016839" y="4822731"/>
                  <a:ext cx="391571" cy="51449"/>
                </p14:xfrm>
              </p:contentPart>
            </mc:Choice>
            <mc:Fallback xmlns="">
              <p:pic>
                <p:nvPicPr>
                  <p:cNvPr id="120" name="Ink 119">
                    <a:extLst>
                      <a:ext uri="{FF2B5EF4-FFF2-40B4-BE49-F238E27FC236}">
                        <a16:creationId xmlns:a16="http://schemas.microsoft.com/office/drawing/2014/main" id="{F9D257EE-A45B-D047-FD33-CC316E8FE672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9953857" y="4445318"/>
                    <a:ext cx="517176" cy="8066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40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1B0A39F8-510D-B4B8-47D4-FF8622D2E59E}"/>
                      </a:ext>
                    </a:extLst>
                  </p14:cNvPr>
                  <p14:cNvContentPartPr/>
                  <p14:nvPr/>
                </p14:nvContentPartPr>
                <p14:xfrm>
                  <a:off x="10222850" y="4738562"/>
                  <a:ext cx="120334" cy="258966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1B0A39F8-510D-B4B8-47D4-FF8622D2E59E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10159989" y="4360903"/>
                    <a:ext cx="245697" cy="10139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 xmlns:aink="http://schemas.microsoft.com/office/drawing/2016/ink">
            <mc:Choice Requires="p14 aink">
              <p:contentPart p14:bwMode="auto" r:id="rId42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22A2DAB7-6844-2AF2-6B46-FA45EC4B7337}"/>
                      </a:ext>
                    </a:extLst>
                  </p14:cNvPr>
                  <p14:cNvContentPartPr/>
                  <p14:nvPr/>
                </p14:nvContentPartPr>
                <p14:xfrm>
                  <a:off x="9983042" y="4895922"/>
                  <a:ext cx="291042" cy="79218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22A2DAB7-6844-2AF2-6B46-FA45EC4B733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9920085" y="4517836"/>
                    <a:ext cx="416597" cy="83503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87" name="Picture 86" descr="stag Icon - Free PNG &amp; SVG 314520 - Noun Project">
            <a:extLst>
              <a:ext uri="{FF2B5EF4-FFF2-40B4-BE49-F238E27FC236}">
                <a16:creationId xmlns:a16="http://schemas.microsoft.com/office/drawing/2014/main" id="{37C9D0BE-B6AA-4D23-D2AD-54DE4BD44A35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94038" y="4214063"/>
            <a:ext cx="1073909" cy="1073909"/>
          </a:xfrm>
          <a:prstGeom prst="rect">
            <a:avLst/>
          </a:prstGeom>
        </p:spPr>
      </p:pic>
      <p:pic>
        <p:nvPicPr>
          <p:cNvPr id="287" name="Picture 286" descr="Tree Logo PNGs for Free Download">
            <a:extLst>
              <a:ext uri="{FF2B5EF4-FFF2-40B4-BE49-F238E27FC236}">
                <a16:creationId xmlns:a16="http://schemas.microsoft.com/office/drawing/2014/main" id="{2E03C175-CE53-C4E0-D197-F24F45102356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530883" y="1989210"/>
            <a:ext cx="979291" cy="979291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2BF3F0F2-2194-E164-AEF5-ACDF4B307BB9}"/>
              </a:ext>
            </a:extLst>
          </p:cNvPr>
          <p:cNvGrpSpPr/>
          <p:nvPr/>
        </p:nvGrpSpPr>
        <p:grpSpPr>
          <a:xfrm>
            <a:off x="10111016" y="4557424"/>
            <a:ext cx="874396" cy="1131250"/>
            <a:chOff x="10111016" y="4557424"/>
            <a:chExt cx="874396" cy="1131250"/>
          </a:xfrm>
        </p:grpSpPr>
        <p:pic>
          <p:nvPicPr>
            <p:cNvPr id="88" name="Picture 87" descr="Black Siluet Shield Png Image Picture Download Transparent HQ PNG Download  | FreePNGimg">
              <a:extLst>
                <a:ext uri="{FF2B5EF4-FFF2-40B4-BE49-F238E27FC236}">
                  <a16:creationId xmlns:a16="http://schemas.microsoft.com/office/drawing/2014/main" id="{1D2C6BCC-A8D3-8B84-1808-F2500116A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10111016" y="4557424"/>
              <a:ext cx="874396" cy="1131250"/>
            </a:xfrm>
            <a:prstGeom prst="rect">
              <a:avLst/>
            </a:prstGeom>
          </p:spPr>
        </p:pic>
        <p:sp>
          <p:nvSpPr>
            <p:cNvPr id="94" name="Moon 93">
              <a:extLst>
                <a:ext uri="{FF2B5EF4-FFF2-40B4-BE49-F238E27FC236}">
                  <a16:creationId xmlns:a16="http://schemas.microsoft.com/office/drawing/2014/main" id="{7CB8C2AB-2660-9D43-6298-A95AC7F54990}"/>
                </a:ext>
              </a:extLst>
            </p:cNvPr>
            <p:cNvSpPr/>
            <p:nvPr/>
          </p:nvSpPr>
          <p:spPr>
            <a:xfrm rot="12800143">
              <a:off x="10473983" y="4835969"/>
              <a:ext cx="290943" cy="591684"/>
            </a:xfrm>
            <a:prstGeom prst="moon">
              <a:avLst>
                <a:gd name="adj" fmla="val 5867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91255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B9AD732-95A7-464E-84FB-345DEA6D5A03}"/>
              </a:ext>
            </a:extLst>
          </p:cNvPr>
          <p:cNvGrpSpPr/>
          <p:nvPr/>
        </p:nvGrpSpPr>
        <p:grpSpPr>
          <a:xfrm>
            <a:off x="3815787" y="330955"/>
            <a:ext cx="853552" cy="532349"/>
            <a:chOff x="2900763" y="2085703"/>
            <a:chExt cx="4705412" cy="29347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5BC4F18-F19D-4F57-AB51-D3741AF92023}"/>
                </a:ext>
              </a:extLst>
            </p:cNvPr>
            <p:cNvGrpSpPr/>
            <p:nvPr/>
          </p:nvGrpSpPr>
          <p:grpSpPr>
            <a:xfrm>
              <a:off x="2900763" y="2861350"/>
              <a:ext cx="4198027" cy="1265260"/>
              <a:chOff x="4247860" y="4659923"/>
              <a:chExt cx="2418618" cy="720969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2159C10-DE56-4CFE-884E-D0D529D7D4DE}"/>
                  </a:ext>
                </a:extLst>
              </p:cNvPr>
              <p:cNvSpPr/>
              <p:nvPr/>
            </p:nvSpPr>
            <p:spPr>
              <a:xfrm>
                <a:off x="4958862" y="4659923"/>
                <a:ext cx="959907" cy="72096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E7EA624-658F-4DB6-AF85-748453202C80}"/>
                  </a:ext>
                </a:extLst>
              </p:cNvPr>
              <p:cNvSpPr/>
              <p:nvPr/>
            </p:nvSpPr>
            <p:spPr>
              <a:xfrm>
                <a:off x="5905502" y="4969973"/>
                <a:ext cx="760976" cy="4109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ight Triangle 14">
                <a:extLst>
                  <a:ext uri="{FF2B5EF4-FFF2-40B4-BE49-F238E27FC236}">
                    <a16:creationId xmlns:a16="http://schemas.microsoft.com/office/drawing/2014/main" id="{B3C963C4-1622-4870-98CC-12939FFE2136}"/>
                  </a:ext>
                </a:extLst>
              </p:cNvPr>
              <p:cNvSpPr/>
              <p:nvPr/>
            </p:nvSpPr>
            <p:spPr>
              <a:xfrm flipH="1">
                <a:off x="4247860" y="4862146"/>
                <a:ext cx="711001" cy="518745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4359FE-9D98-4062-8606-C65EF7F4D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24199" y="4123807"/>
              <a:ext cx="4308586" cy="896601"/>
            </a:xfrm>
            <a:prstGeom prst="rect">
              <a:avLst/>
            </a:prstGeom>
          </p:spPr>
        </p:pic>
        <p:sp>
          <p:nvSpPr>
            <p:cNvPr id="7" name="Flowchart: Terminator 6">
              <a:extLst>
                <a:ext uri="{FF2B5EF4-FFF2-40B4-BE49-F238E27FC236}">
                  <a16:creationId xmlns:a16="http://schemas.microsoft.com/office/drawing/2014/main" id="{CBCEF575-CF71-4E24-A603-B865CFE99D11}"/>
                </a:ext>
              </a:extLst>
            </p:cNvPr>
            <p:cNvSpPr/>
            <p:nvPr/>
          </p:nvSpPr>
          <p:spPr>
            <a:xfrm>
              <a:off x="5845110" y="2807720"/>
              <a:ext cx="1320835" cy="536293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C2DC28-6CF9-4B02-864F-3AE0FE3FFBDD}"/>
                </a:ext>
              </a:extLst>
            </p:cNvPr>
            <p:cNvSpPr/>
            <p:nvPr/>
          </p:nvSpPr>
          <p:spPr>
            <a:xfrm>
              <a:off x="7093594" y="3503768"/>
              <a:ext cx="371741" cy="55715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6D16D22-588D-49B7-865A-D7708139FE47}"/>
                </a:ext>
              </a:extLst>
            </p:cNvPr>
            <p:cNvSpPr/>
            <p:nvPr/>
          </p:nvSpPr>
          <p:spPr>
            <a:xfrm rot="2402351">
              <a:off x="7234434" y="3115554"/>
              <a:ext cx="371741" cy="55715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AB7F893-550C-471F-ABD9-4144A9CE20F1}"/>
                </a:ext>
              </a:extLst>
            </p:cNvPr>
            <p:cNvSpPr/>
            <p:nvPr/>
          </p:nvSpPr>
          <p:spPr>
            <a:xfrm>
              <a:off x="3582903" y="3056767"/>
              <a:ext cx="1103909" cy="100320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1452C52-9CAA-4C9C-9B6F-243AF7B5F9FA}"/>
                </a:ext>
              </a:extLst>
            </p:cNvPr>
            <p:cNvGrpSpPr/>
            <p:nvPr/>
          </p:nvGrpSpPr>
          <p:grpSpPr>
            <a:xfrm>
              <a:off x="4134857" y="2085703"/>
              <a:ext cx="1609987" cy="1113795"/>
              <a:chOff x="7009704" y="3352146"/>
              <a:chExt cx="3690533" cy="243865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3E2D5EA-136F-4292-85DA-153A23FC21F7}"/>
                  </a:ext>
                </a:extLst>
              </p:cNvPr>
              <p:cNvGrpSpPr/>
              <p:nvPr/>
            </p:nvGrpSpPr>
            <p:grpSpPr>
              <a:xfrm rot="18486280">
                <a:off x="7600474" y="3032885"/>
                <a:ext cx="1486513" cy="2536581"/>
                <a:chOff x="7378980" y="3429000"/>
                <a:chExt cx="1501251" cy="2121715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1BE3346-8038-4187-A59C-850C635E27FF}"/>
                    </a:ext>
                  </a:extLst>
                </p:cNvPr>
                <p:cNvSpPr/>
                <p:nvPr/>
              </p:nvSpPr>
              <p:spPr>
                <a:xfrm>
                  <a:off x="7378980" y="3429000"/>
                  <a:ext cx="1501251" cy="410919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B949AFD-90DD-4A27-8702-E8523BC1A783}"/>
                    </a:ext>
                  </a:extLst>
                </p:cNvPr>
                <p:cNvSpPr/>
                <p:nvPr/>
              </p:nvSpPr>
              <p:spPr>
                <a:xfrm>
                  <a:off x="7553151" y="3839919"/>
                  <a:ext cx="1152908" cy="1710796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" name="Isosceles Triangle 17">
                <a:extLst>
                  <a:ext uri="{FF2B5EF4-FFF2-40B4-BE49-F238E27FC236}">
                    <a16:creationId xmlns:a16="http://schemas.microsoft.com/office/drawing/2014/main" id="{25F40D95-11F8-4BD3-B573-782ACE7B646A}"/>
                  </a:ext>
                </a:extLst>
              </p:cNvPr>
              <p:cNvSpPr/>
              <p:nvPr/>
            </p:nvSpPr>
            <p:spPr>
              <a:xfrm>
                <a:off x="7496983" y="3444038"/>
                <a:ext cx="3203254" cy="2346758"/>
              </a:xfrm>
              <a:prstGeom prst="triangl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4EEA37B-A931-47AD-948F-4D599D294BAD}"/>
                  </a:ext>
                </a:extLst>
              </p:cNvPr>
              <p:cNvSpPr/>
              <p:nvPr/>
            </p:nvSpPr>
            <p:spPr>
              <a:xfrm>
                <a:off x="8536305" y="4179265"/>
                <a:ext cx="1162689" cy="1179050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70C4659-B683-44DA-884C-6798EDE04B3D}"/>
                  </a:ext>
                </a:extLst>
              </p:cNvPr>
              <p:cNvSpPr/>
              <p:nvPr/>
            </p:nvSpPr>
            <p:spPr>
              <a:xfrm>
                <a:off x="8757589" y="4428162"/>
                <a:ext cx="720121" cy="681256"/>
              </a:xfrm>
              <a:prstGeom prst="ellips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64F22AF-C9F7-4096-A6AF-393EC194825A}"/>
                  </a:ext>
                </a:extLst>
              </p:cNvPr>
              <p:cNvSpPr/>
              <p:nvPr/>
            </p:nvSpPr>
            <p:spPr>
              <a:xfrm>
                <a:off x="7009704" y="5043309"/>
                <a:ext cx="1528334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50F5253-74C4-4B7D-9789-43478F90EDD4}"/>
                  </a:ext>
                </a:extLst>
              </p:cNvPr>
              <p:cNvSpPr/>
              <p:nvPr/>
            </p:nvSpPr>
            <p:spPr>
              <a:xfrm>
                <a:off x="9727403" y="5043309"/>
                <a:ext cx="912686" cy="746314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62C8005-F8C8-4F42-A0BA-987886545D46}"/>
                  </a:ext>
                </a:extLst>
              </p:cNvPr>
              <p:cNvSpPr/>
              <p:nvPr/>
            </p:nvSpPr>
            <p:spPr>
              <a:xfrm>
                <a:off x="8730683" y="3352146"/>
                <a:ext cx="773931" cy="40512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B2473553-5049-474E-A0C2-C8EB49FE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67523" y="1763482"/>
            <a:ext cx="373309" cy="109576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A0C606F-4267-4499-86FF-E7C856830C15}"/>
              </a:ext>
            </a:extLst>
          </p:cNvPr>
          <p:cNvGrpSpPr/>
          <p:nvPr/>
        </p:nvGrpSpPr>
        <p:grpSpPr>
          <a:xfrm>
            <a:off x="1814970" y="864745"/>
            <a:ext cx="1085793" cy="994481"/>
            <a:chOff x="1814970" y="864745"/>
            <a:chExt cx="1085793" cy="994481"/>
          </a:xfrm>
        </p:grpSpPr>
        <p:pic>
          <p:nvPicPr>
            <p:cNvPr id="27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8F953852-325B-47C5-ADDF-445C1B7230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814970" y="864745"/>
              <a:ext cx="1085793" cy="9749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BCE5C89-CA25-4A1E-A8FD-C1AE8E5BA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14970" y="1275135"/>
              <a:ext cx="441135" cy="58409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906169-481A-4B66-A073-9E433ABDF0BC}"/>
              </a:ext>
            </a:extLst>
          </p:cNvPr>
          <p:cNvGrpSpPr/>
          <p:nvPr/>
        </p:nvGrpSpPr>
        <p:grpSpPr>
          <a:xfrm>
            <a:off x="2710303" y="2152235"/>
            <a:ext cx="1173327" cy="882773"/>
            <a:chOff x="4159039" y="1783037"/>
            <a:chExt cx="1173327" cy="882773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BF6CC51-8A70-4FEF-80AB-FFF006CB625E}"/>
                </a:ext>
              </a:extLst>
            </p:cNvPr>
            <p:cNvCxnSpPr/>
            <p:nvPr/>
          </p:nvCxnSpPr>
          <p:spPr>
            <a:xfrm>
              <a:off x="4370638" y="1797365"/>
              <a:ext cx="169273" cy="74506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D3BFCBD-9181-4B04-83EB-0361B88EFE35}"/>
                </a:ext>
              </a:extLst>
            </p:cNvPr>
            <p:cNvCxnSpPr>
              <a:cxnSpLocks/>
            </p:cNvCxnSpPr>
            <p:nvPr/>
          </p:nvCxnSpPr>
          <p:spPr>
            <a:xfrm>
              <a:off x="4666868" y="1783037"/>
              <a:ext cx="0" cy="74506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DFB0307-E4B5-4C90-B43B-855BD63430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1510" y="1854676"/>
              <a:ext cx="221201" cy="74506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A120119-F222-4205-94B2-AE485FB322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3826" y="2173084"/>
              <a:ext cx="538540" cy="492726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F808F9F-DC13-4698-8D97-16687A2B4F06}"/>
                </a:ext>
              </a:extLst>
            </p:cNvPr>
            <p:cNvCxnSpPr>
              <a:cxnSpLocks/>
            </p:cNvCxnSpPr>
            <p:nvPr/>
          </p:nvCxnSpPr>
          <p:spPr>
            <a:xfrm>
              <a:off x="4159039" y="1995854"/>
              <a:ext cx="353163" cy="63102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026" name="Picture 2" descr="Bear Vector | FreeVectors">
            <a:extLst>
              <a:ext uri="{FF2B5EF4-FFF2-40B4-BE49-F238E27FC236}">
                <a16:creationId xmlns:a16="http://schemas.microsoft.com/office/drawing/2014/main" id="{312E22FD-C866-4046-B97F-E07A53F95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903" y="177043"/>
            <a:ext cx="940984" cy="5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ear Vector Art, Icons, and Graphics for Free Download">
            <a:extLst>
              <a:ext uri="{FF2B5EF4-FFF2-40B4-BE49-F238E27FC236}">
                <a16:creationId xmlns:a16="http://schemas.microsoft.com/office/drawing/2014/main" id="{EF6E2183-A3F3-4487-B665-B9A13BB03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813" y="507197"/>
            <a:ext cx="565638" cy="56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0E7A05D4-7056-43F0-9251-68B0CAA6C001}"/>
              </a:ext>
            </a:extLst>
          </p:cNvPr>
          <p:cNvGrpSpPr/>
          <p:nvPr/>
        </p:nvGrpSpPr>
        <p:grpSpPr>
          <a:xfrm>
            <a:off x="4024832" y="819388"/>
            <a:ext cx="808009" cy="989668"/>
            <a:chOff x="6194360" y="2439332"/>
            <a:chExt cx="808009" cy="989668"/>
          </a:xfrm>
        </p:grpSpPr>
        <p:pic>
          <p:nvPicPr>
            <p:cNvPr id="37" name="Picture 36" descr="Gear Vector Art, Icons, and Graphics for Free Download">
              <a:extLst>
                <a:ext uri="{FF2B5EF4-FFF2-40B4-BE49-F238E27FC236}">
                  <a16:creationId xmlns:a16="http://schemas.microsoft.com/office/drawing/2014/main" id="{512F20F5-4DAC-4F5D-8732-966F4BE73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6731" y="2863362"/>
              <a:ext cx="565638" cy="56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D67FF49-7387-41F6-B218-872992354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8672860">
              <a:off x="5964883" y="2668809"/>
              <a:ext cx="832263" cy="37331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B320FE-C6B3-4DB7-88F7-4427ECF331D3}"/>
              </a:ext>
            </a:extLst>
          </p:cNvPr>
          <p:cNvGrpSpPr/>
          <p:nvPr/>
        </p:nvGrpSpPr>
        <p:grpSpPr>
          <a:xfrm>
            <a:off x="6006261" y="435781"/>
            <a:ext cx="685437" cy="894020"/>
            <a:chOff x="9047699" y="4554101"/>
            <a:chExt cx="685437" cy="894020"/>
          </a:xfrm>
        </p:grpSpPr>
        <p:pic>
          <p:nvPicPr>
            <p:cNvPr id="40" name="Picture 39" descr="Gear Vector Art, Icons, and Graphics for Free Download">
              <a:extLst>
                <a:ext uri="{FF2B5EF4-FFF2-40B4-BE49-F238E27FC236}">
                  <a16:creationId xmlns:a16="http://schemas.microsoft.com/office/drawing/2014/main" id="{5189BD92-613C-4D1E-8947-9FE59C7B3D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7498" y="4882483"/>
              <a:ext cx="565638" cy="56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62BE8C3-448B-4C08-8EE2-1E77230DA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035663">
              <a:off x="9047699" y="4554101"/>
              <a:ext cx="239597" cy="814630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29AF205-DF1C-4A50-A607-BF81851A2E13}"/>
              </a:ext>
            </a:extLst>
          </p:cNvPr>
          <p:cNvGrpSpPr/>
          <p:nvPr/>
        </p:nvGrpSpPr>
        <p:grpSpPr>
          <a:xfrm>
            <a:off x="5216414" y="1110642"/>
            <a:ext cx="837375" cy="913076"/>
            <a:chOff x="7972517" y="3380162"/>
            <a:chExt cx="837375" cy="913076"/>
          </a:xfrm>
        </p:grpSpPr>
        <p:pic>
          <p:nvPicPr>
            <p:cNvPr id="39" name="Picture 38" descr="Gear Vector Art, Icons, and Graphics for Free Download">
              <a:extLst>
                <a:ext uri="{FF2B5EF4-FFF2-40B4-BE49-F238E27FC236}">
                  <a16:creationId xmlns:a16="http://schemas.microsoft.com/office/drawing/2014/main" id="{6436BB1C-16FD-48DB-ADFE-C25A6516ED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44254" y="3727600"/>
              <a:ext cx="565638" cy="565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0A97646-9F73-4BFB-9CF4-784F5AD42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036193">
              <a:off x="7972517" y="3380162"/>
              <a:ext cx="342429" cy="864423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D4E20CA-ED72-4A5A-B58A-838AD2E15487}"/>
              </a:ext>
            </a:extLst>
          </p:cNvPr>
          <p:cNvGrpSpPr/>
          <p:nvPr/>
        </p:nvGrpSpPr>
        <p:grpSpPr>
          <a:xfrm>
            <a:off x="629222" y="420091"/>
            <a:ext cx="441899" cy="897919"/>
            <a:chOff x="2336221" y="3379711"/>
            <a:chExt cx="1561840" cy="3173589"/>
          </a:xfrm>
        </p:grpSpPr>
        <p:pic>
          <p:nvPicPr>
            <p:cNvPr id="45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7686C0B7-919E-420E-81D6-F409F607DA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2143162" y="3900994"/>
              <a:ext cx="920648" cy="470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8CC7C5A8-4C10-44E2-BC51-E94D486090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2461799" y="3604710"/>
              <a:ext cx="920648" cy="470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95C18155-9B0E-49C4-97F3-585BFE8596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2780436" y="3604710"/>
              <a:ext cx="920648" cy="470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7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218D2CBC-9AA4-45DE-8810-6E95A973CA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 rot="16200000">
              <a:off x="3142529" y="3932952"/>
              <a:ext cx="920648" cy="470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6544C69-553F-4A5D-B604-7C56F9B0F7F2}"/>
                </a:ext>
              </a:extLst>
            </p:cNvPr>
            <p:cNvGrpSpPr/>
            <p:nvPr/>
          </p:nvGrpSpPr>
          <p:grpSpPr>
            <a:xfrm>
              <a:off x="2336221" y="4342941"/>
              <a:ext cx="1561840" cy="2210359"/>
              <a:chOff x="2505808" y="3487056"/>
              <a:chExt cx="1561840" cy="221035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EA58C43-F8DB-41DC-A02A-04349537069A}"/>
                  </a:ext>
                </a:extLst>
              </p:cNvPr>
              <p:cNvSpPr/>
              <p:nvPr/>
            </p:nvSpPr>
            <p:spPr>
              <a:xfrm>
                <a:off x="2681654" y="3812373"/>
                <a:ext cx="219109" cy="15538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7A2BA07-FA85-4210-8997-A70804C0E748}"/>
                  </a:ext>
                </a:extLst>
              </p:cNvPr>
              <p:cNvSpPr/>
              <p:nvPr/>
            </p:nvSpPr>
            <p:spPr>
              <a:xfrm>
                <a:off x="3008398" y="3487056"/>
                <a:ext cx="219109" cy="15538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6E274C8-FE67-4C64-B784-8B7BCCCDD5FF}"/>
                  </a:ext>
                </a:extLst>
              </p:cNvPr>
              <p:cNvSpPr/>
              <p:nvPr/>
            </p:nvSpPr>
            <p:spPr>
              <a:xfrm>
                <a:off x="3332039" y="3487056"/>
                <a:ext cx="219109" cy="15538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461F1B2-49AA-4495-8074-F2B22751B062}"/>
                  </a:ext>
                </a:extLst>
              </p:cNvPr>
              <p:cNvSpPr/>
              <p:nvPr/>
            </p:nvSpPr>
            <p:spPr>
              <a:xfrm>
                <a:off x="3658783" y="3812373"/>
                <a:ext cx="219109" cy="155387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99661D0-B268-40A2-8194-547B6F0E435C}"/>
                  </a:ext>
                </a:extLst>
              </p:cNvPr>
              <p:cNvSpPr/>
              <p:nvPr/>
            </p:nvSpPr>
            <p:spPr>
              <a:xfrm>
                <a:off x="2505808" y="4818185"/>
                <a:ext cx="1561840" cy="87923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9A7E959-0827-410E-90A2-8A0C3201A67E}"/>
                  </a:ext>
                </a:extLst>
              </p:cNvPr>
              <p:cNvSpPr/>
              <p:nvPr/>
            </p:nvSpPr>
            <p:spPr>
              <a:xfrm>
                <a:off x="2630373" y="4961416"/>
                <a:ext cx="329880" cy="2616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4F3796C7-2846-45A4-A4E7-9376EA3D2DC4}"/>
                  </a:ext>
                </a:extLst>
              </p:cNvPr>
              <p:cNvSpPr/>
              <p:nvPr/>
            </p:nvSpPr>
            <p:spPr>
              <a:xfrm>
                <a:off x="3606630" y="4952237"/>
                <a:ext cx="329880" cy="2616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E4C2054-85B0-4047-A709-AC7E12DDBA24}"/>
                  </a:ext>
                </a:extLst>
              </p:cNvPr>
              <p:cNvSpPr/>
              <p:nvPr/>
            </p:nvSpPr>
            <p:spPr>
              <a:xfrm>
                <a:off x="3118501" y="4952236"/>
                <a:ext cx="329880" cy="26160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B3C579F-C10D-4E90-83C8-2A2E95DE616C}"/>
                </a:ext>
              </a:extLst>
            </p:cNvPr>
            <p:cNvSpPr/>
            <p:nvPr/>
          </p:nvSpPr>
          <p:spPr>
            <a:xfrm>
              <a:off x="2989385" y="3437792"/>
              <a:ext cx="44044" cy="202223"/>
            </a:xfrm>
            <a:custGeom>
              <a:avLst/>
              <a:gdLst>
                <a:gd name="connsiteX0" fmla="*/ 8792 w 44044"/>
                <a:gd name="connsiteY0" fmla="*/ 0 h 202223"/>
                <a:gd name="connsiteX1" fmla="*/ 43961 w 44044"/>
                <a:gd name="connsiteY1" fmla="*/ 79131 h 202223"/>
                <a:gd name="connsiteX2" fmla="*/ 26377 w 44044"/>
                <a:gd name="connsiteY2" fmla="*/ 184639 h 202223"/>
                <a:gd name="connsiteX3" fmla="*/ 0 w 44044"/>
                <a:gd name="connsiteY3" fmla="*/ 202223 h 2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44" h="202223">
                  <a:moveTo>
                    <a:pt x="8792" y="0"/>
                  </a:moveTo>
                  <a:cubicBezTo>
                    <a:pt x="20674" y="19804"/>
                    <a:pt x="45670" y="51792"/>
                    <a:pt x="43961" y="79131"/>
                  </a:cubicBezTo>
                  <a:cubicBezTo>
                    <a:pt x="41737" y="114716"/>
                    <a:pt x="38369" y="151062"/>
                    <a:pt x="26377" y="184639"/>
                  </a:cubicBezTo>
                  <a:cubicBezTo>
                    <a:pt x="22823" y="194590"/>
                    <a:pt x="0" y="202223"/>
                    <a:pt x="0" y="202223"/>
                  </a:cubicBez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6390397-67A1-4E1E-BAA2-FF85E56084CE}"/>
                </a:ext>
              </a:extLst>
            </p:cNvPr>
            <p:cNvSpPr/>
            <p:nvPr/>
          </p:nvSpPr>
          <p:spPr>
            <a:xfrm>
              <a:off x="2637692" y="3771900"/>
              <a:ext cx="101042" cy="202223"/>
            </a:xfrm>
            <a:custGeom>
              <a:avLst/>
              <a:gdLst>
                <a:gd name="connsiteX0" fmla="*/ 52754 w 101042"/>
                <a:gd name="connsiteY0" fmla="*/ 0 h 202223"/>
                <a:gd name="connsiteX1" fmla="*/ 96716 w 101042"/>
                <a:gd name="connsiteY1" fmla="*/ 35169 h 202223"/>
                <a:gd name="connsiteX2" fmla="*/ 61546 w 101042"/>
                <a:gd name="connsiteY2" fmla="*/ 158262 h 202223"/>
                <a:gd name="connsiteX3" fmla="*/ 8793 w 101042"/>
                <a:gd name="connsiteY3" fmla="*/ 193431 h 202223"/>
                <a:gd name="connsiteX4" fmla="*/ 0 w 101042"/>
                <a:gd name="connsiteY4" fmla="*/ 202223 h 2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42" h="202223">
                  <a:moveTo>
                    <a:pt x="52754" y="0"/>
                  </a:moveTo>
                  <a:cubicBezTo>
                    <a:pt x="67408" y="11723"/>
                    <a:pt x="91561" y="17125"/>
                    <a:pt x="96716" y="35169"/>
                  </a:cubicBezTo>
                  <a:cubicBezTo>
                    <a:pt x="109029" y="78265"/>
                    <a:pt x="94369" y="129086"/>
                    <a:pt x="61546" y="158262"/>
                  </a:cubicBezTo>
                  <a:cubicBezTo>
                    <a:pt x="45751" y="172303"/>
                    <a:pt x="23738" y="178488"/>
                    <a:pt x="8793" y="193431"/>
                  </a:cubicBezTo>
                  <a:lnTo>
                    <a:pt x="0" y="202223"/>
                  </a:lnTo>
                </a:path>
              </a:pathLst>
            </a:cu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0EAB3AF7-FB98-4253-A8B4-98E5847F2A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0981837">
            <a:off x="3512502" y="1112595"/>
            <a:ext cx="300479" cy="817119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85511A02-3777-4EE5-84C7-9B7AAB889910}"/>
              </a:ext>
            </a:extLst>
          </p:cNvPr>
          <p:cNvGrpSpPr/>
          <p:nvPr/>
        </p:nvGrpSpPr>
        <p:grpSpPr>
          <a:xfrm>
            <a:off x="1711140" y="1820997"/>
            <a:ext cx="584643" cy="1235338"/>
            <a:chOff x="4175671" y="3350868"/>
            <a:chExt cx="584643" cy="1235338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A49D81EB-A8E8-470F-9399-F90B4711E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124584">
              <a:off x="4459835" y="3350868"/>
              <a:ext cx="300479" cy="817119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557273B-AAF8-4CF0-B3CD-8714FAF8D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19982547">
              <a:off x="4183393" y="3448098"/>
              <a:ext cx="300479" cy="817119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5C6E92C-0918-4B0E-B3C2-33E411B5C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18968452">
              <a:off x="4175671" y="3769087"/>
              <a:ext cx="300479" cy="817119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CD4FD97-DE7F-4B54-B498-7FED9BFF43F6}"/>
              </a:ext>
            </a:extLst>
          </p:cNvPr>
          <p:cNvGrpSpPr/>
          <p:nvPr/>
        </p:nvGrpSpPr>
        <p:grpSpPr>
          <a:xfrm>
            <a:off x="6832589" y="163414"/>
            <a:ext cx="767956" cy="1109015"/>
            <a:chOff x="664466" y="3345800"/>
            <a:chExt cx="1751197" cy="2528925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AA738FF7-C5E2-40BD-BAF9-A7396B575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428800">
              <a:off x="1547765" y="3345800"/>
              <a:ext cx="403801" cy="2382441"/>
            </a:xfrm>
            <a:prstGeom prst="rect">
              <a:avLst/>
            </a:prstGeom>
          </p:spPr>
        </p:pic>
        <p:pic>
          <p:nvPicPr>
            <p:cNvPr id="58" name="Picture 2" descr="Medusa Icon - Download in Glyph Style">
              <a:extLst>
                <a:ext uri="{FF2B5EF4-FFF2-40B4-BE49-F238E27FC236}">
                  <a16:creationId xmlns:a16="http://schemas.microsoft.com/office/drawing/2014/main" id="{628094E2-A346-4085-8783-81C618AC0B9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51" r="13384"/>
            <a:stretch/>
          </p:blipFill>
          <p:spPr bwMode="auto">
            <a:xfrm>
              <a:off x="664466" y="3523031"/>
              <a:ext cx="1751197" cy="235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EDDDEFB-D3BE-44ED-89C2-D42510CBDDD6}"/>
              </a:ext>
            </a:extLst>
          </p:cNvPr>
          <p:cNvGrpSpPr/>
          <p:nvPr/>
        </p:nvGrpSpPr>
        <p:grpSpPr>
          <a:xfrm>
            <a:off x="7963167" y="230978"/>
            <a:ext cx="786368" cy="1031293"/>
            <a:chOff x="2900763" y="3463813"/>
            <a:chExt cx="1793182" cy="2351694"/>
          </a:xfrm>
        </p:grpSpPr>
        <p:pic>
          <p:nvPicPr>
            <p:cNvPr id="66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74544530-C780-49F5-9DC1-B25F628D6E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3923115" y="3523031"/>
              <a:ext cx="770830" cy="1328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2" descr="Medusa Icon - Download in Glyph Style">
              <a:extLst>
                <a:ext uri="{FF2B5EF4-FFF2-40B4-BE49-F238E27FC236}">
                  <a16:creationId xmlns:a16="http://schemas.microsoft.com/office/drawing/2014/main" id="{204F92A3-9BA6-4874-8C39-A98C6285C6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51" r="13384"/>
            <a:stretch/>
          </p:blipFill>
          <p:spPr bwMode="auto">
            <a:xfrm>
              <a:off x="2900763" y="3463813"/>
              <a:ext cx="1751197" cy="23516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8" name="Picture 2" descr="Medusa Icon - Download in Glyph Style">
            <a:extLst>
              <a:ext uri="{FF2B5EF4-FFF2-40B4-BE49-F238E27FC236}">
                <a16:creationId xmlns:a16="http://schemas.microsoft.com/office/drawing/2014/main" id="{38113AFB-A0B6-47A9-94D2-EB20B0DE8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1" r="13384"/>
          <a:stretch/>
        </p:blipFill>
        <p:spPr bwMode="auto">
          <a:xfrm>
            <a:off x="8972784" y="203953"/>
            <a:ext cx="767956" cy="103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B2B20C4D-FCE9-49B2-B956-815DEC2C09E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68934" y="3119713"/>
            <a:ext cx="565638" cy="89836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A120853-D46D-4A15-B916-A241A1E450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832" y="3153147"/>
            <a:ext cx="441135" cy="584091"/>
          </a:xfrm>
          <a:prstGeom prst="rect">
            <a:avLst/>
          </a:prstGeom>
        </p:spPr>
      </p:pic>
      <p:pic>
        <p:nvPicPr>
          <p:cNvPr id="74" name="Picture 10" descr="✓ flamethrower free vector eps, cdr, ai, svg vector illustration graphic art">
            <a:extLst>
              <a:ext uri="{FF2B5EF4-FFF2-40B4-BE49-F238E27FC236}">
                <a16:creationId xmlns:a16="http://schemas.microsoft.com/office/drawing/2014/main" id="{1F73333C-8BD9-45E2-A3C8-C87407712E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8" b="25887"/>
          <a:stretch/>
        </p:blipFill>
        <p:spPr bwMode="auto">
          <a:xfrm rot="16200000">
            <a:off x="9573138" y="696876"/>
            <a:ext cx="1994433" cy="101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75" descr="Shape&#10;&#10;Description automatically generated">
            <a:extLst>
              <a:ext uri="{FF2B5EF4-FFF2-40B4-BE49-F238E27FC236}">
                <a16:creationId xmlns:a16="http://schemas.microsoft.com/office/drawing/2014/main" id="{EEAC8945-235C-403B-B021-63173C45724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698" y="1768648"/>
            <a:ext cx="368103" cy="456756"/>
          </a:xfrm>
          <a:prstGeom prst="rect">
            <a:avLst/>
          </a:prstGeom>
        </p:spPr>
      </p:pic>
      <p:pic>
        <p:nvPicPr>
          <p:cNvPr id="64" name="Picture 2" descr="Lance Icon #332107 - Free Icons Library">
            <a:extLst>
              <a:ext uri="{FF2B5EF4-FFF2-40B4-BE49-F238E27FC236}">
                <a16:creationId xmlns:a16="http://schemas.microsoft.com/office/drawing/2014/main" id="{79E27384-F17B-4B0E-A96D-C9711F4E5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289" y="1859226"/>
            <a:ext cx="812944" cy="81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Lance Icon #332107 - Free Icons Library">
            <a:extLst>
              <a:ext uri="{FF2B5EF4-FFF2-40B4-BE49-F238E27FC236}">
                <a16:creationId xmlns:a16="http://schemas.microsoft.com/office/drawing/2014/main" id="{980823C4-34C7-4F93-A663-447DF67B0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144" y="1932647"/>
            <a:ext cx="812944" cy="812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74" descr="A black dog running&#10;&#10;Description automatically generated with low confidence">
            <a:extLst>
              <a:ext uri="{FF2B5EF4-FFF2-40B4-BE49-F238E27FC236}">
                <a16:creationId xmlns:a16="http://schemas.microsoft.com/office/drawing/2014/main" id="{81278251-15F9-4ACB-ADC5-7F7E0A1E0C4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1109" y="2256335"/>
            <a:ext cx="797183" cy="797183"/>
          </a:xfrm>
          <a:prstGeom prst="rect">
            <a:avLst/>
          </a:prstGeom>
        </p:spPr>
      </p:pic>
      <p:pic>
        <p:nvPicPr>
          <p:cNvPr id="79" name="Picture 78" descr="Icon&#10;&#10;Description automatically generated">
            <a:extLst>
              <a:ext uri="{FF2B5EF4-FFF2-40B4-BE49-F238E27FC236}">
                <a16:creationId xmlns:a16="http://schemas.microsoft.com/office/drawing/2014/main" id="{9652A323-A022-4A3E-9B2E-A0E85723D5E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04" y="4059436"/>
            <a:ext cx="749371" cy="749371"/>
          </a:xfrm>
          <a:prstGeom prst="rect">
            <a:avLst/>
          </a:prstGeom>
        </p:spPr>
      </p:pic>
      <p:pic>
        <p:nvPicPr>
          <p:cNvPr id="1028" name="Picture 4" descr="Wood, log icon - Download on Iconfinder on Iconfinder">
            <a:extLst>
              <a:ext uri="{FF2B5EF4-FFF2-40B4-BE49-F238E27FC236}">
                <a16:creationId xmlns:a16="http://schemas.microsoft.com/office/drawing/2014/main" id="{FF3A671D-A6E3-44D7-9895-77F922B9C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637688" y="4042949"/>
            <a:ext cx="1128346" cy="665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hinoceros Icon - Download Rhinoceros Icon 6866 | Noun Project">
            <a:extLst>
              <a:ext uri="{FF2B5EF4-FFF2-40B4-BE49-F238E27FC236}">
                <a16:creationId xmlns:a16="http://schemas.microsoft.com/office/drawing/2014/main" id="{6BFD91E2-290C-484C-B4C4-EABE4F3B3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5" t="15480" r="7067" b="20695"/>
          <a:stretch/>
        </p:blipFill>
        <p:spPr bwMode="auto">
          <a:xfrm>
            <a:off x="9943417" y="2256335"/>
            <a:ext cx="1537128" cy="112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49 Ring Of Fire Silhouette Stock Photos, Pictures &amp;amp; Royalty-Free Images -  iStock">
            <a:extLst>
              <a:ext uri="{FF2B5EF4-FFF2-40B4-BE49-F238E27FC236}">
                <a16:creationId xmlns:a16="http://schemas.microsoft.com/office/drawing/2014/main" id="{2B390836-17C3-40F7-9F69-6C111E9D61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1" t="3260" r="8629" b="5100"/>
          <a:stretch/>
        </p:blipFill>
        <p:spPr bwMode="auto">
          <a:xfrm>
            <a:off x="3741729" y="4809661"/>
            <a:ext cx="1091112" cy="124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052D884-7E89-4B8E-93F5-E72B3A515DA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11919" y="3199065"/>
            <a:ext cx="795040" cy="862799"/>
          </a:xfrm>
          <a:prstGeom prst="rect">
            <a:avLst/>
          </a:prstGeom>
        </p:spPr>
      </p:pic>
      <p:pic>
        <p:nvPicPr>
          <p:cNvPr id="87" name="Picture 8" descr="Ballista: Distributed compute platform implemented in Rust using Apache  Arrow : r/compsci">
            <a:extLst>
              <a:ext uri="{FF2B5EF4-FFF2-40B4-BE49-F238E27FC236}">
                <a16:creationId xmlns:a16="http://schemas.microsoft.com/office/drawing/2014/main" id="{E5AAA06F-95F8-46F1-A21C-6436FDA68F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 t="10434" r="8034" b="7209"/>
          <a:stretch/>
        </p:blipFill>
        <p:spPr bwMode="auto">
          <a:xfrm>
            <a:off x="10267935" y="4059436"/>
            <a:ext cx="604837" cy="60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77F85BC3-E016-44F9-940A-36673CD21FA5}"/>
              </a:ext>
            </a:extLst>
          </p:cNvPr>
          <p:cNvGrpSpPr/>
          <p:nvPr/>
        </p:nvGrpSpPr>
        <p:grpSpPr>
          <a:xfrm>
            <a:off x="6096000" y="3908350"/>
            <a:ext cx="356803" cy="366090"/>
            <a:chOff x="5679550" y="3756554"/>
            <a:chExt cx="1025561" cy="1052253"/>
          </a:xfrm>
        </p:grpSpPr>
        <p:sp>
          <p:nvSpPr>
            <p:cNvPr id="72" name="Cross 71">
              <a:extLst>
                <a:ext uri="{FF2B5EF4-FFF2-40B4-BE49-F238E27FC236}">
                  <a16:creationId xmlns:a16="http://schemas.microsoft.com/office/drawing/2014/main" id="{F1E41016-64DC-4027-92F5-743AF21216EC}"/>
                </a:ext>
              </a:extLst>
            </p:cNvPr>
            <p:cNvSpPr/>
            <p:nvPr/>
          </p:nvSpPr>
          <p:spPr>
            <a:xfrm>
              <a:off x="5679550" y="4011624"/>
              <a:ext cx="797183" cy="797183"/>
            </a:xfrm>
            <a:prstGeom prst="plus">
              <a:avLst>
                <a:gd name="adj" fmla="val 3492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Cross 84">
              <a:extLst>
                <a:ext uri="{FF2B5EF4-FFF2-40B4-BE49-F238E27FC236}">
                  <a16:creationId xmlns:a16="http://schemas.microsoft.com/office/drawing/2014/main" id="{348FA164-77D2-41B1-925D-61372ABFF391}"/>
                </a:ext>
              </a:extLst>
            </p:cNvPr>
            <p:cNvSpPr/>
            <p:nvPr/>
          </p:nvSpPr>
          <p:spPr>
            <a:xfrm>
              <a:off x="6248355" y="3756554"/>
              <a:ext cx="456756" cy="456756"/>
            </a:xfrm>
            <a:prstGeom prst="plus">
              <a:avLst>
                <a:gd name="adj" fmla="val 3492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4A89F24-265B-4784-A5B5-10025DBC352A}"/>
              </a:ext>
            </a:extLst>
          </p:cNvPr>
          <p:cNvGrpSpPr/>
          <p:nvPr/>
        </p:nvGrpSpPr>
        <p:grpSpPr>
          <a:xfrm>
            <a:off x="5429581" y="4834283"/>
            <a:ext cx="913393" cy="682777"/>
            <a:chOff x="5429581" y="4834283"/>
            <a:chExt cx="913393" cy="682777"/>
          </a:xfrm>
        </p:grpSpPr>
        <p:pic>
          <p:nvPicPr>
            <p:cNvPr id="80" name="Picture 2" descr="Ax, halberd, knight, medieval, spear, warrior, weapon icon - Download on  Iconfinder">
              <a:extLst>
                <a:ext uri="{FF2B5EF4-FFF2-40B4-BE49-F238E27FC236}">
                  <a16:creationId xmlns:a16="http://schemas.microsoft.com/office/drawing/2014/main" id="{0B332E83-E1E6-418F-99E6-E19C68564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0197" y="4834283"/>
              <a:ext cx="682777" cy="682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2" descr="Ax, halberd, knight, medieval, spear, warrior, weapon icon - Download on  Iconfinder">
              <a:extLst>
                <a:ext uri="{FF2B5EF4-FFF2-40B4-BE49-F238E27FC236}">
                  <a16:creationId xmlns:a16="http://schemas.microsoft.com/office/drawing/2014/main" id="{4F845E28-5862-4921-B5FB-1481C821EC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429581" y="4834283"/>
              <a:ext cx="682777" cy="6827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4" name="Picture 4" descr="Injector Icon #428145 - Free Icons Library">
            <a:extLst>
              <a:ext uri="{FF2B5EF4-FFF2-40B4-BE49-F238E27FC236}">
                <a16:creationId xmlns:a16="http://schemas.microsoft.com/office/drawing/2014/main" id="{BC0C8E6B-21B3-4419-B1F2-3895907F6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953" y="4363054"/>
            <a:ext cx="749371" cy="74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Star: 6 Points 82">
            <a:extLst>
              <a:ext uri="{FF2B5EF4-FFF2-40B4-BE49-F238E27FC236}">
                <a16:creationId xmlns:a16="http://schemas.microsoft.com/office/drawing/2014/main" id="{9F31FF51-88BC-4570-9476-84D902EB734F}"/>
              </a:ext>
            </a:extLst>
          </p:cNvPr>
          <p:cNvSpPr/>
          <p:nvPr/>
        </p:nvSpPr>
        <p:spPr>
          <a:xfrm>
            <a:off x="9603361" y="4961724"/>
            <a:ext cx="914400" cy="1128348"/>
          </a:xfrm>
          <a:prstGeom prst="star6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Star: 6 Points 91">
            <a:extLst>
              <a:ext uri="{FF2B5EF4-FFF2-40B4-BE49-F238E27FC236}">
                <a16:creationId xmlns:a16="http://schemas.microsoft.com/office/drawing/2014/main" id="{0ECA931E-5DE6-9FD4-A7CD-A4DAA4568BC7}"/>
              </a:ext>
            </a:extLst>
          </p:cNvPr>
          <p:cNvSpPr/>
          <p:nvPr/>
        </p:nvSpPr>
        <p:spPr>
          <a:xfrm>
            <a:off x="315032" y="1997026"/>
            <a:ext cx="312526" cy="387530"/>
          </a:xfrm>
          <a:prstGeom prst="star6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6" name="Picture 85" descr="Weapon Dual Blade Icons - Free SVG &amp; PNG Weapon Dual Blade Images - Noun  Project">
            <a:extLst>
              <a:ext uri="{FF2B5EF4-FFF2-40B4-BE49-F238E27FC236}">
                <a16:creationId xmlns:a16="http://schemas.microsoft.com/office/drawing/2014/main" id="{D8B5F1E6-00A5-0ECB-A419-CE34D9C5529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flipH="1">
            <a:off x="4601677" y="2249086"/>
            <a:ext cx="654937" cy="86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22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ell Hound Clip Art - Royalty Free - GoGraph">
            <a:extLst>
              <a:ext uri="{FF2B5EF4-FFF2-40B4-BE49-F238E27FC236}">
                <a16:creationId xmlns:a16="http://schemas.microsoft.com/office/drawing/2014/main" id="{C1CEC88E-8AAA-4C61-BB3D-EA97E3BA1E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81" b="60944"/>
          <a:stretch/>
        </p:blipFill>
        <p:spPr bwMode="auto">
          <a:xfrm>
            <a:off x="1021008" y="509222"/>
            <a:ext cx="922093" cy="72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FEB92B4-F0CB-4B67-B32C-E6B82A069402}"/>
              </a:ext>
            </a:extLst>
          </p:cNvPr>
          <p:cNvGrpSpPr/>
          <p:nvPr/>
        </p:nvGrpSpPr>
        <p:grpSpPr>
          <a:xfrm rot="284745">
            <a:off x="2272079" y="849872"/>
            <a:ext cx="1385521" cy="569828"/>
            <a:chOff x="2676525" y="1935534"/>
            <a:chExt cx="6838950" cy="281267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D3A5509-E0BA-41D8-AAB9-E527AB804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6525" y="2109787"/>
              <a:ext cx="6838950" cy="2638425"/>
            </a:xfrm>
            <a:prstGeom prst="rect">
              <a:avLst/>
            </a:prstGeom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3D42A16-59E3-4FAF-B71A-57EE6815BBD9}"/>
                </a:ext>
              </a:extLst>
            </p:cNvPr>
            <p:cNvSpPr/>
            <p:nvPr/>
          </p:nvSpPr>
          <p:spPr>
            <a:xfrm rot="21316495" flipH="1">
              <a:off x="7325852" y="1935534"/>
              <a:ext cx="676290" cy="602327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2A7D183-9415-4171-961A-016942699C90}"/>
                </a:ext>
              </a:extLst>
            </p:cNvPr>
            <p:cNvSpPr/>
            <p:nvPr/>
          </p:nvSpPr>
          <p:spPr>
            <a:xfrm rot="21173588" flipH="1">
              <a:off x="6964047" y="2008805"/>
              <a:ext cx="676290" cy="602327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D5E39C4-9268-43F8-883C-FEA128882EFC}"/>
                </a:ext>
              </a:extLst>
            </p:cNvPr>
            <p:cNvSpPr/>
            <p:nvPr/>
          </p:nvSpPr>
          <p:spPr>
            <a:xfrm rot="21047560" flipH="1">
              <a:off x="6669360" y="2162000"/>
              <a:ext cx="676290" cy="602327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FC2E58F-7498-46E2-8EFA-018A62253DF1}"/>
                </a:ext>
              </a:extLst>
            </p:cNvPr>
            <p:cNvSpPr/>
            <p:nvPr/>
          </p:nvSpPr>
          <p:spPr>
            <a:xfrm rot="21103619" flipH="1">
              <a:off x="6450315" y="2349899"/>
              <a:ext cx="676290" cy="602327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97B18A-C2D7-4766-9444-97A6E4CAAE7D}"/>
                </a:ext>
              </a:extLst>
            </p:cNvPr>
            <p:cNvSpPr/>
            <p:nvPr/>
          </p:nvSpPr>
          <p:spPr>
            <a:xfrm rot="20920544" flipH="1">
              <a:off x="5473029" y="2505529"/>
              <a:ext cx="473891" cy="427431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F831AC-6D9F-4185-8DB8-330F506B847A}"/>
                </a:ext>
              </a:extLst>
            </p:cNvPr>
            <p:cNvSpPr/>
            <p:nvPr/>
          </p:nvSpPr>
          <p:spPr>
            <a:xfrm rot="20920544" flipH="1">
              <a:off x="5249968" y="2584232"/>
              <a:ext cx="473891" cy="427431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F500629-F960-40BF-AA5B-87C4AC4E22EC}"/>
                </a:ext>
              </a:extLst>
            </p:cNvPr>
            <p:cNvSpPr/>
            <p:nvPr/>
          </p:nvSpPr>
          <p:spPr>
            <a:xfrm rot="20920544" flipH="1">
              <a:off x="5006555" y="2663340"/>
              <a:ext cx="473891" cy="427431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71A6AB-9DAA-4672-A7EE-DA5D69855C2E}"/>
                </a:ext>
              </a:extLst>
            </p:cNvPr>
            <p:cNvSpPr/>
            <p:nvPr/>
          </p:nvSpPr>
          <p:spPr>
            <a:xfrm rot="20920544" flipH="1">
              <a:off x="4803466" y="2742448"/>
              <a:ext cx="473891" cy="427431"/>
            </a:xfrm>
            <a:custGeom>
              <a:avLst/>
              <a:gdLst>
                <a:gd name="connsiteX0" fmla="*/ 562708 w 775558"/>
                <a:gd name="connsiteY0" fmla="*/ 18067 h 917059"/>
                <a:gd name="connsiteX1" fmla="*/ 483577 w 775558"/>
                <a:gd name="connsiteY1" fmla="*/ 35652 h 917059"/>
                <a:gd name="connsiteX2" fmla="*/ 448408 w 775558"/>
                <a:gd name="connsiteY2" fmla="*/ 62029 h 917059"/>
                <a:gd name="connsiteX3" fmla="*/ 404446 w 775558"/>
                <a:gd name="connsiteY3" fmla="*/ 79613 h 917059"/>
                <a:gd name="connsiteX4" fmla="*/ 325316 w 775558"/>
                <a:gd name="connsiteY4" fmla="*/ 132367 h 917059"/>
                <a:gd name="connsiteX5" fmla="*/ 298939 w 775558"/>
                <a:gd name="connsiteY5" fmla="*/ 158744 h 917059"/>
                <a:gd name="connsiteX6" fmla="*/ 281354 w 775558"/>
                <a:gd name="connsiteY6" fmla="*/ 193913 h 917059"/>
                <a:gd name="connsiteX7" fmla="*/ 254977 w 775558"/>
                <a:gd name="connsiteY7" fmla="*/ 220290 h 917059"/>
                <a:gd name="connsiteX8" fmla="*/ 193431 w 775558"/>
                <a:gd name="connsiteY8" fmla="*/ 299421 h 917059"/>
                <a:gd name="connsiteX9" fmla="*/ 158262 w 775558"/>
                <a:gd name="connsiteY9" fmla="*/ 360967 h 917059"/>
                <a:gd name="connsiteX10" fmla="*/ 131885 w 775558"/>
                <a:gd name="connsiteY10" fmla="*/ 422513 h 917059"/>
                <a:gd name="connsiteX11" fmla="*/ 114300 w 775558"/>
                <a:gd name="connsiteY11" fmla="*/ 457683 h 917059"/>
                <a:gd name="connsiteX12" fmla="*/ 96716 w 775558"/>
                <a:gd name="connsiteY12" fmla="*/ 519229 h 917059"/>
                <a:gd name="connsiteX13" fmla="*/ 79131 w 775558"/>
                <a:gd name="connsiteY13" fmla="*/ 545606 h 917059"/>
                <a:gd name="connsiteX14" fmla="*/ 43962 w 775558"/>
                <a:gd name="connsiteY14" fmla="*/ 659906 h 917059"/>
                <a:gd name="connsiteX15" fmla="*/ 26377 w 775558"/>
                <a:gd name="connsiteY15" fmla="*/ 747829 h 917059"/>
                <a:gd name="connsiteX16" fmla="*/ 17585 w 775558"/>
                <a:gd name="connsiteY16" fmla="*/ 774206 h 917059"/>
                <a:gd name="connsiteX17" fmla="*/ 0 w 775558"/>
                <a:gd name="connsiteY17" fmla="*/ 870921 h 917059"/>
                <a:gd name="connsiteX18" fmla="*/ 8793 w 775558"/>
                <a:gd name="connsiteY18" fmla="*/ 914883 h 917059"/>
                <a:gd name="connsiteX19" fmla="*/ 43962 w 775558"/>
                <a:gd name="connsiteY19" fmla="*/ 906090 h 917059"/>
                <a:gd name="connsiteX20" fmla="*/ 114300 w 775558"/>
                <a:gd name="connsiteY20" fmla="*/ 897298 h 917059"/>
                <a:gd name="connsiteX21" fmla="*/ 465993 w 775558"/>
                <a:gd name="connsiteY21" fmla="*/ 888506 h 917059"/>
                <a:gd name="connsiteX22" fmla="*/ 448408 w 775558"/>
                <a:gd name="connsiteY22" fmla="*/ 853337 h 917059"/>
                <a:gd name="connsiteX23" fmla="*/ 439616 w 775558"/>
                <a:gd name="connsiteY23" fmla="*/ 818167 h 917059"/>
                <a:gd name="connsiteX24" fmla="*/ 430823 w 775558"/>
                <a:gd name="connsiteY24" fmla="*/ 791790 h 917059"/>
                <a:gd name="connsiteX25" fmla="*/ 413239 w 775558"/>
                <a:gd name="connsiteY25" fmla="*/ 721452 h 917059"/>
                <a:gd name="connsiteX26" fmla="*/ 422031 w 775558"/>
                <a:gd name="connsiteY26" fmla="*/ 492852 h 917059"/>
                <a:gd name="connsiteX27" fmla="*/ 448408 w 775558"/>
                <a:gd name="connsiteY27" fmla="*/ 413721 h 917059"/>
                <a:gd name="connsiteX28" fmla="*/ 457200 w 775558"/>
                <a:gd name="connsiteY28" fmla="*/ 387344 h 917059"/>
                <a:gd name="connsiteX29" fmla="*/ 474785 w 775558"/>
                <a:gd name="connsiteY29" fmla="*/ 352175 h 917059"/>
                <a:gd name="connsiteX30" fmla="*/ 509954 w 775558"/>
                <a:gd name="connsiteY30" fmla="*/ 273044 h 917059"/>
                <a:gd name="connsiteX31" fmla="*/ 562708 w 775558"/>
                <a:gd name="connsiteY31" fmla="*/ 202706 h 917059"/>
                <a:gd name="connsiteX32" fmla="*/ 606669 w 775558"/>
                <a:gd name="connsiteY32" fmla="*/ 123575 h 917059"/>
                <a:gd name="connsiteX33" fmla="*/ 633046 w 775558"/>
                <a:gd name="connsiteY33" fmla="*/ 105990 h 917059"/>
                <a:gd name="connsiteX34" fmla="*/ 641839 w 775558"/>
                <a:gd name="connsiteY34" fmla="*/ 79613 h 917059"/>
                <a:gd name="connsiteX35" fmla="*/ 677008 w 775558"/>
                <a:gd name="connsiteY35" fmla="*/ 62029 h 917059"/>
                <a:gd name="connsiteX36" fmla="*/ 729762 w 775558"/>
                <a:gd name="connsiteY36" fmla="*/ 35652 h 917059"/>
                <a:gd name="connsiteX37" fmla="*/ 747346 w 775558"/>
                <a:gd name="connsiteY37" fmla="*/ 9275 h 917059"/>
                <a:gd name="connsiteX38" fmla="*/ 773723 w 775558"/>
                <a:gd name="connsiteY38" fmla="*/ 483 h 917059"/>
                <a:gd name="connsiteX39" fmla="*/ 562708 w 775558"/>
                <a:gd name="connsiteY39" fmla="*/ 18067 h 917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775558" h="917059">
                  <a:moveTo>
                    <a:pt x="562708" y="18067"/>
                  </a:moveTo>
                  <a:cubicBezTo>
                    <a:pt x="514350" y="23928"/>
                    <a:pt x="491852" y="31515"/>
                    <a:pt x="483577" y="35652"/>
                  </a:cubicBezTo>
                  <a:cubicBezTo>
                    <a:pt x="470470" y="42205"/>
                    <a:pt x="461218" y="54913"/>
                    <a:pt x="448408" y="62029"/>
                  </a:cubicBezTo>
                  <a:cubicBezTo>
                    <a:pt x="434611" y="69694"/>
                    <a:pt x="418563" y="72555"/>
                    <a:pt x="404446" y="79613"/>
                  </a:cubicBezTo>
                  <a:cubicBezTo>
                    <a:pt x="380835" y="91418"/>
                    <a:pt x="345931" y="114697"/>
                    <a:pt x="325316" y="132367"/>
                  </a:cubicBezTo>
                  <a:cubicBezTo>
                    <a:pt x="315875" y="140459"/>
                    <a:pt x="306166" y="148626"/>
                    <a:pt x="298939" y="158744"/>
                  </a:cubicBezTo>
                  <a:cubicBezTo>
                    <a:pt x="291321" y="169409"/>
                    <a:pt x="288972" y="183248"/>
                    <a:pt x="281354" y="193913"/>
                  </a:cubicBezTo>
                  <a:cubicBezTo>
                    <a:pt x="274127" y="204031"/>
                    <a:pt x="262611" y="210475"/>
                    <a:pt x="254977" y="220290"/>
                  </a:cubicBezTo>
                  <a:cubicBezTo>
                    <a:pt x="181361" y="314940"/>
                    <a:pt x="253314" y="239538"/>
                    <a:pt x="193431" y="299421"/>
                  </a:cubicBezTo>
                  <a:cubicBezTo>
                    <a:pt x="176158" y="351242"/>
                    <a:pt x="196283" y="300134"/>
                    <a:pt x="158262" y="360967"/>
                  </a:cubicBezTo>
                  <a:cubicBezTo>
                    <a:pt x="131752" y="403384"/>
                    <a:pt x="148202" y="384440"/>
                    <a:pt x="131885" y="422513"/>
                  </a:cubicBezTo>
                  <a:cubicBezTo>
                    <a:pt x="126722" y="434560"/>
                    <a:pt x="120162" y="445960"/>
                    <a:pt x="114300" y="457683"/>
                  </a:cubicBezTo>
                  <a:cubicBezTo>
                    <a:pt x="111483" y="468950"/>
                    <a:pt x="103022" y="506617"/>
                    <a:pt x="96716" y="519229"/>
                  </a:cubicBezTo>
                  <a:cubicBezTo>
                    <a:pt x="91990" y="528681"/>
                    <a:pt x="84993" y="536814"/>
                    <a:pt x="79131" y="545606"/>
                  </a:cubicBezTo>
                  <a:cubicBezTo>
                    <a:pt x="37386" y="712583"/>
                    <a:pt x="83799" y="540394"/>
                    <a:pt x="43962" y="659906"/>
                  </a:cubicBezTo>
                  <a:cubicBezTo>
                    <a:pt x="32280" y="694951"/>
                    <a:pt x="35038" y="708853"/>
                    <a:pt x="26377" y="747829"/>
                  </a:cubicBezTo>
                  <a:cubicBezTo>
                    <a:pt x="24367" y="756876"/>
                    <a:pt x="19833" y="765215"/>
                    <a:pt x="17585" y="774206"/>
                  </a:cubicBezTo>
                  <a:cubicBezTo>
                    <a:pt x="11443" y="798776"/>
                    <a:pt x="3918" y="847413"/>
                    <a:pt x="0" y="870921"/>
                  </a:cubicBezTo>
                  <a:cubicBezTo>
                    <a:pt x="2931" y="885575"/>
                    <a:pt x="-2877" y="905548"/>
                    <a:pt x="8793" y="914883"/>
                  </a:cubicBezTo>
                  <a:cubicBezTo>
                    <a:pt x="18229" y="922432"/>
                    <a:pt x="32043" y="908077"/>
                    <a:pt x="43962" y="906090"/>
                  </a:cubicBezTo>
                  <a:cubicBezTo>
                    <a:pt x="67269" y="902205"/>
                    <a:pt x="90692" y="898282"/>
                    <a:pt x="114300" y="897298"/>
                  </a:cubicBezTo>
                  <a:cubicBezTo>
                    <a:pt x="231466" y="892416"/>
                    <a:pt x="348762" y="891437"/>
                    <a:pt x="465993" y="888506"/>
                  </a:cubicBezTo>
                  <a:cubicBezTo>
                    <a:pt x="460131" y="876783"/>
                    <a:pt x="453010" y="865609"/>
                    <a:pt x="448408" y="853337"/>
                  </a:cubicBezTo>
                  <a:cubicBezTo>
                    <a:pt x="444165" y="842022"/>
                    <a:pt x="442936" y="829786"/>
                    <a:pt x="439616" y="818167"/>
                  </a:cubicBezTo>
                  <a:cubicBezTo>
                    <a:pt x="437070" y="809256"/>
                    <a:pt x="433262" y="800731"/>
                    <a:pt x="430823" y="791790"/>
                  </a:cubicBezTo>
                  <a:cubicBezTo>
                    <a:pt x="424464" y="768474"/>
                    <a:pt x="413239" y="721452"/>
                    <a:pt x="413239" y="721452"/>
                  </a:cubicBezTo>
                  <a:cubicBezTo>
                    <a:pt x="416170" y="645252"/>
                    <a:pt x="416959" y="568939"/>
                    <a:pt x="422031" y="492852"/>
                  </a:cubicBezTo>
                  <a:cubicBezTo>
                    <a:pt x="423624" y="468960"/>
                    <a:pt x="440738" y="434175"/>
                    <a:pt x="448408" y="413721"/>
                  </a:cubicBezTo>
                  <a:cubicBezTo>
                    <a:pt x="451662" y="405043"/>
                    <a:pt x="453549" y="395863"/>
                    <a:pt x="457200" y="387344"/>
                  </a:cubicBezTo>
                  <a:cubicBezTo>
                    <a:pt x="462363" y="375297"/>
                    <a:pt x="469462" y="364152"/>
                    <a:pt x="474785" y="352175"/>
                  </a:cubicBezTo>
                  <a:cubicBezTo>
                    <a:pt x="484942" y="329321"/>
                    <a:pt x="495521" y="294694"/>
                    <a:pt x="509954" y="273044"/>
                  </a:cubicBezTo>
                  <a:cubicBezTo>
                    <a:pt x="526211" y="248659"/>
                    <a:pt x="562708" y="202706"/>
                    <a:pt x="562708" y="202706"/>
                  </a:cubicBezTo>
                  <a:cubicBezTo>
                    <a:pt x="579697" y="151740"/>
                    <a:pt x="570224" y="153947"/>
                    <a:pt x="606669" y="123575"/>
                  </a:cubicBezTo>
                  <a:cubicBezTo>
                    <a:pt x="614787" y="116810"/>
                    <a:pt x="624254" y="111852"/>
                    <a:pt x="633046" y="105990"/>
                  </a:cubicBezTo>
                  <a:cubicBezTo>
                    <a:pt x="635977" y="97198"/>
                    <a:pt x="635285" y="86166"/>
                    <a:pt x="641839" y="79613"/>
                  </a:cubicBezTo>
                  <a:cubicBezTo>
                    <a:pt x="651107" y="70345"/>
                    <a:pt x="665628" y="68532"/>
                    <a:pt x="677008" y="62029"/>
                  </a:cubicBezTo>
                  <a:cubicBezTo>
                    <a:pt x="724733" y="34758"/>
                    <a:pt x="681400" y="51772"/>
                    <a:pt x="729762" y="35652"/>
                  </a:cubicBezTo>
                  <a:cubicBezTo>
                    <a:pt x="735623" y="26860"/>
                    <a:pt x="739095" y="15876"/>
                    <a:pt x="747346" y="9275"/>
                  </a:cubicBezTo>
                  <a:cubicBezTo>
                    <a:pt x="754583" y="3485"/>
                    <a:pt x="782979" y="946"/>
                    <a:pt x="773723" y="483"/>
                  </a:cubicBezTo>
                  <a:cubicBezTo>
                    <a:pt x="706399" y="-2883"/>
                    <a:pt x="611066" y="12206"/>
                    <a:pt x="562708" y="18067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9D391-7033-4678-8455-0D7D43806E3D}"/>
              </a:ext>
            </a:extLst>
          </p:cNvPr>
          <p:cNvGrpSpPr/>
          <p:nvPr/>
        </p:nvGrpSpPr>
        <p:grpSpPr>
          <a:xfrm>
            <a:off x="677328" y="1476039"/>
            <a:ext cx="839896" cy="1221835"/>
            <a:chOff x="677328" y="1476039"/>
            <a:chExt cx="839896" cy="1221835"/>
          </a:xfrm>
        </p:grpSpPr>
        <p:pic>
          <p:nvPicPr>
            <p:cNvPr id="23" name="Picture 6" descr="Black demon mask Royalty Free Vector Image - VectorStock">
              <a:extLst>
                <a:ext uri="{FF2B5EF4-FFF2-40B4-BE49-F238E27FC236}">
                  <a16:creationId xmlns:a16="http://schemas.microsoft.com/office/drawing/2014/main" id="{441E083B-FA7C-4C50-8D38-B83C479B8C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8" t="3076" r="5741" b="21026"/>
            <a:stretch/>
          </p:blipFill>
          <p:spPr bwMode="auto">
            <a:xfrm>
              <a:off x="677328" y="1876242"/>
              <a:ext cx="839896" cy="821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demon Icon - Download demon Icon 247538 | Noun Project">
              <a:extLst>
                <a:ext uri="{FF2B5EF4-FFF2-40B4-BE49-F238E27FC236}">
                  <a16:creationId xmlns:a16="http://schemas.microsoft.com/office/drawing/2014/main" id="{6A58698F-A5F6-4EA8-BBDB-AED197AA4F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1661" y="1476039"/>
              <a:ext cx="591228" cy="591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Black demon mask Royalty Free Vector Image - VectorStock">
            <a:extLst>
              <a:ext uri="{FF2B5EF4-FFF2-40B4-BE49-F238E27FC236}">
                <a16:creationId xmlns:a16="http://schemas.microsoft.com/office/drawing/2014/main" id="{02BC1ED4-B1D0-4EFA-83A2-E73DB448F1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" t="3076" r="5741" b="21026"/>
          <a:stretch/>
        </p:blipFill>
        <p:spPr bwMode="auto">
          <a:xfrm>
            <a:off x="5038622" y="174121"/>
            <a:ext cx="1077723" cy="105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Demon silhouette Images, Stock Photos &amp;amp; Vectors | Shutterstock">
            <a:extLst>
              <a:ext uri="{FF2B5EF4-FFF2-40B4-BE49-F238E27FC236}">
                <a16:creationId xmlns:a16="http://schemas.microsoft.com/office/drawing/2014/main" id="{16DE8D8B-A9C0-4E2D-B8EB-B1D4F42E2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6" t="3846" r="2458" b="10440"/>
          <a:stretch/>
        </p:blipFill>
        <p:spPr bwMode="auto">
          <a:xfrm>
            <a:off x="3912448" y="183553"/>
            <a:ext cx="1011115" cy="104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CFC9E65-24A3-407D-8D41-D4380AC039A1}"/>
              </a:ext>
            </a:extLst>
          </p:cNvPr>
          <p:cNvGrpSpPr/>
          <p:nvPr/>
        </p:nvGrpSpPr>
        <p:grpSpPr>
          <a:xfrm>
            <a:off x="1702199" y="1630873"/>
            <a:ext cx="878523" cy="1153062"/>
            <a:chOff x="2597771" y="2002265"/>
            <a:chExt cx="878523" cy="1153062"/>
          </a:xfrm>
        </p:grpSpPr>
        <p:pic>
          <p:nvPicPr>
            <p:cNvPr id="26" name="Picture 6" descr="Black demon mask Royalty Free Vector Image - VectorStock">
              <a:extLst>
                <a:ext uri="{FF2B5EF4-FFF2-40B4-BE49-F238E27FC236}">
                  <a16:creationId xmlns:a16="http://schemas.microsoft.com/office/drawing/2014/main" id="{CE9E562F-D6D5-44DF-9F04-01EEFC6206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58" t="3076" r="5741" b="21026"/>
            <a:stretch/>
          </p:blipFill>
          <p:spPr bwMode="auto">
            <a:xfrm>
              <a:off x="2624147" y="2002265"/>
              <a:ext cx="839896" cy="821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 descr="Trident fork Images, Stock Photos &amp;amp; Vectors | Shutterstock">
              <a:extLst>
                <a:ext uri="{FF2B5EF4-FFF2-40B4-BE49-F238E27FC236}">
                  <a16:creationId xmlns:a16="http://schemas.microsoft.com/office/drawing/2014/main" id="{018A2271-E781-4E83-B2C5-2DF1F4B74E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18" t="17157" r="10000" b="25809"/>
            <a:stretch/>
          </p:blipFill>
          <p:spPr bwMode="auto">
            <a:xfrm>
              <a:off x="2597771" y="2697874"/>
              <a:ext cx="878523" cy="4574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41BD591-8BA6-40EE-AC9F-0B041CCA22F0}"/>
                </a:ext>
              </a:extLst>
            </p:cNvPr>
            <p:cNvSpPr/>
            <p:nvPr/>
          </p:nvSpPr>
          <p:spPr>
            <a:xfrm rot="10800000">
              <a:off x="2939320" y="2709597"/>
              <a:ext cx="209550" cy="114300"/>
            </a:xfrm>
            <a:prstGeom prst="triangl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147A08F-4E05-45A0-BFB7-D047D8D8C6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290" y="317177"/>
            <a:ext cx="1698449" cy="127383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1A152A8-B717-48D1-81E1-AF6FE4093FB8}"/>
              </a:ext>
            </a:extLst>
          </p:cNvPr>
          <p:cNvGrpSpPr/>
          <p:nvPr/>
        </p:nvGrpSpPr>
        <p:grpSpPr>
          <a:xfrm>
            <a:off x="3199686" y="1734599"/>
            <a:ext cx="1503359" cy="647324"/>
            <a:chOff x="3112479" y="3199094"/>
            <a:chExt cx="1714395" cy="738193"/>
          </a:xfrm>
        </p:grpSpPr>
        <p:pic>
          <p:nvPicPr>
            <p:cNvPr id="33" name="Picture 4" descr="Musket Silhouette. Flintlock Old Pistol Symbol. Rustic Vintage Gun Vector  Silhouette Illustration Isolated On White Background. Royalty Free  Cliparts, Vectors, And Stock Illustration. Image 147714752.">
              <a:extLst>
                <a:ext uri="{FF2B5EF4-FFF2-40B4-BE49-F238E27FC236}">
                  <a16:creationId xmlns:a16="http://schemas.microsoft.com/office/drawing/2014/main" id="{7516E5C2-BA2D-4719-BC09-6D4B537AC7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72" t="16514" r="8246" b="7006"/>
            <a:stretch/>
          </p:blipFill>
          <p:spPr bwMode="auto">
            <a:xfrm rot="450510" flipH="1">
              <a:off x="3112479" y="3514270"/>
              <a:ext cx="1332843" cy="4230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DF3F9986-DD74-404F-ACBA-34C697B68B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7746167">
              <a:off x="4111041" y="3057878"/>
              <a:ext cx="574617" cy="857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9" name="Picture 6" descr="Musket silhouette flintlock old pistol symbol Vector Image">
            <a:extLst>
              <a:ext uri="{FF2B5EF4-FFF2-40B4-BE49-F238E27FC236}">
                <a16:creationId xmlns:a16="http://schemas.microsoft.com/office/drawing/2014/main" id="{A12D7B36-9280-4A4B-A911-44B2ADF64C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3" t="30698" r="9130" b="37600"/>
          <a:stretch/>
        </p:blipFill>
        <p:spPr bwMode="auto">
          <a:xfrm rot="21128797">
            <a:off x="5086102" y="1379796"/>
            <a:ext cx="719381" cy="44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792F3A-DEE3-4449-A014-AE891CF75E56}"/>
              </a:ext>
            </a:extLst>
          </p:cNvPr>
          <p:cNvGrpSpPr/>
          <p:nvPr/>
        </p:nvGrpSpPr>
        <p:grpSpPr>
          <a:xfrm>
            <a:off x="6001962" y="1771652"/>
            <a:ext cx="879947" cy="537139"/>
            <a:chOff x="6463936" y="4349523"/>
            <a:chExt cx="1205547" cy="735893"/>
          </a:xfrm>
        </p:grpSpPr>
        <p:pic>
          <p:nvPicPr>
            <p:cNvPr id="30" name="Picture 29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3606ACEB-13B5-4A78-B878-56E0798B07F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17746167">
              <a:off x="6605152" y="4369583"/>
              <a:ext cx="574617" cy="857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6" descr="Musket silhouette flintlock old pistol symbol Vector Image">
              <a:extLst>
                <a:ext uri="{FF2B5EF4-FFF2-40B4-BE49-F238E27FC236}">
                  <a16:creationId xmlns:a16="http://schemas.microsoft.com/office/drawing/2014/main" id="{168D8CDE-F1F3-4A6E-9A6B-85E6C484C67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21128797">
              <a:off x="6950102" y="4349523"/>
              <a:ext cx="719381" cy="4494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5" name="Picture 34" descr="Machete Silhouette Stock Illustrations – 384 Machete Silhouette Stock  Illustrations, Vectors &amp;amp; Clipart - Dreamstime">
            <a:extLst>
              <a:ext uri="{FF2B5EF4-FFF2-40B4-BE49-F238E27FC236}">
                <a16:creationId xmlns:a16="http://schemas.microsoft.com/office/drawing/2014/main" id="{0D668840-1B19-48DF-902E-56AF8B0627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7" t="6978" r="21310" b="6197"/>
          <a:stretch/>
        </p:blipFill>
        <p:spPr bwMode="auto">
          <a:xfrm rot="17746167">
            <a:off x="5289855" y="1927647"/>
            <a:ext cx="503884" cy="75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60D9018-21F8-4484-AEF5-79D4ECB000D9}"/>
              </a:ext>
            </a:extLst>
          </p:cNvPr>
          <p:cNvGrpSpPr/>
          <p:nvPr/>
        </p:nvGrpSpPr>
        <p:grpSpPr>
          <a:xfrm>
            <a:off x="2831355" y="3134496"/>
            <a:ext cx="1074226" cy="828920"/>
            <a:chOff x="2810832" y="3134497"/>
            <a:chExt cx="1074226" cy="828920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AA6B95C-D83F-4A28-A1B5-77C72047B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402696" y="3134497"/>
              <a:ext cx="482362" cy="828920"/>
            </a:xfrm>
            <a:prstGeom prst="rect">
              <a:avLst/>
            </a:prstGeom>
          </p:spPr>
        </p:pic>
        <p:pic>
          <p:nvPicPr>
            <p:cNvPr id="37" name="Picture 36" descr="A picture containing clipart, silhouette&#10;&#10;Description automatically generated">
              <a:extLst>
                <a:ext uri="{FF2B5EF4-FFF2-40B4-BE49-F238E27FC236}">
                  <a16:creationId xmlns:a16="http://schemas.microsoft.com/office/drawing/2014/main" id="{A0C16A1E-4F82-4CED-A413-32E545B6A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10832" y="3154414"/>
              <a:ext cx="591189" cy="789087"/>
            </a:xfrm>
            <a:prstGeom prst="rect">
              <a:avLst/>
            </a:prstGeom>
          </p:spPr>
        </p:pic>
      </p:grpSp>
      <p:pic>
        <p:nvPicPr>
          <p:cNvPr id="2049" name="Picture 2048">
            <a:extLst>
              <a:ext uri="{FF2B5EF4-FFF2-40B4-BE49-F238E27FC236}">
                <a16:creationId xmlns:a16="http://schemas.microsoft.com/office/drawing/2014/main" id="{474BF955-9C43-40B9-971D-5AFD031A87D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3300" y="3052245"/>
            <a:ext cx="706434" cy="993423"/>
          </a:xfrm>
          <a:prstGeom prst="rect">
            <a:avLst/>
          </a:prstGeom>
        </p:spPr>
      </p:pic>
      <p:pic>
        <p:nvPicPr>
          <p:cNvPr id="2053" name="Picture 2052">
            <a:extLst>
              <a:ext uri="{FF2B5EF4-FFF2-40B4-BE49-F238E27FC236}">
                <a16:creationId xmlns:a16="http://schemas.microsoft.com/office/drawing/2014/main" id="{DA691F31-DDD4-46D4-B46B-28594ACA5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4581" y="2214034"/>
            <a:ext cx="367418" cy="682348"/>
          </a:xfrm>
          <a:prstGeom prst="rect">
            <a:avLst/>
          </a:prstGeom>
        </p:spPr>
      </p:pic>
      <p:pic>
        <p:nvPicPr>
          <p:cNvPr id="2057" name="Picture 2056">
            <a:extLst>
              <a:ext uri="{FF2B5EF4-FFF2-40B4-BE49-F238E27FC236}">
                <a16:creationId xmlns:a16="http://schemas.microsoft.com/office/drawing/2014/main" id="{2279D88C-595B-4E00-8E8B-D6DDAE04AF8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919144">
            <a:off x="9444964" y="1986540"/>
            <a:ext cx="268205" cy="10657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B087EC79-EBC5-4A33-A359-56046B5EEC7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919144">
            <a:off x="9355044" y="2301674"/>
            <a:ext cx="268205" cy="10657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48E9B0A-0611-4A04-BDC1-A077127211F5}"/>
              </a:ext>
            </a:extLst>
          </p:cNvPr>
          <p:cNvGrpSpPr/>
          <p:nvPr/>
        </p:nvGrpSpPr>
        <p:grpSpPr>
          <a:xfrm>
            <a:off x="10512878" y="457878"/>
            <a:ext cx="281393" cy="1273838"/>
            <a:chOff x="10512878" y="403188"/>
            <a:chExt cx="328865" cy="1328528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FB78D92-3A25-43A9-98C4-17A8504B8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66217" flipH="1">
              <a:off x="10747528" y="403188"/>
              <a:ext cx="94215" cy="1006616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EC443AE-6411-4FBB-B7A8-07E508361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66217" flipH="1">
              <a:off x="10512878" y="434626"/>
              <a:ext cx="94215" cy="1006616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F7A4D9F-37A1-4F9E-9CD3-9BF8B911C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566217" flipH="1">
              <a:off x="10630202" y="725100"/>
              <a:ext cx="94215" cy="1006616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593F164-8D3C-4BD4-A5D4-1933226FB1A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50294" y="2796616"/>
            <a:ext cx="472098" cy="14827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B5A4C5B-FC2E-4134-ADFA-7C7CD97205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22496" y="3162824"/>
            <a:ext cx="719115" cy="949584"/>
          </a:xfrm>
          <a:prstGeom prst="rect">
            <a:avLst/>
          </a:prstGeom>
        </p:spPr>
      </p:pic>
      <p:pic>
        <p:nvPicPr>
          <p:cNvPr id="48" name="Picture 4" descr="demon Icon - Download demon Icon 247538 | Noun Project">
            <a:extLst>
              <a:ext uri="{FF2B5EF4-FFF2-40B4-BE49-F238E27FC236}">
                <a16:creationId xmlns:a16="http://schemas.microsoft.com/office/drawing/2014/main" id="{B0E4F69F-98F2-4BD6-99CD-627DD6D6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569" y="4166696"/>
            <a:ext cx="591228" cy="59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Arrow: Right 2047">
            <a:extLst>
              <a:ext uri="{FF2B5EF4-FFF2-40B4-BE49-F238E27FC236}">
                <a16:creationId xmlns:a16="http://schemas.microsoft.com/office/drawing/2014/main" id="{CD469C1B-2563-41D8-9080-ADD4EE125D64}"/>
              </a:ext>
            </a:extLst>
          </p:cNvPr>
          <p:cNvSpPr/>
          <p:nvPr/>
        </p:nvSpPr>
        <p:spPr>
          <a:xfrm rot="13614897">
            <a:off x="850479" y="4704355"/>
            <a:ext cx="281957" cy="1575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4A338A6E-AA40-49B6-901C-F0F97C120BAF}"/>
              </a:ext>
            </a:extLst>
          </p:cNvPr>
          <p:cNvSpPr/>
          <p:nvPr/>
        </p:nvSpPr>
        <p:spPr>
          <a:xfrm rot="13614897">
            <a:off x="830906" y="4869284"/>
            <a:ext cx="281957" cy="1575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eath Knight Logo Vector Images (over 240)">
            <a:extLst>
              <a:ext uri="{FF2B5EF4-FFF2-40B4-BE49-F238E27FC236}">
                <a16:creationId xmlns:a16="http://schemas.microsoft.com/office/drawing/2014/main" id="{835B893A-9544-47EE-82A0-528E3CAEC8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" t="5916" r="4666" b="5976"/>
          <a:stretch/>
        </p:blipFill>
        <p:spPr bwMode="auto">
          <a:xfrm>
            <a:off x="3818346" y="4709344"/>
            <a:ext cx="780863" cy="828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y Scythes - Scythe Logo, HD Png Download - kindpng">
            <a:extLst>
              <a:ext uri="{FF2B5EF4-FFF2-40B4-BE49-F238E27FC236}">
                <a16:creationId xmlns:a16="http://schemas.microsoft.com/office/drawing/2014/main" id="{DD7D6D7C-40EA-4861-9689-97FB06474A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1" t="4312" r="7496" b="25425"/>
          <a:stretch/>
        </p:blipFill>
        <p:spPr bwMode="auto">
          <a:xfrm>
            <a:off x="7065246" y="4863563"/>
            <a:ext cx="527548" cy="658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ffin Clipart - 330x596 PNG Download - PNGkit">
            <a:extLst>
              <a:ext uri="{FF2B5EF4-FFF2-40B4-BE49-F238E27FC236}">
                <a16:creationId xmlns:a16="http://schemas.microsoft.com/office/drawing/2014/main" id="{B769661D-90D0-4D33-83D5-EEA6AA643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6" t="5478" r="29199" b="6148"/>
          <a:stretch/>
        </p:blipFill>
        <p:spPr bwMode="auto">
          <a:xfrm>
            <a:off x="6737792" y="3291049"/>
            <a:ext cx="591228" cy="117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4F2D99BB-F890-4CA6-9624-609147D94EF5}"/>
              </a:ext>
            </a:extLst>
          </p:cNvPr>
          <p:cNvGrpSpPr/>
          <p:nvPr/>
        </p:nvGrpSpPr>
        <p:grpSpPr>
          <a:xfrm>
            <a:off x="8004598" y="3428999"/>
            <a:ext cx="521482" cy="523433"/>
            <a:chOff x="9266739" y="4222422"/>
            <a:chExt cx="1355004" cy="1892178"/>
          </a:xfrm>
        </p:grpSpPr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A10B72F8-BE6E-4391-83D7-D038FD732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 rot="362829">
              <a:off x="9299833" y="5499423"/>
              <a:ext cx="1030423" cy="615177"/>
            </a:xfrm>
            <a:prstGeom prst="rect">
              <a:avLst/>
            </a:prstGeom>
          </p:spPr>
        </p:pic>
        <p:pic>
          <p:nvPicPr>
            <p:cNvPr id="2063" name="Picture 2062">
              <a:extLst>
                <a:ext uri="{FF2B5EF4-FFF2-40B4-BE49-F238E27FC236}">
                  <a16:creationId xmlns:a16="http://schemas.microsoft.com/office/drawing/2014/main" id="{EB725972-86D0-497E-9AEF-12328C6E4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0924075">
              <a:off x="9916893" y="4222422"/>
              <a:ext cx="704850" cy="1362075"/>
            </a:xfrm>
            <a:prstGeom prst="rect">
              <a:avLst/>
            </a:prstGeom>
          </p:spPr>
        </p:pic>
        <p:pic>
          <p:nvPicPr>
            <p:cNvPr id="2059" name="Picture 2058">
              <a:extLst>
                <a:ext uri="{FF2B5EF4-FFF2-40B4-BE49-F238E27FC236}">
                  <a16:creationId xmlns:a16="http://schemas.microsoft.com/office/drawing/2014/main" id="{2D4EA07A-2E0F-4598-99E0-CA3DABCB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9266739" y="4466503"/>
              <a:ext cx="704850" cy="1078006"/>
            </a:xfrm>
            <a:prstGeom prst="rect">
              <a:avLst/>
            </a:prstGeom>
          </p:spPr>
        </p:pic>
      </p:grp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B1574D1F-4411-4FBC-BFAC-05A69BC9F430}"/>
              </a:ext>
            </a:extLst>
          </p:cNvPr>
          <p:cNvGrpSpPr/>
          <p:nvPr/>
        </p:nvGrpSpPr>
        <p:grpSpPr>
          <a:xfrm>
            <a:off x="9714508" y="3473793"/>
            <a:ext cx="621597" cy="1362303"/>
            <a:chOff x="9714508" y="3473793"/>
            <a:chExt cx="621597" cy="1362303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27F2638-7F0A-4262-AB7C-F3A63267E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9785701">
              <a:off x="9714508" y="3560847"/>
              <a:ext cx="311794" cy="979248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B198996D-E3C3-475E-8CBB-8185100F7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9785701">
              <a:off x="9741025" y="3856848"/>
              <a:ext cx="311794" cy="979248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F94479B-9826-4CEC-B9F9-A65141F02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9785701">
              <a:off x="10024311" y="3473793"/>
              <a:ext cx="311794" cy="979248"/>
            </a:xfrm>
            <a:prstGeom prst="rect">
              <a:avLst/>
            </a:prstGeom>
          </p:spPr>
        </p:pic>
      </p:grpSp>
      <p:grpSp>
        <p:nvGrpSpPr>
          <p:cNvPr id="2066" name="Group 2065">
            <a:extLst>
              <a:ext uri="{FF2B5EF4-FFF2-40B4-BE49-F238E27FC236}">
                <a16:creationId xmlns:a16="http://schemas.microsoft.com/office/drawing/2014/main" id="{48460BEA-6BCF-4269-87E1-7CF7B31B8F3A}"/>
              </a:ext>
            </a:extLst>
          </p:cNvPr>
          <p:cNvGrpSpPr/>
          <p:nvPr/>
        </p:nvGrpSpPr>
        <p:grpSpPr>
          <a:xfrm>
            <a:off x="1739453" y="4716210"/>
            <a:ext cx="292325" cy="637084"/>
            <a:chOff x="1739453" y="4716210"/>
            <a:chExt cx="292325" cy="637084"/>
          </a:xfrm>
        </p:grpSpPr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FD7C992C-89B8-4707-936A-0E21370F769B}"/>
                </a:ext>
              </a:extLst>
            </p:cNvPr>
            <p:cNvSpPr/>
            <p:nvPr/>
          </p:nvSpPr>
          <p:spPr>
            <a:xfrm rot="13614897">
              <a:off x="1559780" y="4919821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5856F4BE-250E-4CB5-86D8-580949235EA5}"/>
                </a:ext>
              </a:extLst>
            </p:cNvPr>
            <p:cNvSpPr/>
            <p:nvPr/>
          </p:nvSpPr>
          <p:spPr>
            <a:xfrm rot="13614897">
              <a:off x="1535842" y="5059896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Arrow: Right 75">
              <a:extLst>
                <a:ext uri="{FF2B5EF4-FFF2-40B4-BE49-F238E27FC236}">
                  <a16:creationId xmlns:a16="http://schemas.microsoft.com/office/drawing/2014/main" id="{C8429293-6E2A-4BB0-80A9-94EA78E3B3CB}"/>
                </a:ext>
              </a:extLst>
            </p:cNvPr>
            <p:cNvSpPr/>
            <p:nvPr/>
          </p:nvSpPr>
          <p:spPr>
            <a:xfrm rot="13614897">
              <a:off x="1738380" y="4950372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4A3799-197B-58D9-4DA4-753A35A579D5}"/>
              </a:ext>
            </a:extLst>
          </p:cNvPr>
          <p:cNvGrpSpPr/>
          <p:nvPr/>
        </p:nvGrpSpPr>
        <p:grpSpPr>
          <a:xfrm>
            <a:off x="1891853" y="4868610"/>
            <a:ext cx="292325" cy="637084"/>
            <a:chOff x="1739453" y="4716210"/>
            <a:chExt cx="292325" cy="637084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5ADA2442-9D34-A9F9-17CF-0B6B24331435}"/>
                </a:ext>
              </a:extLst>
            </p:cNvPr>
            <p:cNvSpPr/>
            <p:nvPr/>
          </p:nvSpPr>
          <p:spPr>
            <a:xfrm rot="13614897">
              <a:off x="1559780" y="4919821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7B684E0-D2A8-EB0C-9F08-6CC9AE65A881}"/>
                </a:ext>
              </a:extLst>
            </p:cNvPr>
            <p:cNvSpPr/>
            <p:nvPr/>
          </p:nvSpPr>
          <p:spPr>
            <a:xfrm rot="13614897">
              <a:off x="1535842" y="5059896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866BC76F-48CB-6844-2673-F8B1C876AE02}"/>
                </a:ext>
              </a:extLst>
            </p:cNvPr>
            <p:cNvSpPr/>
            <p:nvPr/>
          </p:nvSpPr>
          <p:spPr>
            <a:xfrm rot="13614897">
              <a:off x="1738380" y="4950372"/>
              <a:ext cx="497009" cy="89787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394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2D362B3-55A9-408C-8231-32CB617D45E7}"/>
              </a:ext>
            </a:extLst>
          </p:cNvPr>
          <p:cNvGrpSpPr/>
          <p:nvPr/>
        </p:nvGrpSpPr>
        <p:grpSpPr>
          <a:xfrm>
            <a:off x="532309" y="483577"/>
            <a:ext cx="716200" cy="922640"/>
            <a:chOff x="919169" y="747323"/>
            <a:chExt cx="1079599" cy="15205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48715DC-7F38-4118-9C44-51EA43E0DD9D}"/>
                </a:ext>
              </a:extLst>
            </p:cNvPr>
            <p:cNvSpPr/>
            <p:nvPr/>
          </p:nvSpPr>
          <p:spPr>
            <a:xfrm>
              <a:off x="1296850" y="1081087"/>
              <a:ext cx="352191" cy="50006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AE813A6-0408-4BF4-A77B-77BC5BE13A65}"/>
                </a:ext>
              </a:extLst>
            </p:cNvPr>
            <p:cNvSpPr/>
            <p:nvPr/>
          </p:nvSpPr>
          <p:spPr>
            <a:xfrm>
              <a:off x="1076326" y="819150"/>
              <a:ext cx="195262" cy="314325"/>
            </a:xfrm>
            <a:custGeom>
              <a:avLst/>
              <a:gdLst>
                <a:gd name="connsiteX0" fmla="*/ 0 w 152400"/>
                <a:gd name="connsiteY0" fmla="*/ 0 h 238125"/>
                <a:gd name="connsiteX1" fmla="*/ 95250 w 152400"/>
                <a:gd name="connsiteY1" fmla="*/ 23812 h 238125"/>
                <a:gd name="connsiteX2" fmla="*/ 123825 w 152400"/>
                <a:gd name="connsiteY2" fmla="*/ 47625 h 238125"/>
                <a:gd name="connsiteX3" fmla="*/ 133350 w 152400"/>
                <a:gd name="connsiteY3" fmla="*/ 95250 h 238125"/>
                <a:gd name="connsiteX4" fmla="*/ 128587 w 152400"/>
                <a:gd name="connsiteY4" fmla="*/ 171450 h 238125"/>
                <a:gd name="connsiteX5" fmla="*/ 133350 w 152400"/>
                <a:gd name="connsiteY5" fmla="*/ 195262 h 238125"/>
                <a:gd name="connsiteX6" fmla="*/ 142875 w 152400"/>
                <a:gd name="connsiteY6" fmla="*/ 214312 h 238125"/>
                <a:gd name="connsiteX7" fmla="*/ 152400 w 152400"/>
                <a:gd name="connsiteY7" fmla="*/ 238125 h 23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" h="238125">
                  <a:moveTo>
                    <a:pt x="0" y="0"/>
                  </a:moveTo>
                  <a:cubicBezTo>
                    <a:pt x="44168" y="4416"/>
                    <a:pt x="54750" y="1030"/>
                    <a:pt x="95250" y="23812"/>
                  </a:cubicBezTo>
                  <a:cubicBezTo>
                    <a:pt x="106057" y="29891"/>
                    <a:pt x="114300" y="39687"/>
                    <a:pt x="123825" y="47625"/>
                  </a:cubicBezTo>
                  <a:cubicBezTo>
                    <a:pt x="126971" y="60210"/>
                    <a:pt x="133350" y="83578"/>
                    <a:pt x="133350" y="95250"/>
                  </a:cubicBezTo>
                  <a:cubicBezTo>
                    <a:pt x="133350" y="120700"/>
                    <a:pt x="130175" y="146050"/>
                    <a:pt x="128587" y="171450"/>
                  </a:cubicBezTo>
                  <a:cubicBezTo>
                    <a:pt x="130175" y="179387"/>
                    <a:pt x="130790" y="187583"/>
                    <a:pt x="133350" y="195262"/>
                  </a:cubicBezTo>
                  <a:cubicBezTo>
                    <a:pt x="135595" y="201997"/>
                    <a:pt x="140078" y="207786"/>
                    <a:pt x="142875" y="214312"/>
                  </a:cubicBezTo>
                  <a:cubicBezTo>
                    <a:pt x="160522" y="255491"/>
                    <a:pt x="137074" y="207477"/>
                    <a:pt x="152400" y="238125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75C596A-D0F0-4DF4-93CB-A35E5A48F6ED}"/>
                </a:ext>
              </a:extLst>
            </p:cNvPr>
            <p:cNvSpPr/>
            <p:nvPr/>
          </p:nvSpPr>
          <p:spPr>
            <a:xfrm rot="19830825">
              <a:off x="1108942" y="747323"/>
              <a:ext cx="234084" cy="376627"/>
            </a:xfrm>
            <a:custGeom>
              <a:avLst/>
              <a:gdLst>
                <a:gd name="connsiteX0" fmla="*/ 34059 w 234084"/>
                <a:gd name="connsiteY0" fmla="*/ 376627 h 376627"/>
                <a:gd name="connsiteX1" fmla="*/ 10246 w 234084"/>
                <a:gd name="connsiteY1" fmla="*/ 362339 h 376627"/>
                <a:gd name="connsiteX2" fmla="*/ 10246 w 234084"/>
                <a:gd name="connsiteY2" fmla="*/ 295664 h 376627"/>
                <a:gd name="connsiteX3" fmla="*/ 57871 w 234084"/>
                <a:gd name="connsiteY3" fmla="*/ 281377 h 376627"/>
                <a:gd name="connsiteX4" fmla="*/ 105496 w 234084"/>
                <a:gd name="connsiteY4" fmla="*/ 262327 h 376627"/>
                <a:gd name="connsiteX5" fmla="*/ 162646 w 234084"/>
                <a:gd name="connsiteY5" fmla="*/ 176602 h 376627"/>
                <a:gd name="connsiteX6" fmla="*/ 172171 w 234084"/>
                <a:gd name="connsiteY6" fmla="*/ 138502 h 376627"/>
                <a:gd name="connsiteX7" fmla="*/ 191221 w 234084"/>
                <a:gd name="connsiteY7" fmla="*/ 5152 h 376627"/>
                <a:gd name="connsiteX8" fmla="*/ 210271 w 234084"/>
                <a:gd name="connsiteY8" fmla="*/ 389 h 376627"/>
                <a:gd name="connsiteX9" fmla="*/ 234084 w 234084"/>
                <a:gd name="connsiteY9" fmla="*/ 389 h 37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4084" h="376627">
                  <a:moveTo>
                    <a:pt x="34059" y="376627"/>
                  </a:moveTo>
                  <a:cubicBezTo>
                    <a:pt x="26121" y="371864"/>
                    <a:pt x="16342" y="369305"/>
                    <a:pt x="10246" y="362339"/>
                  </a:cubicBezTo>
                  <a:cubicBezTo>
                    <a:pt x="-3334" y="346820"/>
                    <a:pt x="-3498" y="309408"/>
                    <a:pt x="10246" y="295664"/>
                  </a:cubicBezTo>
                  <a:cubicBezTo>
                    <a:pt x="21966" y="283944"/>
                    <a:pt x="42051" y="286320"/>
                    <a:pt x="57871" y="281377"/>
                  </a:cubicBezTo>
                  <a:cubicBezTo>
                    <a:pt x="89257" y="271569"/>
                    <a:pt x="80241" y="274955"/>
                    <a:pt x="105496" y="262327"/>
                  </a:cubicBezTo>
                  <a:cubicBezTo>
                    <a:pt x="153628" y="192803"/>
                    <a:pt x="135445" y="221938"/>
                    <a:pt x="162646" y="176602"/>
                  </a:cubicBezTo>
                  <a:cubicBezTo>
                    <a:pt x="165821" y="163902"/>
                    <a:pt x="171020" y="151542"/>
                    <a:pt x="172171" y="138502"/>
                  </a:cubicBezTo>
                  <a:cubicBezTo>
                    <a:pt x="176188" y="92973"/>
                    <a:pt x="142700" y="25948"/>
                    <a:pt x="191221" y="5152"/>
                  </a:cubicBezTo>
                  <a:cubicBezTo>
                    <a:pt x="197237" y="2574"/>
                    <a:pt x="203766" y="1112"/>
                    <a:pt x="210271" y="389"/>
                  </a:cubicBezTo>
                  <a:cubicBezTo>
                    <a:pt x="218160" y="-488"/>
                    <a:pt x="226146" y="389"/>
                    <a:pt x="234084" y="389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8844F6-D37E-4B30-99EF-D3D2A887A2B9}"/>
                </a:ext>
              </a:extLst>
            </p:cNvPr>
            <p:cNvSpPr/>
            <p:nvPr/>
          </p:nvSpPr>
          <p:spPr>
            <a:xfrm>
              <a:off x="1362076" y="785812"/>
              <a:ext cx="152406" cy="290513"/>
            </a:xfrm>
            <a:custGeom>
              <a:avLst/>
              <a:gdLst>
                <a:gd name="connsiteX0" fmla="*/ 0 w 152406"/>
                <a:gd name="connsiteY0" fmla="*/ 204788 h 290513"/>
                <a:gd name="connsiteX1" fmla="*/ 66675 w 152406"/>
                <a:gd name="connsiteY1" fmla="*/ 280988 h 290513"/>
                <a:gd name="connsiteX2" fmla="*/ 85725 w 152406"/>
                <a:gd name="connsiteY2" fmla="*/ 290513 h 290513"/>
                <a:gd name="connsiteX3" fmla="*/ 142875 w 152406"/>
                <a:gd name="connsiteY3" fmla="*/ 266700 h 290513"/>
                <a:gd name="connsiteX4" fmla="*/ 142875 w 152406"/>
                <a:gd name="connsiteY4" fmla="*/ 185738 h 290513"/>
                <a:gd name="connsiteX5" fmla="*/ 114300 w 152406"/>
                <a:gd name="connsiteY5" fmla="*/ 161925 h 290513"/>
                <a:gd name="connsiteX6" fmla="*/ 71437 w 152406"/>
                <a:gd name="connsiteY6" fmla="*/ 114300 h 290513"/>
                <a:gd name="connsiteX7" fmla="*/ 61912 w 152406"/>
                <a:gd name="connsiteY7" fmla="*/ 100013 h 290513"/>
                <a:gd name="connsiteX8" fmla="*/ 71437 w 152406"/>
                <a:gd name="connsiteY8" fmla="*/ 33338 h 290513"/>
                <a:gd name="connsiteX9" fmla="*/ 85725 w 152406"/>
                <a:gd name="connsiteY9" fmla="*/ 19050 h 290513"/>
                <a:gd name="connsiteX10" fmla="*/ 100012 w 152406"/>
                <a:gd name="connsiteY10" fmla="*/ 0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2406" h="290513">
                  <a:moveTo>
                    <a:pt x="0" y="204788"/>
                  </a:moveTo>
                  <a:cubicBezTo>
                    <a:pt x="28237" y="241496"/>
                    <a:pt x="34182" y="260679"/>
                    <a:pt x="66675" y="280988"/>
                  </a:cubicBezTo>
                  <a:cubicBezTo>
                    <a:pt x="72695" y="284751"/>
                    <a:pt x="79375" y="287338"/>
                    <a:pt x="85725" y="290513"/>
                  </a:cubicBezTo>
                  <a:cubicBezTo>
                    <a:pt x="104775" y="282575"/>
                    <a:pt x="126647" y="279450"/>
                    <a:pt x="142875" y="266700"/>
                  </a:cubicBezTo>
                  <a:cubicBezTo>
                    <a:pt x="161999" y="251674"/>
                    <a:pt x="147149" y="194287"/>
                    <a:pt x="142875" y="185738"/>
                  </a:cubicBezTo>
                  <a:cubicBezTo>
                    <a:pt x="137330" y="174648"/>
                    <a:pt x="123516" y="170219"/>
                    <a:pt x="114300" y="161925"/>
                  </a:cubicBezTo>
                  <a:cubicBezTo>
                    <a:pt x="98453" y="147662"/>
                    <a:pt x="84472" y="131059"/>
                    <a:pt x="71437" y="114300"/>
                  </a:cubicBezTo>
                  <a:cubicBezTo>
                    <a:pt x="67923" y="109782"/>
                    <a:pt x="65087" y="104775"/>
                    <a:pt x="61912" y="100013"/>
                  </a:cubicBezTo>
                  <a:cubicBezTo>
                    <a:pt x="65087" y="77788"/>
                    <a:pt x="65102" y="54876"/>
                    <a:pt x="71437" y="33338"/>
                  </a:cubicBezTo>
                  <a:cubicBezTo>
                    <a:pt x="73338" y="26876"/>
                    <a:pt x="81989" y="24654"/>
                    <a:pt x="85725" y="19050"/>
                  </a:cubicBezTo>
                  <a:cubicBezTo>
                    <a:pt x="100438" y="-3019"/>
                    <a:pt x="79754" y="10130"/>
                    <a:pt x="100012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44F28BA-A034-45B0-B1E9-82DC019DF4C8}"/>
                </a:ext>
              </a:extLst>
            </p:cNvPr>
            <p:cNvSpPr/>
            <p:nvPr/>
          </p:nvSpPr>
          <p:spPr>
            <a:xfrm>
              <a:off x="1333501" y="847725"/>
              <a:ext cx="285750" cy="300208"/>
            </a:xfrm>
            <a:custGeom>
              <a:avLst/>
              <a:gdLst>
                <a:gd name="connsiteX0" fmla="*/ 285750 w 285750"/>
                <a:gd name="connsiteY0" fmla="*/ 0 h 300208"/>
                <a:gd name="connsiteX1" fmla="*/ 257175 w 285750"/>
                <a:gd name="connsiteY1" fmla="*/ 4762 h 300208"/>
                <a:gd name="connsiteX2" fmla="*/ 161925 w 285750"/>
                <a:gd name="connsiteY2" fmla="*/ 57150 h 300208"/>
                <a:gd name="connsiteX3" fmla="*/ 138112 w 285750"/>
                <a:gd name="connsiteY3" fmla="*/ 80962 h 300208"/>
                <a:gd name="connsiteX4" fmla="*/ 119062 w 285750"/>
                <a:gd name="connsiteY4" fmla="*/ 114300 h 300208"/>
                <a:gd name="connsiteX5" fmla="*/ 95250 w 285750"/>
                <a:gd name="connsiteY5" fmla="*/ 142875 h 300208"/>
                <a:gd name="connsiteX6" fmla="*/ 90487 w 285750"/>
                <a:gd name="connsiteY6" fmla="*/ 161925 h 300208"/>
                <a:gd name="connsiteX7" fmla="*/ 57150 w 285750"/>
                <a:gd name="connsiteY7" fmla="*/ 223837 h 300208"/>
                <a:gd name="connsiteX8" fmla="*/ 47625 w 285750"/>
                <a:gd name="connsiteY8" fmla="*/ 252412 h 300208"/>
                <a:gd name="connsiteX9" fmla="*/ 28575 w 285750"/>
                <a:gd name="connsiteY9" fmla="*/ 276225 h 300208"/>
                <a:gd name="connsiteX10" fmla="*/ 4762 w 285750"/>
                <a:gd name="connsiteY10" fmla="*/ 300037 h 300208"/>
                <a:gd name="connsiteX11" fmla="*/ 0 w 285750"/>
                <a:gd name="connsiteY11" fmla="*/ 300037 h 30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5750" h="300208">
                  <a:moveTo>
                    <a:pt x="285750" y="0"/>
                  </a:moveTo>
                  <a:cubicBezTo>
                    <a:pt x="276225" y="1587"/>
                    <a:pt x="266392" y="1882"/>
                    <a:pt x="257175" y="4762"/>
                  </a:cubicBezTo>
                  <a:cubicBezTo>
                    <a:pt x="214489" y="18101"/>
                    <a:pt x="197568" y="28636"/>
                    <a:pt x="161925" y="57150"/>
                  </a:cubicBezTo>
                  <a:cubicBezTo>
                    <a:pt x="153159" y="64162"/>
                    <a:pt x="144847" y="71982"/>
                    <a:pt x="138112" y="80962"/>
                  </a:cubicBezTo>
                  <a:cubicBezTo>
                    <a:pt x="130433" y="91201"/>
                    <a:pt x="126347" y="103777"/>
                    <a:pt x="119062" y="114300"/>
                  </a:cubicBezTo>
                  <a:cubicBezTo>
                    <a:pt x="112005" y="124494"/>
                    <a:pt x="103187" y="133350"/>
                    <a:pt x="95250" y="142875"/>
                  </a:cubicBezTo>
                  <a:cubicBezTo>
                    <a:pt x="93662" y="149225"/>
                    <a:pt x="93274" y="156003"/>
                    <a:pt x="90487" y="161925"/>
                  </a:cubicBezTo>
                  <a:cubicBezTo>
                    <a:pt x="80507" y="183133"/>
                    <a:pt x="64562" y="201601"/>
                    <a:pt x="57150" y="223837"/>
                  </a:cubicBezTo>
                  <a:cubicBezTo>
                    <a:pt x="53975" y="233362"/>
                    <a:pt x="52433" y="243598"/>
                    <a:pt x="47625" y="252412"/>
                  </a:cubicBezTo>
                  <a:cubicBezTo>
                    <a:pt x="42757" y="261336"/>
                    <a:pt x="34214" y="267767"/>
                    <a:pt x="28575" y="276225"/>
                  </a:cubicBezTo>
                  <a:cubicBezTo>
                    <a:pt x="14079" y="297970"/>
                    <a:pt x="27713" y="294300"/>
                    <a:pt x="4762" y="300037"/>
                  </a:cubicBezTo>
                  <a:cubicBezTo>
                    <a:pt x="3222" y="300422"/>
                    <a:pt x="1587" y="300037"/>
                    <a:pt x="0" y="300037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981E681-5416-4E58-A961-47E458A5F13E}"/>
                </a:ext>
              </a:extLst>
            </p:cNvPr>
            <p:cNvSpPr/>
            <p:nvPr/>
          </p:nvSpPr>
          <p:spPr>
            <a:xfrm>
              <a:off x="1514476" y="771525"/>
              <a:ext cx="90487" cy="333375"/>
            </a:xfrm>
            <a:custGeom>
              <a:avLst/>
              <a:gdLst>
                <a:gd name="connsiteX0" fmla="*/ 90487 w 90487"/>
                <a:gd name="connsiteY0" fmla="*/ 333375 h 333375"/>
                <a:gd name="connsiteX1" fmla="*/ 52387 w 90487"/>
                <a:gd name="connsiteY1" fmla="*/ 190500 h 333375"/>
                <a:gd name="connsiteX2" fmla="*/ 57150 w 90487"/>
                <a:gd name="connsiteY2" fmla="*/ 152400 h 333375"/>
                <a:gd name="connsiteX3" fmla="*/ 76200 w 90487"/>
                <a:gd name="connsiteY3" fmla="*/ 128587 h 333375"/>
                <a:gd name="connsiteX4" fmla="*/ 66675 w 90487"/>
                <a:gd name="connsiteY4" fmla="*/ 42862 h 333375"/>
                <a:gd name="connsiteX5" fmla="*/ 42862 w 90487"/>
                <a:gd name="connsiteY5" fmla="*/ 23812 h 333375"/>
                <a:gd name="connsiteX6" fmla="*/ 14287 w 90487"/>
                <a:gd name="connsiteY6" fmla="*/ 0 h 333375"/>
                <a:gd name="connsiteX7" fmla="*/ 0 w 90487"/>
                <a:gd name="connsiteY7" fmla="*/ 9525 h 333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" h="333375">
                  <a:moveTo>
                    <a:pt x="90487" y="333375"/>
                  </a:moveTo>
                  <a:cubicBezTo>
                    <a:pt x="67609" y="224705"/>
                    <a:pt x="81971" y="271855"/>
                    <a:pt x="52387" y="190500"/>
                  </a:cubicBezTo>
                  <a:cubicBezTo>
                    <a:pt x="53975" y="177800"/>
                    <a:pt x="52555" y="164346"/>
                    <a:pt x="57150" y="152400"/>
                  </a:cubicBezTo>
                  <a:cubicBezTo>
                    <a:pt x="60799" y="142912"/>
                    <a:pt x="75319" y="138714"/>
                    <a:pt x="76200" y="128587"/>
                  </a:cubicBezTo>
                  <a:cubicBezTo>
                    <a:pt x="78691" y="99944"/>
                    <a:pt x="75392" y="70259"/>
                    <a:pt x="66675" y="42862"/>
                  </a:cubicBezTo>
                  <a:cubicBezTo>
                    <a:pt x="63593" y="33175"/>
                    <a:pt x="50512" y="30506"/>
                    <a:pt x="42862" y="23812"/>
                  </a:cubicBezTo>
                  <a:cubicBezTo>
                    <a:pt x="13526" y="-1856"/>
                    <a:pt x="43529" y="19494"/>
                    <a:pt x="14287" y="0"/>
                  </a:cubicBezTo>
                  <a:lnTo>
                    <a:pt x="0" y="9525"/>
                  </a:ln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D57B15F-15CA-4E25-8AE2-7A64C1292201}"/>
                </a:ext>
              </a:extLst>
            </p:cNvPr>
            <p:cNvSpPr/>
            <p:nvPr/>
          </p:nvSpPr>
          <p:spPr>
            <a:xfrm>
              <a:off x="1332899" y="871537"/>
              <a:ext cx="24414" cy="228600"/>
            </a:xfrm>
            <a:custGeom>
              <a:avLst/>
              <a:gdLst>
                <a:gd name="connsiteX0" fmla="*/ 5364 w 24414"/>
                <a:gd name="connsiteY0" fmla="*/ 228600 h 228600"/>
                <a:gd name="connsiteX1" fmla="*/ 5364 w 24414"/>
                <a:gd name="connsiteY1" fmla="*/ 42863 h 228600"/>
                <a:gd name="connsiteX2" fmla="*/ 14889 w 24414"/>
                <a:gd name="connsiteY2" fmla="*/ 28575 h 228600"/>
                <a:gd name="connsiteX3" fmla="*/ 24414 w 24414"/>
                <a:gd name="connsiteY3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14" h="228600">
                  <a:moveTo>
                    <a:pt x="5364" y="228600"/>
                  </a:moveTo>
                  <a:cubicBezTo>
                    <a:pt x="697" y="153917"/>
                    <a:pt x="-3913" y="123266"/>
                    <a:pt x="5364" y="42863"/>
                  </a:cubicBezTo>
                  <a:cubicBezTo>
                    <a:pt x="6020" y="37177"/>
                    <a:pt x="12564" y="33806"/>
                    <a:pt x="14889" y="28575"/>
                  </a:cubicBezTo>
                  <a:cubicBezTo>
                    <a:pt x="18967" y="19400"/>
                    <a:pt x="24414" y="0"/>
                    <a:pt x="24414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F089E61-EF64-458D-A339-32FB274987E8}"/>
                </a:ext>
              </a:extLst>
            </p:cNvPr>
            <p:cNvSpPr/>
            <p:nvPr/>
          </p:nvSpPr>
          <p:spPr>
            <a:xfrm>
              <a:off x="1666336" y="766762"/>
              <a:ext cx="124459" cy="376238"/>
            </a:xfrm>
            <a:custGeom>
              <a:avLst/>
              <a:gdLst>
                <a:gd name="connsiteX0" fmla="*/ 14827 w 124459"/>
                <a:gd name="connsiteY0" fmla="*/ 376238 h 376238"/>
                <a:gd name="connsiteX1" fmla="*/ 43402 w 124459"/>
                <a:gd name="connsiteY1" fmla="*/ 319088 h 376238"/>
                <a:gd name="connsiteX2" fmla="*/ 100552 w 124459"/>
                <a:gd name="connsiteY2" fmla="*/ 233363 h 376238"/>
                <a:gd name="connsiteX3" fmla="*/ 124365 w 124459"/>
                <a:gd name="connsiteY3" fmla="*/ 219075 h 376238"/>
                <a:gd name="connsiteX4" fmla="*/ 119602 w 124459"/>
                <a:gd name="connsiteY4" fmla="*/ 185738 h 376238"/>
                <a:gd name="connsiteX5" fmla="*/ 48165 w 124459"/>
                <a:gd name="connsiteY5" fmla="*/ 147638 h 376238"/>
                <a:gd name="connsiteX6" fmla="*/ 33877 w 124459"/>
                <a:gd name="connsiteY6" fmla="*/ 138113 h 376238"/>
                <a:gd name="connsiteX7" fmla="*/ 14827 w 124459"/>
                <a:gd name="connsiteY7" fmla="*/ 133350 h 376238"/>
                <a:gd name="connsiteX8" fmla="*/ 540 w 124459"/>
                <a:gd name="connsiteY8" fmla="*/ 123825 h 376238"/>
                <a:gd name="connsiteX9" fmla="*/ 29115 w 124459"/>
                <a:gd name="connsiteY9" fmla="*/ 66675 h 376238"/>
                <a:gd name="connsiteX10" fmla="*/ 43402 w 124459"/>
                <a:gd name="connsiteY10" fmla="*/ 47625 h 376238"/>
                <a:gd name="connsiteX11" fmla="*/ 86265 w 124459"/>
                <a:gd name="connsiteY11" fmla="*/ 42863 h 376238"/>
                <a:gd name="connsiteX12" fmla="*/ 95790 w 124459"/>
                <a:gd name="connsiteY12" fmla="*/ 0 h 37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459" h="376238">
                  <a:moveTo>
                    <a:pt x="14827" y="376238"/>
                  </a:moveTo>
                  <a:cubicBezTo>
                    <a:pt x="58122" y="322118"/>
                    <a:pt x="11728" y="386395"/>
                    <a:pt x="43402" y="319088"/>
                  </a:cubicBezTo>
                  <a:cubicBezTo>
                    <a:pt x="51464" y="301957"/>
                    <a:pt x="85463" y="248452"/>
                    <a:pt x="100552" y="233363"/>
                  </a:cubicBezTo>
                  <a:cubicBezTo>
                    <a:pt x="107098" y="226817"/>
                    <a:pt x="116427" y="223838"/>
                    <a:pt x="124365" y="219075"/>
                  </a:cubicBezTo>
                  <a:cubicBezTo>
                    <a:pt x="122777" y="207963"/>
                    <a:pt x="127791" y="193415"/>
                    <a:pt x="119602" y="185738"/>
                  </a:cubicBezTo>
                  <a:cubicBezTo>
                    <a:pt x="99914" y="167280"/>
                    <a:pt x="70620" y="162608"/>
                    <a:pt x="48165" y="147638"/>
                  </a:cubicBezTo>
                  <a:cubicBezTo>
                    <a:pt x="43402" y="144463"/>
                    <a:pt x="39138" y="140368"/>
                    <a:pt x="33877" y="138113"/>
                  </a:cubicBezTo>
                  <a:cubicBezTo>
                    <a:pt x="27861" y="135535"/>
                    <a:pt x="21177" y="134938"/>
                    <a:pt x="14827" y="133350"/>
                  </a:cubicBezTo>
                  <a:cubicBezTo>
                    <a:pt x="10065" y="130175"/>
                    <a:pt x="1109" y="129520"/>
                    <a:pt x="540" y="123825"/>
                  </a:cubicBezTo>
                  <a:cubicBezTo>
                    <a:pt x="-2990" y="88526"/>
                    <a:pt x="11258" y="87084"/>
                    <a:pt x="29115" y="66675"/>
                  </a:cubicBezTo>
                  <a:cubicBezTo>
                    <a:pt x="34342" y="60701"/>
                    <a:pt x="36075" y="50678"/>
                    <a:pt x="43402" y="47625"/>
                  </a:cubicBezTo>
                  <a:cubicBezTo>
                    <a:pt x="56672" y="42096"/>
                    <a:pt x="71977" y="44450"/>
                    <a:pt x="86265" y="42863"/>
                  </a:cubicBezTo>
                  <a:cubicBezTo>
                    <a:pt x="99340" y="16713"/>
                    <a:pt x="95790" y="30913"/>
                    <a:pt x="95790" y="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860FD5C-493C-4E5C-8B6C-ADCEBAE60E29}"/>
                </a:ext>
              </a:extLst>
            </p:cNvPr>
            <p:cNvSpPr/>
            <p:nvPr/>
          </p:nvSpPr>
          <p:spPr>
            <a:xfrm>
              <a:off x="1657352" y="785812"/>
              <a:ext cx="252412" cy="304800"/>
            </a:xfrm>
            <a:custGeom>
              <a:avLst/>
              <a:gdLst>
                <a:gd name="connsiteX0" fmla="*/ 0 w 344403"/>
                <a:gd name="connsiteY0" fmla="*/ 300564 h 300564"/>
                <a:gd name="connsiteX1" fmla="*/ 85725 w 344403"/>
                <a:gd name="connsiteY1" fmla="*/ 205314 h 300564"/>
                <a:gd name="connsiteX2" fmla="*/ 214312 w 344403"/>
                <a:gd name="connsiteY2" fmla="*/ 81489 h 300564"/>
                <a:gd name="connsiteX3" fmla="*/ 285750 w 344403"/>
                <a:gd name="connsiteY3" fmla="*/ 33864 h 300564"/>
                <a:gd name="connsiteX4" fmla="*/ 323850 w 344403"/>
                <a:gd name="connsiteY4" fmla="*/ 10052 h 300564"/>
                <a:gd name="connsiteX5" fmla="*/ 342900 w 344403"/>
                <a:gd name="connsiteY5" fmla="*/ 527 h 300564"/>
                <a:gd name="connsiteX6" fmla="*/ 276225 w 344403"/>
                <a:gd name="connsiteY6" fmla="*/ 5289 h 300564"/>
                <a:gd name="connsiteX7" fmla="*/ 185737 w 344403"/>
                <a:gd name="connsiteY7" fmla="*/ 19577 h 300564"/>
                <a:gd name="connsiteX8" fmla="*/ 166687 w 344403"/>
                <a:gd name="connsiteY8" fmla="*/ 24339 h 30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4403" h="300564">
                  <a:moveTo>
                    <a:pt x="0" y="300564"/>
                  </a:moveTo>
                  <a:cubicBezTo>
                    <a:pt x="61522" y="269804"/>
                    <a:pt x="11886" y="300251"/>
                    <a:pt x="85725" y="205314"/>
                  </a:cubicBezTo>
                  <a:cubicBezTo>
                    <a:pt x="114469" y="168357"/>
                    <a:pt x="183680" y="101910"/>
                    <a:pt x="214312" y="81489"/>
                  </a:cubicBezTo>
                  <a:lnTo>
                    <a:pt x="285750" y="33864"/>
                  </a:lnTo>
                  <a:cubicBezTo>
                    <a:pt x="298294" y="25683"/>
                    <a:pt x="310455" y="16750"/>
                    <a:pt x="323850" y="10052"/>
                  </a:cubicBezTo>
                  <a:cubicBezTo>
                    <a:pt x="330200" y="6877"/>
                    <a:pt x="349964" y="1234"/>
                    <a:pt x="342900" y="527"/>
                  </a:cubicBezTo>
                  <a:cubicBezTo>
                    <a:pt x="320729" y="-1690"/>
                    <a:pt x="298450" y="3702"/>
                    <a:pt x="276225" y="5289"/>
                  </a:cubicBezTo>
                  <a:cubicBezTo>
                    <a:pt x="214504" y="17633"/>
                    <a:pt x="244690" y="13026"/>
                    <a:pt x="185737" y="19577"/>
                  </a:cubicBezTo>
                  <a:lnTo>
                    <a:pt x="166687" y="24339"/>
                  </a:ln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EE5920-65CB-4DE5-AAC1-C839F39371DC}"/>
                </a:ext>
              </a:extLst>
            </p:cNvPr>
            <p:cNvSpPr/>
            <p:nvPr/>
          </p:nvSpPr>
          <p:spPr>
            <a:xfrm>
              <a:off x="1181663" y="1412263"/>
              <a:ext cx="567967" cy="356823"/>
            </a:xfrm>
            <a:custGeom>
              <a:avLst/>
              <a:gdLst>
                <a:gd name="connsiteX0" fmla="*/ 34540 w 567967"/>
                <a:gd name="connsiteY0" fmla="*/ 76200 h 356823"/>
                <a:gd name="connsiteX1" fmla="*/ 34540 w 567967"/>
                <a:gd name="connsiteY1" fmla="*/ 76200 h 356823"/>
                <a:gd name="connsiteX2" fmla="*/ 10728 w 567967"/>
                <a:gd name="connsiteY2" fmla="*/ 180975 h 356823"/>
                <a:gd name="connsiteX3" fmla="*/ 20253 w 567967"/>
                <a:gd name="connsiteY3" fmla="*/ 195262 h 356823"/>
                <a:gd name="connsiteX4" fmla="*/ 25015 w 567967"/>
                <a:gd name="connsiteY4" fmla="*/ 261937 h 356823"/>
                <a:gd name="connsiteX5" fmla="*/ 29778 w 567967"/>
                <a:gd name="connsiteY5" fmla="*/ 280987 h 356823"/>
                <a:gd name="connsiteX6" fmla="*/ 44065 w 567967"/>
                <a:gd name="connsiteY6" fmla="*/ 290512 h 356823"/>
                <a:gd name="connsiteX7" fmla="*/ 77403 w 567967"/>
                <a:gd name="connsiteY7" fmla="*/ 295275 h 356823"/>
                <a:gd name="connsiteX8" fmla="*/ 163128 w 567967"/>
                <a:gd name="connsiteY8" fmla="*/ 247650 h 356823"/>
                <a:gd name="connsiteX9" fmla="*/ 177415 w 567967"/>
                <a:gd name="connsiteY9" fmla="*/ 223837 h 356823"/>
                <a:gd name="connsiteX10" fmla="*/ 205990 w 567967"/>
                <a:gd name="connsiteY10" fmla="*/ 214312 h 356823"/>
                <a:gd name="connsiteX11" fmla="*/ 210753 w 567967"/>
                <a:gd name="connsiteY11" fmla="*/ 228600 h 356823"/>
                <a:gd name="connsiteX12" fmla="*/ 215515 w 567967"/>
                <a:gd name="connsiteY12" fmla="*/ 247650 h 356823"/>
                <a:gd name="connsiteX13" fmla="*/ 229803 w 567967"/>
                <a:gd name="connsiteY13" fmla="*/ 290512 h 356823"/>
                <a:gd name="connsiteX14" fmla="*/ 263140 w 567967"/>
                <a:gd name="connsiteY14" fmla="*/ 319087 h 356823"/>
                <a:gd name="connsiteX15" fmla="*/ 272665 w 567967"/>
                <a:gd name="connsiteY15" fmla="*/ 347662 h 356823"/>
                <a:gd name="connsiteX16" fmla="*/ 329815 w 567967"/>
                <a:gd name="connsiteY16" fmla="*/ 338137 h 356823"/>
                <a:gd name="connsiteX17" fmla="*/ 344103 w 567967"/>
                <a:gd name="connsiteY17" fmla="*/ 252412 h 356823"/>
                <a:gd name="connsiteX18" fmla="*/ 439353 w 567967"/>
                <a:gd name="connsiteY18" fmla="*/ 261937 h 356823"/>
                <a:gd name="connsiteX19" fmla="*/ 467928 w 567967"/>
                <a:gd name="connsiteY19" fmla="*/ 290512 h 356823"/>
                <a:gd name="connsiteX20" fmla="*/ 515553 w 567967"/>
                <a:gd name="connsiteY20" fmla="*/ 276225 h 356823"/>
                <a:gd name="connsiteX21" fmla="*/ 544128 w 567967"/>
                <a:gd name="connsiteY21" fmla="*/ 271462 h 356823"/>
                <a:gd name="connsiteX22" fmla="*/ 558415 w 567967"/>
                <a:gd name="connsiteY22" fmla="*/ 266700 h 356823"/>
                <a:gd name="connsiteX23" fmla="*/ 563178 w 567967"/>
                <a:gd name="connsiteY23" fmla="*/ 228600 h 356823"/>
                <a:gd name="connsiteX24" fmla="*/ 567940 w 567967"/>
                <a:gd name="connsiteY24" fmla="*/ 200025 h 356823"/>
                <a:gd name="connsiteX25" fmla="*/ 558415 w 567967"/>
                <a:gd name="connsiteY25" fmla="*/ 109537 h 356823"/>
                <a:gd name="connsiteX26" fmla="*/ 539365 w 567967"/>
                <a:gd name="connsiteY26" fmla="*/ 100012 h 356823"/>
                <a:gd name="connsiteX27" fmla="*/ 515553 w 567967"/>
                <a:gd name="connsiteY27" fmla="*/ 61912 h 356823"/>
                <a:gd name="connsiteX28" fmla="*/ 486978 w 567967"/>
                <a:gd name="connsiteY28" fmla="*/ 47625 h 356823"/>
                <a:gd name="connsiteX29" fmla="*/ 315528 w 567967"/>
                <a:gd name="connsiteY29" fmla="*/ 42862 h 356823"/>
                <a:gd name="connsiteX30" fmla="*/ 253615 w 567967"/>
                <a:gd name="connsiteY30" fmla="*/ 4762 h 356823"/>
                <a:gd name="connsiteX31" fmla="*/ 215515 w 567967"/>
                <a:gd name="connsiteY31" fmla="*/ 0 h 356823"/>
                <a:gd name="connsiteX32" fmla="*/ 172653 w 567967"/>
                <a:gd name="connsiteY32" fmla="*/ 14287 h 356823"/>
                <a:gd name="connsiteX33" fmla="*/ 144078 w 567967"/>
                <a:gd name="connsiteY33" fmla="*/ 28575 h 356823"/>
                <a:gd name="connsiteX34" fmla="*/ 125028 w 567967"/>
                <a:gd name="connsiteY34" fmla="*/ 33337 h 356823"/>
                <a:gd name="connsiteX35" fmla="*/ 110740 w 567967"/>
                <a:gd name="connsiteY35" fmla="*/ 38100 h 356823"/>
                <a:gd name="connsiteX36" fmla="*/ 77403 w 567967"/>
                <a:gd name="connsiteY36" fmla="*/ 47625 h 356823"/>
                <a:gd name="connsiteX37" fmla="*/ 34540 w 567967"/>
                <a:gd name="connsiteY37" fmla="*/ 76200 h 35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67967" h="356823">
                  <a:moveTo>
                    <a:pt x="34540" y="76200"/>
                  </a:moveTo>
                  <a:lnTo>
                    <a:pt x="34540" y="76200"/>
                  </a:lnTo>
                  <a:cubicBezTo>
                    <a:pt x="-4331" y="131731"/>
                    <a:pt x="-7505" y="112600"/>
                    <a:pt x="10728" y="180975"/>
                  </a:cubicBezTo>
                  <a:cubicBezTo>
                    <a:pt x="12203" y="186505"/>
                    <a:pt x="17078" y="190500"/>
                    <a:pt x="20253" y="195262"/>
                  </a:cubicBezTo>
                  <a:cubicBezTo>
                    <a:pt x="21840" y="217487"/>
                    <a:pt x="22554" y="239792"/>
                    <a:pt x="25015" y="261937"/>
                  </a:cubicBezTo>
                  <a:cubicBezTo>
                    <a:pt x="25738" y="268442"/>
                    <a:pt x="26147" y="275541"/>
                    <a:pt x="29778" y="280987"/>
                  </a:cubicBezTo>
                  <a:cubicBezTo>
                    <a:pt x="32953" y="285749"/>
                    <a:pt x="38583" y="288867"/>
                    <a:pt x="44065" y="290512"/>
                  </a:cubicBezTo>
                  <a:cubicBezTo>
                    <a:pt x="54817" y="293738"/>
                    <a:pt x="66290" y="293687"/>
                    <a:pt x="77403" y="295275"/>
                  </a:cubicBezTo>
                  <a:cubicBezTo>
                    <a:pt x="139352" y="284950"/>
                    <a:pt x="131892" y="299712"/>
                    <a:pt x="163128" y="247650"/>
                  </a:cubicBezTo>
                  <a:cubicBezTo>
                    <a:pt x="167890" y="239712"/>
                    <a:pt x="170108" y="229520"/>
                    <a:pt x="177415" y="223837"/>
                  </a:cubicBezTo>
                  <a:cubicBezTo>
                    <a:pt x="185340" y="217673"/>
                    <a:pt x="205990" y="214312"/>
                    <a:pt x="205990" y="214312"/>
                  </a:cubicBezTo>
                  <a:cubicBezTo>
                    <a:pt x="207578" y="219075"/>
                    <a:pt x="209374" y="223773"/>
                    <a:pt x="210753" y="228600"/>
                  </a:cubicBezTo>
                  <a:cubicBezTo>
                    <a:pt x="212551" y="234894"/>
                    <a:pt x="213590" y="241394"/>
                    <a:pt x="215515" y="247650"/>
                  </a:cubicBezTo>
                  <a:cubicBezTo>
                    <a:pt x="219944" y="262044"/>
                    <a:pt x="217755" y="281476"/>
                    <a:pt x="229803" y="290512"/>
                  </a:cubicBezTo>
                  <a:cubicBezTo>
                    <a:pt x="254241" y="308841"/>
                    <a:pt x="243240" y="299187"/>
                    <a:pt x="263140" y="319087"/>
                  </a:cubicBezTo>
                  <a:cubicBezTo>
                    <a:pt x="266315" y="328612"/>
                    <a:pt x="264440" y="341904"/>
                    <a:pt x="272665" y="347662"/>
                  </a:cubicBezTo>
                  <a:cubicBezTo>
                    <a:pt x="300410" y="367084"/>
                    <a:pt x="311833" y="351624"/>
                    <a:pt x="329815" y="338137"/>
                  </a:cubicBezTo>
                  <a:cubicBezTo>
                    <a:pt x="334578" y="309562"/>
                    <a:pt x="326918" y="275734"/>
                    <a:pt x="344103" y="252412"/>
                  </a:cubicBezTo>
                  <a:cubicBezTo>
                    <a:pt x="361013" y="229462"/>
                    <a:pt x="423209" y="256556"/>
                    <a:pt x="439353" y="261937"/>
                  </a:cubicBezTo>
                  <a:cubicBezTo>
                    <a:pt x="448878" y="271462"/>
                    <a:pt x="455494" y="285331"/>
                    <a:pt x="467928" y="290512"/>
                  </a:cubicBezTo>
                  <a:cubicBezTo>
                    <a:pt x="485057" y="297649"/>
                    <a:pt x="501430" y="280462"/>
                    <a:pt x="515553" y="276225"/>
                  </a:cubicBezTo>
                  <a:cubicBezTo>
                    <a:pt x="524802" y="273450"/>
                    <a:pt x="534702" y="273557"/>
                    <a:pt x="544128" y="271462"/>
                  </a:cubicBezTo>
                  <a:cubicBezTo>
                    <a:pt x="549028" y="270373"/>
                    <a:pt x="553653" y="268287"/>
                    <a:pt x="558415" y="266700"/>
                  </a:cubicBezTo>
                  <a:cubicBezTo>
                    <a:pt x="560003" y="254000"/>
                    <a:pt x="561368" y="241270"/>
                    <a:pt x="563178" y="228600"/>
                  </a:cubicBezTo>
                  <a:cubicBezTo>
                    <a:pt x="564544" y="219041"/>
                    <a:pt x="568326" y="209674"/>
                    <a:pt x="567940" y="200025"/>
                  </a:cubicBezTo>
                  <a:cubicBezTo>
                    <a:pt x="566728" y="169720"/>
                    <a:pt x="566747" y="138699"/>
                    <a:pt x="558415" y="109537"/>
                  </a:cubicBezTo>
                  <a:cubicBezTo>
                    <a:pt x="556465" y="102711"/>
                    <a:pt x="545715" y="103187"/>
                    <a:pt x="539365" y="100012"/>
                  </a:cubicBezTo>
                  <a:cubicBezTo>
                    <a:pt x="531821" y="84923"/>
                    <a:pt x="527917" y="74276"/>
                    <a:pt x="515553" y="61912"/>
                  </a:cubicBezTo>
                  <a:cubicBezTo>
                    <a:pt x="510260" y="56619"/>
                    <a:pt x="495144" y="48044"/>
                    <a:pt x="486978" y="47625"/>
                  </a:cubicBezTo>
                  <a:cubicBezTo>
                    <a:pt x="429881" y="44697"/>
                    <a:pt x="372678" y="44450"/>
                    <a:pt x="315528" y="42862"/>
                  </a:cubicBezTo>
                  <a:cubicBezTo>
                    <a:pt x="299397" y="29958"/>
                    <a:pt x="274588" y="7383"/>
                    <a:pt x="253615" y="4762"/>
                  </a:cubicBezTo>
                  <a:lnTo>
                    <a:pt x="215515" y="0"/>
                  </a:lnTo>
                  <a:cubicBezTo>
                    <a:pt x="201228" y="4762"/>
                    <a:pt x="186636" y="8694"/>
                    <a:pt x="172653" y="14287"/>
                  </a:cubicBezTo>
                  <a:cubicBezTo>
                    <a:pt x="162765" y="18242"/>
                    <a:pt x="153966" y="24620"/>
                    <a:pt x="144078" y="28575"/>
                  </a:cubicBezTo>
                  <a:cubicBezTo>
                    <a:pt x="138001" y="31006"/>
                    <a:pt x="131322" y="31539"/>
                    <a:pt x="125028" y="33337"/>
                  </a:cubicBezTo>
                  <a:cubicBezTo>
                    <a:pt x="120201" y="34716"/>
                    <a:pt x="115549" y="36657"/>
                    <a:pt x="110740" y="38100"/>
                  </a:cubicBezTo>
                  <a:cubicBezTo>
                    <a:pt x="99670" y="41421"/>
                    <a:pt x="88515" y="44450"/>
                    <a:pt x="77403" y="47625"/>
                  </a:cubicBezTo>
                  <a:cubicBezTo>
                    <a:pt x="71930" y="64042"/>
                    <a:pt x="41684" y="71438"/>
                    <a:pt x="34540" y="7620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20EFB9E-D8E1-44BB-9BAA-E98FE73E8430}"/>
                </a:ext>
              </a:extLst>
            </p:cNvPr>
            <p:cNvSpPr/>
            <p:nvPr/>
          </p:nvSpPr>
          <p:spPr>
            <a:xfrm>
              <a:off x="1151482" y="1649097"/>
              <a:ext cx="286797" cy="441640"/>
            </a:xfrm>
            <a:custGeom>
              <a:avLst/>
              <a:gdLst>
                <a:gd name="connsiteX0" fmla="*/ 224884 w 286797"/>
                <a:gd name="connsiteY0" fmla="*/ 3490 h 441640"/>
                <a:gd name="connsiteX1" fmla="*/ 224884 w 286797"/>
                <a:gd name="connsiteY1" fmla="*/ 3490 h 441640"/>
                <a:gd name="connsiteX2" fmla="*/ 277272 w 286797"/>
                <a:gd name="connsiteY2" fmla="*/ 41590 h 441640"/>
                <a:gd name="connsiteX3" fmla="*/ 286797 w 286797"/>
                <a:gd name="connsiteY3" fmla="*/ 60640 h 441640"/>
                <a:gd name="connsiteX4" fmla="*/ 277272 w 286797"/>
                <a:gd name="connsiteY4" fmla="*/ 84452 h 441640"/>
                <a:gd name="connsiteX5" fmla="*/ 282034 w 286797"/>
                <a:gd name="connsiteY5" fmla="*/ 132077 h 441640"/>
                <a:gd name="connsiteX6" fmla="*/ 272509 w 286797"/>
                <a:gd name="connsiteY6" fmla="*/ 155890 h 441640"/>
                <a:gd name="connsiteX7" fmla="*/ 253459 w 286797"/>
                <a:gd name="connsiteY7" fmla="*/ 160652 h 441640"/>
                <a:gd name="connsiteX8" fmla="*/ 220122 w 286797"/>
                <a:gd name="connsiteY8" fmla="*/ 165415 h 441640"/>
                <a:gd name="connsiteX9" fmla="*/ 201072 w 286797"/>
                <a:gd name="connsiteY9" fmla="*/ 217802 h 441640"/>
                <a:gd name="connsiteX10" fmla="*/ 196309 w 286797"/>
                <a:gd name="connsiteY10" fmla="*/ 236852 h 441640"/>
                <a:gd name="connsiteX11" fmla="*/ 186784 w 286797"/>
                <a:gd name="connsiteY11" fmla="*/ 284477 h 441640"/>
                <a:gd name="connsiteX12" fmla="*/ 172497 w 286797"/>
                <a:gd name="connsiteY12" fmla="*/ 308290 h 441640"/>
                <a:gd name="connsiteX13" fmla="*/ 162972 w 286797"/>
                <a:gd name="connsiteY13" fmla="*/ 327340 h 441640"/>
                <a:gd name="connsiteX14" fmla="*/ 158209 w 286797"/>
                <a:gd name="connsiteY14" fmla="*/ 351152 h 441640"/>
                <a:gd name="connsiteX15" fmla="*/ 162972 w 286797"/>
                <a:gd name="connsiteY15" fmla="*/ 374965 h 441640"/>
                <a:gd name="connsiteX16" fmla="*/ 158209 w 286797"/>
                <a:gd name="connsiteY16" fmla="*/ 417827 h 441640"/>
                <a:gd name="connsiteX17" fmla="*/ 153447 w 286797"/>
                <a:gd name="connsiteY17" fmla="*/ 432115 h 441640"/>
                <a:gd name="connsiteX18" fmla="*/ 139159 w 286797"/>
                <a:gd name="connsiteY18" fmla="*/ 441640 h 441640"/>
                <a:gd name="connsiteX19" fmla="*/ 101059 w 286797"/>
                <a:gd name="connsiteY19" fmla="*/ 422590 h 441640"/>
                <a:gd name="connsiteX20" fmla="*/ 67722 w 286797"/>
                <a:gd name="connsiteY20" fmla="*/ 403540 h 441640"/>
                <a:gd name="connsiteX21" fmla="*/ 29622 w 286797"/>
                <a:gd name="connsiteY21" fmla="*/ 360677 h 441640"/>
                <a:gd name="connsiteX22" fmla="*/ 15334 w 286797"/>
                <a:gd name="connsiteY22" fmla="*/ 327340 h 441640"/>
                <a:gd name="connsiteX23" fmla="*/ 24859 w 286797"/>
                <a:gd name="connsiteY23" fmla="*/ 298765 h 441640"/>
                <a:gd name="connsiteX24" fmla="*/ 48672 w 286797"/>
                <a:gd name="connsiteY24" fmla="*/ 289240 h 441640"/>
                <a:gd name="connsiteX25" fmla="*/ 67722 w 286797"/>
                <a:gd name="connsiteY25" fmla="*/ 274952 h 441640"/>
                <a:gd name="connsiteX26" fmla="*/ 20097 w 286797"/>
                <a:gd name="connsiteY26" fmla="*/ 184465 h 441640"/>
                <a:gd name="connsiteX27" fmla="*/ 5809 w 286797"/>
                <a:gd name="connsiteY27" fmla="*/ 179702 h 441640"/>
                <a:gd name="connsiteX28" fmla="*/ 1047 w 286797"/>
                <a:gd name="connsiteY28" fmla="*/ 155890 h 441640"/>
                <a:gd name="connsiteX29" fmla="*/ 20097 w 286797"/>
                <a:gd name="connsiteY29" fmla="*/ 151127 h 441640"/>
                <a:gd name="connsiteX30" fmla="*/ 48672 w 286797"/>
                <a:gd name="connsiteY30" fmla="*/ 141602 h 441640"/>
                <a:gd name="connsiteX31" fmla="*/ 62959 w 286797"/>
                <a:gd name="connsiteY31" fmla="*/ 136840 h 441640"/>
                <a:gd name="connsiteX32" fmla="*/ 105822 w 286797"/>
                <a:gd name="connsiteY32" fmla="*/ 74927 h 441640"/>
                <a:gd name="connsiteX33" fmla="*/ 139159 w 286797"/>
                <a:gd name="connsiteY33" fmla="*/ 60640 h 441640"/>
                <a:gd name="connsiteX34" fmla="*/ 148684 w 286797"/>
                <a:gd name="connsiteY34" fmla="*/ 46352 h 441640"/>
                <a:gd name="connsiteX35" fmla="*/ 182022 w 286797"/>
                <a:gd name="connsiteY35" fmla="*/ 17777 h 441640"/>
                <a:gd name="connsiteX36" fmla="*/ 186784 w 286797"/>
                <a:gd name="connsiteY36" fmla="*/ 3490 h 441640"/>
                <a:gd name="connsiteX37" fmla="*/ 224884 w 286797"/>
                <a:gd name="connsiteY37" fmla="*/ 3490 h 44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6797" h="441640">
                  <a:moveTo>
                    <a:pt x="224884" y="3490"/>
                  </a:moveTo>
                  <a:lnTo>
                    <a:pt x="224884" y="3490"/>
                  </a:lnTo>
                  <a:cubicBezTo>
                    <a:pt x="242347" y="16190"/>
                    <a:pt x="261406" y="26944"/>
                    <a:pt x="277272" y="41590"/>
                  </a:cubicBezTo>
                  <a:cubicBezTo>
                    <a:pt x="282489" y="46405"/>
                    <a:pt x="286797" y="53540"/>
                    <a:pt x="286797" y="60640"/>
                  </a:cubicBezTo>
                  <a:cubicBezTo>
                    <a:pt x="286797" y="69189"/>
                    <a:pt x="280447" y="76515"/>
                    <a:pt x="277272" y="84452"/>
                  </a:cubicBezTo>
                  <a:cubicBezTo>
                    <a:pt x="278859" y="100327"/>
                    <a:pt x="283095" y="116158"/>
                    <a:pt x="282034" y="132077"/>
                  </a:cubicBezTo>
                  <a:cubicBezTo>
                    <a:pt x="281465" y="140607"/>
                    <a:pt x="278554" y="149845"/>
                    <a:pt x="272509" y="155890"/>
                  </a:cubicBezTo>
                  <a:cubicBezTo>
                    <a:pt x="267881" y="160518"/>
                    <a:pt x="259899" y="159481"/>
                    <a:pt x="253459" y="160652"/>
                  </a:cubicBezTo>
                  <a:cubicBezTo>
                    <a:pt x="242415" y="162660"/>
                    <a:pt x="231234" y="163827"/>
                    <a:pt x="220122" y="165415"/>
                  </a:cubicBezTo>
                  <a:cubicBezTo>
                    <a:pt x="209201" y="252773"/>
                    <a:pt x="227210" y="172061"/>
                    <a:pt x="201072" y="217802"/>
                  </a:cubicBezTo>
                  <a:cubicBezTo>
                    <a:pt x="197825" y="223485"/>
                    <a:pt x="197593" y="230434"/>
                    <a:pt x="196309" y="236852"/>
                  </a:cubicBezTo>
                  <a:cubicBezTo>
                    <a:pt x="195016" y="243319"/>
                    <a:pt x="190809" y="275421"/>
                    <a:pt x="186784" y="284477"/>
                  </a:cubicBezTo>
                  <a:cubicBezTo>
                    <a:pt x="183025" y="292936"/>
                    <a:pt x="176992" y="300198"/>
                    <a:pt x="172497" y="308290"/>
                  </a:cubicBezTo>
                  <a:cubicBezTo>
                    <a:pt x="169049" y="314496"/>
                    <a:pt x="166147" y="320990"/>
                    <a:pt x="162972" y="327340"/>
                  </a:cubicBezTo>
                  <a:cubicBezTo>
                    <a:pt x="161384" y="335277"/>
                    <a:pt x="158209" y="343057"/>
                    <a:pt x="158209" y="351152"/>
                  </a:cubicBezTo>
                  <a:cubicBezTo>
                    <a:pt x="158209" y="359247"/>
                    <a:pt x="162972" y="366870"/>
                    <a:pt x="162972" y="374965"/>
                  </a:cubicBezTo>
                  <a:cubicBezTo>
                    <a:pt x="162972" y="389340"/>
                    <a:pt x="160572" y="403647"/>
                    <a:pt x="158209" y="417827"/>
                  </a:cubicBezTo>
                  <a:cubicBezTo>
                    <a:pt x="157384" y="422779"/>
                    <a:pt x="156583" y="428195"/>
                    <a:pt x="153447" y="432115"/>
                  </a:cubicBezTo>
                  <a:cubicBezTo>
                    <a:pt x="149871" y="436585"/>
                    <a:pt x="143922" y="438465"/>
                    <a:pt x="139159" y="441640"/>
                  </a:cubicBezTo>
                  <a:cubicBezTo>
                    <a:pt x="105733" y="433283"/>
                    <a:pt x="133441" y="442828"/>
                    <a:pt x="101059" y="422590"/>
                  </a:cubicBezTo>
                  <a:cubicBezTo>
                    <a:pt x="84427" y="412195"/>
                    <a:pt x="81839" y="415641"/>
                    <a:pt x="67722" y="403540"/>
                  </a:cubicBezTo>
                  <a:cubicBezTo>
                    <a:pt x="55786" y="393309"/>
                    <a:pt x="38093" y="373384"/>
                    <a:pt x="29622" y="360677"/>
                  </a:cubicBezTo>
                  <a:cubicBezTo>
                    <a:pt x="21776" y="348908"/>
                    <a:pt x="19567" y="340039"/>
                    <a:pt x="15334" y="327340"/>
                  </a:cubicBezTo>
                  <a:cubicBezTo>
                    <a:pt x="18509" y="317815"/>
                    <a:pt x="18247" y="306321"/>
                    <a:pt x="24859" y="298765"/>
                  </a:cubicBezTo>
                  <a:cubicBezTo>
                    <a:pt x="30489" y="292331"/>
                    <a:pt x="41199" y="293392"/>
                    <a:pt x="48672" y="289240"/>
                  </a:cubicBezTo>
                  <a:cubicBezTo>
                    <a:pt x="55611" y="285385"/>
                    <a:pt x="61372" y="279715"/>
                    <a:pt x="67722" y="274952"/>
                  </a:cubicBezTo>
                  <a:cubicBezTo>
                    <a:pt x="57110" y="211282"/>
                    <a:pt x="71257" y="221672"/>
                    <a:pt x="20097" y="184465"/>
                  </a:cubicBezTo>
                  <a:cubicBezTo>
                    <a:pt x="16037" y="181512"/>
                    <a:pt x="10572" y="181290"/>
                    <a:pt x="5809" y="179702"/>
                  </a:cubicBezTo>
                  <a:cubicBezTo>
                    <a:pt x="4222" y="171765"/>
                    <a:pt x="-2573" y="163130"/>
                    <a:pt x="1047" y="155890"/>
                  </a:cubicBezTo>
                  <a:cubicBezTo>
                    <a:pt x="3974" y="150036"/>
                    <a:pt x="13828" y="153008"/>
                    <a:pt x="20097" y="151127"/>
                  </a:cubicBezTo>
                  <a:cubicBezTo>
                    <a:pt x="29714" y="148242"/>
                    <a:pt x="39147" y="144777"/>
                    <a:pt x="48672" y="141602"/>
                  </a:cubicBezTo>
                  <a:lnTo>
                    <a:pt x="62959" y="136840"/>
                  </a:lnTo>
                  <a:cubicBezTo>
                    <a:pt x="72514" y="117730"/>
                    <a:pt x="88687" y="82270"/>
                    <a:pt x="105822" y="74927"/>
                  </a:cubicBezTo>
                  <a:lnTo>
                    <a:pt x="139159" y="60640"/>
                  </a:lnTo>
                  <a:cubicBezTo>
                    <a:pt x="142334" y="55877"/>
                    <a:pt x="144959" y="50698"/>
                    <a:pt x="148684" y="46352"/>
                  </a:cubicBezTo>
                  <a:cubicBezTo>
                    <a:pt x="164082" y="28387"/>
                    <a:pt x="165169" y="29012"/>
                    <a:pt x="182022" y="17777"/>
                  </a:cubicBezTo>
                  <a:cubicBezTo>
                    <a:pt x="183609" y="13015"/>
                    <a:pt x="185566" y="8360"/>
                    <a:pt x="186784" y="3490"/>
                  </a:cubicBezTo>
                  <a:cubicBezTo>
                    <a:pt x="188747" y="-4363"/>
                    <a:pt x="218534" y="3490"/>
                    <a:pt x="224884" y="349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42630-6350-464D-B174-C6E87EA1FD09}"/>
                </a:ext>
              </a:extLst>
            </p:cNvPr>
            <p:cNvSpPr/>
            <p:nvPr/>
          </p:nvSpPr>
          <p:spPr>
            <a:xfrm flipH="1">
              <a:off x="1516830" y="1649097"/>
              <a:ext cx="286797" cy="441640"/>
            </a:xfrm>
            <a:custGeom>
              <a:avLst/>
              <a:gdLst>
                <a:gd name="connsiteX0" fmla="*/ 224884 w 286797"/>
                <a:gd name="connsiteY0" fmla="*/ 3490 h 441640"/>
                <a:gd name="connsiteX1" fmla="*/ 224884 w 286797"/>
                <a:gd name="connsiteY1" fmla="*/ 3490 h 441640"/>
                <a:gd name="connsiteX2" fmla="*/ 277272 w 286797"/>
                <a:gd name="connsiteY2" fmla="*/ 41590 h 441640"/>
                <a:gd name="connsiteX3" fmla="*/ 286797 w 286797"/>
                <a:gd name="connsiteY3" fmla="*/ 60640 h 441640"/>
                <a:gd name="connsiteX4" fmla="*/ 277272 w 286797"/>
                <a:gd name="connsiteY4" fmla="*/ 84452 h 441640"/>
                <a:gd name="connsiteX5" fmla="*/ 282034 w 286797"/>
                <a:gd name="connsiteY5" fmla="*/ 132077 h 441640"/>
                <a:gd name="connsiteX6" fmla="*/ 272509 w 286797"/>
                <a:gd name="connsiteY6" fmla="*/ 155890 h 441640"/>
                <a:gd name="connsiteX7" fmla="*/ 253459 w 286797"/>
                <a:gd name="connsiteY7" fmla="*/ 160652 h 441640"/>
                <a:gd name="connsiteX8" fmla="*/ 220122 w 286797"/>
                <a:gd name="connsiteY8" fmla="*/ 165415 h 441640"/>
                <a:gd name="connsiteX9" fmla="*/ 201072 w 286797"/>
                <a:gd name="connsiteY9" fmla="*/ 217802 h 441640"/>
                <a:gd name="connsiteX10" fmla="*/ 196309 w 286797"/>
                <a:gd name="connsiteY10" fmla="*/ 236852 h 441640"/>
                <a:gd name="connsiteX11" fmla="*/ 186784 w 286797"/>
                <a:gd name="connsiteY11" fmla="*/ 284477 h 441640"/>
                <a:gd name="connsiteX12" fmla="*/ 172497 w 286797"/>
                <a:gd name="connsiteY12" fmla="*/ 308290 h 441640"/>
                <a:gd name="connsiteX13" fmla="*/ 162972 w 286797"/>
                <a:gd name="connsiteY13" fmla="*/ 327340 h 441640"/>
                <a:gd name="connsiteX14" fmla="*/ 158209 w 286797"/>
                <a:gd name="connsiteY14" fmla="*/ 351152 h 441640"/>
                <a:gd name="connsiteX15" fmla="*/ 162972 w 286797"/>
                <a:gd name="connsiteY15" fmla="*/ 374965 h 441640"/>
                <a:gd name="connsiteX16" fmla="*/ 158209 w 286797"/>
                <a:gd name="connsiteY16" fmla="*/ 417827 h 441640"/>
                <a:gd name="connsiteX17" fmla="*/ 153447 w 286797"/>
                <a:gd name="connsiteY17" fmla="*/ 432115 h 441640"/>
                <a:gd name="connsiteX18" fmla="*/ 139159 w 286797"/>
                <a:gd name="connsiteY18" fmla="*/ 441640 h 441640"/>
                <a:gd name="connsiteX19" fmla="*/ 101059 w 286797"/>
                <a:gd name="connsiteY19" fmla="*/ 422590 h 441640"/>
                <a:gd name="connsiteX20" fmla="*/ 67722 w 286797"/>
                <a:gd name="connsiteY20" fmla="*/ 403540 h 441640"/>
                <a:gd name="connsiteX21" fmla="*/ 29622 w 286797"/>
                <a:gd name="connsiteY21" fmla="*/ 360677 h 441640"/>
                <a:gd name="connsiteX22" fmla="*/ 15334 w 286797"/>
                <a:gd name="connsiteY22" fmla="*/ 327340 h 441640"/>
                <a:gd name="connsiteX23" fmla="*/ 24859 w 286797"/>
                <a:gd name="connsiteY23" fmla="*/ 298765 h 441640"/>
                <a:gd name="connsiteX24" fmla="*/ 48672 w 286797"/>
                <a:gd name="connsiteY24" fmla="*/ 289240 h 441640"/>
                <a:gd name="connsiteX25" fmla="*/ 67722 w 286797"/>
                <a:gd name="connsiteY25" fmla="*/ 274952 h 441640"/>
                <a:gd name="connsiteX26" fmla="*/ 20097 w 286797"/>
                <a:gd name="connsiteY26" fmla="*/ 184465 h 441640"/>
                <a:gd name="connsiteX27" fmla="*/ 5809 w 286797"/>
                <a:gd name="connsiteY27" fmla="*/ 179702 h 441640"/>
                <a:gd name="connsiteX28" fmla="*/ 1047 w 286797"/>
                <a:gd name="connsiteY28" fmla="*/ 155890 h 441640"/>
                <a:gd name="connsiteX29" fmla="*/ 20097 w 286797"/>
                <a:gd name="connsiteY29" fmla="*/ 151127 h 441640"/>
                <a:gd name="connsiteX30" fmla="*/ 48672 w 286797"/>
                <a:gd name="connsiteY30" fmla="*/ 141602 h 441640"/>
                <a:gd name="connsiteX31" fmla="*/ 62959 w 286797"/>
                <a:gd name="connsiteY31" fmla="*/ 136840 h 441640"/>
                <a:gd name="connsiteX32" fmla="*/ 105822 w 286797"/>
                <a:gd name="connsiteY32" fmla="*/ 74927 h 441640"/>
                <a:gd name="connsiteX33" fmla="*/ 139159 w 286797"/>
                <a:gd name="connsiteY33" fmla="*/ 60640 h 441640"/>
                <a:gd name="connsiteX34" fmla="*/ 148684 w 286797"/>
                <a:gd name="connsiteY34" fmla="*/ 46352 h 441640"/>
                <a:gd name="connsiteX35" fmla="*/ 182022 w 286797"/>
                <a:gd name="connsiteY35" fmla="*/ 17777 h 441640"/>
                <a:gd name="connsiteX36" fmla="*/ 186784 w 286797"/>
                <a:gd name="connsiteY36" fmla="*/ 3490 h 441640"/>
                <a:gd name="connsiteX37" fmla="*/ 224884 w 286797"/>
                <a:gd name="connsiteY37" fmla="*/ 3490 h 44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86797" h="441640">
                  <a:moveTo>
                    <a:pt x="224884" y="3490"/>
                  </a:moveTo>
                  <a:lnTo>
                    <a:pt x="224884" y="3490"/>
                  </a:lnTo>
                  <a:cubicBezTo>
                    <a:pt x="242347" y="16190"/>
                    <a:pt x="261406" y="26944"/>
                    <a:pt x="277272" y="41590"/>
                  </a:cubicBezTo>
                  <a:cubicBezTo>
                    <a:pt x="282489" y="46405"/>
                    <a:pt x="286797" y="53540"/>
                    <a:pt x="286797" y="60640"/>
                  </a:cubicBezTo>
                  <a:cubicBezTo>
                    <a:pt x="286797" y="69189"/>
                    <a:pt x="280447" y="76515"/>
                    <a:pt x="277272" y="84452"/>
                  </a:cubicBezTo>
                  <a:cubicBezTo>
                    <a:pt x="278859" y="100327"/>
                    <a:pt x="283095" y="116158"/>
                    <a:pt x="282034" y="132077"/>
                  </a:cubicBezTo>
                  <a:cubicBezTo>
                    <a:pt x="281465" y="140607"/>
                    <a:pt x="278554" y="149845"/>
                    <a:pt x="272509" y="155890"/>
                  </a:cubicBezTo>
                  <a:cubicBezTo>
                    <a:pt x="267881" y="160518"/>
                    <a:pt x="259899" y="159481"/>
                    <a:pt x="253459" y="160652"/>
                  </a:cubicBezTo>
                  <a:cubicBezTo>
                    <a:pt x="242415" y="162660"/>
                    <a:pt x="231234" y="163827"/>
                    <a:pt x="220122" y="165415"/>
                  </a:cubicBezTo>
                  <a:cubicBezTo>
                    <a:pt x="209201" y="252773"/>
                    <a:pt x="227210" y="172061"/>
                    <a:pt x="201072" y="217802"/>
                  </a:cubicBezTo>
                  <a:cubicBezTo>
                    <a:pt x="197825" y="223485"/>
                    <a:pt x="197593" y="230434"/>
                    <a:pt x="196309" y="236852"/>
                  </a:cubicBezTo>
                  <a:cubicBezTo>
                    <a:pt x="195016" y="243319"/>
                    <a:pt x="190809" y="275421"/>
                    <a:pt x="186784" y="284477"/>
                  </a:cubicBezTo>
                  <a:cubicBezTo>
                    <a:pt x="183025" y="292936"/>
                    <a:pt x="176992" y="300198"/>
                    <a:pt x="172497" y="308290"/>
                  </a:cubicBezTo>
                  <a:cubicBezTo>
                    <a:pt x="169049" y="314496"/>
                    <a:pt x="166147" y="320990"/>
                    <a:pt x="162972" y="327340"/>
                  </a:cubicBezTo>
                  <a:cubicBezTo>
                    <a:pt x="161384" y="335277"/>
                    <a:pt x="158209" y="343057"/>
                    <a:pt x="158209" y="351152"/>
                  </a:cubicBezTo>
                  <a:cubicBezTo>
                    <a:pt x="158209" y="359247"/>
                    <a:pt x="162972" y="366870"/>
                    <a:pt x="162972" y="374965"/>
                  </a:cubicBezTo>
                  <a:cubicBezTo>
                    <a:pt x="162972" y="389340"/>
                    <a:pt x="160572" y="403647"/>
                    <a:pt x="158209" y="417827"/>
                  </a:cubicBezTo>
                  <a:cubicBezTo>
                    <a:pt x="157384" y="422779"/>
                    <a:pt x="156583" y="428195"/>
                    <a:pt x="153447" y="432115"/>
                  </a:cubicBezTo>
                  <a:cubicBezTo>
                    <a:pt x="149871" y="436585"/>
                    <a:pt x="143922" y="438465"/>
                    <a:pt x="139159" y="441640"/>
                  </a:cubicBezTo>
                  <a:cubicBezTo>
                    <a:pt x="105733" y="433283"/>
                    <a:pt x="133441" y="442828"/>
                    <a:pt x="101059" y="422590"/>
                  </a:cubicBezTo>
                  <a:cubicBezTo>
                    <a:pt x="84427" y="412195"/>
                    <a:pt x="81839" y="415641"/>
                    <a:pt x="67722" y="403540"/>
                  </a:cubicBezTo>
                  <a:cubicBezTo>
                    <a:pt x="55786" y="393309"/>
                    <a:pt x="38093" y="373384"/>
                    <a:pt x="29622" y="360677"/>
                  </a:cubicBezTo>
                  <a:cubicBezTo>
                    <a:pt x="21776" y="348908"/>
                    <a:pt x="19567" y="340039"/>
                    <a:pt x="15334" y="327340"/>
                  </a:cubicBezTo>
                  <a:cubicBezTo>
                    <a:pt x="18509" y="317815"/>
                    <a:pt x="18247" y="306321"/>
                    <a:pt x="24859" y="298765"/>
                  </a:cubicBezTo>
                  <a:cubicBezTo>
                    <a:pt x="30489" y="292331"/>
                    <a:pt x="41199" y="293392"/>
                    <a:pt x="48672" y="289240"/>
                  </a:cubicBezTo>
                  <a:cubicBezTo>
                    <a:pt x="55611" y="285385"/>
                    <a:pt x="61372" y="279715"/>
                    <a:pt x="67722" y="274952"/>
                  </a:cubicBezTo>
                  <a:cubicBezTo>
                    <a:pt x="57110" y="211282"/>
                    <a:pt x="71257" y="221672"/>
                    <a:pt x="20097" y="184465"/>
                  </a:cubicBezTo>
                  <a:cubicBezTo>
                    <a:pt x="16037" y="181512"/>
                    <a:pt x="10572" y="181290"/>
                    <a:pt x="5809" y="179702"/>
                  </a:cubicBezTo>
                  <a:cubicBezTo>
                    <a:pt x="4222" y="171765"/>
                    <a:pt x="-2573" y="163130"/>
                    <a:pt x="1047" y="155890"/>
                  </a:cubicBezTo>
                  <a:cubicBezTo>
                    <a:pt x="3974" y="150036"/>
                    <a:pt x="13828" y="153008"/>
                    <a:pt x="20097" y="151127"/>
                  </a:cubicBezTo>
                  <a:cubicBezTo>
                    <a:pt x="29714" y="148242"/>
                    <a:pt x="39147" y="144777"/>
                    <a:pt x="48672" y="141602"/>
                  </a:cubicBezTo>
                  <a:lnTo>
                    <a:pt x="62959" y="136840"/>
                  </a:lnTo>
                  <a:cubicBezTo>
                    <a:pt x="72514" y="117730"/>
                    <a:pt x="88687" y="82270"/>
                    <a:pt x="105822" y="74927"/>
                  </a:cubicBezTo>
                  <a:lnTo>
                    <a:pt x="139159" y="60640"/>
                  </a:lnTo>
                  <a:cubicBezTo>
                    <a:pt x="142334" y="55877"/>
                    <a:pt x="144959" y="50698"/>
                    <a:pt x="148684" y="46352"/>
                  </a:cubicBezTo>
                  <a:cubicBezTo>
                    <a:pt x="164082" y="28387"/>
                    <a:pt x="165169" y="29012"/>
                    <a:pt x="182022" y="17777"/>
                  </a:cubicBezTo>
                  <a:cubicBezTo>
                    <a:pt x="183609" y="13015"/>
                    <a:pt x="185566" y="8360"/>
                    <a:pt x="186784" y="3490"/>
                  </a:cubicBezTo>
                  <a:cubicBezTo>
                    <a:pt x="188747" y="-4363"/>
                    <a:pt x="218534" y="3490"/>
                    <a:pt x="224884" y="3490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32DE2B1-CD12-47DA-A115-157E17CBF87B}"/>
                </a:ext>
              </a:extLst>
            </p:cNvPr>
            <p:cNvGrpSpPr/>
            <p:nvPr/>
          </p:nvGrpSpPr>
          <p:grpSpPr>
            <a:xfrm>
              <a:off x="1066185" y="2005920"/>
              <a:ext cx="266714" cy="238616"/>
              <a:chOff x="1047750" y="2033588"/>
              <a:chExt cx="266714" cy="23861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FC737DB-CC3B-4B26-B889-61F9EE222909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9499858-BB13-4161-BD40-D154161F2C58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96DE616-9290-4983-9EA4-A8A34C3F1DFD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9FA6559-09BF-4546-8892-51C6EC30B509}"/>
                </a:ext>
              </a:extLst>
            </p:cNvPr>
            <p:cNvGrpSpPr/>
            <p:nvPr/>
          </p:nvGrpSpPr>
          <p:grpSpPr>
            <a:xfrm rot="18623538">
              <a:off x="1627698" y="2015198"/>
              <a:ext cx="266714" cy="238616"/>
              <a:chOff x="1047750" y="2033588"/>
              <a:chExt cx="266714" cy="238616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67A9203-AD31-4368-8401-8B5D5F579268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7302323-B475-4A75-AE41-DD04719B2770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5243CFC7-3B08-43A2-8ED3-7EABF5F59482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7503534-6730-42C2-B20D-7CEBDF92A5B4}"/>
                </a:ext>
              </a:extLst>
            </p:cNvPr>
            <p:cNvSpPr/>
            <p:nvPr/>
          </p:nvSpPr>
          <p:spPr>
            <a:xfrm rot="20219117">
              <a:off x="971370" y="1188230"/>
              <a:ext cx="378266" cy="242778"/>
            </a:xfrm>
            <a:custGeom>
              <a:avLst/>
              <a:gdLst>
                <a:gd name="connsiteX0" fmla="*/ 0 w 378266"/>
                <a:gd name="connsiteY0" fmla="*/ 150879 h 242778"/>
                <a:gd name="connsiteX1" fmla="*/ 0 w 378266"/>
                <a:gd name="connsiteY1" fmla="*/ 150879 h 242778"/>
                <a:gd name="connsiteX2" fmla="*/ 80963 w 378266"/>
                <a:gd name="connsiteY2" fmla="*/ 103254 h 242778"/>
                <a:gd name="connsiteX3" fmla="*/ 114300 w 378266"/>
                <a:gd name="connsiteY3" fmla="*/ 93729 h 242778"/>
                <a:gd name="connsiteX4" fmla="*/ 128588 w 378266"/>
                <a:gd name="connsiteY4" fmla="*/ 79442 h 242778"/>
                <a:gd name="connsiteX5" fmla="*/ 152400 w 378266"/>
                <a:gd name="connsiteY5" fmla="*/ 74679 h 242778"/>
                <a:gd name="connsiteX6" fmla="*/ 219075 w 378266"/>
                <a:gd name="connsiteY6" fmla="*/ 46104 h 242778"/>
                <a:gd name="connsiteX7" fmla="*/ 247650 w 378266"/>
                <a:gd name="connsiteY7" fmla="*/ 12767 h 242778"/>
                <a:gd name="connsiteX8" fmla="*/ 347663 w 378266"/>
                <a:gd name="connsiteY8" fmla="*/ 12767 h 242778"/>
                <a:gd name="connsiteX9" fmla="*/ 366713 w 378266"/>
                <a:gd name="connsiteY9" fmla="*/ 22292 h 242778"/>
                <a:gd name="connsiteX10" fmla="*/ 371475 w 378266"/>
                <a:gd name="connsiteY10" fmla="*/ 88967 h 242778"/>
                <a:gd name="connsiteX11" fmla="*/ 357188 w 378266"/>
                <a:gd name="connsiteY11" fmla="*/ 112779 h 242778"/>
                <a:gd name="connsiteX12" fmla="*/ 328613 w 378266"/>
                <a:gd name="connsiteY12" fmla="*/ 127067 h 242778"/>
                <a:gd name="connsiteX13" fmla="*/ 242888 w 378266"/>
                <a:gd name="connsiteY13" fmla="*/ 146117 h 242778"/>
                <a:gd name="connsiteX14" fmla="*/ 228600 w 378266"/>
                <a:gd name="connsiteY14" fmla="*/ 165167 h 242778"/>
                <a:gd name="connsiteX15" fmla="*/ 200025 w 378266"/>
                <a:gd name="connsiteY15" fmla="*/ 203267 h 242778"/>
                <a:gd name="connsiteX16" fmla="*/ 180975 w 378266"/>
                <a:gd name="connsiteY16" fmla="*/ 217554 h 242778"/>
                <a:gd name="connsiteX17" fmla="*/ 152400 w 378266"/>
                <a:gd name="connsiteY17" fmla="*/ 222317 h 242778"/>
                <a:gd name="connsiteX18" fmla="*/ 28575 w 378266"/>
                <a:gd name="connsiteY18" fmla="*/ 222317 h 242778"/>
                <a:gd name="connsiteX19" fmla="*/ 14288 w 378266"/>
                <a:gd name="connsiteY19" fmla="*/ 193742 h 242778"/>
                <a:gd name="connsiteX20" fmla="*/ 0 w 378266"/>
                <a:gd name="connsiteY20" fmla="*/ 150879 h 24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8266" h="242778">
                  <a:moveTo>
                    <a:pt x="0" y="150879"/>
                  </a:moveTo>
                  <a:lnTo>
                    <a:pt x="0" y="150879"/>
                  </a:lnTo>
                  <a:cubicBezTo>
                    <a:pt x="26988" y="135004"/>
                    <a:pt x="52958" y="117256"/>
                    <a:pt x="80963" y="103254"/>
                  </a:cubicBezTo>
                  <a:cubicBezTo>
                    <a:pt x="91300" y="98086"/>
                    <a:pt x="103963" y="98897"/>
                    <a:pt x="114300" y="93729"/>
                  </a:cubicBezTo>
                  <a:cubicBezTo>
                    <a:pt x="120324" y="90717"/>
                    <a:pt x="122564" y="82454"/>
                    <a:pt x="128588" y="79442"/>
                  </a:cubicBezTo>
                  <a:cubicBezTo>
                    <a:pt x="135828" y="75822"/>
                    <a:pt x="144721" y="77239"/>
                    <a:pt x="152400" y="74679"/>
                  </a:cubicBezTo>
                  <a:cubicBezTo>
                    <a:pt x="184932" y="63835"/>
                    <a:pt x="193736" y="58773"/>
                    <a:pt x="219075" y="46104"/>
                  </a:cubicBezTo>
                  <a:cubicBezTo>
                    <a:pt x="228600" y="34992"/>
                    <a:pt x="237301" y="23116"/>
                    <a:pt x="247650" y="12767"/>
                  </a:cubicBezTo>
                  <a:cubicBezTo>
                    <a:pt x="274397" y="-13979"/>
                    <a:pt x="313828" y="9008"/>
                    <a:pt x="347663" y="12767"/>
                  </a:cubicBezTo>
                  <a:cubicBezTo>
                    <a:pt x="354013" y="15942"/>
                    <a:pt x="361259" y="17747"/>
                    <a:pt x="366713" y="22292"/>
                  </a:cubicBezTo>
                  <a:cubicBezTo>
                    <a:pt x="386124" y="38467"/>
                    <a:pt x="376269" y="69790"/>
                    <a:pt x="371475" y="88967"/>
                  </a:cubicBezTo>
                  <a:cubicBezTo>
                    <a:pt x="369230" y="97947"/>
                    <a:pt x="364106" y="106629"/>
                    <a:pt x="357188" y="112779"/>
                  </a:cubicBezTo>
                  <a:cubicBezTo>
                    <a:pt x="349229" y="119854"/>
                    <a:pt x="338655" y="123523"/>
                    <a:pt x="328613" y="127067"/>
                  </a:cubicBezTo>
                  <a:cubicBezTo>
                    <a:pt x="289538" y="140858"/>
                    <a:pt x="279171" y="140933"/>
                    <a:pt x="242888" y="146117"/>
                  </a:cubicBezTo>
                  <a:cubicBezTo>
                    <a:pt x="238125" y="152467"/>
                    <a:pt x="233003" y="158563"/>
                    <a:pt x="228600" y="165167"/>
                  </a:cubicBezTo>
                  <a:cubicBezTo>
                    <a:pt x="212607" y="189156"/>
                    <a:pt x="219578" y="186508"/>
                    <a:pt x="200025" y="203267"/>
                  </a:cubicBezTo>
                  <a:cubicBezTo>
                    <a:pt x="193998" y="208433"/>
                    <a:pt x="188345" y="214606"/>
                    <a:pt x="180975" y="217554"/>
                  </a:cubicBezTo>
                  <a:cubicBezTo>
                    <a:pt x="172009" y="221140"/>
                    <a:pt x="161925" y="220729"/>
                    <a:pt x="152400" y="222317"/>
                  </a:cubicBezTo>
                  <a:cubicBezTo>
                    <a:pt x="111695" y="249454"/>
                    <a:pt x="117709" y="249743"/>
                    <a:pt x="28575" y="222317"/>
                  </a:cubicBezTo>
                  <a:cubicBezTo>
                    <a:pt x="18397" y="219185"/>
                    <a:pt x="20195" y="202603"/>
                    <a:pt x="14288" y="193742"/>
                  </a:cubicBezTo>
                  <a:cubicBezTo>
                    <a:pt x="-1122" y="170626"/>
                    <a:pt x="2381" y="158023"/>
                    <a:pt x="0" y="150879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2D8E76-27CF-42CE-9F4D-0ECA0C460BCF}"/>
                </a:ext>
              </a:extLst>
            </p:cNvPr>
            <p:cNvSpPr/>
            <p:nvPr/>
          </p:nvSpPr>
          <p:spPr>
            <a:xfrm rot="15953926">
              <a:off x="1586692" y="1209728"/>
              <a:ext cx="378266" cy="242778"/>
            </a:xfrm>
            <a:custGeom>
              <a:avLst/>
              <a:gdLst>
                <a:gd name="connsiteX0" fmla="*/ 0 w 378266"/>
                <a:gd name="connsiteY0" fmla="*/ 150879 h 242778"/>
                <a:gd name="connsiteX1" fmla="*/ 0 w 378266"/>
                <a:gd name="connsiteY1" fmla="*/ 150879 h 242778"/>
                <a:gd name="connsiteX2" fmla="*/ 80963 w 378266"/>
                <a:gd name="connsiteY2" fmla="*/ 103254 h 242778"/>
                <a:gd name="connsiteX3" fmla="*/ 114300 w 378266"/>
                <a:gd name="connsiteY3" fmla="*/ 93729 h 242778"/>
                <a:gd name="connsiteX4" fmla="*/ 128588 w 378266"/>
                <a:gd name="connsiteY4" fmla="*/ 79442 h 242778"/>
                <a:gd name="connsiteX5" fmla="*/ 152400 w 378266"/>
                <a:gd name="connsiteY5" fmla="*/ 74679 h 242778"/>
                <a:gd name="connsiteX6" fmla="*/ 219075 w 378266"/>
                <a:gd name="connsiteY6" fmla="*/ 46104 h 242778"/>
                <a:gd name="connsiteX7" fmla="*/ 247650 w 378266"/>
                <a:gd name="connsiteY7" fmla="*/ 12767 h 242778"/>
                <a:gd name="connsiteX8" fmla="*/ 347663 w 378266"/>
                <a:gd name="connsiteY8" fmla="*/ 12767 h 242778"/>
                <a:gd name="connsiteX9" fmla="*/ 366713 w 378266"/>
                <a:gd name="connsiteY9" fmla="*/ 22292 h 242778"/>
                <a:gd name="connsiteX10" fmla="*/ 371475 w 378266"/>
                <a:gd name="connsiteY10" fmla="*/ 88967 h 242778"/>
                <a:gd name="connsiteX11" fmla="*/ 357188 w 378266"/>
                <a:gd name="connsiteY11" fmla="*/ 112779 h 242778"/>
                <a:gd name="connsiteX12" fmla="*/ 328613 w 378266"/>
                <a:gd name="connsiteY12" fmla="*/ 127067 h 242778"/>
                <a:gd name="connsiteX13" fmla="*/ 242888 w 378266"/>
                <a:gd name="connsiteY13" fmla="*/ 146117 h 242778"/>
                <a:gd name="connsiteX14" fmla="*/ 228600 w 378266"/>
                <a:gd name="connsiteY14" fmla="*/ 165167 h 242778"/>
                <a:gd name="connsiteX15" fmla="*/ 200025 w 378266"/>
                <a:gd name="connsiteY15" fmla="*/ 203267 h 242778"/>
                <a:gd name="connsiteX16" fmla="*/ 180975 w 378266"/>
                <a:gd name="connsiteY16" fmla="*/ 217554 h 242778"/>
                <a:gd name="connsiteX17" fmla="*/ 152400 w 378266"/>
                <a:gd name="connsiteY17" fmla="*/ 222317 h 242778"/>
                <a:gd name="connsiteX18" fmla="*/ 28575 w 378266"/>
                <a:gd name="connsiteY18" fmla="*/ 222317 h 242778"/>
                <a:gd name="connsiteX19" fmla="*/ 14288 w 378266"/>
                <a:gd name="connsiteY19" fmla="*/ 193742 h 242778"/>
                <a:gd name="connsiteX20" fmla="*/ 0 w 378266"/>
                <a:gd name="connsiteY20" fmla="*/ 150879 h 242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78266" h="242778">
                  <a:moveTo>
                    <a:pt x="0" y="150879"/>
                  </a:moveTo>
                  <a:lnTo>
                    <a:pt x="0" y="150879"/>
                  </a:lnTo>
                  <a:cubicBezTo>
                    <a:pt x="26988" y="135004"/>
                    <a:pt x="52958" y="117256"/>
                    <a:pt x="80963" y="103254"/>
                  </a:cubicBezTo>
                  <a:cubicBezTo>
                    <a:pt x="91300" y="98086"/>
                    <a:pt x="103963" y="98897"/>
                    <a:pt x="114300" y="93729"/>
                  </a:cubicBezTo>
                  <a:cubicBezTo>
                    <a:pt x="120324" y="90717"/>
                    <a:pt x="122564" y="82454"/>
                    <a:pt x="128588" y="79442"/>
                  </a:cubicBezTo>
                  <a:cubicBezTo>
                    <a:pt x="135828" y="75822"/>
                    <a:pt x="144721" y="77239"/>
                    <a:pt x="152400" y="74679"/>
                  </a:cubicBezTo>
                  <a:cubicBezTo>
                    <a:pt x="184932" y="63835"/>
                    <a:pt x="193736" y="58773"/>
                    <a:pt x="219075" y="46104"/>
                  </a:cubicBezTo>
                  <a:cubicBezTo>
                    <a:pt x="228600" y="34992"/>
                    <a:pt x="237301" y="23116"/>
                    <a:pt x="247650" y="12767"/>
                  </a:cubicBezTo>
                  <a:cubicBezTo>
                    <a:pt x="274397" y="-13979"/>
                    <a:pt x="313828" y="9008"/>
                    <a:pt x="347663" y="12767"/>
                  </a:cubicBezTo>
                  <a:cubicBezTo>
                    <a:pt x="354013" y="15942"/>
                    <a:pt x="361259" y="17747"/>
                    <a:pt x="366713" y="22292"/>
                  </a:cubicBezTo>
                  <a:cubicBezTo>
                    <a:pt x="386124" y="38467"/>
                    <a:pt x="376269" y="69790"/>
                    <a:pt x="371475" y="88967"/>
                  </a:cubicBezTo>
                  <a:cubicBezTo>
                    <a:pt x="369230" y="97947"/>
                    <a:pt x="364106" y="106629"/>
                    <a:pt x="357188" y="112779"/>
                  </a:cubicBezTo>
                  <a:cubicBezTo>
                    <a:pt x="349229" y="119854"/>
                    <a:pt x="338655" y="123523"/>
                    <a:pt x="328613" y="127067"/>
                  </a:cubicBezTo>
                  <a:cubicBezTo>
                    <a:pt x="289538" y="140858"/>
                    <a:pt x="279171" y="140933"/>
                    <a:pt x="242888" y="146117"/>
                  </a:cubicBezTo>
                  <a:cubicBezTo>
                    <a:pt x="238125" y="152467"/>
                    <a:pt x="233003" y="158563"/>
                    <a:pt x="228600" y="165167"/>
                  </a:cubicBezTo>
                  <a:cubicBezTo>
                    <a:pt x="212607" y="189156"/>
                    <a:pt x="219578" y="186508"/>
                    <a:pt x="200025" y="203267"/>
                  </a:cubicBezTo>
                  <a:cubicBezTo>
                    <a:pt x="193998" y="208433"/>
                    <a:pt x="188345" y="214606"/>
                    <a:pt x="180975" y="217554"/>
                  </a:cubicBezTo>
                  <a:cubicBezTo>
                    <a:pt x="172009" y="221140"/>
                    <a:pt x="161925" y="220729"/>
                    <a:pt x="152400" y="222317"/>
                  </a:cubicBezTo>
                  <a:cubicBezTo>
                    <a:pt x="111695" y="249454"/>
                    <a:pt x="117709" y="249743"/>
                    <a:pt x="28575" y="222317"/>
                  </a:cubicBezTo>
                  <a:cubicBezTo>
                    <a:pt x="18397" y="219185"/>
                    <a:pt x="20195" y="202603"/>
                    <a:pt x="14288" y="193742"/>
                  </a:cubicBezTo>
                  <a:cubicBezTo>
                    <a:pt x="-1122" y="170626"/>
                    <a:pt x="2381" y="158023"/>
                    <a:pt x="0" y="150879"/>
                  </a:cubicBezTo>
                  <a:close/>
                </a:path>
              </a:pathLst>
            </a:cu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0E52BF7-560F-4B33-AD5E-7E4D4B5CAF73}"/>
                </a:ext>
              </a:extLst>
            </p:cNvPr>
            <p:cNvGrpSpPr/>
            <p:nvPr/>
          </p:nvGrpSpPr>
          <p:grpSpPr>
            <a:xfrm rot="20861058">
              <a:off x="919169" y="1370990"/>
              <a:ext cx="266714" cy="238616"/>
              <a:chOff x="1047750" y="2033588"/>
              <a:chExt cx="266714" cy="238616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0A6C929-0172-4AEB-8481-A6DD0E41ECBE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F68336D-0F4D-4A1B-901B-F27A031D4E59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8F3202B-3702-452C-8F25-82D89633CF68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F93FA36-3FA7-4F94-B182-1FA92979FE51}"/>
                </a:ext>
              </a:extLst>
            </p:cNvPr>
            <p:cNvGrpSpPr/>
            <p:nvPr/>
          </p:nvGrpSpPr>
          <p:grpSpPr>
            <a:xfrm rot="18623538">
              <a:off x="1746103" y="1401464"/>
              <a:ext cx="266714" cy="238616"/>
              <a:chOff x="1047750" y="2033588"/>
              <a:chExt cx="266714" cy="238616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A3B0AFD5-85B9-481E-8277-6836FFEC4168}"/>
                  </a:ext>
                </a:extLst>
              </p:cNvPr>
              <p:cNvSpPr/>
              <p:nvPr/>
            </p:nvSpPr>
            <p:spPr>
              <a:xfrm>
                <a:off x="1047750" y="2033588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3D013D12-5C06-4D4C-8744-C066F130EB26}"/>
                  </a:ext>
                </a:extLst>
              </p:cNvPr>
              <p:cNvSpPr/>
              <p:nvPr/>
            </p:nvSpPr>
            <p:spPr>
              <a:xfrm>
                <a:off x="1141956" y="2081211"/>
                <a:ext cx="66910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DD255347-4437-42A6-A490-38554F8E1522}"/>
                  </a:ext>
                </a:extLst>
              </p:cNvPr>
              <p:cNvSpPr/>
              <p:nvPr/>
            </p:nvSpPr>
            <p:spPr>
              <a:xfrm rot="19929775">
                <a:off x="1190639" y="2110279"/>
                <a:ext cx="123825" cy="161925"/>
              </a:xfrm>
              <a:custGeom>
                <a:avLst/>
                <a:gdLst>
                  <a:gd name="connsiteX0" fmla="*/ 123825 w 123825"/>
                  <a:gd name="connsiteY0" fmla="*/ 0 h 161925"/>
                  <a:gd name="connsiteX1" fmla="*/ 119063 w 123825"/>
                  <a:gd name="connsiteY1" fmla="*/ 38100 h 161925"/>
                  <a:gd name="connsiteX2" fmla="*/ 66675 w 123825"/>
                  <a:gd name="connsiteY2" fmla="*/ 61912 h 161925"/>
                  <a:gd name="connsiteX3" fmla="*/ 61913 w 123825"/>
                  <a:gd name="connsiteY3" fmla="*/ 80962 h 161925"/>
                  <a:gd name="connsiteX4" fmla="*/ 28575 w 123825"/>
                  <a:gd name="connsiteY4" fmla="*/ 128587 h 161925"/>
                  <a:gd name="connsiteX5" fmla="*/ 14288 w 123825"/>
                  <a:gd name="connsiteY5" fmla="*/ 138112 h 161925"/>
                  <a:gd name="connsiteX6" fmla="*/ 0 w 123825"/>
                  <a:gd name="connsiteY6" fmla="*/ 161925 h 16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25" h="161925">
                    <a:moveTo>
                      <a:pt x="123825" y="0"/>
                    </a:moveTo>
                    <a:cubicBezTo>
                      <a:pt x="122238" y="12700"/>
                      <a:pt x="125192" y="26864"/>
                      <a:pt x="119063" y="38100"/>
                    </a:cubicBezTo>
                    <a:cubicBezTo>
                      <a:pt x="113300" y="48666"/>
                      <a:pt x="75116" y="59098"/>
                      <a:pt x="66675" y="61912"/>
                    </a:cubicBezTo>
                    <a:cubicBezTo>
                      <a:pt x="65088" y="68262"/>
                      <a:pt x="64571" y="74981"/>
                      <a:pt x="61913" y="80962"/>
                    </a:cubicBezTo>
                    <a:cubicBezTo>
                      <a:pt x="56026" y="94207"/>
                      <a:pt x="38440" y="118722"/>
                      <a:pt x="28575" y="128587"/>
                    </a:cubicBezTo>
                    <a:cubicBezTo>
                      <a:pt x="24528" y="132634"/>
                      <a:pt x="19050" y="134937"/>
                      <a:pt x="14288" y="138112"/>
                    </a:cubicBezTo>
                    <a:cubicBezTo>
                      <a:pt x="2794" y="155354"/>
                      <a:pt x="7323" y="147280"/>
                      <a:pt x="0" y="161925"/>
                    </a:cubicBezTo>
                  </a:path>
                </a:pathLst>
              </a:cu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1026" name="Picture 2" descr="Ent tree silhouette ancient legend fantasy Vector Image">
            <a:extLst>
              <a:ext uri="{FF2B5EF4-FFF2-40B4-BE49-F238E27FC236}">
                <a16:creationId xmlns:a16="http://schemas.microsoft.com/office/drawing/2014/main" id="{8A405CEA-8B14-49F7-8175-BE054ABA7B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4" r="8889" b="7436"/>
          <a:stretch/>
        </p:blipFill>
        <p:spPr bwMode="auto">
          <a:xfrm>
            <a:off x="1916723" y="383516"/>
            <a:ext cx="571500" cy="99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achete Silhouette Stock Illustrations – 384 Machete Silhouette Stock  Illustrations, Vectors &amp;amp; Clipart - Dreamstime">
            <a:extLst>
              <a:ext uri="{FF2B5EF4-FFF2-40B4-BE49-F238E27FC236}">
                <a16:creationId xmlns:a16="http://schemas.microsoft.com/office/drawing/2014/main" id="{01A4FCD6-EB42-4E83-BD88-EC54A8A810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77" t="6978" r="21310" b="6197"/>
          <a:stretch/>
        </p:blipFill>
        <p:spPr bwMode="auto">
          <a:xfrm>
            <a:off x="2690220" y="550691"/>
            <a:ext cx="574617" cy="85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D3905E6-80AA-4135-BE37-956741926631}"/>
              </a:ext>
            </a:extLst>
          </p:cNvPr>
          <p:cNvGrpSpPr/>
          <p:nvPr/>
        </p:nvGrpSpPr>
        <p:grpSpPr>
          <a:xfrm>
            <a:off x="4100588" y="635580"/>
            <a:ext cx="719018" cy="877203"/>
            <a:chOff x="1353377" y="2714855"/>
            <a:chExt cx="719018" cy="877203"/>
          </a:xfrm>
        </p:grpSpPr>
        <p:pic>
          <p:nvPicPr>
            <p:cNvPr id="36" name="Picture 35" descr="Machete Silhouette Stock Illustrations – 384 Machete Silhouette Stock  Illustrations, Vectors &amp;amp; Clipart - Dreamstime">
              <a:extLst>
                <a:ext uri="{FF2B5EF4-FFF2-40B4-BE49-F238E27FC236}">
                  <a16:creationId xmlns:a16="http://schemas.microsoft.com/office/drawing/2014/main" id="{2B332C45-17D2-4E26-BC06-1C4F92736C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77" t="6978" r="21310" b="6197"/>
            <a:stretch/>
          </p:blipFill>
          <p:spPr bwMode="auto">
            <a:xfrm rot="20477473">
              <a:off x="1353377" y="2714855"/>
              <a:ext cx="376503" cy="857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616636D-5D52-47AB-BFC1-30C610DB8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31260" y="3007967"/>
              <a:ext cx="441135" cy="584091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137A992-7929-4A5E-A08E-1FBFA973B0D2}"/>
              </a:ext>
            </a:extLst>
          </p:cNvPr>
          <p:cNvGrpSpPr/>
          <p:nvPr/>
        </p:nvGrpSpPr>
        <p:grpSpPr>
          <a:xfrm>
            <a:off x="5250881" y="707921"/>
            <a:ext cx="833525" cy="859878"/>
            <a:chOff x="1892090" y="3349869"/>
            <a:chExt cx="1345405" cy="138794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DFE405B-70C6-403C-AF26-09C002766BE8}"/>
                </a:ext>
              </a:extLst>
            </p:cNvPr>
            <p:cNvGrpSpPr/>
            <p:nvPr/>
          </p:nvGrpSpPr>
          <p:grpSpPr>
            <a:xfrm>
              <a:off x="2259623" y="3349869"/>
              <a:ext cx="713540" cy="685799"/>
              <a:chOff x="2259623" y="3349869"/>
              <a:chExt cx="713540" cy="685799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60C41A4F-5819-435C-9152-7FB9A55D05FD}"/>
                  </a:ext>
                </a:extLst>
              </p:cNvPr>
              <p:cNvCxnSpPr/>
              <p:nvPr/>
            </p:nvCxnSpPr>
            <p:spPr>
              <a:xfrm>
                <a:off x="2409091" y="3543300"/>
                <a:ext cx="105508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C91945E-9801-498A-97C6-5D8A51ED6B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731" y="353450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18389C7-20FC-466E-892A-B558767BC3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46488" y="3578468"/>
                <a:ext cx="137874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DEC243B-63AB-43B0-B344-1A03E241B221}"/>
                  </a:ext>
                </a:extLst>
              </p:cNvPr>
              <p:cNvSpPr/>
              <p:nvPr/>
            </p:nvSpPr>
            <p:spPr>
              <a:xfrm>
                <a:off x="2259623" y="3349869"/>
                <a:ext cx="713540" cy="457256"/>
              </a:xfrm>
              <a:custGeom>
                <a:avLst/>
                <a:gdLst>
                  <a:gd name="connsiteX0" fmla="*/ 96715 w 713540"/>
                  <a:gd name="connsiteY0" fmla="*/ 334108 h 457256"/>
                  <a:gd name="connsiteX1" fmla="*/ 17585 w 713540"/>
                  <a:gd name="connsiteY1" fmla="*/ 316523 h 457256"/>
                  <a:gd name="connsiteX2" fmla="*/ 0 w 713540"/>
                  <a:gd name="connsiteY2" fmla="*/ 290146 h 457256"/>
                  <a:gd name="connsiteX3" fmla="*/ 52754 w 713540"/>
                  <a:gd name="connsiteY3" fmla="*/ 131885 h 457256"/>
                  <a:gd name="connsiteX4" fmla="*/ 79131 w 713540"/>
                  <a:gd name="connsiteY4" fmla="*/ 123093 h 457256"/>
                  <a:gd name="connsiteX5" fmla="*/ 131885 w 713540"/>
                  <a:gd name="connsiteY5" fmla="*/ 131885 h 457256"/>
                  <a:gd name="connsiteX6" fmla="*/ 167054 w 713540"/>
                  <a:gd name="connsiteY6" fmla="*/ 149469 h 457256"/>
                  <a:gd name="connsiteX7" fmla="*/ 184639 w 713540"/>
                  <a:gd name="connsiteY7" fmla="*/ 123093 h 457256"/>
                  <a:gd name="connsiteX8" fmla="*/ 193431 w 713540"/>
                  <a:gd name="connsiteY8" fmla="*/ 35169 h 457256"/>
                  <a:gd name="connsiteX9" fmla="*/ 237392 w 713540"/>
                  <a:gd name="connsiteY9" fmla="*/ 17585 h 457256"/>
                  <a:gd name="connsiteX10" fmla="*/ 342900 w 713540"/>
                  <a:gd name="connsiteY10" fmla="*/ 0 h 457256"/>
                  <a:gd name="connsiteX11" fmla="*/ 378069 w 713540"/>
                  <a:gd name="connsiteY11" fmla="*/ 8793 h 457256"/>
                  <a:gd name="connsiteX12" fmla="*/ 413239 w 713540"/>
                  <a:gd name="connsiteY12" fmla="*/ 61546 h 457256"/>
                  <a:gd name="connsiteX13" fmla="*/ 439615 w 713540"/>
                  <a:gd name="connsiteY13" fmla="*/ 114300 h 457256"/>
                  <a:gd name="connsiteX14" fmla="*/ 501162 w 713540"/>
                  <a:gd name="connsiteY14" fmla="*/ 79131 h 457256"/>
                  <a:gd name="connsiteX15" fmla="*/ 553915 w 713540"/>
                  <a:gd name="connsiteY15" fmla="*/ 70339 h 457256"/>
                  <a:gd name="connsiteX16" fmla="*/ 589085 w 713540"/>
                  <a:gd name="connsiteY16" fmla="*/ 61546 h 457256"/>
                  <a:gd name="connsiteX17" fmla="*/ 633046 w 713540"/>
                  <a:gd name="connsiteY17" fmla="*/ 70339 h 457256"/>
                  <a:gd name="connsiteX18" fmla="*/ 659423 w 713540"/>
                  <a:gd name="connsiteY18" fmla="*/ 149469 h 457256"/>
                  <a:gd name="connsiteX19" fmla="*/ 650631 w 713540"/>
                  <a:gd name="connsiteY19" fmla="*/ 219808 h 457256"/>
                  <a:gd name="connsiteX20" fmla="*/ 633046 w 713540"/>
                  <a:gd name="connsiteY20" fmla="*/ 246185 h 457256"/>
                  <a:gd name="connsiteX21" fmla="*/ 685800 w 713540"/>
                  <a:gd name="connsiteY21" fmla="*/ 298939 h 457256"/>
                  <a:gd name="connsiteX22" fmla="*/ 703385 w 713540"/>
                  <a:gd name="connsiteY22" fmla="*/ 342900 h 457256"/>
                  <a:gd name="connsiteX23" fmla="*/ 694592 w 713540"/>
                  <a:gd name="connsiteY23" fmla="*/ 422031 h 457256"/>
                  <a:gd name="connsiteX24" fmla="*/ 659423 w 713540"/>
                  <a:gd name="connsiteY24" fmla="*/ 430823 h 457256"/>
                  <a:gd name="connsiteX25" fmla="*/ 597877 w 713540"/>
                  <a:gd name="connsiteY25" fmla="*/ 457200 h 457256"/>
                  <a:gd name="connsiteX26" fmla="*/ 562708 w 713540"/>
                  <a:gd name="connsiteY26" fmla="*/ 439616 h 457256"/>
                  <a:gd name="connsiteX27" fmla="*/ 536331 w 713540"/>
                  <a:gd name="connsiteY27" fmla="*/ 422031 h 45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3540" h="457256">
                    <a:moveTo>
                      <a:pt x="96715" y="334108"/>
                    </a:moveTo>
                    <a:cubicBezTo>
                      <a:pt x="70338" y="328246"/>
                      <a:pt x="42183" y="327704"/>
                      <a:pt x="17585" y="316523"/>
                    </a:cubicBezTo>
                    <a:cubicBezTo>
                      <a:pt x="7965" y="312150"/>
                      <a:pt x="0" y="300713"/>
                      <a:pt x="0" y="290146"/>
                    </a:cubicBezTo>
                    <a:cubicBezTo>
                      <a:pt x="0" y="222632"/>
                      <a:pt x="3454" y="174142"/>
                      <a:pt x="52754" y="131885"/>
                    </a:cubicBezTo>
                    <a:cubicBezTo>
                      <a:pt x="59791" y="125854"/>
                      <a:pt x="70339" y="126024"/>
                      <a:pt x="79131" y="123093"/>
                    </a:cubicBezTo>
                    <a:cubicBezTo>
                      <a:pt x="96716" y="126024"/>
                      <a:pt x="114810" y="126763"/>
                      <a:pt x="131885" y="131885"/>
                    </a:cubicBezTo>
                    <a:cubicBezTo>
                      <a:pt x="144439" y="135651"/>
                      <a:pt x="154126" y="151624"/>
                      <a:pt x="167054" y="149469"/>
                    </a:cubicBezTo>
                    <a:cubicBezTo>
                      <a:pt x="177477" y="147732"/>
                      <a:pt x="178777" y="131885"/>
                      <a:pt x="184639" y="123093"/>
                    </a:cubicBezTo>
                    <a:cubicBezTo>
                      <a:pt x="187570" y="93785"/>
                      <a:pt x="180259" y="61514"/>
                      <a:pt x="193431" y="35169"/>
                    </a:cubicBezTo>
                    <a:cubicBezTo>
                      <a:pt x="200489" y="21053"/>
                      <a:pt x="222614" y="23126"/>
                      <a:pt x="237392" y="17585"/>
                    </a:cubicBezTo>
                    <a:cubicBezTo>
                      <a:pt x="280805" y="1305"/>
                      <a:pt x="277871" y="7226"/>
                      <a:pt x="342900" y="0"/>
                    </a:cubicBezTo>
                    <a:cubicBezTo>
                      <a:pt x="354623" y="2931"/>
                      <a:pt x="367577" y="2798"/>
                      <a:pt x="378069" y="8793"/>
                    </a:cubicBezTo>
                    <a:cubicBezTo>
                      <a:pt x="413069" y="28793"/>
                      <a:pt x="398971" y="33010"/>
                      <a:pt x="413239" y="61546"/>
                    </a:cubicBezTo>
                    <a:cubicBezTo>
                      <a:pt x="447324" y="129715"/>
                      <a:pt x="417518" y="48007"/>
                      <a:pt x="439615" y="114300"/>
                    </a:cubicBezTo>
                    <a:cubicBezTo>
                      <a:pt x="457275" y="102527"/>
                      <a:pt x="480881" y="85215"/>
                      <a:pt x="501162" y="79131"/>
                    </a:cubicBezTo>
                    <a:cubicBezTo>
                      <a:pt x="518237" y="74008"/>
                      <a:pt x="536434" y="73835"/>
                      <a:pt x="553915" y="70339"/>
                    </a:cubicBezTo>
                    <a:cubicBezTo>
                      <a:pt x="565764" y="67969"/>
                      <a:pt x="577362" y="64477"/>
                      <a:pt x="589085" y="61546"/>
                    </a:cubicBezTo>
                    <a:cubicBezTo>
                      <a:pt x="603739" y="64477"/>
                      <a:pt x="620886" y="61653"/>
                      <a:pt x="633046" y="70339"/>
                    </a:cubicBezTo>
                    <a:cubicBezTo>
                      <a:pt x="650034" y="82474"/>
                      <a:pt x="656361" y="134158"/>
                      <a:pt x="659423" y="149469"/>
                    </a:cubicBezTo>
                    <a:cubicBezTo>
                      <a:pt x="656492" y="172915"/>
                      <a:pt x="656848" y="197012"/>
                      <a:pt x="650631" y="219808"/>
                    </a:cubicBezTo>
                    <a:cubicBezTo>
                      <a:pt x="647851" y="230003"/>
                      <a:pt x="633046" y="235618"/>
                      <a:pt x="633046" y="246185"/>
                    </a:cubicBezTo>
                    <a:cubicBezTo>
                      <a:pt x="633046" y="265469"/>
                      <a:pt x="677835" y="292965"/>
                      <a:pt x="685800" y="298939"/>
                    </a:cubicBezTo>
                    <a:cubicBezTo>
                      <a:pt x="691662" y="313593"/>
                      <a:pt x="697843" y="328122"/>
                      <a:pt x="703385" y="342900"/>
                    </a:cubicBezTo>
                    <a:cubicBezTo>
                      <a:pt x="714407" y="372292"/>
                      <a:pt x="722370" y="389623"/>
                      <a:pt x="694592" y="422031"/>
                    </a:cubicBezTo>
                    <a:cubicBezTo>
                      <a:pt x="686728" y="431206"/>
                      <a:pt x="671146" y="427892"/>
                      <a:pt x="659423" y="430823"/>
                    </a:cubicBezTo>
                    <a:cubicBezTo>
                      <a:pt x="656620" y="432225"/>
                      <a:pt x="607941" y="458638"/>
                      <a:pt x="597877" y="457200"/>
                    </a:cubicBezTo>
                    <a:cubicBezTo>
                      <a:pt x="584902" y="455347"/>
                      <a:pt x="574755" y="444779"/>
                      <a:pt x="562708" y="439616"/>
                    </a:cubicBezTo>
                    <a:cubicBezTo>
                      <a:pt x="533551" y="427120"/>
                      <a:pt x="536331" y="440969"/>
                      <a:pt x="536331" y="422031"/>
                    </a:cubicBezTo>
                  </a:path>
                </a:pathLst>
              </a:cu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55E6968-3667-40EF-9086-E409B9CA3998}"/>
                </a:ext>
              </a:extLst>
            </p:cNvPr>
            <p:cNvGrpSpPr/>
            <p:nvPr/>
          </p:nvGrpSpPr>
          <p:grpSpPr>
            <a:xfrm rot="7499415">
              <a:off x="2537826" y="4038140"/>
              <a:ext cx="713540" cy="685799"/>
              <a:chOff x="2259623" y="3349869"/>
              <a:chExt cx="713540" cy="685799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656714E-BDFD-4BA4-A843-737AA316A943}"/>
                  </a:ext>
                </a:extLst>
              </p:cNvPr>
              <p:cNvCxnSpPr/>
              <p:nvPr/>
            </p:nvCxnSpPr>
            <p:spPr>
              <a:xfrm>
                <a:off x="2409091" y="3543300"/>
                <a:ext cx="105508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89D219F-E952-42D1-BA15-37489C1317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731" y="353450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F59440B-687B-46F6-A93C-65932D1BC6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46488" y="3578468"/>
                <a:ext cx="137874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B0E0393-5270-42DE-92FD-C5CB289664E2}"/>
                  </a:ext>
                </a:extLst>
              </p:cNvPr>
              <p:cNvSpPr/>
              <p:nvPr/>
            </p:nvSpPr>
            <p:spPr>
              <a:xfrm>
                <a:off x="2259623" y="3349869"/>
                <a:ext cx="713540" cy="457256"/>
              </a:xfrm>
              <a:custGeom>
                <a:avLst/>
                <a:gdLst>
                  <a:gd name="connsiteX0" fmla="*/ 96715 w 713540"/>
                  <a:gd name="connsiteY0" fmla="*/ 334108 h 457256"/>
                  <a:gd name="connsiteX1" fmla="*/ 17585 w 713540"/>
                  <a:gd name="connsiteY1" fmla="*/ 316523 h 457256"/>
                  <a:gd name="connsiteX2" fmla="*/ 0 w 713540"/>
                  <a:gd name="connsiteY2" fmla="*/ 290146 h 457256"/>
                  <a:gd name="connsiteX3" fmla="*/ 52754 w 713540"/>
                  <a:gd name="connsiteY3" fmla="*/ 131885 h 457256"/>
                  <a:gd name="connsiteX4" fmla="*/ 79131 w 713540"/>
                  <a:gd name="connsiteY4" fmla="*/ 123093 h 457256"/>
                  <a:gd name="connsiteX5" fmla="*/ 131885 w 713540"/>
                  <a:gd name="connsiteY5" fmla="*/ 131885 h 457256"/>
                  <a:gd name="connsiteX6" fmla="*/ 167054 w 713540"/>
                  <a:gd name="connsiteY6" fmla="*/ 149469 h 457256"/>
                  <a:gd name="connsiteX7" fmla="*/ 184639 w 713540"/>
                  <a:gd name="connsiteY7" fmla="*/ 123093 h 457256"/>
                  <a:gd name="connsiteX8" fmla="*/ 193431 w 713540"/>
                  <a:gd name="connsiteY8" fmla="*/ 35169 h 457256"/>
                  <a:gd name="connsiteX9" fmla="*/ 237392 w 713540"/>
                  <a:gd name="connsiteY9" fmla="*/ 17585 h 457256"/>
                  <a:gd name="connsiteX10" fmla="*/ 342900 w 713540"/>
                  <a:gd name="connsiteY10" fmla="*/ 0 h 457256"/>
                  <a:gd name="connsiteX11" fmla="*/ 378069 w 713540"/>
                  <a:gd name="connsiteY11" fmla="*/ 8793 h 457256"/>
                  <a:gd name="connsiteX12" fmla="*/ 413239 w 713540"/>
                  <a:gd name="connsiteY12" fmla="*/ 61546 h 457256"/>
                  <a:gd name="connsiteX13" fmla="*/ 439615 w 713540"/>
                  <a:gd name="connsiteY13" fmla="*/ 114300 h 457256"/>
                  <a:gd name="connsiteX14" fmla="*/ 501162 w 713540"/>
                  <a:gd name="connsiteY14" fmla="*/ 79131 h 457256"/>
                  <a:gd name="connsiteX15" fmla="*/ 553915 w 713540"/>
                  <a:gd name="connsiteY15" fmla="*/ 70339 h 457256"/>
                  <a:gd name="connsiteX16" fmla="*/ 589085 w 713540"/>
                  <a:gd name="connsiteY16" fmla="*/ 61546 h 457256"/>
                  <a:gd name="connsiteX17" fmla="*/ 633046 w 713540"/>
                  <a:gd name="connsiteY17" fmla="*/ 70339 h 457256"/>
                  <a:gd name="connsiteX18" fmla="*/ 659423 w 713540"/>
                  <a:gd name="connsiteY18" fmla="*/ 149469 h 457256"/>
                  <a:gd name="connsiteX19" fmla="*/ 650631 w 713540"/>
                  <a:gd name="connsiteY19" fmla="*/ 219808 h 457256"/>
                  <a:gd name="connsiteX20" fmla="*/ 633046 w 713540"/>
                  <a:gd name="connsiteY20" fmla="*/ 246185 h 457256"/>
                  <a:gd name="connsiteX21" fmla="*/ 685800 w 713540"/>
                  <a:gd name="connsiteY21" fmla="*/ 298939 h 457256"/>
                  <a:gd name="connsiteX22" fmla="*/ 703385 w 713540"/>
                  <a:gd name="connsiteY22" fmla="*/ 342900 h 457256"/>
                  <a:gd name="connsiteX23" fmla="*/ 694592 w 713540"/>
                  <a:gd name="connsiteY23" fmla="*/ 422031 h 457256"/>
                  <a:gd name="connsiteX24" fmla="*/ 659423 w 713540"/>
                  <a:gd name="connsiteY24" fmla="*/ 430823 h 457256"/>
                  <a:gd name="connsiteX25" fmla="*/ 597877 w 713540"/>
                  <a:gd name="connsiteY25" fmla="*/ 457200 h 457256"/>
                  <a:gd name="connsiteX26" fmla="*/ 562708 w 713540"/>
                  <a:gd name="connsiteY26" fmla="*/ 439616 h 457256"/>
                  <a:gd name="connsiteX27" fmla="*/ 536331 w 713540"/>
                  <a:gd name="connsiteY27" fmla="*/ 422031 h 45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3540" h="457256">
                    <a:moveTo>
                      <a:pt x="96715" y="334108"/>
                    </a:moveTo>
                    <a:cubicBezTo>
                      <a:pt x="70338" y="328246"/>
                      <a:pt x="42183" y="327704"/>
                      <a:pt x="17585" y="316523"/>
                    </a:cubicBezTo>
                    <a:cubicBezTo>
                      <a:pt x="7965" y="312150"/>
                      <a:pt x="0" y="300713"/>
                      <a:pt x="0" y="290146"/>
                    </a:cubicBezTo>
                    <a:cubicBezTo>
                      <a:pt x="0" y="222632"/>
                      <a:pt x="3454" y="174142"/>
                      <a:pt x="52754" y="131885"/>
                    </a:cubicBezTo>
                    <a:cubicBezTo>
                      <a:pt x="59791" y="125854"/>
                      <a:pt x="70339" y="126024"/>
                      <a:pt x="79131" y="123093"/>
                    </a:cubicBezTo>
                    <a:cubicBezTo>
                      <a:pt x="96716" y="126024"/>
                      <a:pt x="114810" y="126763"/>
                      <a:pt x="131885" y="131885"/>
                    </a:cubicBezTo>
                    <a:cubicBezTo>
                      <a:pt x="144439" y="135651"/>
                      <a:pt x="154126" y="151624"/>
                      <a:pt x="167054" y="149469"/>
                    </a:cubicBezTo>
                    <a:cubicBezTo>
                      <a:pt x="177477" y="147732"/>
                      <a:pt x="178777" y="131885"/>
                      <a:pt x="184639" y="123093"/>
                    </a:cubicBezTo>
                    <a:cubicBezTo>
                      <a:pt x="187570" y="93785"/>
                      <a:pt x="180259" y="61514"/>
                      <a:pt x="193431" y="35169"/>
                    </a:cubicBezTo>
                    <a:cubicBezTo>
                      <a:pt x="200489" y="21053"/>
                      <a:pt x="222614" y="23126"/>
                      <a:pt x="237392" y="17585"/>
                    </a:cubicBezTo>
                    <a:cubicBezTo>
                      <a:pt x="280805" y="1305"/>
                      <a:pt x="277871" y="7226"/>
                      <a:pt x="342900" y="0"/>
                    </a:cubicBezTo>
                    <a:cubicBezTo>
                      <a:pt x="354623" y="2931"/>
                      <a:pt x="367577" y="2798"/>
                      <a:pt x="378069" y="8793"/>
                    </a:cubicBezTo>
                    <a:cubicBezTo>
                      <a:pt x="413069" y="28793"/>
                      <a:pt x="398971" y="33010"/>
                      <a:pt x="413239" y="61546"/>
                    </a:cubicBezTo>
                    <a:cubicBezTo>
                      <a:pt x="447324" y="129715"/>
                      <a:pt x="417518" y="48007"/>
                      <a:pt x="439615" y="114300"/>
                    </a:cubicBezTo>
                    <a:cubicBezTo>
                      <a:pt x="457275" y="102527"/>
                      <a:pt x="480881" y="85215"/>
                      <a:pt x="501162" y="79131"/>
                    </a:cubicBezTo>
                    <a:cubicBezTo>
                      <a:pt x="518237" y="74008"/>
                      <a:pt x="536434" y="73835"/>
                      <a:pt x="553915" y="70339"/>
                    </a:cubicBezTo>
                    <a:cubicBezTo>
                      <a:pt x="565764" y="67969"/>
                      <a:pt x="577362" y="64477"/>
                      <a:pt x="589085" y="61546"/>
                    </a:cubicBezTo>
                    <a:cubicBezTo>
                      <a:pt x="603739" y="64477"/>
                      <a:pt x="620886" y="61653"/>
                      <a:pt x="633046" y="70339"/>
                    </a:cubicBezTo>
                    <a:cubicBezTo>
                      <a:pt x="650034" y="82474"/>
                      <a:pt x="656361" y="134158"/>
                      <a:pt x="659423" y="149469"/>
                    </a:cubicBezTo>
                    <a:cubicBezTo>
                      <a:pt x="656492" y="172915"/>
                      <a:pt x="656848" y="197012"/>
                      <a:pt x="650631" y="219808"/>
                    </a:cubicBezTo>
                    <a:cubicBezTo>
                      <a:pt x="647851" y="230003"/>
                      <a:pt x="633046" y="235618"/>
                      <a:pt x="633046" y="246185"/>
                    </a:cubicBezTo>
                    <a:cubicBezTo>
                      <a:pt x="633046" y="265469"/>
                      <a:pt x="677835" y="292965"/>
                      <a:pt x="685800" y="298939"/>
                    </a:cubicBezTo>
                    <a:cubicBezTo>
                      <a:pt x="691662" y="313593"/>
                      <a:pt x="697843" y="328122"/>
                      <a:pt x="703385" y="342900"/>
                    </a:cubicBezTo>
                    <a:cubicBezTo>
                      <a:pt x="714407" y="372292"/>
                      <a:pt x="722370" y="389623"/>
                      <a:pt x="694592" y="422031"/>
                    </a:cubicBezTo>
                    <a:cubicBezTo>
                      <a:pt x="686728" y="431206"/>
                      <a:pt x="671146" y="427892"/>
                      <a:pt x="659423" y="430823"/>
                    </a:cubicBezTo>
                    <a:cubicBezTo>
                      <a:pt x="656620" y="432225"/>
                      <a:pt x="607941" y="458638"/>
                      <a:pt x="597877" y="457200"/>
                    </a:cubicBezTo>
                    <a:cubicBezTo>
                      <a:pt x="584902" y="455347"/>
                      <a:pt x="574755" y="444779"/>
                      <a:pt x="562708" y="439616"/>
                    </a:cubicBezTo>
                    <a:cubicBezTo>
                      <a:pt x="533551" y="427120"/>
                      <a:pt x="536331" y="440969"/>
                      <a:pt x="536331" y="422031"/>
                    </a:cubicBezTo>
                  </a:path>
                </a:pathLst>
              </a:cu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59804DC-B6FC-43F8-8B43-95618EBD66CA}"/>
                </a:ext>
              </a:extLst>
            </p:cNvPr>
            <p:cNvGrpSpPr/>
            <p:nvPr/>
          </p:nvGrpSpPr>
          <p:grpSpPr>
            <a:xfrm rot="14084301">
              <a:off x="1878220" y="3928883"/>
              <a:ext cx="713540" cy="685799"/>
              <a:chOff x="2259623" y="3349869"/>
              <a:chExt cx="713540" cy="685799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B656724B-74EC-4EE9-B7C0-FDA6C7EB42E9}"/>
                  </a:ext>
                </a:extLst>
              </p:cNvPr>
              <p:cNvCxnSpPr/>
              <p:nvPr/>
            </p:nvCxnSpPr>
            <p:spPr>
              <a:xfrm>
                <a:off x="2409091" y="3543300"/>
                <a:ext cx="105508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BA3A777-80D5-437A-BCA6-4962566CD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3731" y="3534508"/>
                <a:ext cx="0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470A6BF-C84C-40C5-A0F9-19B74A93F6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46488" y="3578468"/>
                <a:ext cx="137874" cy="4572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F41FFDE-1A05-4918-985E-C342761184F1}"/>
                  </a:ext>
                </a:extLst>
              </p:cNvPr>
              <p:cNvSpPr/>
              <p:nvPr/>
            </p:nvSpPr>
            <p:spPr>
              <a:xfrm>
                <a:off x="2259623" y="3349869"/>
                <a:ext cx="713540" cy="457256"/>
              </a:xfrm>
              <a:custGeom>
                <a:avLst/>
                <a:gdLst>
                  <a:gd name="connsiteX0" fmla="*/ 96715 w 713540"/>
                  <a:gd name="connsiteY0" fmla="*/ 334108 h 457256"/>
                  <a:gd name="connsiteX1" fmla="*/ 17585 w 713540"/>
                  <a:gd name="connsiteY1" fmla="*/ 316523 h 457256"/>
                  <a:gd name="connsiteX2" fmla="*/ 0 w 713540"/>
                  <a:gd name="connsiteY2" fmla="*/ 290146 h 457256"/>
                  <a:gd name="connsiteX3" fmla="*/ 52754 w 713540"/>
                  <a:gd name="connsiteY3" fmla="*/ 131885 h 457256"/>
                  <a:gd name="connsiteX4" fmla="*/ 79131 w 713540"/>
                  <a:gd name="connsiteY4" fmla="*/ 123093 h 457256"/>
                  <a:gd name="connsiteX5" fmla="*/ 131885 w 713540"/>
                  <a:gd name="connsiteY5" fmla="*/ 131885 h 457256"/>
                  <a:gd name="connsiteX6" fmla="*/ 167054 w 713540"/>
                  <a:gd name="connsiteY6" fmla="*/ 149469 h 457256"/>
                  <a:gd name="connsiteX7" fmla="*/ 184639 w 713540"/>
                  <a:gd name="connsiteY7" fmla="*/ 123093 h 457256"/>
                  <a:gd name="connsiteX8" fmla="*/ 193431 w 713540"/>
                  <a:gd name="connsiteY8" fmla="*/ 35169 h 457256"/>
                  <a:gd name="connsiteX9" fmla="*/ 237392 w 713540"/>
                  <a:gd name="connsiteY9" fmla="*/ 17585 h 457256"/>
                  <a:gd name="connsiteX10" fmla="*/ 342900 w 713540"/>
                  <a:gd name="connsiteY10" fmla="*/ 0 h 457256"/>
                  <a:gd name="connsiteX11" fmla="*/ 378069 w 713540"/>
                  <a:gd name="connsiteY11" fmla="*/ 8793 h 457256"/>
                  <a:gd name="connsiteX12" fmla="*/ 413239 w 713540"/>
                  <a:gd name="connsiteY12" fmla="*/ 61546 h 457256"/>
                  <a:gd name="connsiteX13" fmla="*/ 439615 w 713540"/>
                  <a:gd name="connsiteY13" fmla="*/ 114300 h 457256"/>
                  <a:gd name="connsiteX14" fmla="*/ 501162 w 713540"/>
                  <a:gd name="connsiteY14" fmla="*/ 79131 h 457256"/>
                  <a:gd name="connsiteX15" fmla="*/ 553915 w 713540"/>
                  <a:gd name="connsiteY15" fmla="*/ 70339 h 457256"/>
                  <a:gd name="connsiteX16" fmla="*/ 589085 w 713540"/>
                  <a:gd name="connsiteY16" fmla="*/ 61546 h 457256"/>
                  <a:gd name="connsiteX17" fmla="*/ 633046 w 713540"/>
                  <a:gd name="connsiteY17" fmla="*/ 70339 h 457256"/>
                  <a:gd name="connsiteX18" fmla="*/ 659423 w 713540"/>
                  <a:gd name="connsiteY18" fmla="*/ 149469 h 457256"/>
                  <a:gd name="connsiteX19" fmla="*/ 650631 w 713540"/>
                  <a:gd name="connsiteY19" fmla="*/ 219808 h 457256"/>
                  <a:gd name="connsiteX20" fmla="*/ 633046 w 713540"/>
                  <a:gd name="connsiteY20" fmla="*/ 246185 h 457256"/>
                  <a:gd name="connsiteX21" fmla="*/ 685800 w 713540"/>
                  <a:gd name="connsiteY21" fmla="*/ 298939 h 457256"/>
                  <a:gd name="connsiteX22" fmla="*/ 703385 w 713540"/>
                  <a:gd name="connsiteY22" fmla="*/ 342900 h 457256"/>
                  <a:gd name="connsiteX23" fmla="*/ 694592 w 713540"/>
                  <a:gd name="connsiteY23" fmla="*/ 422031 h 457256"/>
                  <a:gd name="connsiteX24" fmla="*/ 659423 w 713540"/>
                  <a:gd name="connsiteY24" fmla="*/ 430823 h 457256"/>
                  <a:gd name="connsiteX25" fmla="*/ 597877 w 713540"/>
                  <a:gd name="connsiteY25" fmla="*/ 457200 h 457256"/>
                  <a:gd name="connsiteX26" fmla="*/ 562708 w 713540"/>
                  <a:gd name="connsiteY26" fmla="*/ 439616 h 457256"/>
                  <a:gd name="connsiteX27" fmla="*/ 536331 w 713540"/>
                  <a:gd name="connsiteY27" fmla="*/ 422031 h 457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713540" h="457256">
                    <a:moveTo>
                      <a:pt x="96715" y="334108"/>
                    </a:moveTo>
                    <a:cubicBezTo>
                      <a:pt x="70338" y="328246"/>
                      <a:pt x="42183" y="327704"/>
                      <a:pt x="17585" y="316523"/>
                    </a:cubicBezTo>
                    <a:cubicBezTo>
                      <a:pt x="7965" y="312150"/>
                      <a:pt x="0" y="300713"/>
                      <a:pt x="0" y="290146"/>
                    </a:cubicBezTo>
                    <a:cubicBezTo>
                      <a:pt x="0" y="222632"/>
                      <a:pt x="3454" y="174142"/>
                      <a:pt x="52754" y="131885"/>
                    </a:cubicBezTo>
                    <a:cubicBezTo>
                      <a:pt x="59791" y="125854"/>
                      <a:pt x="70339" y="126024"/>
                      <a:pt x="79131" y="123093"/>
                    </a:cubicBezTo>
                    <a:cubicBezTo>
                      <a:pt x="96716" y="126024"/>
                      <a:pt x="114810" y="126763"/>
                      <a:pt x="131885" y="131885"/>
                    </a:cubicBezTo>
                    <a:cubicBezTo>
                      <a:pt x="144439" y="135651"/>
                      <a:pt x="154126" y="151624"/>
                      <a:pt x="167054" y="149469"/>
                    </a:cubicBezTo>
                    <a:cubicBezTo>
                      <a:pt x="177477" y="147732"/>
                      <a:pt x="178777" y="131885"/>
                      <a:pt x="184639" y="123093"/>
                    </a:cubicBezTo>
                    <a:cubicBezTo>
                      <a:pt x="187570" y="93785"/>
                      <a:pt x="180259" y="61514"/>
                      <a:pt x="193431" y="35169"/>
                    </a:cubicBezTo>
                    <a:cubicBezTo>
                      <a:pt x="200489" y="21053"/>
                      <a:pt x="222614" y="23126"/>
                      <a:pt x="237392" y="17585"/>
                    </a:cubicBezTo>
                    <a:cubicBezTo>
                      <a:pt x="280805" y="1305"/>
                      <a:pt x="277871" y="7226"/>
                      <a:pt x="342900" y="0"/>
                    </a:cubicBezTo>
                    <a:cubicBezTo>
                      <a:pt x="354623" y="2931"/>
                      <a:pt x="367577" y="2798"/>
                      <a:pt x="378069" y="8793"/>
                    </a:cubicBezTo>
                    <a:cubicBezTo>
                      <a:pt x="413069" y="28793"/>
                      <a:pt x="398971" y="33010"/>
                      <a:pt x="413239" y="61546"/>
                    </a:cubicBezTo>
                    <a:cubicBezTo>
                      <a:pt x="447324" y="129715"/>
                      <a:pt x="417518" y="48007"/>
                      <a:pt x="439615" y="114300"/>
                    </a:cubicBezTo>
                    <a:cubicBezTo>
                      <a:pt x="457275" y="102527"/>
                      <a:pt x="480881" y="85215"/>
                      <a:pt x="501162" y="79131"/>
                    </a:cubicBezTo>
                    <a:cubicBezTo>
                      <a:pt x="518237" y="74008"/>
                      <a:pt x="536434" y="73835"/>
                      <a:pt x="553915" y="70339"/>
                    </a:cubicBezTo>
                    <a:cubicBezTo>
                      <a:pt x="565764" y="67969"/>
                      <a:pt x="577362" y="64477"/>
                      <a:pt x="589085" y="61546"/>
                    </a:cubicBezTo>
                    <a:cubicBezTo>
                      <a:pt x="603739" y="64477"/>
                      <a:pt x="620886" y="61653"/>
                      <a:pt x="633046" y="70339"/>
                    </a:cubicBezTo>
                    <a:cubicBezTo>
                      <a:pt x="650034" y="82474"/>
                      <a:pt x="656361" y="134158"/>
                      <a:pt x="659423" y="149469"/>
                    </a:cubicBezTo>
                    <a:cubicBezTo>
                      <a:pt x="656492" y="172915"/>
                      <a:pt x="656848" y="197012"/>
                      <a:pt x="650631" y="219808"/>
                    </a:cubicBezTo>
                    <a:cubicBezTo>
                      <a:pt x="647851" y="230003"/>
                      <a:pt x="633046" y="235618"/>
                      <a:pt x="633046" y="246185"/>
                    </a:cubicBezTo>
                    <a:cubicBezTo>
                      <a:pt x="633046" y="265469"/>
                      <a:pt x="677835" y="292965"/>
                      <a:pt x="685800" y="298939"/>
                    </a:cubicBezTo>
                    <a:cubicBezTo>
                      <a:pt x="691662" y="313593"/>
                      <a:pt x="697843" y="328122"/>
                      <a:pt x="703385" y="342900"/>
                    </a:cubicBezTo>
                    <a:cubicBezTo>
                      <a:pt x="714407" y="372292"/>
                      <a:pt x="722370" y="389623"/>
                      <a:pt x="694592" y="422031"/>
                    </a:cubicBezTo>
                    <a:cubicBezTo>
                      <a:pt x="686728" y="431206"/>
                      <a:pt x="671146" y="427892"/>
                      <a:pt x="659423" y="430823"/>
                    </a:cubicBezTo>
                    <a:cubicBezTo>
                      <a:pt x="656620" y="432225"/>
                      <a:pt x="607941" y="458638"/>
                      <a:pt x="597877" y="457200"/>
                    </a:cubicBezTo>
                    <a:cubicBezTo>
                      <a:pt x="584902" y="455347"/>
                      <a:pt x="574755" y="444779"/>
                      <a:pt x="562708" y="439616"/>
                    </a:cubicBezTo>
                    <a:cubicBezTo>
                      <a:pt x="533551" y="427120"/>
                      <a:pt x="536331" y="440969"/>
                      <a:pt x="536331" y="422031"/>
                    </a:cubicBezTo>
                  </a:path>
                </a:pathLst>
              </a:cu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B411028F-BCAA-4795-970B-8F3F94824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109" y="742157"/>
            <a:ext cx="836387" cy="76580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E592E74-3B2A-4E8C-A2D6-A603990EC62C}"/>
              </a:ext>
            </a:extLst>
          </p:cNvPr>
          <p:cNvGrpSpPr/>
          <p:nvPr/>
        </p:nvGrpSpPr>
        <p:grpSpPr>
          <a:xfrm>
            <a:off x="7229314" y="1534371"/>
            <a:ext cx="745310" cy="652959"/>
            <a:chOff x="7229314" y="1534371"/>
            <a:chExt cx="745310" cy="652959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5102C77-E5FC-43F7-853A-8D73D4BD7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29314" y="1552476"/>
              <a:ext cx="701954" cy="631759"/>
            </a:xfrm>
            <a:prstGeom prst="rect">
              <a:avLst/>
            </a:prstGeom>
          </p:spPr>
        </p:pic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0838C029-4B90-4CA2-81FF-7082A5A26DC9}"/>
                </a:ext>
              </a:extLst>
            </p:cNvPr>
            <p:cNvSpPr/>
            <p:nvPr/>
          </p:nvSpPr>
          <p:spPr>
            <a:xfrm>
              <a:off x="7295797" y="1682544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DBBD6E0-F2AB-4332-BBD2-5DBEBCC56BED}"/>
                </a:ext>
              </a:extLst>
            </p:cNvPr>
            <p:cNvSpPr/>
            <p:nvPr/>
          </p:nvSpPr>
          <p:spPr>
            <a:xfrm>
              <a:off x="7346895" y="1552476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DFEBCF7-4ABE-4DC7-8FFE-C63A548A49D5}"/>
                </a:ext>
              </a:extLst>
            </p:cNvPr>
            <p:cNvSpPr/>
            <p:nvPr/>
          </p:nvSpPr>
          <p:spPr>
            <a:xfrm>
              <a:off x="7655143" y="1612864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9308E45-D793-4F2A-A926-75C0BF6AFF62}"/>
                </a:ext>
              </a:extLst>
            </p:cNvPr>
            <p:cNvSpPr/>
            <p:nvPr/>
          </p:nvSpPr>
          <p:spPr>
            <a:xfrm>
              <a:off x="7931268" y="1682543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F539F6A-714B-45B9-87D7-F3BAC51B8BCE}"/>
                </a:ext>
              </a:extLst>
            </p:cNvPr>
            <p:cNvSpPr/>
            <p:nvPr/>
          </p:nvSpPr>
          <p:spPr>
            <a:xfrm>
              <a:off x="7904208" y="1812611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4DC0A4C-E572-4030-B9F0-21B8F8937AE3}"/>
                </a:ext>
              </a:extLst>
            </p:cNvPr>
            <p:cNvSpPr/>
            <p:nvPr/>
          </p:nvSpPr>
          <p:spPr>
            <a:xfrm>
              <a:off x="7269990" y="1812610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789623A-61CC-423D-B924-6F41CFDDE6DF}"/>
                </a:ext>
              </a:extLst>
            </p:cNvPr>
            <p:cNvSpPr/>
            <p:nvPr/>
          </p:nvSpPr>
          <p:spPr>
            <a:xfrm>
              <a:off x="7250992" y="1998422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E9BBD8B-7D05-427A-8FD9-FC95935AB0E3}"/>
                </a:ext>
              </a:extLst>
            </p:cNvPr>
            <p:cNvSpPr/>
            <p:nvPr/>
          </p:nvSpPr>
          <p:spPr>
            <a:xfrm>
              <a:off x="7390251" y="2044875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860D7D0-33EF-4C6C-AD26-6C6DCB5DDEC7}"/>
                </a:ext>
              </a:extLst>
            </p:cNvPr>
            <p:cNvSpPr/>
            <p:nvPr/>
          </p:nvSpPr>
          <p:spPr>
            <a:xfrm>
              <a:off x="7698499" y="2140877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BC504E7-AE1F-407E-8386-082CCB02F8A7}"/>
                </a:ext>
              </a:extLst>
            </p:cNvPr>
            <p:cNvSpPr/>
            <p:nvPr/>
          </p:nvSpPr>
          <p:spPr>
            <a:xfrm>
              <a:off x="7896060" y="1975196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2BA0396-E774-41EE-B8A9-218A13A2E89A}"/>
                </a:ext>
              </a:extLst>
            </p:cNvPr>
            <p:cNvSpPr/>
            <p:nvPr/>
          </p:nvSpPr>
          <p:spPr>
            <a:xfrm>
              <a:off x="7507833" y="1534371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2B41D1F-1334-42A7-A072-53C22EA9A69B}"/>
                </a:ext>
              </a:extLst>
            </p:cNvPr>
            <p:cNvSpPr/>
            <p:nvPr/>
          </p:nvSpPr>
          <p:spPr>
            <a:xfrm>
              <a:off x="7864674" y="1580823"/>
              <a:ext cx="43356" cy="46453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DBD63A67-FEF2-4188-8D59-016204A0D34C}"/>
              </a:ext>
            </a:extLst>
          </p:cNvPr>
          <p:cNvGrpSpPr/>
          <p:nvPr/>
        </p:nvGrpSpPr>
        <p:grpSpPr>
          <a:xfrm>
            <a:off x="8609984" y="853983"/>
            <a:ext cx="1236523" cy="857049"/>
            <a:chOff x="2649677" y="2639366"/>
            <a:chExt cx="1576764" cy="778626"/>
          </a:xfrm>
        </p:grpSpPr>
        <p:pic>
          <p:nvPicPr>
            <p:cNvPr id="1030" name="Picture 6" descr="Musket silhouette flintlock old pistol symbol Vector Image">
              <a:extLst>
                <a:ext uri="{FF2B5EF4-FFF2-40B4-BE49-F238E27FC236}">
                  <a16:creationId xmlns:a16="http://schemas.microsoft.com/office/drawing/2014/main" id="{7E74D04A-8E0F-4E45-8A35-6464B0B070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19739162">
              <a:off x="2649677" y="2639366"/>
              <a:ext cx="1289455" cy="389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6" descr="Musket silhouette flintlock old pistol symbol Vector Image">
              <a:extLst>
                <a:ext uri="{FF2B5EF4-FFF2-40B4-BE49-F238E27FC236}">
                  <a16:creationId xmlns:a16="http://schemas.microsoft.com/office/drawing/2014/main" id="{E0B4D742-21DB-4195-A626-7CDA3BAE31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63" t="30698" r="9130" b="37600"/>
            <a:stretch/>
          </p:blipFill>
          <p:spPr bwMode="auto">
            <a:xfrm rot="19739162">
              <a:off x="2936986" y="3028679"/>
              <a:ext cx="1289455" cy="3893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FE5702C1-C548-4F0F-AEA6-40DDFFD8338D}"/>
              </a:ext>
            </a:extLst>
          </p:cNvPr>
          <p:cNvGrpSpPr/>
          <p:nvPr/>
        </p:nvGrpSpPr>
        <p:grpSpPr>
          <a:xfrm rot="1828857">
            <a:off x="10379319" y="1041248"/>
            <a:ext cx="1034673" cy="853601"/>
            <a:chOff x="2196207" y="2863637"/>
            <a:chExt cx="2757986" cy="2275327"/>
          </a:xfrm>
        </p:grpSpPr>
        <p:pic>
          <p:nvPicPr>
            <p:cNvPr id="1032" name="Picture 8" descr="Line icon for gatling 3237222 Vector Art at Vecteezy">
              <a:extLst>
                <a:ext uri="{FF2B5EF4-FFF2-40B4-BE49-F238E27FC236}">
                  <a16:creationId xmlns:a16="http://schemas.microsoft.com/office/drawing/2014/main" id="{3F170FCF-6164-4FFD-9353-698401285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6207" y="2925471"/>
              <a:ext cx="2623399" cy="22134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86D6CE6D-DB5B-462E-8B4A-D161A3C832C4}"/>
                </a:ext>
              </a:extLst>
            </p:cNvPr>
            <p:cNvSpPr/>
            <p:nvPr/>
          </p:nvSpPr>
          <p:spPr>
            <a:xfrm rot="19527126">
              <a:off x="3163796" y="2863637"/>
              <a:ext cx="1019561" cy="5011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Rectangle 1030">
              <a:extLst>
                <a:ext uri="{FF2B5EF4-FFF2-40B4-BE49-F238E27FC236}">
                  <a16:creationId xmlns:a16="http://schemas.microsoft.com/office/drawing/2014/main" id="{2D922C79-8CC3-4FE5-A4D7-AB84196D9370}"/>
                </a:ext>
              </a:extLst>
            </p:cNvPr>
            <p:cNvSpPr/>
            <p:nvPr/>
          </p:nvSpPr>
          <p:spPr>
            <a:xfrm rot="19081648">
              <a:off x="4013700" y="3428531"/>
              <a:ext cx="157110" cy="41323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81EB805D-A2D5-48C8-A1B5-BC90B2348343}"/>
                </a:ext>
              </a:extLst>
            </p:cNvPr>
            <p:cNvSpPr/>
            <p:nvPr/>
          </p:nvSpPr>
          <p:spPr>
            <a:xfrm rot="13584833">
              <a:off x="2830186" y="4013063"/>
              <a:ext cx="137209" cy="60438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20F5BDF-F9F3-437F-85DA-2CA8B472A953}"/>
                </a:ext>
              </a:extLst>
            </p:cNvPr>
            <p:cNvSpPr/>
            <p:nvPr/>
          </p:nvSpPr>
          <p:spPr>
            <a:xfrm rot="13584833">
              <a:off x="3103724" y="4494607"/>
              <a:ext cx="231175" cy="60438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EFD5629-ED2B-401A-9584-E6B0043FB66F}"/>
                </a:ext>
              </a:extLst>
            </p:cNvPr>
            <p:cNvSpPr/>
            <p:nvPr/>
          </p:nvSpPr>
          <p:spPr>
            <a:xfrm rot="19044101">
              <a:off x="3850222" y="3905329"/>
              <a:ext cx="1103971" cy="50116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97FF2C67-581B-473F-A8E2-E6C3D7E7D1FA}"/>
              </a:ext>
            </a:extLst>
          </p:cNvPr>
          <p:cNvGrpSpPr/>
          <p:nvPr/>
        </p:nvGrpSpPr>
        <p:grpSpPr>
          <a:xfrm rot="20273403">
            <a:off x="7942742" y="2850710"/>
            <a:ext cx="1045962" cy="619186"/>
            <a:chOff x="2784071" y="2614136"/>
            <a:chExt cx="1814967" cy="1074420"/>
          </a:xfrm>
        </p:grpSpPr>
        <p:pic>
          <p:nvPicPr>
            <p:cNvPr id="1034" name="Picture 10" descr="✓ flamethrower free vector eps, cdr, ai, svg vector illustration graphic art">
              <a:extLst>
                <a:ext uri="{FF2B5EF4-FFF2-40B4-BE49-F238E27FC236}">
                  <a16:creationId xmlns:a16="http://schemas.microsoft.com/office/drawing/2014/main" id="{27E18833-44D1-4FDB-BE79-0969871280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258" b="25887"/>
            <a:stretch/>
          </p:blipFill>
          <p:spPr bwMode="auto">
            <a:xfrm>
              <a:off x="3868733" y="2888016"/>
              <a:ext cx="730305" cy="3733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Flowchart: Terminator 1034">
              <a:extLst>
                <a:ext uri="{FF2B5EF4-FFF2-40B4-BE49-F238E27FC236}">
                  <a16:creationId xmlns:a16="http://schemas.microsoft.com/office/drawing/2014/main" id="{EF5430FB-CB4E-4F06-84DB-968D8892D026}"/>
                </a:ext>
              </a:extLst>
            </p:cNvPr>
            <p:cNvSpPr/>
            <p:nvPr/>
          </p:nvSpPr>
          <p:spPr>
            <a:xfrm rot="5400000">
              <a:off x="2507294" y="2890913"/>
              <a:ext cx="1074420" cy="520865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1CE79052-1EF3-40D6-960B-6714D0D62074}"/>
                </a:ext>
              </a:extLst>
            </p:cNvPr>
            <p:cNvSpPr/>
            <p:nvPr/>
          </p:nvSpPr>
          <p:spPr>
            <a:xfrm>
              <a:off x="3154994" y="3074688"/>
              <a:ext cx="662626" cy="396240"/>
            </a:xfrm>
            <a:custGeom>
              <a:avLst/>
              <a:gdLst>
                <a:gd name="connsiteX0" fmla="*/ 0 w 853440"/>
                <a:gd name="connsiteY0" fmla="*/ 83820 h 396240"/>
                <a:gd name="connsiteX1" fmla="*/ 38100 w 853440"/>
                <a:gd name="connsiteY1" fmla="*/ 76200 h 396240"/>
                <a:gd name="connsiteX2" fmla="*/ 68580 w 853440"/>
                <a:gd name="connsiteY2" fmla="*/ 68580 h 396240"/>
                <a:gd name="connsiteX3" fmla="*/ 167640 w 853440"/>
                <a:gd name="connsiteY3" fmla="*/ 76200 h 396240"/>
                <a:gd name="connsiteX4" fmla="*/ 190500 w 853440"/>
                <a:gd name="connsiteY4" fmla="*/ 99060 h 396240"/>
                <a:gd name="connsiteX5" fmla="*/ 205740 w 853440"/>
                <a:gd name="connsiteY5" fmla="*/ 121920 h 396240"/>
                <a:gd name="connsiteX6" fmla="*/ 243840 w 853440"/>
                <a:gd name="connsiteY6" fmla="*/ 175260 h 396240"/>
                <a:gd name="connsiteX7" fmla="*/ 251460 w 853440"/>
                <a:gd name="connsiteY7" fmla="*/ 213360 h 396240"/>
                <a:gd name="connsiteX8" fmla="*/ 259080 w 853440"/>
                <a:gd name="connsiteY8" fmla="*/ 236220 h 396240"/>
                <a:gd name="connsiteX9" fmla="*/ 274320 w 853440"/>
                <a:gd name="connsiteY9" fmla="*/ 320040 h 396240"/>
                <a:gd name="connsiteX10" fmla="*/ 304800 w 853440"/>
                <a:gd name="connsiteY10" fmla="*/ 365760 h 396240"/>
                <a:gd name="connsiteX11" fmla="*/ 358140 w 853440"/>
                <a:gd name="connsiteY11" fmla="*/ 396240 h 396240"/>
                <a:gd name="connsiteX12" fmla="*/ 449580 w 853440"/>
                <a:gd name="connsiteY12" fmla="*/ 381000 h 396240"/>
                <a:gd name="connsiteX13" fmla="*/ 464820 w 853440"/>
                <a:gd name="connsiteY13" fmla="*/ 342900 h 396240"/>
                <a:gd name="connsiteX14" fmla="*/ 495300 w 853440"/>
                <a:gd name="connsiteY14" fmla="*/ 304800 h 396240"/>
                <a:gd name="connsiteX15" fmla="*/ 502920 w 853440"/>
                <a:gd name="connsiteY15" fmla="*/ 274320 h 396240"/>
                <a:gd name="connsiteX16" fmla="*/ 510540 w 853440"/>
                <a:gd name="connsiteY16" fmla="*/ 251460 h 396240"/>
                <a:gd name="connsiteX17" fmla="*/ 518160 w 853440"/>
                <a:gd name="connsiteY17" fmla="*/ 213360 h 396240"/>
                <a:gd name="connsiteX18" fmla="*/ 525780 w 853440"/>
                <a:gd name="connsiteY18" fmla="*/ 182880 h 396240"/>
                <a:gd name="connsiteX19" fmla="*/ 541020 w 853440"/>
                <a:gd name="connsiteY19" fmla="*/ 91440 h 396240"/>
                <a:gd name="connsiteX20" fmla="*/ 563880 w 853440"/>
                <a:gd name="connsiteY20" fmla="*/ 38100 h 396240"/>
                <a:gd name="connsiteX21" fmla="*/ 579120 w 853440"/>
                <a:gd name="connsiteY21" fmla="*/ 15240 h 396240"/>
                <a:gd name="connsiteX22" fmla="*/ 609600 w 853440"/>
                <a:gd name="connsiteY22" fmla="*/ 7620 h 396240"/>
                <a:gd name="connsiteX23" fmla="*/ 716280 w 853440"/>
                <a:gd name="connsiteY23" fmla="*/ 0 h 396240"/>
                <a:gd name="connsiteX24" fmla="*/ 853440 w 853440"/>
                <a:gd name="connsiteY24" fmla="*/ 7620 h 396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53440" h="396240">
                  <a:moveTo>
                    <a:pt x="0" y="83820"/>
                  </a:moveTo>
                  <a:cubicBezTo>
                    <a:pt x="12700" y="81280"/>
                    <a:pt x="25457" y="79010"/>
                    <a:pt x="38100" y="76200"/>
                  </a:cubicBezTo>
                  <a:cubicBezTo>
                    <a:pt x="48323" y="73928"/>
                    <a:pt x="58107" y="68580"/>
                    <a:pt x="68580" y="68580"/>
                  </a:cubicBezTo>
                  <a:cubicBezTo>
                    <a:pt x="101698" y="68580"/>
                    <a:pt x="134620" y="73660"/>
                    <a:pt x="167640" y="76200"/>
                  </a:cubicBezTo>
                  <a:cubicBezTo>
                    <a:pt x="175260" y="83820"/>
                    <a:pt x="183601" y="90781"/>
                    <a:pt x="190500" y="99060"/>
                  </a:cubicBezTo>
                  <a:cubicBezTo>
                    <a:pt x="196363" y="106095"/>
                    <a:pt x="200417" y="114468"/>
                    <a:pt x="205740" y="121920"/>
                  </a:cubicBezTo>
                  <a:cubicBezTo>
                    <a:pt x="252998" y="188081"/>
                    <a:pt x="207924" y="121386"/>
                    <a:pt x="243840" y="175260"/>
                  </a:cubicBezTo>
                  <a:cubicBezTo>
                    <a:pt x="246380" y="187960"/>
                    <a:pt x="248319" y="200795"/>
                    <a:pt x="251460" y="213360"/>
                  </a:cubicBezTo>
                  <a:cubicBezTo>
                    <a:pt x="253408" y="221152"/>
                    <a:pt x="257505" y="228344"/>
                    <a:pt x="259080" y="236220"/>
                  </a:cubicBezTo>
                  <a:cubicBezTo>
                    <a:pt x="260556" y="243600"/>
                    <a:pt x="266790" y="304980"/>
                    <a:pt x="274320" y="320040"/>
                  </a:cubicBezTo>
                  <a:cubicBezTo>
                    <a:pt x="282511" y="336423"/>
                    <a:pt x="289560" y="355600"/>
                    <a:pt x="304800" y="365760"/>
                  </a:cubicBezTo>
                  <a:cubicBezTo>
                    <a:pt x="337111" y="387301"/>
                    <a:pt x="319469" y="376904"/>
                    <a:pt x="358140" y="396240"/>
                  </a:cubicBezTo>
                  <a:cubicBezTo>
                    <a:pt x="388620" y="391160"/>
                    <a:pt x="421942" y="394819"/>
                    <a:pt x="449580" y="381000"/>
                  </a:cubicBezTo>
                  <a:cubicBezTo>
                    <a:pt x="461814" y="374883"/>
                    <a:pt x="457783" y="354629"/>
                    <a:pt x="464820" y="342900"/>
                  </a:cubicBezTo>
                  <a:cubicBezTo>
                    <a:pt x="473188" y="328954"/>
                    <a:pt x="485140" y="317500"/>
                    <a:pt x="495300" y="304800"/>
                  </a:cubicBezTo>
                  <a:cubicBezTo>
                    <a:pt x="497840" y="294640"/>
                    <a:pt x="500043" y="284390"/>
                    <a:pt x="502920" y="274320"/>
                  </a:cubicBezTo>
                  <a:cubicBezTo>
                    <a:pt x="505127" y="266597"/>
                    <a:pt x="508592" y="259252"/>
                    <a:pt x="510540" y="251460"/>
                  </a:cubicBezTo>
                  <a:cubicBezTo>
                    <a:pt x="513681" y="238895"/>
                    <a:pt x="515350" y="226003"/>
                    <a:pt x="518160" y="213360"/>
                  </a:cubicBezTo>
                  <a:cubicBezTo>
                    <a:pt x="520432" y="203137"/>
                    <a:pt x="524058" y="193210"/>
                    <a:pt x="525780" y="182880"/>
                  </a:cubicBezTo>
                  <a:cubicBezTo>
                    <a:pt x="536912" y="116089"/>
                    <a:pt x="527302" y="139454"/>
                    <a:pt x="541020" y="91440"/>
                  </a:cubicBezTo>
                  <a:cubicBezTo>
                    <a:pt x="547126" y="70068"/>
                    <a:pt x="552269" y="58420"/>
                    <a:pt x="563880" y="38100"/>
                  </a:cubicBezTo>
                  <a:cubicBezTo>
                    <a:pt x="568424" y="30149"/>
                    <a:pt x="571500" y="20320"/>
                    <a:pt x="579120" y="15240"/>
                  </a:cubicBezTo>
                  <a:cubicBezTo>
                    <a:pt x="587834" y="9431"/>
                    <a:pt x="599191" y="8777"/>
                    <a:pt x="609600" y="7620"/>
                  </a:cubicBezTo>
                  <a:cubicBezTo>
                    <a:pt x="645033" y="3683"/>
                    <a:pt x="680720" y="2540"/>
                    <a:pt x="716280" y="0"/>
                  </a:cubicBezTo>
                  <a:cubicBezTo>
                    <a:pt x="843270" y="7937"/>
                    <a:pt x="797481" y="7620"/>
                    <a:pt x="853440" y="7620"/>
                  </a:cubicBezTo>
                </a:path>
              </a:pathLst>
            </a:custGeom>
            <a:ln w="762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DEBBAFDC-15B6-427F-AA46-5ABF724C65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776" y="1835836"/>
            <a:ext cx="830947" cy="754930"/>
          </a:xfrm>
          <a:prstGeom prst="rect">
            <a:avLst/>
          </a:prstGeom>
        </p:spPr>
      </p:pic>
      <p:pic>
        <p:nvPicPr>
          <p:cNvPr id="1043" name="Picture 1042">
            <a:extLst>
              <a:ext uri="{FF2B5EF4-FFF2-40B4-BE49-F238E27FC236}">
                <a16:creationId xmlns:a16="http://schemas.microsoft.com/office/drawing/2014/main" id="{C43027D3-FFFD-41C3-A056-E79FC61045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64837" y="1669241"/>
            <a:ext cx="669388" cy="843207"/>
          </a:xfrm>
          <a:prstGeom prst="rect">
            <a:avLst/>
          </a:prstGeom>
        </p:spPr>
      </p:pic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E2439325-9DE1-43F7-B69C-5C9821DBE387}"/>
              </a:ext>
            </a:extLst>
          </p:cNvPr>
          <p:cNvGrpSpPr/>
          <p:nvPr/>
        </p:nvGrpSpPr>
        <p:grpSpPr>
          <a:xfrm>
            <a:off x="5860090" y="1810795"/>
            <a:ext cx="911793" cy="662027"/>
            <a:chOff x="2272059" y="3781225"/>
            <a:chExt cx="1441455" cy="1005088"/>
          </a:xfrm>
        </p:grpSpPr>
        <p:pic>
          <p:nvPicPr>
            <p:cNvPr id="1041" name="Picture 14" descr="Cannon Gun Stock Illustrations – 10,392 Cannon Gun Stock Illustrations,  Vectors &amp;amp; Clipart - Dreamstime">
              <a:extLst>
                <a:ext uri="{FF2B5EF4-FFF2-40B4-BE49-F238E27FC236}">
                  <a16:creationId xmlns:a16="http://schemas.microsoft.com/office/drawing/2014/main" id="{76906319-A7A5-4A19-B95A-96B27FE618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5277" y="4123592"/>
              <a:ext cx="1058237" cy="662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8E1BBA0A-5137-4C7E-B39A-FCE560B94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72059" y="3781225"/>
              <a:ext cx="432328" cy="544589"/>
            </a:xfrm>
            <a:prstGeom prst="rect">
              <a:avLst/>
            </a:prstGeom>
          </p:spPr>
        </p:pic>
      </p:grpSp>
      <p:pic>
        <p:nvPicPr>
          <p:cNvPr id="89" name="Picture 88">
            <a:extLst>
              <a:ext uri="{FF2B5EF4-FFF2-40B4-BE49-F238E27FC236}">
                <a16:creationId xmlns:a16="http://schemas.microsoft.com/office/drawing/2014/main" id="{15BFCBF9-9503-4151-8E3A-6B7DC35F7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928" y="1706376"/>
            <a:ext cx="441135" cy="58409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F810F3-7EF4-411A-A041-629CA07B7A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7384" y="1909757"/>
            <a:ext cx="863170" cy="8631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C46256F-2433-4EC4-86A2-44142BBBF6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89153" y="2693174"/>
            <a:ext cx="929088" cy="73582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BA6F0B5-8630-4C7E-B5EE-29E5D1649987}"/>
              </a:ext>
            </a:extLst>
          </p:cNvPr>
          <p:cNvGrpSpPr/>
          <p:nvPr/>
        </p:nvGrpSpPr>
        <p:grpSpPr>
          <a:xfrm>
            <a:off x="3083503" y="3658134"/>
            <a:ext cx="1032055" cy="853880"/>
            <a:chOff x="3220783" y="5383543"/>
            <a:chExt cx="1032055" cy="853880"/>
          </a:xfrm>
        </p:grpSpPr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26AB92A-A1C0-405C-A426-01933A8F5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8924177">
              <a:off x="3220783" y="5383543"/>
              <a:ext cx="721862" cy="7361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F74E799-8408-4893-942A-C8FB333C9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693326" y="5506327"/>
              <a:ext cx="559512" cy="731096"/>
            </a:xfrm>
            <a:prstGeom prst="rect">
              <a:avLst/>
            </a:prstGeom>
          </p:spPr>
        </p:pic>
      </p:grpSp>
      <p:pic>
        <p:nvPicPr>
          <p:cNvPr id="62" name="Picture 61">
            <a:extLst>
              <a:ext uri="{FF2B5EF4-FFF2-40B4-BE49-F238E27FC236}">
                <a16:creationId xmlns:a16="http://schemas.microsoft.com/office/drawing/2014/main" id="{12866120-206C-451B-9842-C2B63F50E9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79672" y="2402106"/>
            <a:ext cx="509931" cy="841513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AA5B24D4-3683-46EE-8157-29271F3E469A}"/>
              </a:ext>
            </a:extLst>
          </p:cNvPr>
          <p:cNvGrpSpPr/>
          <p:nvPr/>
        </p:nvGrpSpPr>
        <p:grpSpPr>
          <a:xfrm>
            <a:off x="4638485" y="4014555"/>
            <a:ext cx="1121232" cy="841513"/>
            <a:chOff x="4638485" y="4014555"/>
            <a:chExt cx="1121232" cy="841513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4A4D797D-DB7F-46A8-91AF-C6D85B136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38485" y="4085074"/>
              <a:ext cx="559512" cy="731096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A3F0D457-1120-4BF2-8CD4-91FF2A6F8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249786" y="4014555"/>
              <a:ext cx="509931" cy="841513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B416787-47F8-4477-8D00-234F903E0137}"/>
              </a:ext>
            </a:extLst>
          </p:cNvPr>
          <p:cNvGrpSpPr/>
          <p:nvPr/>
        </p:nvGrpSpPr>
        <p:grpSpPr>
          <a:xfrm>
            <a:off x="9168924" y="3267684"/>
            <a:ext cx="883833" cy="898245"/>
            <a:chOff x="6250804" y="4469864"/>
            <a:chExt cx="1767666" cy="179649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601E962-EBF6-4EAD-A65C-3436852D8F5B}"/>
                </a:ext>
              </a:extLst>
            </p:cNvPr>
            <p:cNvGrpSpPr/>
            <p:nvPr/>
          </p:nvGrpSpPr>
          <p:grpSpPr>
            <a:xfrm rot="2105593">
              <a:off x="6898111" y="4469864"/>
              <a:ext cx="543720" cy="1475268"/>
              <a:chOff x="6998677" y="4501662"/>
              <a:chExt cx="543720" cy="1125415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CDD5344-FD02-46B5-90B0-5AFDF1CACA7C}"/>
                  </a:ext>
                </a:extLst>
              </p:cNvPr>
              <p:cNvSpPr/>
              <p:nvPr/>
            </p:nvSpPr>
            <p:spPr>
              <a:xfrm>
                <a:off x="7104184" y="4712677"/>
                <a:ext cx="338215" cy="91440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669758D6-3E94-4A9E-BE2C-0F5D53BE58A6}"/>
                  </a:ext>
                </a:extLst>
              </p:cNvPr>
              <p:cNvSpPr/>
              <p:nvPr/>
            </p:nvSpPr>
            <p:spPr>
              <a:xfrm>
                <a:off x="6998677" y="4501662"/>
                <a:ext cx="543720" cy="21101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A9142C9-1414-46FC-812D-6287719A67C8}"/>
                </a:ext>
              </a:extLst>
            </p:cNvPr>
            <p:cNvSpPr/>
            <p:nvPr/>
          </p:nvSpPr>
          <p:spPr>
            <a:xfrm rot="19962306">
              <a:off x="7413128" y="5064532"/>
              <a:ext cx="127375" cy="90560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63D20FF-5F8A-4B4E-A677-7975F5A7C841}"/>
                </a:ext>
              </a:extLst>
            </p:cNvPr>
            <p:cNvSpPr/>
            <p:nvPr/>
          </p:nvSpPr>
          <p:spPr>
            <a:xfrm rot="16200000">
              <a:off x="6775177" y="5310385"/>
              <a:ext cx="127375" cy="90560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A0A1A9C-5776-4F10-B313-6EFC1DBA8596}"/>
                </a:ext>
              </a:extLst>
            </p:cNvPr>
            <p:cNvSpPr/>
            <p:nvPr/>
          </p:nvSpPr>
          <p:spPr>
            <a:xfrm>
              <a:off x="6250804" y="5829836"/>
              <a:ext cx="1767666" cy="4365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8DAA40E-F3DB-44C3-AE44-0671F2365891}"/>
              </a:ext>
            </a:extLst>
          </p:cNvPr>
          <p:cNvGrpSpPr/>
          <p:nvPr/>
        </p:nvGrpSpPr>
        <p:grpSpPr>
          <a:xfrm>
            <a:off x="7346895" y="225411"/>
            <a:ext cx="1238046" cy="1061212"/>
            <a:chOff x="2735036" y="4735612"/>
            <a:chExt cx="1238046" cy="1061212"/>
          </a:xfrm>
        </p:grpSpPr>
        <p:pic>
          <p:nvPicPr>
            <p:cNvPr id="88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4340AFBE-997F-4D1A-B218-BF6B1E46C9E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19350834">
              <a:off x="2735036" y="4735612"/>
              <a:ext cx="813015" cy="807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35B89269-E76B-4788-BCEA-39A2FBC57F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193333" y="5076519"/>
              <a:ext cx="779749" cy="720305"/>
            </a:xfrm>
            <a:prstGeom prst="rect">
              <a:avLst/>
            </a:prstGeom>
          </p:spPr>
        </p:pic>
      </p:grpSp>
      <p:pic>
        <p:nvPicPr>
          <p:cNvPr id="84" name="Picture 83">
            <a:extLst>
              <a:ext uri="{FF2B5EF4-FFF2-40B4-BE49-F238E27FC236}">
                <a16:creationId xmlns:a16="http://schemas.microsoft.com/office/drawing/2014/main" id="{B54FB809-8AE5-42CF-AD67-EB109588B56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10407" y="2589103"/>
            <a:ext cx="1054636" cy="724422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11FD3B2B-9CEC-4A0A-BFCE-CB04ED4456EB}"/>
              </a:ext>
            </a:extLst>
          </p:cNvPr>
          <p:cNvGrpSpPr/>
          <p:nvPr/>
        </p:nvGrpSpPr>
        <p:grpSpPr>
          <a:xfrm>
            <a:off x="6632110" y="3352116"/>
            <a:ext cx="631076" cy="1000141"/>
            <a:chOff x="6506167" y="3616847"/>
            <a:chExt cx="1337615" cy="2119878"/>
          </a:xfrm>
        </p:grpSpPr>
        <p:pic>
          <p:nvPicPr>
            <p:cNvPr id="85" name="Picture 2" descr="Church Organ Stock Illustrations – 171 Church Organ Stock Illustrations,  Vectors &amp;amp; Clipart - Dreamstime">
              <a:extLst>
                <a:ext uri="{FF2B5EF4-FFF2-40B4-BE49-F238E27FC236}">
                  <a16:creationId xmlns:a16="http://schemas.microsoft.com/office/drawing/2014/main" id="{9815DB9A-74A7-45D4-9921-CC28D36ECD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900"/>
            <a:stretch/>
          </p:blipFill>
          <p:spPr bwMode="auto">
            <a:xfrm>
              <a:off x="6609949" y="3616847"/>
              <a:ext cx="1130052" cy="15586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80F1EF3-5BC3-4A25-9C7A-21AC4B24D3F8}"/>
                </a:ext>
              </a:extLst>
            </p:cNvPr>
            <p:cNvSpPr/>
            <p:nvPr/>
          </p:nvSpPr>
          <p:spPr>
            <a:xfrm>
              <a:off x="6506167" y="5050089"/>
              <a:ext cx="1337615" cy="6866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44FC2BD-A270-46E8-B1B7-928C1F6D5BAB}"/>
                </a:ext>
              </a:extLst>
            </p:cNvPr>
            <p:cNvSpPr/>
            <p:nvPr/>
          </p:nvSpPr>
          <p:spPr>
            <a:xfrm>
              <a:off x="6656512" y="5175457"/>
              <a:ext cx="298938" cy="1770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447E97F-4F01-49A9-B297-9477CD38C086}"/>
                </a:ext>
              </a:extLst>
            </p:cNvPr>
            <p:cNvSpPr/>
            <p:nvPr/>
          </p:nvSpPr>
          <p:spPr>
            <a:xfrm>
              <a:off x="7395917" y="5179353"/>
              <a:ext cx="298938" cy="1770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25B17512-078B-4AF8-B477-A67A64A1239B}"/>
                </a:ext>
              </a:extLst>
            </p:cNvPr>
            <p:cNvSpPr/>
            <p:nvPr/>
          </p:nvSpPr>
          <p:spPr>
            <a:xfrm>
              <a:off x="7023933" y="5259625"/>
              <a:ext cx="298938" cy="1770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9E83F13C-F0AD-42AA-8F72-F840D17A8CCB}"/>
                </a:ext>
              </a:extLst>
            </p:cNvPr>
            <p:cNvSpPr/>
            <p:nvPr/>
          </p:nvSpPr>
          <p:spPr>
            <a:xfrm>
              <a:off x="6655167" y="5428420"/>
              <a:ext cx="298938" cy="1770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E634280-6560-47C7-9107-3D468B8D6E7A}"/>
                </a:ext>
              </a:extLst>
            </p:cNvPr>
            <p:cNvSpPr/>
            <p:nvPr/>
          </p:nvSpPr>
          <p:spPr>
            <a:xfrm>
              <a:off x="7394572" y="5432316"/>
              <a:ext cx="298938" cy="1770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5" name="Picture 4" descr="Viking battle-axe icon in black style isolated Vector Image">
            <a:extLst>
              <a:ext uri="{FF2B5EF4-FFF2-40B4-BE49-F238E27FC236}">
                <a16:creationId xmlns:a16="http://schemas.microsoft.com/office/drawing/2014/main" id="{A0A51AFF-BE51-477A-9F1D-58ABC5E0ED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4" t="6907" r="6208" b="14113"/>
          <a:stretch/>
        </p:blipFill>
        <p:spPr bwMode="auto">
          <a:xfrm rot="19580259">
            <a:off x="983553" y="2977860"/>
            <a:ext cx="734341" cy="74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22">
            <a:extLst>
              <a:ext uri="{FF2B5EF4-FFF2-40B4-BE49-F238E27FC236}">
                <a16:creationId xmlns:a16="http://schemas.microsoft.com/office/drawing/2014/main" id="{63099D3A-0437-45E6-9B2B-11A0B79D7E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84027" y="2540363"/>
            <a:ext cx="559512" cy="731096"/>
          </a:xfrm>
          <a:prstGeom prst="rect">
            <a:avLst/>
          </a:prstGeom>
        </p:spPr>
      </p:pic>
      <p:pic>
        <p:nvPicPr>
          <p:cNvPr id="125" name="Picture 124">
            <a:extLst>
              <a:ext uri="{FF2B5EF4-FFF2-40B4-BE49-F238E27FC236}">
                <a16:creationId xmlns:a16="http://schemas.microsoft.com/office/drawing/2014/main" id="{A2CDCF50-8931-4BCA-B43C-D72CC5A49EA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83875" y="1981429"/>
            <a:ext cx="666586" cy="673235"/>
          </a:xfrm>
          <a:prstGeom prst="rect">
            <a:avLst/>
          </a:prstGeom>
        </p:spPr>
      </p:pic>
      <p:grpSp>
        <p:nvGrpSpPr>
          <p:cNvPr id="95" name="Group 94">
            <a:extLst>
              <a:ext uri="{FF2B5EF4-FFF2-40B4-BE49-F238E27FC236}">
                <a16:creationId xmlns:a16="http://schemas.microsoft.com/office/drawing/2014/main" id="{309514D9-FA64-4E1C-8E90-B221C759C571}"/>
              </a:ext>
            </a:extLst>
          </p:cNvPr>
          <p:cNvGrpSpPr/>
          <p:nvPr/>
        </p:nvGrpSpPr>
        <p:grpSpPr>
          <a:xfrm>
            <a:off x="3133547" y="5458317"/>
            <a:ext cx="982011" cy="754920"/>
            <a:chOff x="3133547" y="5458317"/>
            <a:chExt cx="982011" cy="754920"/>
          </a:xfrm>
        </p:grpSpPr>
        <p:pic>
          <p:nvPicPr>
            <p:cNvPr id="120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CF2D909B-39D0-477B-B633-D1E772AC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506181">
              <a:off x="3133547" y="5458317"/>
              <a:ext cx="666079" cy="666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8D2F050A-2339-480A-AE4A-B9150B0C1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552362" y="5644423"/>
              <a:ext cx="563196" cy="568814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709DC66-B7C1-4579-86D5-13DF224C2D7F}"/>
              </a:ext>
            </a:extLst>
          </p:cNvPr>
          <p:cNvGrpSpPr/>
          <p:nvPr/>
        </p:nvGrpSpPr>
        <p:grpSpPr>
          <a:xfrm>
            <a:off x="1312655" y="5005076"/>
            <a:ext cx="1026105" cy="944796"/>
            <a:chOff x="1312656" y="4916258"/>
            <a:chExt cx="1131044" cy="1033613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7A8F7C0-D0E1-40FE-B530-7977AAE23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20631382">
              <a:off x="1312656" y="4916258"/>
              <a:ext cx="579620" cy="908129"/>
            </a:xfrm>
            <a:prstGeom prst="rect">
              <a:avLst/>
            </a:prstGeom>
          </p:spPr>
        </p:pic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DD69BD05-35A1-41F9-B860-9F18C3DEB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777114" y="5276636"/>
              <a:ext cx="666586" cy="673235"/>
            </a:xfrm>
            <a:prstGeom prst="rect">
              <a:avLst/>
            </a:prstGeom>
          </p:spPr>
        </p:pic>
      </p:grpSp>
      <p:pic>
        <p:nvPicPr>
          <p:cNvPr id="129" name="Picture 128">
            <a:extLst>
              <a:ext uri="{FF2B5EF4-FFF2-40B4-BE49-F238E27FC236}">
                <a16:creationId xmlns:a16="http://schemas.microsoft.com/office/drawing/2014/main" id="{7C4592B7-2345-4E5B-992E-BB17CB2D530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38696" y="1883559"/>
            <a:ext cx="579620" cy="908129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36AD8A1C-9813-47FA-8A86-2A0256929BBF}"/>
              </a:ext>
            </a:extLst>
          </p:cNvPr>
          <p:cNvGrpSpPr/>
          <p:nvPr/>
        </p:nvGrpSpPr>
        <p:grpSpPr>
          <a:xfrm>
            <a:off x="6107495" y="5162541"/>
            <a:ext cx="768894" cy="787329"/>
            <a:chOff x="6107494" y="5006299"/>
            <a:chExt cx="921479" cy="943572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4DFB801-DCBC-4B40-A4D5-DEDF5C946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10800000" flipH="1">
              <a:off x="6107494" y="5006299"/>
              <a:ext cx="254893" cy="943572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D349F46-4519-4AB8-BDF9-78D7FAFCF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362387" y="5238678"/>
              <a:ext cx="666586" cy="673235"/>
            </a:xfrm>
            <a:prstGeom prst="rect">
              <a:avLst/>
            </a:prstGeom>
          </p:spPr>
        </p:pic>
      </p:grpSp>
      <p:pic>
        <p:nvPicPr>
          <p:cNvPr id="93" name="Picture 2" descr="Chess knight stock vector. Illustration of play, abstract - 98504632">
            <a:extLst>
              <a:ext uri="{FF2B5EF4-FFF2-40B4-BE49-F238E27FC236}">
                <a16:creationId xmlns:a16="http://schemas.microsoft.com/office/drawing/2014/main" id="{400FABD1-D565-4BE4-B8DB-E2B6DC7AE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7168" y="2875413"/>
            <a:ext cx="556209" cy="79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14496AA8-A15A-46AA-85B8-C5BAE9C8D24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10800000" flipH="1">
            <a:off x="6055006" y="3516530"/>
            <a:ext cx="212686" cy="787329"/>
          </a:xfrm>
          <a:prstGeom prst="rect">
            <a:avLst/>
          </a:prstGeom>
        </p:spPr>
      </p:pic>
      <p:grpSp>
        <p:nvGrpSpPr>
          <p:cNvPr id="96" name="Group 95">
            <a:extLst>
              <a:ext uri="{FF2B5EF4-FFF2-40B4-BE49-F238E27FC236}">
                <a16:creationId xmlns:a16="http://schemas.microsoft.com/office/drawing/2014/main" id="{AEC316B6-A026-4ED3-BCF0-D5B11FBCFD05}"/>
              </a:ext>
            </a:extLst>
          </p:cNvPr>
          <p:cNvGrpSpPr/>
          <p:nvPr/>
        </p:nvGrpSpPr>
        <p:grpSpPr>
          <a:xfrm>
            <a:off x="8522163" y="4632794"/>
            <a:ext cx="772701" cy="807486"/>
            <a:chOff x="8522163" y="4632794"/>
            <a:chExt cx="772701" cy="807486"/>
          </a:xfrm>
        </p:grpSpPr>
        <p:pic>
          <p:nvPicPr>
            <p:cNvPr id="138" name="Picture 2" descr="Chess knight stock vector. Illustration of play, abstract - 98504632">
              <a:extLst>
                <a:ext uri="{FF2B5EF4-FFF2-40B4-BE49-F238E27FC236}">
                  <a16:creationId xmlns:a16="http://schemas.microsoft.com/office/drawing/2014/main" id="{F9053E86-8BE9-48EC-9E29-673D2158C3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8655" y="4642000"/>
              <a:ext cx="556209" cy="79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65905365-C845-4E82-B17F-F6C153B84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10800000" flipH="1">
              <a:off x="8522163" y="4632794"/>
              <a:ext cx="212686" cy="787329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6B8F1D-BCF6-4F76-B1D6-4AFC1C2D9C1C}"/>
              </a:ext>
            </a:extLst>
          </p:cNvPr>
          <p:cNvGrpSpPr/>
          <p:nvPr/>
        </p:nvGrpSpPr>
        <p:grpSpPr>
          <a:xfrm>
            <a:off x="8272684" y="5594533"/>
            <a:ext cx="1068217" cy="977291"/>
            <a:chOff x="8272684" y="5594533"/>
            <a:chExt cx="1068217" cy="977291"/>
          </a:xfrm>
        </p:grpSpPr>
        <p:pic>
          <p:nvPicPr>
            <p:cNvPr id="127" name="Picture 2" descr="Halberd Icon - Download Halberd Icon 2008 | Noun Project">
              <a:extLst>
                <a:ext uri="{FF2B5EF4-FFF2-40B4-BE49-F238E27FC236}">
                  <a16:creationId xmlns:a16="http://schemas.microsoft.com/office/drawing/2014/main" id="{9AF6471C-47B4-46EC-A443-9D7B227A6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14192">
              <a:off x="8272684" y="5594533"/>
              <a:ext cx="788355" cy="788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1" name="Picture 2" descr="Chess knight stock vector. Illustration of play, abstract - 98504632">
              <a:extLst>
                <a:ext uri="{FF2B5EF4-FFF2-40B4-BE49-F238E27FC236}">
                  <a16:creationId xmlns:a16="http://schemas.microsoft.com/office/drawing/2014/main" id="{070108C8-0561-4AB2-B1E1-D4704AEBC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4692" y="5773544"/>
              <a:ext cx="556209" cy="798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65072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E072809-0D36-4B6E-82E1-BD13E7F0CEB7}"/>
              </a:ext>
            </a:extLst>
          </p:cNvPr>
          <p:cNvGrpSpPr/>
          <p:nvPr/>
        </p:nvGrpSpPr>
        <p:grpSpPr>
          <a:xfrm>
            <a:off x="3078484" y="288315"/>
            <a:ext cx="918521" cy="782270"/>
            <a:chOff x="2025344" y="4153673"/>
            <a:chExt cx="918521" cy="78227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D2D3B25-25B9-4B05-9108-F0B17E14E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8905671">
              <a:off x="2396158" y="4265522"/>
              <a:ext cx="547707" cy="558572"/>
            </a:xfrm>
            <a:prstGeom prst="rect">
              <a:avLst/>
            </a:prstGeom>
          </p:spPr>
        </p:pic>
        <p:pic>
          <p:nvPicPr>
            <p:cNvPr id="4" name="Picture 6" descr="Chess, knight, game icon - Download on Iconfinder">
              <a:extLst>
                <a:ext uri="{FF2B5EF4-FFF2-40B4-BE49-F238E27FC236}">
                  <a16:creationId xmlns:a16="http://schemas.microsoft.com/office/drawing/2014/main" id="{C17C1827-87C9-4B88-99CE-6C785E017F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2025344" y="4153673"/>
              <a:ext cx="545769" cy="782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4" descr="Musket Silhouette. Flintlock Old Pistol Symbol. Rustic Vintage Gun Vector  Silhouette Illustration Isolated On White Background. Royalty Free  Cliparts, Vectors, And Stock Illustration. Image 147714752.">
            <a:extLst>
              <a:ext uri="{FF2B5EF4-FFF2-40B4-BE49-F238E27FC236}">
                <a16:creationId xmlns:a16="http://schemas.microsoft.com/office/drawing/2014/main" id="{77CC34B6-2AF4-4776-99F7-95C203B8F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72" t="16514" r="8246" b="7006"/>
          <a:stretch/>
        </p:blipFill>
        <p:spPr bwMode="auto">
          <a:xfrm rot="17201017">
            <a:off x="2588770" y="4321537"/>
            <a:ext cx="1126540" cy="328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iking battle-axe icon in black style isolated Vector Image">
            <a:extLst>
              <a:ext uri="{FF2B5EF4-FFF2-40B4-BE49-F238E27FC236}">
                <a16:creationId xmlns:a16="http://schemas.microsoft.com/office/drawing/2014/main" id="{9861CD71-1949-4D6F-97BA-59745F196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4" t="6907" r="6208" b="14113"/>
          <a:stretch/>
        </p:blipFill>
        <p:spPr bwMode="auto">
          <a:xfrm rot="20150930">
            <a:off x="4065925" y="5095802"/>
            <a:ext cx="813015" cy="80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DA8E6C-B619-4120-AF11-1F2EE8E429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808" y="5506126"/>
            <a:ext cx="441135" cy="584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3CFC9D-3A40-4377-A9B3-16425979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63701">
            <a:off x="1594483" y="819705"/>
            <a:ext cx="1168958" cy="1192147"/>
          </a:xfrm>
          <a:prstGeom prst="rect">
            <a:avLst/>
          </a:prstGeom>
        </p:spPr>
      </p:pic>
      <p:pic>
        <p:nvPicPr>
          <p:cNvPr id="7" name="Picture 2" descr="Spear icon simple style Royalty Free Vector Image">
            <a:extLst>
              <a:ext uri="{FF2B5EF4-FFF2-40B4-BE49-F238E27FC236}">
                <a16:creationId xmlns:a16="http://schemas.microsoft.com/office/drawing/2014/main" id="{C5686E42-C11A-4543-A3A6-77AE8C5BF2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33"/>
          <a:stretch/>
        </p:blipFill>
        <p:spPr bwMode="auto">
          <a:xfrm>
            <a:off x="4095538" y="770668"/>
            <a:ext cx="687593" cy="67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09F761-4384-4A3C-862B-FFF599B07DCE}"/>
              </a:ext>
            </a:extLst>
          </p:cNvPr>
          <p:cNvGrpSpPr/>
          <p:nvPr/>
        </p:nvGrpSpPr>
        <p:grpSpPr>
          <a:xfrm>
            <a:off x="6273233" y="850386"/>
            <a:ext cx="852406" cy="662477"/>
            <a:chOff x="3741815" y="4973520"/>
            <a:chExt cx="1685668" cy="1310075"/>
          </a:xfrm>
        </p:grpSpPr>
        <p:pic>
          <p:nvPicPr>
            <p:cNvPr id="12" name="Picture 6" descr="Chess, knight, game icon - Download on Iconfinder">
              <a:extLst>
                <a:ext uri="{FF2B5EF4-FFF2-40B4-BE49-F238E27FC236}">
                  <a16:creationId xmlns:a16="http://schemas.microsoft.com/office/drawing/2014/main" id="{DD8403BE-C27E-4B5F-9AAE-3651875C66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80" r="16253"/>
            <a:stretch/>
          </p:blipFill>
          <p:spPr bwMode="auto">
            <a:xfrm flipH="1">
              <a:off x="4341804" y="4973520"/>
              <a:ext cx="914005" cy="1310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4F985B1-1642-45A1-83C9-85FDA9827E4A}"/>
                </a:ext>
              </a:extLst>
            </p:cNvPr>
            <p:cNvSpPr/>
            <p:nvPr/>
          </p:nvSpPr>
          <p:spPr>
            <a:xfrm rot="17438608">
              <a:off x="4446404" y="4864552"/>
              <a:ext cx="276489" cy="1685668"/>
            </a:xfrm>
            <a:prstGeom prst="upArrow">
              <a:avLst>
                <a:gd name="adj1" fmla="val 50000"/>
                <a:gd name="adj2" fmla="val 124437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26EEE25-7983-4924-844E-B5A693CC0A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563" y="1930199"/>
            <a:ext cx="666586" cy="6732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7FD5CE-E450-4FE7-BC85-02BF166949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477" y="1359312"/>
            <a:ext cx="525313" cy="1013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5D03B2-5143-4251-B24D-281125B994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538" y="1885878"/>
            <a:ext cx="687594" cy="684447"/>
          </a:xfrm>
          <a:prstGeom prst="rect">
            <a:avLst/>
          </a:prstGeom>
        </p:spPr>
      </p:pic>
      <p:pic>
        <p:nvPicPr>
          <p:cNvPr id="2050" name="Picture 2" descr="Halberd Icon - Download Halberd Icon 2008 | Noun Project">
            <a:extLst>
              <a:ext uri="{FF2B5EF4-FFF2-40B4-BE49-F238E27FC236}">
                <a16:creationId xmlns:a16="http://schemas.microsoft.com/office/drawing/2014/main" id="{3C25CF8A-E841-404C-AE79-D3DDF0663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373" y="2096175"/>
            <a:ext cx="813014" cy="81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Chess, knight, game icon - Download on Iconfinder">
            <a:extLst>
              <a:ext uri="{FF2B5EF4-FFF2-40B4-BE49-F238E27FC236}">
                <a16:creationId xmlns:a16="http://schemas.microsoft.com/office/drawing/2014/main" id="{CBBBC952-60EE-4545-96DA-C765800E90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0" r="16253"/>
          <a:stretch/>
        </p:blipFill>
        <p:spPr bwMode="auto">
          <a:xfrm flipH="1">
            <a:off x="925770" y="694609"/>
            <a:ext cx="545769" cy="782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C6EF6C-E7E0-4C1E-9ADE-B5A262741C8C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557"/>
          <a:stretch/>
        </p:blipFill>
        <p:spPr>
          <a:xfrm>
            <a:off x="5502588" y="306873"/>
            <a:ext cx="760975" cy="410919"/>
          </a:xfrm>
          <a:prstGeom prst="rect">
            <a:avLst/>
          </a:prstGeom>
        </p:spPr>
      </p:pic>
      <p:grpSp>
        <p:nvGrpSpPr>
          <p:cNvPr id="2054" name="Group 2053">
            <a:extLst>
              <a:ext uri="{FF2B5EF4-FFF2-40B4-BE49-F238E27FC236}">
                <a16:creationId xmlns:a16="http://schemas.microsoft.com/office/drawing/2014/main" id="{E74BEA6E-2F53-4941-8B52-E0832F3FCF99}"/>
              </a:ext>
            </a:extLst>
          </p:cNvPr>
          <p:cNvGrpSpPr/>
          <p:nvPr/>
        </p:nvGrpSpPr>
        <p:grpSpPr>
          <a:xfrm>
            <a:off x="7378980" y="458133"/>
            <a:ext cx="987497" cy="652524"/>
            <a:chOff x="7009704" y="3352146"/>
            <a:chExt cx="3690533" cy="243865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2A26A93-035D-4338-974D-69C20C415CD4}"/>
                </a:ext>
              </a:extLst>
            </p:cNvPr>
            <p:cNvGrpSpPr/>
            <p:nvPr/>
          </p:nvGrpSpPr>
          <p:grpSpPr>
            <a:xfrm rot="18486280">
              <a:off x="7600474" y="3032885"/>
              <a:ext cx="1486513" cy="2536581"/>
              <a:chOff x="7378980" y="3429000"/>
              <a:chExt cx="1501251" cy="21217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4ECA865-33F0-4EE0-8AE3-3EDD763E0EE2}"/>
                  </a:ext>
                </a:extLst>
              </p:cNvPr>
              <p:cNvSpPr/>
              <p:nvPr/>
            </p:nvSpPr>
            <p:spPr>
              <a:xfrm>
                <a:off x="7378980" y="3429000"/>
                <a:ext cx="1501251" cy="4109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05B7F99-5993-422B-B492-76DB97ACA877}"/>
                  </a:ext>
                </a:extLst>
              </p:cNvPr>
              <p:cNvSpPr/>
              <p:nvPr/>
            </p:nvSpPr>
            <p:spPr>
              <a:xfrm>
                <a:off x="7553151" y="3839919"/>
                <a:ext cx="1152908" cy="17107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73DC8BB2-F7ED-4430-ADDF-202CDC3DA08D}"/>
                </a:ext>
              </a:extLst>
            </p:cNvPr>
            <p:cNvSpPr/>
            <p:nvPr/>
          </p:nvSpPr>
          <p:spPr>
            <a:xfrm>
              <a:off x="7496983" y="3444038"/>
              <a:ext cx="3203254" cy="2346758"/>
            </a:xfrm>
            <a:prstGeom prst="triangl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8" name="Oval 2047">
              <a:extLst>
                <a:ext uri="{FF2B5EF4-FFF2-40B4-BE49-F238E27FC236}">
                  <a16:creationId xmlns:a16="http://schemas.microsoft.com/office/drawing/2014/main" id="{C6ACA231-039E-4FBA-B655-4EA1BF51A869}"/>
                </a:ext>
              </a:extLst>
            </p:cNvPr>
            <p:cNvSpPr/>
            <p:nvPr/>
          </p:nvSpPr>
          <p:spPr>
            <a:xfrm>
              <a:off x="8536305" y="4179265"/>
              <a:ext cx="1162689" cy="1179050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58A151-F7C1-4983-8D20-2FAB7738CEA9}"/>
                </a:ext>
              </a:extLst>
            </p:cNvPr>
            <p:cNvSpPr/>
            <p:nvPr/>
          </p:nvSpPr>
          <p:spPr>
            <a:xfrm>
              <a:off x="8757589" y="4428162"/>
              <a:ext cx="720121" cy="681256"/>
            </a:xfrm>
            <a:prstGeom prst="ellips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9" name="Rectangle 2048">
              <a:extLst>
                <a:ext uri="{FF2B5EF4-FFF2-40B4-BE49-F238E27FC236}">
                  <a16:creationId xmlns:a16="http://schemas.microsoft.com/office/drawing/2014/main" id="{7E718675-2163-4902-8DD4-6BC5AFCD557E}"/>
                </a:ext>
              </a:extLst>
            </p:cNvPr>
            <p:cNvSpPr/>
            <p:nvPr/>
          </p:nvSpPr>
          <p:spPr>
            <a:xfrm>
              <a:off x="7009704" y="5043309"/>
              <a:ext cx="1528334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B1A9CB-22AF-411A-BD3C-F8C280138B19}"/>
                </a:ext>
              </a:extLst>
            </p:cNvPr>
            <p:cNvSpPr/>
            <p:nvPr/>
          </p:nvSpPr>
          <p:spPr>
            <a:xfrm>
              <a:off x="9727403" y="5043309"/>
              <a:ext cx="912686" cy="746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1" name="Rectangle 2050">
              <a:extLst>
                <a:ext uri="{FF2B5EF4-FFF2-40B4-BE49-F238E27FC236}">
                  <a16:creationId xmlns:a16="http://schemas.microsoft.com/office/drawing/2014/main" id="{13B51292-9B58-4CC6-B02B-D0EF4B1CDCD0}"/>
                </a:ext>
              </a:extLst>
            </p:cNvPr>
            <p:cNvSpPr/>
            <p:nvPr/>
          </p:nvSpPr>
          <p:spPr>
            <a:xfrm>
              <a:off x="8730683" y="3352146"/>
              <a:ext cx="773931" cy="4051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E9B4033E-1CEF-49F9-B4B7-4D17C0BF30D4}"/>
              </a:ext>
            </a:extLst>
          </p:cNvPr>
          <p:cNvGrpSpPr/>
          <p:nvPr/>
        </p:nvGrpSpPr>
        <p:grpSpPr>
          <a:xfrm>
            <a:off x="8473951" y="1648807"/>
            <a:ext cx="813015" cy="562002"/>
            <a:chOff x="4408730" y="3718330"/>
            <a:chExt cx="2603249" cy="1799514"/>
          </a:xfrm>
        </p:grpSpPr>
        <p:grpSp>
          <p:nvGrpSpPr>
            <p:cNvPr id="2057" name="Group 2056">
              <a:extLst>
                <a:ext uri="{FF2B5EF4-FFF2-40B4-BE49-F238E27FC236}">
                  <a16:creationId xmlns:a16="http://schemas.microsoft.com/office/drawing/2014/main" id="{8B7FB0A7-DAB5-44D1-B8E4-199071D0AF0B}"/>
                </a:ext>
              </a:extLst>
            </p:cNvPr>
            <p:cNvGrpSpPr/>
            <p:nvPr/>
          </p:nvGrpSpPr>
          <p:grpSpPr>
            <a:xfrm>
              <a:off x="4595122" y="4287572"/>
              <a:ext cx="2289255" cy="720969"/>
              <a:chOff x="4247860" y="4659923"/>
              <a:chExt cx="2418618" cy="720969"/>
            </a:xfrm>
          </p:grpSpPr>
          <p:sp>
            <p:nvSpPr>
              <p:cNvPr id="2055" name="Rectangle 2054">
                <a:extLst>
                  <a:ext uri="{FF2B5EF4-FFF2-40B4-BE49-F238E27FC236}">
                    <a16:creationId xmlns:a16="http://schemas.microsoft.com/office/drawing/2014/main" id="{2CC55DB4-9569-46AF-85F4-F2D906B50ADA}"/>
                  </a:ext>
                </a:extLst>
              </p:cNvPr>
              <p:cNvSpPr/>
              <p:nvPr/>
            </p:nvSpPr>
            <p:spPr>
              <a:xfrm>
                <a:off x="4958862" y="4659923"/>
                <a:ext cx="959907" cy="72096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24FB359-5F24-47D2-9637-C2F15090E200}"/>
                  </a:ext>
                </a:extLst>
              </p:cNvPr>
              <p:cNvSpPr/>
              <p:nvPr/>
            </p:nvSpPr>
            <p:spPr>
              <a:xfrm>
                <a:off x="5905502" y="4969973"/>
                <a:ext cx="760976" cy="4109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6" name="Right Triangle 2055">
                <a:extLst>
                  <a:ext uri="{FF2B5EF4-FFF2-40B4-BE49-F238E27FC236}">
                    <a16:creationId xmlns:a16="http://schemas.microsoft.com/office/drawing/2014/main" id="{C403DE14-749D-403C-B5A7-918C6221A4DE}"/>
                  </a:ext>
                </a:extLst>
              </p:cNvPr>
              <p:cNvSpPr/>
              <p:nvPr/>
            </p:nvSpPr>
            <p:spPr>
              <a:xfrm flipH="1">
                <a:off x="4247860" y="4862146"/>
                <a:ext cx="711001" cy="518745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059" name="Picture 2058">
              <a:extLst>
                <a:ext uri="{FF2B5EF4-FFF2-40B4-BE49-F238E27FC236}">
                  <a16:creationId xmlns:a16="http://schemas.microsoft.com/office/drawing/2014/main" id="{93FAB1C0-ACA3-4E88-B257-AF74617DA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662435" y="5006944"/>
              <a:ext cx="2349544" cy="510900"/>
            </a:xfrm>
            <a:prstGeom prst="rect">
              <a:avLst/>
            </a:prstGeom>
          </p:spPr>
        </p:pic>
        <p:sp>
          <p:nvSpPr>
            <p:cNvPr id="2060" name="Flowchart: Terminator 2059">
              <a:extLst>
                <a:ext uri="{FF2B5EF4-FFF2-40B4-BE49-F238E27FC236}">
                  <a16:creationId xmlns:a16="http://schemas.microsoft.com/office/drawing/2014/main" id="{5E9043FC-5E1A-41A7-B1CC-7194EC1A5A9D}"/>
                </a:ext>
              </a:extLst>
            </p:cNvPr>
            <p:cNvSpPr/>
            <p:nvPr/>
          </p:nvSpPr>
          <p:spPr>
            <a:xfrm>
              <a:off x="6200725" y="4257015"/>
              <a:ext cx="720274" cy="305591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>
              <a:extLst>
                <a:ext uri="{FF2B5EF4-FFF2-40B4-BE49-F238E27FC236}">
                  <a16:creationId xmlns:a16="http://schemas.microsoft.com/office/drawing/2014/main" id="{F28942B1-7176-48B7-856D-790253A3AD9C}"/>
                </a:ext>
              </a:extLst>
            </p:cNvPr>
            <p:cNvSpPr/>
            <p:nvPr/>
          </p:nvSpPr>
          <p:spPr>
            <a:xfrm>
              <a:off x="5961387" y="393954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220CA9D-3E7A-4C49-9B22-4B55AA5436E1}"/>
                </a:ext>
              </a:extLst>
            </p:cNvPr>
            <p:cNvSpPr/>
            <p:nvPr/>
          </p:nvSpPr>
          <p:spPr>
            <a:xfrm rot="2402351">
              <a:off x="6038191" y="3718330"/>
              <a:ext cx="202716" cy="31747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027D0E5-DA01-4A7B-8E34-B6FD4C271F8D}"/>
                </a:ext>
              </a:extLst>
            </p:cNvPr>
            <p:cNvSpPr/>
            <p:nvPr/>
          </p:nvSpPr>
          <p:spPr>
            <a:xfrm rot="17535441">
              <a:off x="4630679" y="4217679"/>
              <a:ext cx="202716" cy="5190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790EDAEC-CD61-4EED-AEEC-54A273FD1E97}"/>
                </a:ext>
              </a:extLst>
            </p:cNvPr>
            <p:cNvSpPr/>
            <p:nvPr/>
          </p:nvSpPr>
          <p:spPr>
            <a:xfrm>
              <a:off x="4967104" y="4398926"/>
              <a:ext cx="601980" cy="57164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D86440-E061-4965-BA62-6B1600E152D0}"/>
                </a:ext>
              </a:extLst>
            </p:cNvPr>
            <p:cNvSpPr/>
            <p:nvPr/>
          </p:nvSpPr>
          <p:spPr>
            <a:xfrm rot="12147540">
              <a:off x="4408730" y="4195605"/>
              <a:ext cx="87941" cy="3179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22E1B1B-A169-4B40-8246-FF22DDBF2AC9}"/>
              </a:ext>
            </a:extLst>
          </p:cNvPr>
          <p:cNvGrpSpPr/>
          <p:nvPr/>
        </p:nvGrpSpPr>
        <p:grpSpPr>
          <a:xfrm>
            <a:off x="9873337" y="1364888"/>
            <a:ext cx="1073093" cy="965233"/>
            <a:chOff x="2281553" y="3804928"/>
            <a:chExt cx="1073093" cy="965233"/>
          </a:xfrm>
        </p:grpSpPr>
        <p:pic>
          <p:nvPicPr>
            <p:cNvPr id="43" name="Picture 4" descr="Viking battle-axe icon in black style isolated Vector Image">
              <a:extLst>
                <a:ext uri="{FF2B5EF4-FFF2-40B4-BE49-F238E27FC236}">
                  <a16:creationId xmlns:a16="http://schemas.microsoft.com/office/drawing/2014/main" id="{AB0B673C-BC80-4337-A6A8-587BC33BA0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24" t="6907" r="6208" b="14113"/>
            <a:stretch/>
          </p:blipFill>
          <p:spPr bwMode="auto">
            <a:xfrm rot="19580259">
              <a:off x="2281553" y="3804928"/>
              <a:ext cx="813015" cy="8076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C7E1DBF-B2D0-449D-86B2-1A8D22A82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88060" y="4096926"/>
              <a:ext cx="666586" cy="673235"/>
            </a:xfrm>
            <a:prstGeom prst="rect">
              <a:avLst/>
            </a:prstGeom>
          </p:spPr>
        </p:pic>
      </p:grpSp>
      <p:pic>
        <p:nvPicPr>
          <p:cNvPr id="1028" name="Picture 4" descr="Bow And Arrow Png posted by Samantha Tremblay">
            <a:extLst>
              <a:ext uri="{FF2B5EF4-FFF2-40B4-BE49-F238E27FC236}">
                <a16:creationId xmlns:a16="http://schemas.microsoft.com/office/drawing/2014/main" id="{70B8842B-2990-46B6-8EA8-9920E09375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14" t="6682" r="23634" b="5823"/>
          <a:stretch/>
        </p:blipFill>
        <p:spPr bwMode="auto">
          <a:xfrm>
            <a:off x="2340115" y="2775791"/>
            <a:ext cx="687594" cy="68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ow Arrow Png 50929 | UPSTORE - ClipArt Best - ClipArt Best">
            <a:extLst>
              <a:ext uri="{FF2B5EF4-FFF2-40B4-BE49-F238E27FC236}">
                <a16:creationId xmlns:a16="http://schemas.microsoft.com/office/drawing/2014/main" id="{21A9D44F-F425-40FE-9791-66BB4F1FF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7" t="6997" r="18766" b="10600"/>
          <a:stretch/>
        </p:blipFill>
        <p:spPr bwMode="auto">
          <a:xfrm>
            <a:off x="3572725" y="2775791"/>
            <a:ext cx="588239" cy="101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ACA3721-9CAC-42CD-B934-A1A52355D560}"/>
              </a:ext>
            </a:extLst>
          </p:cNvPr>
          <p:cNvGrpSpPr/>
          <p:nvPr/>
        </p:nvGrpSpPr>
        <p:grpSpPr>
          <a:xfrm>
            <a:off x="4439334" y="3051383"/>
            <a:ext cx="573182" cy="904359"/>
            <a:chOff x="5783656" y="3875645"/>
            <a:chExt cx="667104" cy="1052548"/>
          </a:xfrm>
        </p:grpSpPr>
        <p:pic>
          <p:nvPicPr>
            <p:cNvPr id="51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C76493C8-5205-42A6-A3D9-C07FA5376F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5783656" y="3875645"/>
              <a:ext cx="588239" cy="101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62A9F0-900C-4E54-82B2-1753DB500A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2832" r="20853"/>
            <a:stretch/>
          </p:blipFill>
          <p:spPr>
            <a:xfrm rot="659296">
              <a:off x="6371895" y="3875645"/>
              <a:ext cx="78865" cy="1052548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9923B4-D704-4EBF-9625-FD6141C9A16C}"/>
              </a:ext>
            </a:extLst>
          </p:cNvPr>
          <p:cNvGrpSpPr/>
          <p:nvPr/>
        </p:nvGrpSpPr>
        <p:grpSpPr>
          <a:xfrm>
            <a:off x="1012829" y="2582529"/>
            <a:ext cx="902760" cy="1031585"/>
            <a:chOff x="1012829" y="2582529"/>
            <a:chExt cx="902760" cy="1031585"/>
          </a:xfrm>
        </p:grpSpPr>
        <p:pic>
          <p:nvPicPr>
            <p:cNvPr id="54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1502BEA0-34CA-40C0-AC47-7D73B3FC592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1012829" y="2582529"/>
              <a:ext cx="505420" cy="871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029FA583-BCAD-408E-B4A9-459D98669E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6"/>
            <a:srcRect l="22832" r="20853"/>
            <a:stretch/>
          </p:blipFill>
          <p:spPr>
            <a:xfrm rot="659296">
              <a:off x="1518249" y="2582529"/>
              <a:ext cx="67762" cy="904359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FDCE13D0-E82A-44C1-AC34-69BC2627D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43783" y="3121819"/>
              <a:ext cx="371806" cy="492295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AF8F3710-CCAC-4F7B-85DB-017B8895A7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90767" y="3258369"/>
            <a:ext cx="900481" cy="622531"/>
          </a:xfrm>
          <a:prstGeom prst="rect">
            <a:avLst/>
          </a:prstGeom>
        </p:spPr>
      </p:pic>
      <p:pic>
        <p:nvPicPr>
          <p:cNvPr id="1032" name="Picture 8" descr="Ballista: Distributed compute platform implemented in Rust using Apache  Arrow : r/compsci">
            <a:extLst>
              <a:ext uri="{FF2B5EF4-FFF2-40B4-BE49-F238E27FC236}">
                <a16:creationId xmlns:a16="http://schemas.microsoft.com/office/drawing/2014/main" id="{D4EB0D15-116F-4F3E-9273-4EF401AA7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6" t="10434" r="8034" b="7209"/>
          <a:stretch/>
        </p:blipFill>
        <p:spPr bwMode="auto">
          <a:xfrm>
            <a:off x="6915774" y="3018034"/>
            <a:ext cx="604837" cy="60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A28C1-F662-4B46-B3F9-BE7CEA47DC45}"/>
              </a:ext>
            </a:extLst>
          </p:cNvPr>
          <p:cNvGrpSpPr/>
          <p:nvPr/>
        </p:nvGrpSpPr>
        <p:grpSpPr>
          <a:xfrm>
            <a:off x="7664179" y="2909189"/>
            <a:ext cx="609033" cy="636508"/>
            <a:chOff x="2189444" y="4586095"/>
            <a:chExt cx="1002523" cy="1047750"/>
          </a:xfrm>
        </p:grpSpPr>
        <p:pic>
          <p:nvPicPr>
            <p:cNvPr id="61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89CE37F6-3A2A-4371-8B65-001166D3B0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190643" y="4584896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2" name="Picture 8" descr="Ballista: Distributed compute platform implemented in Rust using Apache  Arrow : r/compsci">
              <a:extLst>
                <a:ext uri="{FF2B5EF4-FFF2-40B4-BE49-F238E27FC236}">
                  <a16:creationId xmlns:a16="http://schemas.microsoft.com/office/drawing/2014/main" id="{8D4EE4F0-F50B-47F3-AB79-79DF442B7B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6" t="10434" r="8034" b="7209"/>
            <a:stretch/>
          </p:blipFill>
          <p:spPr bwMode="auto">
            <a:xfrm rot="4706437">
              <a:off x="2585930" y="5027809"/>
              <a:ext cx="604837" cy="6072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5E0CB38E-C5EF-4189-98A7-A51327D5D67C}"/>
              </a:ext>
            </a:extLst>
          </p:cNvPr>
          <p:cNvGrpSpPr/>
          <p:nvPr/>
        </p:nvGrpSpPr>
        <p:grpSpPr>
          <a:xfrm>
            <a:off x="8399038" y="2570325"/>
            <a:ext cx="1004261" cy="1083495"/>
            <a:chOff x="3478591" y="4575175"/>
            <a:chExt cx="1004261" cy="1083495"/>
          </a:xfrm>
        </p:grpSpPr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0C8EA85F-C8A1-4C54-9846-28B5B286ADFA}"/>
                </a:ext>
              </a:extLst>
            </p:cNvPr>
            <p:cNvSpPr/>
            <p:nvPr/>
          </p:nvSpPr>
          <p:spPr>
            <a:xfrm>
              <a:off x="3601025" y="4851090"/>
              <a:ext cx="318597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AC77DD-BE93-41DE-A9BF-0D9FF928E0C1}"/>
                </a:ext>
              </a:extLst>
            </p:cNvPr>
            <p:cNvSpPr/>
            <p:nvPr/>
          </p:nvSpPr>
          <p:spPr>
            <a:xfrm rot="18659026">
              <a:off x="3563220" y="4979369"/>
              <a:ext cx="182630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91407AC-235D-4B48-A14A-F956A7358AE6}"/>
                </a:ext>
              </a:extLst>
            </p:cNvPr>
            <p:cNvSpPr/>
            <p:nvPr/>
          </p:nvSpPr>
          <p:spPr>
            <a:xfrm rot="14211931">
              <a:off x="3893519" y="4856856"/>
              <a:ext cx="165403" cy="154149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3603561-6CF5-4C7C-B250-B578923DA7A4}"/>
                </a:ext>
              </a:extLst>
            </p:cNvPr>
            <p:cNvSpPr/>
            <p:nvPr/>
          </p:nvSpPr>
          <p:spPr>
            <a:xfrm rot="11383933">
              <a:off x="4014466" y="4829516"/>
              <a:ext cx="222248" cy="2324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F8EF1CBD-4294-41D9-A30F-1459936F0709}"/>
                </a:ext>
              </a:extLst>
            </p:cNvPr>
            <p:cNvSpPr/>
            <p:nvPr/>
          </p:nvSpPr>
          <p:spPr>
            <a:xfrm>
              <a:off x="3736974" y="4575175"/>
              <a:ext cx="441325" cy="292100"/>
            </a:xfrm>
            <a:custGeom>
              <a:avLst/>
              <a:gdLst>
                <a:gd name="connsiteX0" fmla="*/ 25400 w 365294"/>
                <a:gd name="connsiteY0" fmla="*/ 206375 h 266700"/>
                <a:gd name="connsiteX1" fmla="*/ 0 w 365294"/>
                <a:gd name="connsiteY1" fmla="*/ 152400 h 266700"/>
                <a:gd name="connsiteX2" fmla="*/ 28575 w 365294"/>
                <a:gd name="connsiteY2" fmla="*/ 85725 h 266700"/>
                <a:gd name="connsiteX3" fmla="*/ 44450 w 365294"/>
                <a:gd name="connsiteY3" fmla="*/ 82550 h 266700"/>
                <a:gd name="connsiteX4" fmla="*/ 76200 w 365294"/>
                <a:gd name="connsiteY4" fmla="*/ 73025 h 266700"/>
                <a:gd name="connsiteX5" fmla="*/ 88900 w 365294"/>
                <a:gd name="connsiteY5" fmla="*/ 66675 h 266700"/>
                <a:gd name="connsiteX6" fmla="*/ 111125 w 365294"/>
                <a:gd name="connsiteY6" fmla="*/ 3175 h 266700"/>
                <a:gd name="connsiteX7" fmla="*/ 130175 w 365294"/>
                <a:gd name="connsiteY7" fmla="*/ 0 h 266700"/>
                <a:gd name="connsiteX8" fmla="*/ 200025 w 365294"/>
                <a:gd name="connsiteY8" fmla="*/ 15875 h 266700"/>
                <a:gd name="connsiteX9" fmla="*/ 209550 w 365294"/>
                <a:gd name="connsiteY9" fmla="*/ 34925 h 266700"/>
                <a:gd name="connsiteX10" fmla="*/ 222250 w 365294"/>
                <a:gd name="connsiteY10" fmla="*/ 47625 h 266700"/>
                <a:gd name="connsiteX11" fmla="*/ 231775 w 365294"/>
                <a:gd name="connsiteY11" fmla="*/ 50800 h 266700"/>
                <a:gd name="connsiteX12" fmla="*/ 269875 w 365294"/>
                <a:gd name="connsiteY12" fmla="*/ 60325 h 266700"/>
                <a:gd name="connsiteX13" fmla="*/ 276225 w 365294"/>
                <a:gd name="connsiteY13" fmla="*/ 69850 h 266700"/>
                <a:gd name="connsiteX14" fmla="*/ 279400 w 365294"/>
                <a:gd name="connsiteY14" fmla="*/ 98425 h 266700"/>
                <a:gd name="connsiteX15" fmla="*/ 314325 w 365294"/>
                <a:gd name="connsiteY15" fmla="*/ 104775 h 266700"/>
                <a:gd name="connsiteX16" fmla="*/ 333375 w 365294"/>
                <a:gd name="connsiteY16" fmla="*/ 98425 h 266700"/>
                <a:gd name="connsiteX17" fmla="*/ 355600 w 365294"/>
                <a:gd name="connsiteY17" fmla="*/ 92075 h 266700"/>
                <a:gd name="connsiteX18" fmla="*/ 365125 w 365294"/>
                <a:gd name="connsiteY18" fmla="*/ 114300 h 266700"/>
                <a:gd name="connsiteX19" fmla="*/ 358775 w 365294"/>
                <a:gd name="connsiteY19" fmla="*/ 190500 h 266700"/>
                <a:gd name="connsiteX20" fmla="*/ 333375 w 365294"/>
                <a:gd name="connsiteY20" fmla="*/ 215900 h 266700"/>
                <a:gd name="connsiteX21" fmla="*/ 317500 w 365294"/>
                <a:gd name="connsiteY21" fmla="*/ 219075 h 266700"/>
                <a:gd name="connsiteX22" fmla="*/ 282575 w 365294"/>
                <a:gd name="connsiteY22" fmla="*/ 231775 h 266700"/>
                <a:gd name="connsiteX23" fmla="*/ 273050 w 365294"/>
                <a:gd name="connsiteY23" fmla="*/ 247650 h 266700"/>
                <a:gd name="connsiteX24" fmla="*/ 263525 w 365294"/>
                <a:gd name="connsiteY24" fmla="*/ 254000 h 266700"/>
                <a:gd name="connsiteX25" fmla="*/ 219075 w 365294"/>
                <a:gd name="connsiteY25" fmla="*/ 263525 h 266700"/>
                <a:gd name="connsiteX26" fmla="*/ 209550 w 365294"/>
                <a:gd name="connsiteY26" fmla="*/ 266700 h 266700"/>
                <a:gd name="connsiteX27" fmla="*/ 187325 w 365294"/>
                <a:gd name="connsiteY27" fmla="*/ 257175 h 266700"/>
                <a:gd name="connsiteX28" fmla="*/ 165100 w 365294"/>
                <a:gd name="connsiteY28" fmla="*/ 247650 h 266700"/>
                <a:gd name="connsiteX29" fmla="*/ 73025 w 365294"/>
                <a:gd name="connsiteY29" fmla="*/ 238125 h 266700"/>
                <a:gd name="connsiteX30" fmla="*/ 25400 w 365294"/>
                <a:gd name="connsiteY30" fmla="*/ 20637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5294" h="266700">
                  <a:moveTo>
                    <a:pt x="25400" y="206375"/>
                  </a:moveTo>
                  <a:cubicBezTo>
                    <a:pt x="13229" y="192088"/>
                    <a:pt x="9741" y="186492"/>
                    <a:pt x="0" y="152400"/>
                  </a:cubicBezTo>
                  <a:cubicBezTo>
                    <a:pt x="8302" y="102591"/>
                    <a:pt x="-6870" y="98614"/>
                    <a:pt x="28575" y="85725"/>
                  </a:cubicBezTo>
                  <a:cubicBezTo>
                    <a:pt x="33647" y="83881"/>
                    <a:pt x="39158" y="83608"/>
                    <a:pt x="44450" y="82550"/>
                  </a:cubicBezTo>
                  <a:cubicBezTo>
                    <a:pt x="74533" y="67508"/>
                    <a:pt x="36669" y="84884"/>
                    <a:pt x="76200" y="73025"/>
                  </a:cubicBezTo>
                  <a:cubicBezTo>
                    <a:pt x="80733" y="71665"/>
                    <a:pt x="84667" y="68792"/>
                    <a:pt x="88900" y="66675"/>
                  </a:cubicBezTo>
                  <a:cubicBezTo>
                    <a:pt x="91949" y="11791"/>
                    <a:pt x="74149" y="12419"/>
                    <a:pt x="111125" y="3175"/>
                  </a:cubicBezTo>
                  <a:cubicBezTo>
                    <a:pt x="117370" y="1614"/>
                    <a:pt x="123825" y="1058"/>
                    <a:pt x="130175" y="0"/>
                  </a:cubicBezTo>
                  <a:cubicBezTo>
                    <a:pt x="153458" y="5292"/>
                    <a:pt x="178170" y="6259"/>
                    <a:pt x="200025" y="15875"/>
                  </a:cubicBezTo>
                  <a:cubicBezTo>
                    <a:pt x="206523" y="18734"/>
                    <a:pt x="205479" y="29109"/>
                    <a:pt x="209550" y="34925"/>
                  </a:cubicBezTo>
                  <a:cubicBezTo>
                    <a:pt x="212983" y="39830"/>
                    <a:pt x="217378" y="44145"/>
                    <a:pt x="222250" y="47625"/>
                  </a:cubicBezTo>
                  <a:cubicBezTo>
                    <a:pt x="224973" y="49570"/>
                    <a:pt x="228541" y="49938"/>
                    <a:pt x="231775" y="50800"/>
                  </a:cubicBezTo>
                  <a:cubicBezTo>
                    <a:pt x="244424" y="54173"/>
                    <a:pt x="269875" y="60325"/>
                    <a:pt x="269875" y="60325"/>
                  </a:cubicBezTo>
                  <a:cubicBezTo>
                    <a:pt x="271992" y="63500"/>
                    <a:pt x="275300" y="66148"/>
                    <a:pt x="276225" y="69850"/>
                  </a:cubicBezTo>
                  <a:cubicBezTo>
                    <a:pt x="278549" y="79147"/>
                    <a:pt x="272335" y="91949"/>
                    <a:pt x="279400" y="98425"/>
                  </a:cubicBezTo>
                  <a:cubicBezTo>
                    <a:pt x="288122" y="106421"/>
                    <a:pt x="302683" y="102658"/>
                    <a:pt x="314325" y="104775"/>
                  </a:cubicBezTo>
                  <a:cubicBezTo>
                    <a:pt x="320675" y="102658"/>
                    <a:pt x="326964" y="100348"/>
                    <a:pt x="333375" y="98425"/>
                  </a:cubicBezTo>
                  <a:cubicBezTo>
                    <a:pt x="373242" y="86465"/>
                    <a:pt x="323589" y="102745"/>
                    <a:pt x="355600" y="92075"/>
                  </a:cubicBezTo>
                  <a:cubicBezTo>
                    <a:pt x="358775" y="99483"/>
                    <a:pt x="364865" y="106244"/>
                    <a:pt x="365125" y="114300"/>
                  </a:cubicBezTo>
                  <a:cubicBezTo>
                    <a:pt x="365947" y="139775"/>
                    <a:pt x="363774" y="165507"/>
                    <a:pt x="358775" y="190500"/>
                  </a:cubicBezTo>
                  <a:cubicBezTo>
                    <a:pt x="356068" y="204034"/>
                    <a:pt x="345075" y="212000"/>
                    <a:pt x="333375" y="215900"/>
                  </a:cubicBezTo>
                  <a:cubicBezTo>
                    <a:pt x="328255" y="217607"/>
                    <a:pt x="322735" y="217766"/>
                    <a:pt x="317500" y="219075"/>
                  </a:cubicBezTo>
                  <a:cubicBezTo>
                    <a:pt x="294549" y="224813"/>
                    <a:pt x="299817" y="223154"/>
                    <a:pt x="282575" y="231775"/>
                  </a:cubicBezTo>
                  <a:cubicBezTo>
                    <a:pt x="279400" y="237067"/>
                    <a:pt x="277066" y="242965"/>
                    <a:pt x="273050" y="247650"/>
                  </a:cubicBezTo>
                  <a:cubicBezTo>
                    <a:pt x="270567" y="250547"/>
                    <a:pt x="266938" y="252293"/>
                    <a:pt x="263525" y="254000"/>
                  </a:cubicBezTo>
                  <a:cubicBezTo>
                    <a:pt x="245122" y="263201"/>
                    <a:pt x="242603" y="260911"/>
                    <a:pt x="219075" y="263525"/>
                  </a:cubicBezTo>
                  <a:cubicBezTo>
                    <a:pt x="215900" y="264583"/>
                    <a:pt x="212897" y="266700"/>
                    <a:pt x="209550" y="266700"/>
                  </a:cubicBezTo>
                  <a:cubicBezTo>
                    <a:pt x="197817" y="266700"/>
                    <a:pt x="196398" y="262360"/>
                    <a:pt x="187325" y="257175"/>
                  </a:cubicBezTo>
                  <a:cubicBezTo>
                    <a:pt x="182342" y="254327"/>
                    <a:pt x="171542" y="248787"/>
                    <a:pt x="165100" y="247650"/>
                  </a:cubicBezTo>
                  <a:cubicBezTo>
                    <a:pt x="123328" y="240279"/>
                    <a:pt x="115994" y="240990"/>
                    <a:pt x="73025" y="238125"/>
                  </a:cubicBezTo>
                  <a:cubicBezTo>
                    <a:pt x="42516" y="224565"/>
                    <a:pt x="37571" y="220662"/>
                    <a:pt x="25400" y="20637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36A5A748-4A95-4B87-88B7-52BE90D5FED3}"/>
                </a:ext>
              </a:extLst>
            </p:cNvPr>
            <p:cNvSpPr/>
            <p:nvPr/>
          </p:nvSpPr>
          <p:spPr>
            <a:xfrm>
              <a:off x="3757306" y="4997171"/>
              <a:ext cx="401426" cy="184150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900A2B8-1371-4C4E-B8FD-F79D524B8AB1}"/>
                </a:ext>
              </a:extLst>
            </p:cNvPr>
            <p:cNvSpPr/>
            <p:nvPr/>
          </p:nvSpPr>
          <p:spPr>
            <a:xfrm rot="10800000">
              <a:off x="3796928" y="5181521"/>
              <a:ext cx="328662" cy="121818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92460CC8-E713-4FBB-9C4D-B84EE16C053E}"/>
                </a:ext>
              </a:extLst>
            </p:cNvPr>
            <p:cNvSpPr/>
            <p:nvPr/>
          </p:nvSpPr>
          <p:spPr>
            <a:xfrm>
              <a:off x="3763785" y="5292686"/>
              <a:ext cx="165326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F57FE5F8-4845-46A5-8401-AE7DC5BF88E4}"/>
                </a:ext>
              </a:extLst>
            </p:cNvPr>
            <p:cNvSpPr/>
            <p:nvPr/>
          </p:nvSpPr>
          <p:spPr>
            <a:xfrm>
              <a:off x="3750859" y="5439558"/>
              <a:ext cx="114493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806840CB-E83A-436C-B0CB-4506FBBE7E6B}"/>
                </a:ext>
              </a:extLst>
            </p:cNvPr>
            <p:cNvSpPr/>
            <p:nvPr/>
          </p:nvSpPr>
          <p:spPr>
            <a:xfrm>
              <a:off x="3696435" y="5569176"/>
              <a:ext cx="172596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8D38A93-3FCA-4E9D-9909-50E89D46A09D}"/>
                </a:ext>
              </a:extLst>
            </p:cNvPr>
            <p:cNvSpPr/>
            <p:nvPr/>
          </p:nvSpPr>
          <p:spPr>
            <a:xfrm flipH="1">
              <a:off x="4008439" y="5299368"/>
              <a:ext cx="164239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0D891D3-9AD1-4409-A6D4-A033F8221B91}"/>
                </a:ext>
              </a:extLst>
            </p:cNvPr>
            <p:cNvSpPr/>
            <p:nvPr/>
          </p:nvSpPr>
          <p:spPr>
            <a:xfrm flipH="1">
              <a:off x="4071779" y="5446240"/>
              <a:ext cx="113740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D6C9AAD-122E-425E-8B0C-C1B31F179F90}"/>
                </a:ext>
              </a:extLst>
            </p:cNvPr>
            <p:cNvSpPr/>
            <p:nvPr/>
          </p:nvSpPr>
          <p:spPr>
            <a:xfrm flipH="1">
              <a:off x="4068124" y="5575858"/>
              <a:ext cx="171461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B4733D-01D6-4243-B66A-1FB06B91D804}"/>
                </a:ext>
              </a:extLst>
            </p:cNvPr>
            <p:cNvSpPr/>
            <p:nvPr/>
          </p:nvSpPr>
          <p:spPr>
            <a:xfrm rot="14263189">
              <a:off x="4161759" y="4989494"/>
              <a:ext cx="206241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A2943225-6754-49F1-845B-C02FE69D4FA5}"/>
                </a:ext>
              </a:extLst>
            </p:cNvPr>
            <p:cNvSpPr/>
            <p:nvPr/>
          </p:nvSpPr>
          <p:spPr>
            <a:xfrm>
              <a:off x="3478591" y="5120130"/>
              <a:ext cx="209669" cy="263525"/>
            </a:xfrm>
            <a:custGeom>
              <a:avLst/>
              <a:gdLst>
                <a:gd name="connsiteX0" fmla="*/ 168275 w 209669"/>
                <a:gd name="connsiteY0" fmla="*/ 60325 h 263525"/>
                <a:gd name="connsiteX1" fmla="*/ 133350 w 209669"/>
                <a:gd name="connsiteY1" fmla="*/ 44450 h 263525"/>
                <a:gd name="connsiteX2" fmla="*/ 101600 w 209669"/>
                <a:gd name="connsiteY2" fmla="*/ 25400 h 263525"/>
                <a:gd name="connsiteX3" fmla="*/ 85725 w 209669"/>
                <a:gd name="connsiteY3" fmla="*/ 12700 h 263525"/>
                <a:gd name="connsiteX4" fmla="*/ 66675 w 209669"/>
                <a:gd name="connsiteY4" fmla="*/ 0 h 263525"/>
                <a:gd name="connsiteX5" fmla="*/ 38100 w 209669"/>
                <a:gd name="connsiteY5" fmla="*/ 53975 h 263525"/>
                <a:gd name="connsiteX6" fmla="*/ 25400 w 209669"/>
                <a:gd name="connsiteY6" fmla="*/ 79375 h 263525"/>
                <a:gd name="connsiteX7" fmla="*/ 19050 w 209669"/>
                <a:gd name="connsiteY7" fmla="*/ 92075 h 263525"/>
                <a:gd name="connsiteX8" fmla="*/ 0 w 209669"/>
                <a:gd name="connsiteY8" fmla="*/ 114300 h 263525"/>
                <a:gd name="connsiteX9" fmla="*/ 6350 w 209669"/>
                <a:gd name="connsiteY9" fmla="*/ 161925 h 263525"/>
                <a:gd name="connsiteX10" fmla="*/ 25400 w 209669"/>
                <a:gd name="connsiteY10" fmla="*/ 177800 h 263525"/>
                <a:gd name="connsiteX11" fmla="*/ 50800 w 209669"/>
                <a:gd name="connsiteY11" fmla="*/ 187325 h 263525"/>
                <a:gd name="connsiteX12" fmla="*/ 88900 w 209669"/>
                <a:gd name="connsiteY12" fmla="*/ 196850 h 263525"/>
                <a:gd name="connsiteX13" fmla="*/ 123825 w 209669"/>
                <a:gd name="connsiteY13" fmla="*/ 225425 h 263525"/>
                <a:gd name="connsiteX14" fmla="*/ 139700 w 209669"/>
                <a:gd name="connsiteY14" fmla="*/ 241300 h 263525"/>
                <a:gd name="connsiteX15" fmla="*/ 158750 w 209669"/>
                <a:gd name="connsiteY15" fmla="*/ 263525 h 263525"/>
                <a:gd name="connsiteX16" fmla="*/ 168275 w 209669"/>
                <a:gd name="connsiteY16" fmla="*/ 260350 h 263525"/>
                <a:gd name="connsiteX17" fmla="*/ 190500 w 209669"/>
                <a:gd name="connsiteY17" fmla="*/ 247650 h 263525"/>
                <a:gd name="connsiteX18" fmla="*/ 203200 w 209669"/>
                <a:gd name="connsiteY18" fmla="*/ 215900 h 263525"/>
                <a:gd name="connsiteX19" fmla="*/ 209550 w 209669"/>
                <a:gd name="connsiteY19" fmla="*/ 165100 h 263525"/>
                <a:gd name="connsiteX20" fmla="*/ 203200 w 209669"/>
                <a:gd name="connsiteY20" fmla="*/ 133350 h 263525"/>
                <a:gd name="connsiteX21" fmla="*/ 187325 w 209669"/>
                <a:gd name="connsiteY21" fmla="*/ 104775 h 263525"/>
                <a:gd name="connsiteX22" fmla="*/ 168275 w 209669"/>
                <a:gd name="connsiteY22" fmla="*/ 60325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669" h="263525">
                  <a:moveTo>
                    <a:pt x="168275" y="60325"/>
                  </a:moveTo>
                  <a:cubicBezTo>
                    <a:pt x="159279" y="50271"/>
                    <a:pt x="148210" y="52809"/>
                    <a:pt x="133350" y="44450"/>
                  </a:cubicBezTo>
                  <a:cubicBezTo>
                    <a:pt x="122593" y="38399"/>
                    <a:pt x="111238" y="33110"/>
                    <a:pt x="101600" y="25400"/>
                  </a:cubicBezTo>
                  <a:cubicBezTo>
                    <a:pt x="96308" y="21167"/>
                    <a:pt x="91206" y="16686"/>
                    <a:pt x="85725" y="12700"/>
                  </a:cubicBezTo>
                  <a:cubicBezTo>
                    <a:pt x="79553" y="8211"/>
                    <a:pt x="66675" y="0"/>
                    <a:pt x="66675" y="0"/>
                  </a:cubicBezTo>
                  <a:cubicBezTo>
                    <a:pt x="48194" y="44355"/>
                    <a:pt x="59395" y="27357"/>
                    <a:pt x="38100" y="53975"/>
                  </a:cubicBezTo>
                  <a:cubicBezTo>
                    <a:pt x="32296" y="71388"/>
                    <a:pt x="37897" y="56881"/>
                    <a:pt x="25400" y="79375"/>
                  </a:cubicBezTo>
                  <a:cubicBezTo>
                    <a:pt x="23101" y="83512"/>
                    <a:pt x="21558" y="88061"/>
                    <a:pt x="19050" y="92075"/>
                  </a:cubicBezTo>
                  <a:cubicBezTo>
                    <a:pt x="12262" y="102936"/>
                    <a:pt x="8659" y="105641"/>
                    <a:pt x="0" y="114300"/>
                  </a:cubicBezTo>
                  <a:cubicBezTo>
                    <a:pt x="2117" y="130175"/>
                    <a:pt x="402" y="147055"/>
                    <a:pt x="6350" y="161925"/>
                  </a:cubicBezTo>
                  <a:cubicBezTo>
                    <a:pt x="9420" y="169600"/>
                    <a:pt x="18875" y="172725"/>
                    <a:pt x="25400" y="177800"/>
                  </a:cubicBezTo>
                  <a:cubicBezTo>
                    <a:pt x="39059" y="188424"/>
                    <a:pt x="31687" y="181591"/>
                    <a:pt x="50800" y="187325"/>
                  </a:cubicBezTo>
                  <a:cubicBezTo>
                    <a:pt x="88147" y="198529"/>
                    <a:pt x="41962" y="190145"/>
                    <a:pt x="88900" y="196850"/>
                  </a:cubicBezTo>
                  <a:cubicBezTo>
                    <a:pt x="109784" y="203811"/>
                    <a:pt x="96058" y="197658"/>
                    <a:pt x="123825" y="225425"/>
                  </a:cubicBezTo>
                  <a:cubicBezTo>
                    <a:pt x="129117" y="230717"/>
                    <a:pt x="135850" y="234883"/>
                    <a:pt x="139700" y="241300"/>
                  </a:cubicBezTo>
                  <a:cubicBezTo>
                    <a:pt x="151188" y="260447"/>
                    <a:pt x="144090" y="253752"/>
                    <a:pt x="158750" y="263525"/>
                  </a:cubicBezTo>
                  <a:cubicBezTo>
                    <a:pt x="161925" y="262467"/>
                    <a:pt x="165369" y="262010"/>
                    <a:pt x="168275" y="260350"/>
                  </a:cubicBezTo>
                  <a:cubicBezTo>
                    <a:pt x="195185" y="244973"/>
                    <a:pt x="168661" y="254930"/>
                    <a:pt x="190500" y="247650"/>
                  </a:cubicBezTo>
                  <a:cubicBezTo>
                    <a:pt x="198347" y="224110"/>
                    <a:pt x="193857" y="234587"/>
                    <a:pt x="203200" y="215900"/>
                  </a:cubicBezTo>
                  <a:cubicBezTo>
                    <a:pt x="206586" y="198970"/>
                    <a:pt x="210395" y="182854"/>
                    <a:pt x="209550" y="165100"/>
                  </a:cubicBezTo>
                  <a:cubicBezTo>
                    <a:pt x="209037" y="154319"/>
                    <a:pt x="205981" y="143779"/>
                    <a:pt x="203200" y="133350"/>
                  </a:cubicBezTo>
                  <a:cubicBezTo>
                    <a:pt x="198472" y="115619"/>
                    <a:pt x="196939" y="119196"/>
                    <a:pt x="187325" y="104775"/>
                  </a:cubicBezTo>
                  <a:cubicBezTo>
                    <a:pt x="183902" y="99640"/>
                    <a:pt x="177271" y="70379"/>
                    <a:pt x="168275" y="6032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50E8A003-66DB-4E20-BBA0-DA321CFA473D}"/>
                </a:ext>
              </a:extLst>
            </p:cNvPr>
            <p:cNvSpPr/>
            <p:nvPr/>
          </p:nvSpPr>
          <p:spPr>
            <a:xfrm rot="20576531">
              <a:off x="4260092" y="5105540"/>
              <a:ext cx="222760" cy="209550"/>
            </a:xfrm>
            <a:custGeom>
              <a:avLst/>
              <a:gdLst>
                <a:gd name="connsiteX0" fmla="*/ 12700 w 222760"/>
                <a:gd name="connsiteY0" fmla="*/ 50800 h 209550"/>
                <a:gd name="connsiteX1" fmla="*/ 82550 w 222760"/>
                <a:gd name="connsiteY1" fmla="*/ 57150 h 209550"/>
                <a:gd name="connsiteX2" fmla="*/ 114300 w 222760"/>
                <a:gd name="connsiteY2" fmla="*/ 50800 h 209550"/>
                <a:gd name="connsiteX3" fmla="*/ 123825 w 222760"/>
                <a:gd name="connsiteY3" fmla="*/ 34925 h 209550"/>
                <a:gd name="connsiteX4" fmla="*/ 133350 w 222760"/>
                <a:gd name="connsiteY4" fmla="*/ 28575 h 209550"/>
                <a:gd name="connsiteX5" fmla="*/ 149225 w 222760"/>
                <a:gd name="connsiteY5" fmla="*/ 3175 h 209550"/>
                <a:gd name="connsiteX6" fmla="*/ 158750 w 222760"/>
                <a:gd name="connsiteY6" fmla="*/ 0 h 209550"/>
                <a:gd name="connsiteX7" fmla="*/ 165100 w 222760"/>
                <a:gd name="connsiteY7" fmla="*/ 25400 h 209550"/>
                <a:gd name="connsiteX8" fmla="*/ 168275 w 222760"/>
                <a:gd name="connsiteY8" fmla="*/ 60325 h 209550"/>
                <a:gd name="connsiteX9" fmla="*/ 171450 w 222760"/>
                <a:gd name="connsiteY9" fmla="*/ 69850 h 209550"/>
                <a:gd name="connsiteX10" fmla="*/ 190500 w 222760"/>
                <a:gd name="connsiteY10" fmla="*/ 95250 h 209550"/>
                <a:gd name="connsiteX11" fmla="*/ 203200 w 222760"/>
                <a:gd name="connsiteY11" fmla="*/ 123825 h 209550"/>
                <a:gd name="connsiteX12" fmla="*/ 212725 w 222760"/>
                <a:gd name="connsiteY12" fmla="*/ 130175 h 209550"/>
                <a:gd name="connsiteX13" fmla="*/ 222250 w 222760"/>
                <a:gd name="connsiteY13" fmla="*/ 155575 h 209550"/>
                <a:gd name="connsiteX14" fmla="*/ 193675 w 222760"/>
                <a:gd name="connsiteY14" fmla="*/ 187325 h 209550"/>
                <a:gd name="connsiteX15" fmla="*/ 184150 w 222760"/>
                <a:gd name="connsiteY15" fmla="*/ 193675 h 209550"/>
                <a:gd name="connsiteX16" fmla="*/ 174625 w 222760"/>
                <a:gd name="connsiteY16" fmla="*/ 196850 h 209550"/>
                <a:gd name="connsiteX17" fmla="*/ 149225 w 222760"/>
                <a:gd name="connsiteY17" fmla="*/ 203200 h 209550"/>
                <a:gd name="connsiteX18" fmla="*/ 107950 w 222760"/>
                <a:gd name="connsiteY18" fmla="*/ 206375 h 209550"/>
                <a:gd name="connsiteX19" fmla="*/ 82550 w 222760"/>
                <a:gd name="connsiteY19" fmla="*/ 209550 h 209550"/>
                <a:gd name="connsiteX20" fmla="*/ 6350 w 222760"/>
                <a:gd name="connsiteY20" fmla="*/ 200025 h 209550"/>
                <a:gd name="connsiteX21" fmla="*/ 0 w 222760"/>
                <a:gd name="connsiteY21" fmla="*/ 190500 h 209550"/>
                <a:gd name="connsiteX22" fmla="*/ 15875 w 222760"/>
                <a:gd name="connsiteY22" fmla="*/ 158750 h 209550"/>
                <a:gd name="connsiteX23" fmla="*/ 25400 w 222760"/>
                <a:gd name="connsiteY23" fmla="*/ 155575 h 209550"/>
                <a:gd name="connsiteX24" fmla="*/ 41275 w 222760"/>
                <a:gd name="connsiteY24" fmla="*/ 130175 h 209550"/>
                <a:gd name="connsiteX25" fmla="*/ 34925 w 222760"/>
                <a:gd name="connsiteY25" fmla="*/ 107950 h 209550"/>
                <a:gd name="connsiteX26" fmla="*/ 25400 w 222760"/>
                <a:gd name="connsiteY26" fmla="*/ 98425 h 209550"/>
                <a:gd name="connsiteX27" fmla="*/ 12700 w 222760"/>
                <a:gd name="connsiteY27" fmla="*/ 508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760" h="209550">
                  <a:moveTo>
                    <a:pt x="12700" y="50800"/>
                  </a:moveTo>
                  <a:cubicBezTo>
                    <a:pt x="22225" y="43921"/>
                    <a:pt x="47195" y="58459"/>
                    <a:pt x="82550" y="57150"/>
                  </a:cubicBezTo>
                  <a:cubicBezTo>
                    <a:pt x="93336" y="56751"/>
                    <a:pt x="103717" y="52917"/>
                    <a:pt x="114300" y="50800"/>
                  </a:cubicBezTo>
                  <a:cubicBezTo>
                    <a:pt x="117475" y="45508"/>
                    <a:pt x="119809" y="39610"/>
                    <a:pt x="123825" y="34925"/>
                  </a:cubicBezTo>
                  <a:cubicBezTo>
                    <a:pt x="126308" y="32028"/>
                    <a:pt x="130907" y="31506"/>
                    <a:pt x="133350" y="28575"/>
                  </a:cubicBezTo>
                  <a:cubicBezTo>
                    <a:pt x="146003" y="13391"/>
                    <a:pt x="132459" y="17147"/>
                    <a:pt x="149225" y="3175"/>
                  </a:cubicBezTo>
                  <a:cubicBezTo>
                    <a:pt x="151796" y="1032"/>
                    <a:pt x="155575" y="1058"/>
                    <a:pt x="158750" y="0"/>
                  </a:cubicBezTo>
                  <a:cubicBezTo>
                    <a:pt x="160867" y="8467"/>
                    <a:pt x="164310" y="16709"/>
                    <a:pt x="165100" y="25400"/>
                  </a:cubicBezTo>
                  <a:cubicBezTo>
                    <a:pt x="166158" y="37042"/>
                    <a:pt x="166622" y="48753"/>
                    <a:pt x="168275" y="60325"/>
                  </a:cubicBezTo>
                  <a:cubicBezTo>
                    <a:pt x="168748" y="63638"/>
                    <a:pt x="169676" y="67012"/>
                    <a:pt x="171450" y="69850"/>
                  </a:cubicBezTo>
                  <a:cubicBezTo>
                    <a:pt x="173941" y="73836"/>
                    <a:pt x="187482" y="88459"/>
                    <a:pt x="190500" y="95250"/>
                  </a:cubicBezTo>
                  <a:cubicBezTo>
                    <a:pt x="195530" y="106568"/>
                    <a:pt x="194577" y="115202"/>
                    <a:pt x="203200" y="123825"/>
                  </a:cubicBezTo>
                  <a:cubicBezTo>
                    <a:pt x="205898" y="126523"/>
                    <a:pt x="209550" y="128058"/>
                    <a:pt x="212725" y="130175"/>
                  </a:cubicBezTo>
                  <a:cubicBezTo>
                    <a:pt x="217529" y="137381"/>
                    <a:pt x="224747" y="145588"/>
                    <a:pt x="222250" y="155575"/>
                  </a:cubicBezTo>
                  <a:cubicBezTo>
                    <a:pt x="216759" y="177541"/>
                    <a:pt x="209439" y="177473"/>
                    <a:pt x="193675" y="187325"/>
                  </a:cubicBezTo>
                  <a:cubicBezTo>
                    <a:pt x="190439" y="189347"/>
                    <a:pt x="187563" y="191968"/>
                    <a:pt x="184150" y="193675"/>
                  </a:cubicBezTo>
                  <a:cubicBezTo>
                    <a:pt x="181157" y="195172"/>
                    <a:pt x="177854" y="195969"/>
                    <a:pt x="174625" y="196850"/>
                  </a:cubicBezTo>
                  <a:cubicBezTo>
                    <a:pt x="166205" y="199146"/>
                    <a:pt x="157927" y="202531"/>
                    <a:pt x="149225" y="203200"/>
                  </a:cubicBezTo>
                  <a:lnTo>
                    <a:pt x="107950" y="206375"/>
                  </a:lnTo>
                  <a:cubicBezTo>
                    <a:pt x="99456" y="207184"/>
                    <a:pt x="91017" y="208492"/>
                    <a:pt x="82550" y="209550"/>
                  </a:cubicBezTo>
                  <a:cubicBezTo>
                    <a:pt x="57150" y="206375"/>
                    <a:pt x="31292" y="205781"/>
                    <a:pt x="6350" y="200025"/>
                  </a:cubicBezTo>
                  <a:cubicBezTo>
                    <a:pt x="2632" y="199167"/>
                    <a:pt x="0" y="194316"/>
                    <a:pt x="0" y="190500"/>
                  </a:cubicBezTo>
                  <a:cubicBezTo>
                    <a:pt x="0" y="177578"/>
                    <a:pt x="5321" y="165786"/>
                    <a:pt x="15875" y="158750"/>
                  </a:cubicBezTo>
                  <a:cubicBezTo>
                    <a:pt x="18660" y="156894"/>
                    <a:pt x="22225" y="156633"/>
                    <a:pt x="25400" y="155575"/>
                  </a:cubicBezTo>
                  <a:cubicBezTo>
                    <a:pt x="28182" y="151402"/>
                    <a:pt x="41093" y="132363"/>
                    <a:pt x="41275" y="130175"/>
                  </a:cubicBezTo>
                  <a:cubicBezTo>
                    <a:pt x="41915" y="122497"/>
                    <a:pt x="38371" y="114841"/>
                    <a:pt x="34925" y="107950"/>
                  </a:cubicBezTo>
                  <a:cubicBezTo>
                    <a:pt x="32917" y="103934"/>
                    <a:pt x="28849" y="101300"/>
                    <a:pt x="25400" y="98425"/>
                  </a:cubicBezTo>
                  <a:cubicBezTo>
                    <a:pt x="14994" y="89754"/>
                    <a:pt x="3175" y="57679"/>
                    <a:pt x="12700" y="508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9389906-8828-4EA1-A7E3-25F3BA8E1D0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566217" flipH="1">
            <a:off x="885301" y="1759513"/>
            <a:ext cx="94215" cy="100661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B448A28-AC14-4B00-B250-972CFA812ED3}"/>
              </a:ext>
            </a:extLst>
          </p:cNvPr>
          <p:cNvGrpSpPr/>
          <p:nvPr/>
        </p:nvGrpSpPr>
        <p:grpSpPr>
          <a:xfrm>
            <a:off x="9343020" y="398689"/>
            <a:ext cx="581947" cy="903393"/>
            <a:chOff x="9343020" y="398689"/>
            <a:chExt cx="581947" cy="903393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D05EFB4-120B-4B96-AD4E-C92697069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83832" y="635502"/>
              <a:ext cx="441135" cy="584091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35B79CC0-3A4F-46EC-86D6-C5F2F193B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flipH="1">
              <a:off x="9343020" y="398689"/>
              <a:ext cx="84554" cy="903393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1B52B17-27FC-4CF1-ADA4-9CB396615D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767744" y="2608697"/>
            <a:ext cx="900482" cy="1135548"/>
          </a:xfrm>
          <a:prstGeom prst="rect">
            <a:avLst/>
          </a:prstGeom>
        </p:spPr>
      </p:pic>
      <p:pic>
        <p:nvPicPr>
          <p:cNvPr id="2068" name="Picture 2067">
            <a:extLst>
              <a:ext uri="{FF2B5EF4-FFF2-40B4-BE49-F238E27FC236}">
                <a16:creationId xmlns:a16="http://schemas.microsoft.com/office/drawing/2014/main" id="{39037369-8F09-4F60-809C-5D58D574AC6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71363" y="424503"/>
            <a:ext cx="652055" cy="617171"/>
          </a:xfrm>
          <a:prstGeom prst="rect">
            <a:avLst/>
          </a:prstGeom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11AEB59B-78ED-49B5-A757-8492A4F376AA}"/>
              </a:ext>
            </a:extLst>
          </p:cNvPr>
          <p:cNvGrpSpPr/>
          <p:nvPr/>
        </p:nvGrpSpPr>
        <p:grpSpPr>
          <a:xfrm>
            <a:off x="4904599" y="4129771"/>
            <a:ext cx="894181" cy="911246"/>
            <a:chOff x="6129412" y="1341195"/>
            <a:chExt cx="894181" cy="911246"/>
          </a:xfrm>
        </p:grpSpPr>
        <p:pic>
          <p:nvPicPr>
            <p:cNvPr id="87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74C0CB28-6AE4-4903-9E24-E01CC0BD83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6601474" y="1524986"/>
              <a:ext cx="422119" cy="727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8C3A3C1-C388-4808-A269-7C5E500A6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129412" y="1341195"/>
              <a:ext cx="368103" cy="617171"/>
            </a:xfrm>
            <a:prstGeom prst="rect">
              <a:avLst/>
            </a:prstGeom>
          </p:spPr>
        </p:pic>
      </p:grpSp>
      <p:pic>
        <p:nvPicPr>
          <p:cNvPr id="2073" name="Picture 2072">
            <a:extLst>
              <a:ext uri="{FF2B5EF4-FFF2-40B4-BE49-F238E27FC236}">
                <a16:creationId xmlns:a16="http://schemas.microsoft.com/office/drawing/2014/main" id="{64E95384-6A70-4708-8206-9AFC78B659A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6853" y="3647138"/>
            <a:ext cx="568717" cy="900695"/>
          </a:xfrm>
          <a:prstGeom prst="rect">
            <a:avLst/>
          </a:prstGeom>
        </p:spPr>
      </p:pic>
      <p:grpSp>
        <p:nvGrpSpPr>
          <p:cNvPr id="2077" name="Group 2076">
            <a:extLst>
              <a:ext uri="{FF2B5EF4-FFF2-40B4-BE49-F238E27FC236}">
                <a16:creationId xmlns:a16="http://schemas.microsoft.com/office/drawing/2014/main" id="{4206C80D-1849-4EC6-A2A9-4776117B15B8}"/>
              </a:ext>
            </a:extLst>
          </p:cNvPr>
          <p:cNvGrpSpPr/>
          <p:nvPr/>
        </p:nvGrpSpPr>
        <p:grpSpPr>
          <a:xfrm>
            <a:off x="1671579" y="3879426"/>
            <a:ext cx="609600" cy="896782"/>
            <a:chOff x="1671579" y="3879426"/>
            <a:chExt cx="609600" cy="896782"/>
          </a:xfrm>
        </p:grpSpPr>
        <p:sp>
          <p:nvSpPr>
            <p:cNvPr id="2074" name="Rectangle 2073">
              <a:extLst>
                <a:ext uri="{FF2B5EF4-FFF2-40B4-BE49-F238E27FC236}">
                  <a16:creationId xmlns:a16="http://schemas.microsoft.com/office/drawing/2014/main" id="{FE7F59BA-4368-4E1F-8D24-27D247C47B9A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B1D55EA-926F-4BEA-9346-5C64234F2D8D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Arrow: Right 2074">
              <a:extLst>
                <a:ext uri="{FF2B5EF4-FFF2-40B4-BE49-F238E27FC236}">
                  <a16:creationId xmlns:a16="http://schemas.microsoft.com/office/drawing/2014/main" id="{3CD47419-967F-4A85-9D69-F38351C83BA1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FC44F00-8C47-40FD-9553-999F78B6D61F}"/>
              </a:ext>
            </a:extLst>
          </p:cNvPr>
          <p:cNvGrpSpPr/>
          <p:nvPr/>
        </p:nvGrpSpPr>
        <p:grpSpPr>
          <a:xfrm>
            <a:off x="11035313" y="3113296"/>
            <a:ext cx="894181" cy="911246"/>
            <a:chOff x="6129412" y="1341195"/>
            <a:chExt cx="894181" cy="911246"/>
          </a:xfrm>
        </p:grpSpPr>
        <p:pic>
          <p:nvPicPr>
            <p:cNvPr id="96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DAE18131-5862-4271-9E5B-309FED988A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6601474" y="1524986"/>
              <a:ext cx="422119" cy="727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48494A1E-4DAD-4DE4-81C3-4098499B4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129412" y="1341195"/>
              <a:ext cx="368103" cy="617171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8AEAFF4-B5AF-435F-97A5-1FFA75A355BC}"/>
              </a:ext>
            </a:extLst>
          </p:cNvPr>
          <p:cNvGrpSpPr/>
          <p:nvPr/>
        </p:nvGrpSpPr>
        <p:grpSpPr>
          <a:xfrm>
            <a:off x="9914173" y="4085927"/>
            <a:ext cx="224894" cy="458529"/>
            <a:chOff x="1671579" y="3879426"/>
            <a:chExt cx="609600" cy="896782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4E4B994-68A7-4916-AA63-0A6018FFDB09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927CEF7-1D85-424D-A1B6-C996EE3B56D6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Arrow: Right 105">
              <a:extLst>
                <a:ext uri="{FF2B5EF4-FFF2-40B4-BE49-F238E27FC236}">
                  <a16:creationId xmlns:a16="http://schemas.microsoft.com/office/drawing/2014/main" id="{62D1CE95-D439-45AC-BC21-7BBE6909A7EA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F9AD695-3277-40E1-A647-747BD7625D0A}"/>
              </a:ext>
            </a:extLst>
          </p:cNvPr>
          <p:cNvGrpSpPr/>
          <p:nvPr/>
        </p:nvGrpSpPr>
        <p:grpSpPr>
          <a:xfrm>
            <a:off x="10156208" y="4207512"/>
            <a:ext cx="790222" cy="910095"/>
            <a:chOff x="4336171" y="5052482"/>
            <a:chExt cx="790222" cy="910095"/>
          </a:xfrm>
        </p:grpSpPr>
        <p:pic>
          <p:nvPicPr>
            <p:cNvPr id="102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A730B49B-33AE-4E33-BBC3-E8DD9283B3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4704274" y="5235122"/>
              <a:ext cx="422119" cy="727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77913E8A-8EC2-4046-ABA2-58C24679B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336171" y="5052482"/>
              <a:ext cx="368103" cy="617171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1FFBEA2-4682-4663-82C2-FA09F35C1B9E}"/>
              </a:ext>
            </a:extLst>
          </p:cNvPr>
          <p:cNvGrpSpPr/>
          <p:nvPr/>
        </p:nvGrpSpPr>
        <p:grpSpPr>
          <a:xfrm>
            <a:off x="8363359" y="4314232"/>
            <a:ext cx="1057780" cy="1019709"/>
            <a:chOff x="9526786" y="1303522"/>
            <a:chExt cx="1057780" cy="1019709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873F6C50-8069-4500-9D8F-A0137AB6E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526786" y="1303522"/>
              <a:ext cx="218634" cy="346258"/>
            </a:xfrm>
            <a:prstGeom prst="rect">
              <a:avLst/>
            </a:prstGeom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EE8DBFE1-3FAF-4315-898D-612E346ACBE3}"/>
                </a:ext>
              </a:extLst>
            </p:cNvPr>
            <p:cNvGrpSpPr/>
            <p:nvPr/>
          </p:nvGrpSpPr>
          <p:grpSpPr>
            <a:xfrm>
              <a:off x="9794344" y="1413136"/>
              <a:ext cx="790222" cy="910095"/>
              <a:chOff x="4336171" y="5052482"/>
              <a:chExt cx="790222" cy="910095"/>
            </a:xfrm>
          </p:grpSpPr>
          <p:pic>
            <p:nvPicPr>
              <p:cNvPr id="110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8D201092-98AC-481F-924C-44975977AE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704274" y="5235122"/>
                <a:ext cx="422119" cy="7274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4874071B-405A-4BA8-93FF-0D31EF7632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36171" y="5052482"/>
                <a:ext cx="368103" cy="617171"/>
              </a:xfrm>
              <a:prstGeom prst="rect">
                <a:avLst/>
              </a:prstGeom>
            </p:spPr>
          </p:pic>
        </p:grpSp>
      </p:grpSp>
      <p:pic>
        <p:nvPicPr>
          <p:cNvPr id="2079" name="Picture 2078">
            <a:extLst>
              <a:ext uri="{FF2B5EF4-FFF2-40B4-BE49-F238E27FC236}">
                <a16:creationId xmlns:a16="http://schemas.microsoft.com/office/drawing/2014/main" id="{93244368-6D3B-45B8-9049-950103A8A31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3967" y="4031882"/>
            <a:ext cx="840292" cy="844536"/>
          </a:xfrm>
          <a:prstGeom prst="rect">
            <a:avLst/>
          </a:prstGeom>
        </p:spPr>
      </p:pic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9F3D6C7-AE21-47F0-85D2-D5F8F649652B}"/>
              </a:ext>
            </a:extLst>
          </p:cNvPr>
          <p:cNvGrpSpPr/>
          <p:nvPr/>
        </p:nvGrpSpPr>
        <p:grpSpPr>
          <a:xfrm>
            <a:off x="4618755" y="5547145"/>
            <a:ext cx="883833" cy="898245"/>
            <a:chOff x="6250804" y="4469864"/>
            <a:chExt cx="1767666" cy="1796490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122C5E1-1988-471D-99ED-DC786E638677}"/>
                </a:ext>
              </a:extLst>
            </p:cNvPr>
            <p:cNvGrpSpPr/>
            <p:nvPr/>
          </p:nvGrpSpPr>
          <p:grpSpPr>
            <a:xfrm rot="2105593">
              <a:off x="6898111" y="4469864"/>
              <a:ext cx="543720" cy="1475268"/>
              <a:chOff x="6998677" y="4501662"/>
              <a:chExt cx="543720" cy="1125415"/>
            </a:xfrm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731371DD-21AE-47B4-A97F-3BAA4D913513}"/>
                  </a:ext>
                </a:extLst>
              </p:cNvPr>
              <p:cNvSpPr/>
              <p:nvPr/>
            </p:nvSpPr>
            <p:spPr>
              <a:xfrm>
                <a:off x="7104184" y="4712677"/>
                <a:ext cx="338215" cy="91440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C31596D-0889-471E-9E14-522294B13A16}"/>
                  </a:ext>
                </a:extLst>
              </p:cNvPr>
              <p:cNvSpPr/>
              <p:nvPr/>
            </p:nvSpPr>
            <p:spPr>
              <a:xfrm>
                <a:off x="6998677" y="4501662"/>
                <a:ext cx="543720" cy="21101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52D47E64-0AD6-47C1-BE9D-21F72F02550B}"/>
                </a:ext>
              </a:extLst>
            </p:cNvPr>
            <p:cNvSpPr/>
            <p:nvPr/>
          </p:nvSpPr>
          <p:spPr>
            <a:xfrm rot="19962306">
              <a:off x="7413128" y="5064532"/>
              <a:ext cx="127375" cy="90560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3626667-C57A-421F-BB0A-DBCE02A0C1DE}"/>
                </a:ext>
              </a:extLst>
            </p:cNvPr>
            <p:cNvSpPr/>
            <p:nvPr/>
          </p:nvSpPr>
          <p:spPr>
            <a:xfrm rot="16200000">
              <a:off x="6775177" y="5310385"/>
              <a:ext cx="127375" cy="90560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E22C41DA-767A-4D99-B63E-22EC7554A538}"/>
                </a:ext>
              </a:extLst>
            </p:cNvPr>
            <p:cNvSpPr/>
            <p:nvPr/>
          </p:nvSpPr>
          <p:spPr>
            <a:xfrm>
              <a:off x="6250804" y="5829836"/>
              <a:ext cx="1767666" cy="43651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9" name="Picture 4" descr="Viking battle-axe icon in black style isolated Vector Image">
            <a:extLst>
              <a:ext uri="{FF2B5EF4-FFF2-40B4-BE49-F238E27FC236}">
                <a16:creationId xmlns:a16="http://schemas.microsoft.com/office/drawing/2014/main" id="{401A5F77-78E2-4F2B-8FFB-828307263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4" t="6907" r="6208" b="14113"/>
          <a:stretch/>
        </p:blipFill>
        <p:spPr bwMode="auto">
          <a:xfrm rot="19580259">
            <a:off x="444687" y="4944359"/>
            <a:ext cx="813015" cy="80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Picture 2" descr="Halberd Icon - Download Halberd Icon 2008 | Noun Project">
            <a:extLst>
              <a:ext uri="{FF2B5EF4-FFF2-40B4-BE49-F238E27FC236}">
                <a16:creationId xmlns:a16="http://schemas.microsoft.com/office/drawing/2014/main" id="{BDFD85C3-5E81-4487-B4D1-D6BB15ED6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31617">
            <a:off x="1140389" y="5018680"/>
            <a:ext cx="866551" cy="86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847B7ED0-CE65-40F9-976D-DF45CFA05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863701">
            <a:off x="1954440" y="5220802"/>
            <a:ext cx="721862" cy="736182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1F534EC-140E-40C2-AD66-D5D54E7F2BF3}"/>
              </a:ext>
            </a:extLst>
          </p:cNvPr>
          <p:cNvGrpSpPr/>
          <p:nvPr/>
        </p:nvGrpSpPr>
        <p:grpSpPr>
          <a:xfrm>
            <a:off x="10258916" y="5451955"/>
            <a:ext cx="224894" cy="458529"/>
            <a:chOff x="1671579" y="3879426"/>
            <a:chExt cx="609600" cy="896782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947B99CC-7421-4E7A-A820-5233189793B4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A45C7AC-A00F-4ADA-83AB-C0DB28CDC0E5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Arrow: Right 128">
              <a:extLst>
                <a:ext uri="{FF2B5EF4-FFF2-40B4-BE49-F238E27FC236}">
                  <a16:creationId xmlns:a16="http://schemas.microsoft.com/office/drawing/2014/main" id="{A260F710-18CD-45A3-BA5E-22B18AEDB477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D2F9B8-693F-425F-8953-9B3156AB3594}"/>
              </a:ext>
            </a:extLst>
          </p:cNvPr>
          <p:cNvGrpSpPr/>
          <p:nvPr/>
        </p:nvGrpSpPr>
        <p:grpSpPr>
          <a:xfrm>
            <a:off x="7603219" y="5606554"/>
            <a:ext cx="1196039" cy="999503"/>
            <a:chOff x="7603219" y="5606554"/>
            <a:chExt cx="1196039" cy="999503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F04C3CD4-0FB9-49F8-A20E-6651FB4FB18F}"/>
                </a:ext>
              </a:extLst>
            </p:cNvPr>
            <p:cNvGrpSpPr/>
            <p:nvPr/>
          </p:nvGrpSpPr>
          <p:grpSpPr>
            <a:xfrm>
              <a:off x="8009036" y="5695962"/>
              <a:ext cx="790222" cy="910095"/>
              <a:chOff x="4336171" y="5052482"/>
              <a:chExt cx="790222" cy="910095"/>
            </a:xfrm>
          </p:grpSpPr>
          <p:pic>
            <p:nvPicPr>
              <p:cNvPr id="125" name="Picture 6" descr="Bow Arrow Png 50929 | UPSTORE - ClipArt Best - ClipArt Best">
                <a:extLst>
                  <a:ext uri="{FF2B5EF4-FFF2-40B4-BE49-F238E27FC236}">
                    <a16:creationId xmlns:a16="http://schemas.microsoft.com/office/drawing/2014/main" id="{22EAFA61-C96F-434F-89BF-F9EAAD25A1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137" t="6997" r="18766" b="10600"/>
              <a:stretch/>
            </p:blipFill>
            <p:spPr bwMode="auto">
              <a:xfrm>
                <a:off x="4704274" y="5235122"/>
                <a:ext cx="422119" cy="7274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5D3880DA-E650-4DA8-8DB2-9E0B36907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36171" y="5052482"/>
                <a:ext cx="368103" cy="617171"/>
              </a:xfrm>
              <a:prstGeom prst="rect">
                <a:avLst/>
              </a:prstGeom>
            </p:spPr>
          </p:pic>
        </p:grpSp>
        <p:pic>
          <p:nvPicPr>
            <p:cNvPr id="14" name="Picture 13" descr="Shape&#10;&#10;Description automatically generated">
              <a:extLst>
                <a:ext uri="{FF2B5EF4-FFF2-40B4-BE49-F238E27FC236}">
                  <a16:creationId xmlns:a16="http://schemas.microsoft.com/office/drawing/2014/main" id="{E8586148-B584-4726-B960-29D09BC7B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3219" y="5606554"/>
              <a:ext cx="368103" cy="456756"/>
            </a:xfrm>
            <a:prstGeom prst="rect">
              <a:avLst/>
            </a:prstGeom>
          </p:spPr>
        </p:pic>
      </p:grpSp>
      <p:grpSp>
        <p:nvGrpSpPr>
          <p:cNvPr id="2072" name="Group 2071">
            <a:extLst>
              <a:ext uri="{FF2B5EF4-FFF2-40B4-BE49-F238E27FC236}">
                <a16:creationId xmlns:a16="http://schemas.microsoft.com/office/drawing/2014/main" id="{1420CD50-4168-44FB-BE12-A26D63F2A813}"/>
              </a:ext>
            </a:extLst>
          </p:cNvPr>
          <p:cNvGrpSpPr/>
          <p:nvPr/>
        </p:nvGrpSpPr>
        <p:grpSpPr>
          <a:xfrm>
            <a:off x="2954610" y="5467206"/>
            <a:ext cx="813015" cy="562002"/>
            <a:chOff x="2954610" y="5467206"/>
            <a:chExt cx="813015" cy="56200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3399F59C-8A4E-42D5-9E47-6AF51BE37770}"/>
                </a:ext>
              </a:extLst>
            </p:cNvPr>
            <p:cNvGrpSpPr/>
            <p:nvPr/>
          </p:nvGrpSpPr>
          <p:grpSpPr>
            <a:xfrm>
              <a:off x="3012822" y="5644985"/>
              <a:ext cx="714952" cy="225164"/>
              <a:chOff x="4247860" y="4659923"/>
              <a:chExt cx="2418618" cy="720969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A187749-B09F-4442-A8BF-6087875C1AA7}"/>
                  </a:ext>
                </a:extLst>
              </p:cNvPr>
              <p:cNvSpPr/>
              <p:nvPr/>
            </p:nvSpPr>
            <p:spPr>
              <a:xfrm>
                <a:off x="4958862" y="4659923"/>
                <a:ext cx="959907" cy="72096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B4F18544-C93A-4DB7-8211-5611AF1514C1}"/>
                  </a:ext>
                </a:extLst>
              </p:cNvPr>
              <p:cNvSpPr/>
              <p:nvPr/>
            </p:nvSpPr>
            <p:spPr>
              <a:xfrm>
                <a:off x="5905502" y="4969973"/>
                <a:ext cx="760976" cy="41091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ight Triangle 140">
                <a:extLst>
                  <a:ext uri="{FF2B5EF4-FFF2-40B4-BE49-F238E27FC236}">
                    <a16:creationId xmlns:a16="http://schemas.microsoft.com/office/drawing/2014/main" id="{8E5233E3-5AA0-4596-A032-BC861ED14E07}"/>
                  </a:ext>
                </a:extLst>
              </p:cNvPr>
              <p:cNvSpPr/>
              <p:nvPr/>
            </p:nvSpPr>
            <p:spPr>
              <a:xfrm flipH="1">
                <a:off x="4247860" y="4862146"/>
                <a:ext cx="711001" cy="518745"/>
              </a:xfrm>
              <a:prstGeom prst="rtTriangle">
                <a:avLst/>
              </a:prstGeom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0FB47794-17B6-459C-9C70-9CE676A06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033844" y="5869650"/>
              <a:ext cx="733781" cy="159558"/>
            </a:xfrm>
            <a:prstGeom prst="rect">
              <a:avLst/>
            </a:prstGeom>
          </p:spPr>
        </p:pic>
        <p:sp>
          <p:nvSpPr>
            <p:cNvPr id="133" name="Flowchart: Terminator 132">
              <a:extLst>
                <a:ext uri="{FF2B5EF4-FFF2-40B4-BE49-F238E27FC236}">
                  <a16:creationId xmlns:a16="http://schemas.microsoft.com/office/drawing/2014/main" id="{6E8095E0-F217-4675-A0D9-C53D4CB6DAF0}"/>
                </a:ext>
              </a:extLst>
            </p:cNvPr>
            <p:cNvSpPr/>
            <p:nvPr/>
          </p:nvSpPr>
          <p:spPr>
            <a:xfrm>
              <a:off x="3514264" y="5635441"/>
              <a:ext cx="224947" cy="95438"/>
            </a:xfrm>
            <a:prstGeom prst="flowChartTermina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D22EFEE-B65F-4BB5-9CD4-AB4F3A2D0F6E}"/>
                </a:ext>
              </a:extLst>
            </p:cNvPr>
            <p:cNvSpPr/>
            <p:nvPr/>
          </p:nvSpPr>
          <p:spPr>
            <a:xfrm>
              <a:off x="3439517" y="5536292"/>
              <a:ext cx="63310" cy="991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F5D5C20-C3C2-4936-88FB-D2D804D0BEF8}"/>
                </a:ext>
              </a:extLst>
            </p:cNvPr>
            <p:cNvSpPr/>
            <p:nvPr/>
          </p:nvSpPr>
          <p:spPr>
            <a:xfrm rot="2402351">
              <a:off x="3463503" y="5467206"/>
              <a:ext cx="63310" cy="9915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0A7D3FAA-8522-4E2F-A3B6-860F54D6FF4B}"/>
                </a:ext>
              </a:extLst>
            </p:cNvPr>
            <p:cNvSpPr/>
            <p:nvPr/>
          </p:nvSpPr>
          <p:spPr>
            <a:xfrm rot="17535441">
              <a:off x="3023926" y="5623156"/>
              <a:ext cx="63310" cy="162089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B56A2312-0842-4FE8-9E75-2734FF50B9A1}"/>
                </a:ext>
              </a:extLst>
            </p:cNvPr>
            <p:cNvSpPr/>
            <p:nvPr/>
          </p:nvSpPr>
          <p:spPr>
            <a:xfrm>
              <a:off x="3128995" y="5679761"/>
              <a:ext cx="188003" cy="17852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66C049F-5C9C-4438-9988-B2B96EC9FF44}"/>
                </a:ext>
              </a:extLst>
            </p:cNvPr>
            <p:cNvSpPr/>
            <p:nvPr/>
          </p:nvSpPr>
          <p:spPr>
            <a:xfrm rot="12147540">
              <a:off x="2954610" y="5616263"/>
              <a:ext cx="27465" cy="9928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76" name="Group 2075">
            <a:extLst>
              <a:ext uri="{FF2B5EF4-FFF2-40B4-BE49-F238E27FC236}">
                <a16:creationId xmlns:a16="http://schemas.microsoft.com/office/drawing/2014/main" id="{B4FF8251-B7E4-9B35-ADB2-D0361956D93A}"/>
              </a:ext>
            </a:extLst>
          </p:cNvPr>
          <p:cNvGrpSpPr/>
          <p:nvPr/>
        </p:nvGrpSpPr>
        <p:grpSpPr>
          <a:xfrm>
            <a:off x="6262946" y="5781189"/>
            <a:ext cx="1005249" cy="761549"/>
            <a:chOff x="6262946" y="5781189"/>
            <a:chExt cx="1005249" cy="761549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029A724A-C046-1674-D467-D682884AF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8920006">
              <a:off x="6262946" y="5781189"/>
              <a:ext cx="746736" cy="761549"/>
            </a:xfrm>
            <a:prstGeom prst="rect">
              <a:avLst/>
            </a:prstGeom>
          </p:spPr>
        </p:pic>
        <p:pic>
          <p:nvPicPr>
            <p:cNvPr id="142" name="Picture 141">
              <a:extLst>
                <a:ext uri="{FF2B5EF4-FFF2-40B4-BE49-F238E27FC236}">
                  <a16:creationId xmlns:a16="http://schemas.microsoft.com/office/drawing/2014/main" id="{32C606CE-E14C-4C80-33C7-428C9594C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27060" y="5938696"/>
              <a:ext cx="441135" cy="5840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5514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1447F0-97C7-E22E-F429-4862D2D8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87274">
            <a:off x="410395" y="558006"/>
            <a:ext cx="845384" cy="3259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1E2C4C-C804-1541-2484-B62F07DF4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88" y="2486019"/>
            <a:ext cx="231012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2B228A-105A-2857-417B-7A1B80AF4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941" y="1858962"/>
            <a:ext cx="1543050" cy="2952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DBF548C-208F-9C31-2AA7-BC028869294E}"/>
              </a:ext>
            </a:extLst>
          </p:cNvPr>
          <p:cNvGrpSpPr/>
          <p:nvPr/>
        </p:nvGrpSpPr>
        <p:grpSpPr>
          <a:xfrm>
            <a:off x="1602601" y="402718"/>
            <a:ext cx="1027992" cy="796156"/>
            <a:chOff x="2872601" y="2994794"/>
            <a:chExt cx="1027992" cy="79615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170197-213F-8278-5C2F-BA65E6302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72601" y="2994794"/>
              <a:ext cx="890399" cy="43420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7D47940-990D-201D-7278-8357BBDBA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010194" y="3356744"/>
              <a:ext cx="890399" cy="43420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7ACAF2-DB74-698C-1807-A6ABDE6D2B4E}"/>
              </a:ext>
            </a:extLst>
          </p:cNvPr>
          <p:cNvGrpSpPr/>
          <p:nvPr/>
        </p:nvGrpSpPr>
        <p:grpSpPr>
          <a:xfrm>
            <a:off x="2954573" y="1450677"/>
            <a:ext cx="224894" cy="458529"/>
            <a:chOff x="1671579" y="3879426"/>
            <a:chExt cx="609600" cy="8967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BF11373-EEA0-7BA8-8B18-0B088F9AB4C6}"/>
                </a:ext>
              </a:extLst>
            </p:cNvPr>
            <p:cNvSpPr/>
            <p:nvPr/>
          </p:nvSpPr>
          <p:spPr>
            <a:xfrm rot="2311362">
              <a:off x="1817486" y="3879426"/>
              <a:ext cx="132212" cy="3114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3467FB-D889-6711-D836-566577176A81}"/>
                </a:ext>
              </a:extLst>
            </p:cNvPr>
            <p:cNvSpPr/>
            <p:nvPr/>
          </p:nvSpPr>
          <p:spPr>
            <a:xfrm rot="19763709">
              <a:off x="1792679" y="4464272"/>
              <a:ext cx="126736" cy="31193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228DB636-93E8-A21C-C0E2-B172D48BC998}"/>
                </a:ext>
              </a:extLst>
            </p:cNvPr>
            <p:cNvSpPr/>
            <p:nvPr/>
          </p:nvSpPr>
          <p:spPr>
            <a:xfrm rot="10800000">
              <a:off x="1671579" y="4268791"/>
              <a:ext cx="609600" cy="114300"/>
            </a:xfrm>
            <a:prstGeom prst="right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C06F10D9-B582-D484-7378-5CF59228E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713" y="709863"/>
            <a:ext cx="1360298" cy="1996679"/>
          </a:xfrm>
          <a:prstGeom prst="rect">
            <a:avLst/>
          </a:prstGeom>
        </p:spPr>
      </p:pic>
      <p:pic>
        <p:nvPicPr>
          <p:cNvPr id="3" name="Picture 6" descr="Bow Arrow Png 50929 | UPSTORE - ClipArt Best - ClipArt Best">
            <a:extLst>
              <a:ext uri="{FF2B5EF4-FFF2-40B4-BE49-F238E27FC236}">
                <a16:creationId xmlns:a16="http://schemas.microsoft.com/office/drawing/2014/main" id="{D2C7A45B-5805-B43D-FD76-0FB2464ED6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37" t="6997" r="18766" b="10600"/>
          <a:stretch/>
        </p:blipFill>
        <p:spPr bwMode="auto">
          <a:xfrm>
            <a:off x="6064250" y="3034843"/>
            <a:ext cx="874724" cy="150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461C12-7699-BB3E-6D01-0735ADD4D0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913" y="2918957"/>
            <a:ext cx="1071337" cy="15725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03ABC3-6CF3-DC6C-FB2F-F77C47AAEC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7180" y="981771"/>
            <a:ext cx="1986646" cy="1996679"/>
          </a:xfrm>
          <a:prstGeom prst="rect">
            <a:avLst/>
          </a:prstGeom>
        </p:spPr>
      </p:pic>
      <p:pic>
        <p:nvPicPr>
          <p:cNvPr id="1026" name="Picture 2" descr="Castle - Free architecture and city icons">
            <a:extLst>
              <a:ext uri="{FF2B5EF4-FFF2-40B4-BE49-F238E27FC236}">
                <a16:creationId xmlns:a16="http://schemas.microsoft.com/office/drawing/2014/main" id="{9240362D-A3DC-010B-226F-9627093A6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180" y="3192947"/>
            <a:ext cx="2698687" cy="269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D27F87-ECED-8114-382F-006C0306BE40}"/>
              </a:ext>
            </a:extLst>
          </p:cNvPr>
          <p:cNvGrpSpPr/>
          <p:nvPr/>
        </p:nvGrpSpPr>
        <p:grpSpPr>
          <a:xfrm rot="19065935">
            <a:off x="2114486" y="3218777"/>
            <a:ext cx="1238760" cy="2647025"/>
            <a:chOff x="2725946" y="2821528"/>
            <a:chExt cx="1238760" cy="264702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D1A911-97A6-F321-156D-F1331FE323AD}"/>
                </a:ext>
              </a:extLst>
            </p:cNvPr>
            <p:cNvSpPr/>
            <p:nvPr/>
          </p:nvSpPr>
          <p:spPr>
            <a:xfrm>
              <a:off x="3071634" y="2831990"/>
              <a:ext cx="548640" cy="548640"/>
            </a:xfrm>
            <a:prstGeom prst="ellipse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Block Arc 16">
              <a:extLst>
                <a:ext uri="{FF2B5EF4-FFF2-40B4-BE49-F238E27FC236}">
                  <a16:creationId xmlns:a16="http://schemas.microsoft.com/office/drawing/2014/main" id="{AE4E1EDC-1F33-397C-92F1-D254CF93DF84}"/>
                </a:ext>
              </a:extLst>
            </p:cNvPr>
            <p:cNvSpPr/>
            <p:nvPr/>
          </p:nvSpPr>
          <p:spPr>
            <a:xfrm rot="10800000">
              <a:off x="2725946" y="2821528"/>
              <a:ext cx="1238760" cy="883696"/>
            </a:xfrm>
            <a:prstGeom prst="blockArc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F1D875-BCEF-CDE6-647F-68017D57A8AD}"/>
                </a:ext>
              </a:extLst>
            </p:cNvPr>
            <p:cNvSpPr/>
            <p:nvPr/>
          </p:nvSpPr>
          <p:spPr>
            <a:xfrm>
              <a:off x="3162330" y="3631127"/>
              <a:ext cx="365990" cy="183742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4076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9CFD026-4E10-A52A-B918-6DD8848D2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591193">
            <a:off x="1378729" y="573456"/>
            <a:ext cx="703392" cy="1346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298F1F8-735E-7D0B-C321-A1E65E10F4A5}"/>
              </a:ext>
            </a:extLst>
          </p:cNvPr>
          <p:cNvGrpSpPr/>
          <p:nvPr/>
        </p:nvGrpSpPr>
        <p:grpSpPr>
          <a:xfrm>
            <a:off x="2177195" y="480651"/>
            <a:ext cx="649481" cy="703392"/>
            <a:chOff x="4445879" y="929471"/>
            <a:chExt cx="1926933" cy="208687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A986CB0-A44A-A0DA-BFDF-B530FA925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602110" y="1773240"/>
              <a:ext cx="2086879" cy="399341"/>
            </a:xfrm>
            <a:prstGeom prst="rect">
              <a:avLst/>
            </a:prstGeom>
          </p:spPr>
        </p:pic>
        <p:pic>
          <p:nvPicPr>
            <p:cNvPr id="1026" name="Picture 2" descr="Shield - Free weapons icons">
              <a:extLst>
                <a:ext uri="{FF2B5EF4-FFF2-40B4-BE49-F238E27FC236}">
                  <a16:creationId xmlns:a16="http://schemas.microsoft.com/office/drawing/2014/main" id="{DCB0F717-2808-79DE-C5A6-29D5ADD4A4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7538" y="1379048"/>
              <a:ext cx="1615274" cy="1615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66B0B64-0214-C2A1-CFEE-DF7D840E9988}"/>
              </a:ext>
            </a:extLst>
          </p:cNvPr>
          <p:cNvGrpSpPr/>
          <p:nvPr/>
        </p:nvGrpSpPr>
        <p:grpSpPr>
          <a:xfrm>
            <a:off x="3600441" y="473226"/>
            <a:ext cx="650037" cy="703392"/>
            <a:chOff x="7033474" y="891520"/>
            <a:chExt cx="1928582" cy="2086879"/>
          </a:xfrm>
        </p:grpSpPr>
        <p:pic>
          <p:nvPicPr>
            <p:cNvPr id="16" name="Picture 2" descr="Shield - Free weapons icons">
              <a:extLst>
                <a:ext uri="{FF2B5EF4-FFF2-40B4-BE49-F238E27FC236}">
                  <a16:creationId xmlns:a16="http://schemas.microsoft.com/office/drawing/2014/main" id="{78241A51-FB85-F8FB-8AA4-4F403D7546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8848" y="1535191"/>
              <a:ext cx="1271143" cy="1271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Shield - Free weapons icons">
              <a:extLst>
                <a:ext uri="{FF2B5EF4-FFF2-40B4-BE49-F238E27FC236}">
                  <a16:creationId xmlns:a16="http://schemas.microsoft.com/office/drawing/2014/main" id="{66972088-7892-FDBC-F1BC-975007750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6782" y="1363125"/>
              <a:ext cx="1615274" cy="16152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EF1F297-25A0-764C-58F9-EB279021EB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6189705" y="1735289"/>
              <a:ext cx="2086879" cy="399341"/>
            </a:xfrm>
            <a:prstGeom prst="rect">
              <a:avLst/>
            </a:prstGeom>
          </p:spPr>
        </p:pic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B4B0977E-2D11-BB63-00C7-6A97A0C4F1CB}"/>
                </a:ext>
              </a:extLst>
            </p:cNvPr>
            <p:cNvSpPr/>
            <p:nvPr/>
          </p:nvSpPr>
          <p:spPr>
            <a:xfrm>
              <a:off x="7897035" y="1855584"/>
              <a:ext cx="514767" cy="514767"/>
            </a:xfrm>
            <a:prstGeom prst="plus">
              <a:avLst>
                <a:gd name="adj" fmla="val 34926"/>
              </a:avLst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3711F4-0513-CBA3-E7E8-0EAD2608B9A5}"/>
              </a:ext>
            </a:extLst>
          </p:cNvPr>
          <p:cNvGrpSpPr/>
          <p:nvPr/>
        </p:nvGrpSpPr>
        <p:grpSpPr>
          <a:xfrm>
            <a:off x="377880" y="950925"/>
            <a:ext cx="800942" cy="662667"/>
            <a:chOff x="421722" y="3639345"/>
            <a:chExt cx="2376298" cy="196605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DDE0007-E163-61BF-3BCA-51F664739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8924177">
              <a:off x="421722" y="3639345"/>
              <a:ext cx="1662081" cy="169505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ACDE38A-68EB-F79D-DE7B-1A75C4892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09748" y="3922054"/>
              <a:ext cx="1288272" cy="1683343"/>
            </a:xfrm>
            <a:prstGeom prst="rect">
              <a:avLst/>
            </a:prstGeom>
          </p:spPr>
        </p:pic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A3C48BD6-9081-65CF-F0AA-2701710DE6E2}"/>
                </a:ext>
              </a:extLst>
            </p:cNvPr>
            <p:cNvSpPr/>
            <p:nvPr/>
          </p:nvSpPr>
          <p:spPr>
            <a:xfrm>
              <a:off x="1782852" y="4330977"/>
              <a:ext cx="742064" cy="742064"/>
            </a:xfrm>
            <a:prstGeom prst="plus">
              <a:avLst>
                <a:gd name="adj" fmla="val 34926"/>
              </a:avLst>
            </a:prstGeom>
            <a:solidFill>
              <a:schemeClr val="bg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1A1DC4-F8AE-6067-413E-6B6E13374B34}"/>
              </a:ext>
            </a:extLst>
          </p:cNvPr>
          <p:cNvGrpSpPr/>
          <p:nvPr/>
        </p:nvGrpSpPr>
        <p:grpSpPr>
          <a:xfrm>
            <a:off x="1225852" y="2064829"/>
            <a:ext cx="828951" cy="771267"/>
            <a:chOff x="3686201" y="3724238"/>
            <a:chExt cx="2085038" cy="1939948"/>
          </a:xfrm>
        </p:grpSpPr>
        <p:pic>
          <p:nvPicPr>
            <p:cNvPr id="26" name="Picture 6" descr="Bow Arrow Png 50929 | UPSTORE - ClipArt Best - ClipArt Best">
              <a:extLst>
                <a:ext uri="{FF2B5EF4-FFF2-40B4-BE49-F238E27FC236}">
                  <a16:creationId xmlns:a16="http://schemas.microsoft.com/office/drawing/2014/main" id="{FC4B4B31-26D6-35EC-1842-392586C715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137" t="6997" r="18766" b="10600"/>
            <a:stretch/>
          </p:blipFill>
          <p:spPr bwMode="auto">
            <a:xfrm>
              <a:off x="4645549" y="3724238"/>
              <a:ext cx="1125690" cy="1939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BC52846-013A-A41E-E877-FDE23B91B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86201" y="4176975"/>
              <a:ext cx="1011005" cy="1483977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29B682C-E6C3-7C29-58CA-7D8EA0836F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8643" y="1613158"/>
            <a:ext cx="632164" cy="63166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2D18FD7-05C7-2737-B41E-FFB9035E009E}"/>
              </a:ext>
            </a:extLst>
          </p:cNvPr>
          <p:cNvGrpSpPr/>
          <p:nvPr/>
        </p:nvGrpSpPr>
        <p:grpSpPr>
          <a:xfrm>
            <a:off x="594429" y="3729153"/>
            <a:ext cx="2126378" cy="2292336"/>
            <a:chOff x="3478591" y="4575175"/>
            <a:chExt cx="1004261" cy="108349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AD496D7-20C3-B73D-3E11-E701D5B3002B}"/>
                </a:ext>
              </a:extLst>
            </p:cNvPr>
            <p:cNvSpPr/>
            <p:nvPr/>
          </p:nvSpPr>
          <p:spPr>
            <a:xfrm>
              <a:off x="3601025" y="4851090"/>
              <a:ext cx="318597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13C5AE-85DC-6525-F3EE-08BA82E00F0C}"/>
                </a:ext>
              </a:extLst>
            </p:cNvPr>
            <p:cNvSpPr/>
            <p:nvPr/>
          </p:nvSpPr>
          <p:spPr>
            <a:xfrm rot="18659026">
              <a:off x="3563220" y="4979369"/>
              <a:ext cx="182630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E44DBF2-65B6-FCC1-DDBE-61F8E7909891}"/>
                </a:ext>
              </a:extLst>
            </p:cNvPr>
            <p:cNvSpPr/>
            <p:nvPr/>
          </p:nvSpPr>
          <p:spPr>
            <a:xfrm rot="14211931">
              <a:off x="3893519" y="4856856"/>
              <a:ext cx="165403" cy="154149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F01D0D2-E1E8-2715-B5B8-A1D01DADADE2}"/>
                </a:ext>
              </a:extLst>
            </p:cNvPr>
            <p:cNvSpPr/>
            <p:nvPr/>
          </p:nvSpPr>
          <p:spPr>
            <a:xfrm rot="11383933">
              <a:off x="4014466" y="4829516"/>
              <a:ext cx="222248" cy="2324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4E6660D-774B-7CFF-85B2-5614A173AB32}"/>
                </a:ext>
              </a:extLst>
            </p:cNvPr>
            <p:cNvSpPr/>
            <p:nvPr/>
          </p:nvSpPr>
          <p:spPr>
            <a:xfrm>
              <a:off x="3736974" y="4575175"/>
              <a:ext cx="441325" cy="292100"/>
            </a:xfrm>
            <a:custGeom>
              <a:avLst/>
              <a:gdLst>
                <a:gd name="connsiteX0" fmla="*/ 25400 w 365294"/>
                <a:gd name="connsiteY0" fmla="*/ 206375 h 266700"/>
                <a:gd name="connsiteX1" fmla="*/ 0 w 365294"/>
                <a:gd name="connsiteY1" fmla="*/ 152400 h 266700"/>
                <a:gd name="connsiteX2" fmla="*/ 28575 w 365294"/>
                <a:gd name="connsiteY2" fmla="*/ 85725 h 266700"/>
                <a:gd name="connsiteX3" fmla="*/ 44450 w 365294"/>
                <a:gd name="connsiteY3" fmla="*/ 82550 h 266700"/>
                <a:gd name="connsiteX4" fmla="*/ 76200 w 365294"/>
                <a:gd name="connsiteY4" fmla="*/ 73025 h 266700"/>
                <a:gd name="connsiteX5" fmla="*/ 88900 w 365294"/>
                <a:gd name="connsiteY5" fmla="*/ 66675 h 266700"/>
                <a:gd name="connsiteX6" fmla="*/ 111125 w 365294"/>
                <a:gd name="connsiteY6" fmla="*/ 3175 h 266700"/>
                <a:gd name="connsiteX7" fmla="*/ 130175 w 365294"/>
                <a:gd name="connsiteY7" fmla="*/ 0 h 266700"/>
                <a:gd name="connsiteX8" fmla="*/ 200025 w 365294"/>
                <a:gd name="connsiteY8" fmla="*/ 15875 h 266700"/>
                <a:gd name="connsiteX9" fmla="*/ 209550 w 365294"/>
                <a:gd name="connsiteY9" fmla="*/ 34925 h 266700"/>
                <a:gd name="connsiteX10" fmla="*/ 222250 w 365294"/>
                <a:gd name="connsiteY10" fmla="*/ 47625 h 266700"/>
                <a:gd name="connsiteX11" fmla="*/ 231775 w 365294"/>
                <a:gd name="connsiteY11" fmla="*/ 50800 h 266700"/>
                <a:gd name="connsiteX12" fmla="*/ 269875 w 365294"/>
                <a:gd name="connsiteY12" fmla="*/ 60325 h 266700"/>
                <a:gd name="connsiteX13" fmla="*/ 276225 w 365294"/>
                <a:gd name="connsiteY13" fmla="*/ 69850 h 266700"/>
                <a:gd name="connsiteX14" fmla="*/ 279400 w 365294"/>
                <a:gd name="connsiteY14" fmla="*/ 98425 h 266700"/>
                <a:gd name="connsiteX15" fmla="*/ 314325 w 365294"/>
                <a:gd name="connsiteY15" fmla="*/ 104775 h 266700"/>
                <a:gd name="connsiteX16" fmla="*/ 333375 w 365294"/>
                <a:gd name="connsiteY16" fmla="*/ 98425 h 266700"/>
                <a:gd name="connsiteX17" fmla="*/ 355600 w 365294"/>
                <a:gd name="connsiteY17" fmla="*/ 92075 h 266700"/>
                <a:gd name="connsiteX18" fmla="*/ 365125 w 365294"/>
                <a:gd name="connsiteY18" fmla="*/ 114300 h 266700"/>
                <a:gd name="connsiteX19" fmla="*/ 358775 w 365294"/>
                <a:gd name="connsiteY19" fmla="*/ 190500 h 266700"/>
                <a:gd name="connsiteX20" fmla="*/ 333375 w 365294"/>
                <a:gd name="connsiteY20" fmla="*/ 215900 h 266700"/>
                <a:gd name="connsiteX21" fmla="*/ 317500 w 365294"/>
                <a:gd name="connsiteY21" fmla="*/ 219075 h 266700"/>
                <a:gd name="connsiteX22" fmla="*/ 282575 w 365294"/>
                <a:gd name="connsiteY22" fmla="*/ 231775 h 266700"/>
                <a:gd name="connsiteX23" fmla="*/ 273050 w 365294"/>
                <a:gd name="connsiteY23" fmla="*/ 247650 h 266700"/>
                <a:gd name="connsiteX24" fmla="*/ 263525 w 365294"/>
                <a:gd name="connsiteY24" fmla="*/ 254000 h 266700"/>
                <a:gd name="connsiteX25" fmla="*/ 219075 w 365294"/>
                <a:gd name="connsiteY25" fmla="*/ 263525 h 266700"/>
                <a:gd name="connsiteX26" fmla="*/ 209550 w 365294"/>
                <a:gd name="connsiteY26" fmla="*/ 266700 h 266700"/>
                <a:gd name="connsiteX27" fmla="*/ 187325 w 365294"/>
                <a:gd name="connsiteY27" fmla="*/ 257175 h 266700"/>
                <a:gd name="connsiteX28" fmla="*/ 165100 w 365294"/>
                <a:gd name="connsiteY28" fmla="*/ 247650 h 266700"/>
                <a:gd name="connsiteX29" fmla="*/ 73025 w 365294"/>
                <a:gd name="connsiteY29" fmla="*/ 238125 h 266700"/>
                <a:gd name="connsiteX30" fmla="*/ 25400 w 365294"/>
                <a:gd name="connsiteY30" fmla="*/ 20637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5294" h="266700">
                  <a:moveTo>
                    <a:pt x="25400" y="206375"/>
                  </a:moveTo>
                  <a:cubicBezTo>
                    <a:pt x="13229" y="192088"/>
                    <a:pt x="9741" y="186492"/>
                    <a:pt x="0" y="152400"/>
                  </a:cubicBezTo>
                  <a:cubicBezTo>
                    <a:pt x="8302" y="102591"/>
                    <a:pt x="-6870" y="98614"/>
                    <a:pt x="28575" y="85725"/>
                  </a:cubicBezTo>
                  <a:cubicBezTo>
                    <a:pt x="33647" y="83881"/>
                    <a:pt x="39158" y="83608"/>
                    <a:pt x="44450" y="82550"/>
                  </a:cubicBezTo>
                  <a:cubicBezTo>
                    <a:pt x="74533" y="67508"/>
                    <a:pt x="36669" y="84884"/>
                    <a:pt x="76200" y="73025"/>
                  </a:cubicBezTo>
                  <a:cubicBezTo>
                    <a:pt x="80733" y="71665"/>
                    <a:pt x="84667" y="68792"/>
                    <a:pt x="88900" y="66675"/>
                  </a:cubicBezTo>
                  <a:cubicBezTo>
                    <a:pt x="91949" y="11791"/>
                    <a:pt x="74149" y="12419"/>
                    <a:pt x="111125" y="3175"/>
                  </a:cubicBezTo>
                  <a:cubicBezTo>
                    <a:pt x="117370" y="1614"/>
                    <a:pt x="123825" y="1058"/>
                    <a:pt x="130175" y="0"/>
                  </a:cubicBezTo>
                  <a:cubicBezTo>
                    <a:pt x="153458" y="5292"/>
                    <a:pt x="178170" y="6259"/>
                    <a:pt x="200025" y="15875"/>
                  </a:cubicBezTo>
                  <a:cubicBezTo>
                    <a:pt x="206523" y="18734"/>
                    <a:pt x="205479" y="29109"/>
                    <a:pt x="209550" y="34925"/>
                  </a:cubicBezTo>
                  <a:cubicBezTo>
                    <a:pt x="212983" y="39830"/>
                    <a:pt x="217378" y="44145"/>
                    <a:pt x="222250" y="47625"/>
                  </a:cubicBezTo>
                  <a:cubicBezTo>
                    <a:pt x="224973" y="49570"/>
                    <a:pt x="228541" y="49938"/>
                    <a:pt x="231775" y="50800"/>
                  </a:cubicBezTo>
                  <a:cubicBezTo>
                    <a:pt x="244424" y="54173"/>
                    <a:pt x="269875" y="60325"/>
                    <a:pt x="269875" y="60325"/>
                  </a:cubicBezTo>
                  <a:cubicBezTo>
                    <a:pt x="271992" y="63500"/>
                    <a:pt x="275300" y="66148"/>
                    <a:pt x="276225" y="69850"/>
                  </a:cubicBezTo>
                  <a:cubicBezTo>
                    <a:pt x="278549" y="79147"/>
                    <a:pt x="272335" y="91949"/>
                    <a:pt x="279400" y="98425"/>
                  </a:cubicBezTo>
                  <a:cubicBezTo>
                    <a:pt x="288122" y="106421"/>
                    <a:pt x="302683" y="102658"/>
                    <a:pt x="314325" y="104775"/>
                  </a:cubicBezTo>
                  <a:cubicBezTo>
                    <a:pt x="320675" y="102658"/>
                    <a:pt x="326964" y="100348"/>
                    <a:pt x="333375" y="98425"/>
                  </a:cubicBezTo>
                  <a:cubicBezTo>
                    <a:pt x="373242" y="86465"/>
                    <a:pt x="323589" y="102745"/>
                    <a:pt x="355600" y="92075"/>
                  </a:cubicBezTo>
                  <a:cubicBezTo>
                    <a:pt x="358775" y="99483"/>
                    <a:pt x="364865" y="106244"/>
                    <a:pt x="365125" y="114300"/>
                  </a:cubicBezTo>
                  <a:cubicBezTo>
                    <a:pt x="365947" y="139775"/>
                    <a:pt x="363774" y="165507"/>
                    <a:pt x="358775" y="190500"/>
                  </a:cubicBezTo>
                  <a:cubicBezTo>
                    <a:pt x="356068" y="204034"/>
                    <a:pt x="345075" y="212000"/>
                    <a:pt x="333375" y="215900"/>
                  </a:cubicBezTo>
                  <a:cubicBezTo>
                    <a:pt x="328255" y="217607"/>
                    <a:pt x="322735" y="217766"/>
                    <a:pt x="317500" y="219075"/>
                  </a:cubicBezTo>
                  <a:cubicBezTo>
                    <a:pt x="294549" y="224813"/>
                    <a:pt x="299817" y="223154"/>
                    <a:pt x="282575" y="231775"/>
                  </a:cubicBezTo>
                  <a:cubicBezTo>
                    <a:pt x="279400" y="237067"/>
                    <a:pt x="277066" y="242965"/>
                    <a:pt x="273050" y="247650"/>
                  </a:cubicBezTo>
                  <a:cubicBezTo>
                    <a:pt x="270567" y="250547"/>
                    <a:pt x="266938" y="252293"/>
                    <a:pt x="263525" y="254000"/>
                  </a:cubicBezTo>
                  <a:cubicBezTo>
                    <a:pt x="245122" y="263201"/>
                    <a:pt x="242603" y="260911"/>
                    <a:pt x="219075" y="263525"/>
                  </a:cubicBezTo>
                  <a:cubicBezTo>
                    <a:pt x="215900" y="264583"/>
                    <a:pt x="212897" y="266700"/>
                    <a:pt x="209550" y="266700"/>
                  </a:cubicBezTo>
                  <a:cubicBezTo>
                    <a:pt x="197817" y="266700"/>
                    <a:pt x="196398" y="262360"/>
                    <a:pt x="187325" y="257175"/>
                  </a:cubicBezTo>
                  <a:cubicBezTo>
                    <a:pt x="182342" y="254327"/>
                    <a:pt x="171542" y="248787"/>
                    <a:pt x="165100" y="247650"/>
                  </a:cubicBezTo>
                  <a:cubicBezTo>
                    <a:pt x="123328" y="240279"/>
                    <a:pt x="115994" y="240990"/>
                    <a:pt x="73025" y="238125"/>
                  </a:cubicBezTo>
                  <a:cubicBezTo>
                    <a:pt x="42516" y="224565"/>
                    <a:pt x="37571" y="220662"/>
                    <a:pt x="25400" y="20637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F91E254-B2E8-FA5E-DDA1-8F15157C7DF0}"/>
                </a:ext>
              </a:extLst>
            </p:cNvPr>
            <p:cNvSpPr/>
            <p:nvPr/>
          </p:nvSpPr>
          <p:spPr>
            <a:xfrm>
              <a:off x="3757306" y="4997171"/>
              <a:ext cx="401426" cy="184150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679D358-E595-7449-0CFF-DE9CAC1B2B97}"/>
                </a:ext>
              </a:extLst>
            </p:cNvPr>
            <p:cNvSpPr/>
            <p:nvPr/>
          </p:nvSpPr>
          <p:spPr>
            <a:xfrm rot="10800000">
              <a:off x="3796928" y="5181521"/>
              <a:ext cx="328662" cy="121818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7D2234-760F-DD19-4A0A-98370B251A6E}"/>
                </a:ext>
              </a:extLst>
            </p:cNvPr>
            <p:cNvSpPr/>
            <p:nvPr/>
          </p:nvSpPr>
          <p:spPr>
            <a:xfrm>
              <a:off x="3763785" y="5292686"/>
              <a:ext cx="165326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1A2478-397E-876D-5E12-6C9E22F62B4A}"/>
                </a:ext>
              </a:extLst>
            </p:cNvPr>
            <p:cNvSpPr/>
            <p:nvPr/>
          </p:nvSpPr>
          <p:spPr>
            <a:xfrm>
              <a:off x="3750859" y="5439558"/>
              <a:ext cx="114493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22B0D6C-A1F4-E980-70E9-20ED27195AE7}"/>
                </a:ext>
              </a:extLst>
            </p:cNvPr>
            <p:cNvSpPr/>
            <p:nvPr/>
          </p:nvSpPr>
          <p:spPr>
            <a:xfrm>
              <a:off x="3696435" y="5569176"/>
              <a:ext cx="172596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5D43179-9295-2828-D48B-ECCFC6DF7EA3}"/>
                </a:ext>
              </a:extLst>
            </p:cNvPr>
            <p:cNvSpPr/>
            <p:nvPr/>
          </p:nvSpPr>
          <p:spPr>
            <a:xfrm flipH="1">
              <a:off x="4008439" y="5299368"/>
              <a:ext cx="164239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1EFF3EE-E56D-17D8-02B4-BC9AE1C170A2}"/>
                </a:ext>
              </a:extLst>
            </p:cNvPr>
            <p:cNvSpPr/>
            <p:nvPr/>
          </p:nvSpPr>
          <p:spPr>
            <a:xfrm flipH="1">
              <a:off x="4071779" y="5446240"/>
              <a:ext cx="113740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D40BFF7-2DEA-D7C8-B9CD-05A06E76DA85}"/>
                </a:ext>
              </a:extLst>
            </p:cNvPr>
            <p:cNvSpPr/>
            <p:nvPr/>
          </p:nvSpPr>
          <p:spPr>
            <a:xfrm flipH="1">
              <a:off x="4068124" y="5575858"/>
              <a:ext cx="171461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CF4D375-784F-D0B5-34C1-3B166BA60778}"/>
                </a:ext>
              </a:extLst>
            </p:cNvPr>
            <p:cNvSpPr/>
            <p:nvPr/>
          </p:nvSpPr>
          <p:spPr>
            <a:xfrm rot="14263189">
              <a:off x="4161759" y="4989494"/>
              <a:ext cx="206241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EC4D43-F01A-70AF-2E32-6FABF69D2EC2}"/>
                </a:ext>
              </a:extLst>
            </p:cNvPr>
            <p:cNvSpPr/>
            <p:nvPr/>
          </p:nvSpPr>
          <p:spPr>
            <a:xfrm>
              <a:off x="3478591" y="5120130"/>
              <a:ext cx="209669" cy="263525"/>
            </a:xfrm>
            <a:custGeom>
              <a:avLst/>
              <a:gdLst>
                <a:gd name="connsiteX0" fmla="*/ 168275 w 209669"/>
                <a:gd name="connsiteY0" fmla="*/ 60325 h 263525"/>
                <a:gd name="connsiteX1" fmla="*/ 133350 w 209669"/>
                <a:gd name="connsiteY1" fmla="*/ 44450 h 263525"/>
                <a:gd name="connsiteX2" fmla="*/ 101600 w 209669"/>
                <a:gd name="connsiteY2" fmla="*/ 25400 h 263525"/>
                <a:gd name="connsiteX3" fmla="*/ 85725 w 209669"/>
                <a:gd name="connsiteY3" fmla="*/ 12700 h 263525"/>
                <a:gd name="connsiteX4" fmla="*/ 66675 w 209669"/>
                <a:gd name="connsiteY4" fmla="*/ 0 h 263525"/>
                <a:gd name="connsiteX5" fmla="*/ 38100 w 209669"/>
                <a:gd name="connsiteY5" fmla="*/ 53975 h 263525"/>
                <a:gd name="connsiteX6" fmla="*/ 25400 w 209669"/>
                <a:gd name="connsiteY6" fmla="*/ 79375 h 263525"/>
                <a:gd name="connsiteX7" fmla="*/ 19050 w 209669"/>
                <a:gd name="connsiteY7" fmla="*/ 92075 h 263525"/>
                <a:gd name="connsiteX8" fmla="*/ 0 w 209669"/>
                <a:gd name="connsiteY8" fmla="*/ 114300 h 263525"/>
                <a:gd name="connsiteX9" fmla="*/ 6350 w 209669"/>
                <a:gd name="connsiteY9" fmla="*/ 161925 h 263525"/>
                <a:gd name="connsiteX10" fmla="*/ 25400 w 209669"/>
                <a:gd name="connsiteY10" fmla="*/ 177800 h 263525"/>
                <a:gd name="connsiteX11" fmla="*/ 50800 w 209669"/>
                <a:gd name="connsiteY11" fmla="*/ 187325 h 263525"/>
                <a:gd name="connsiteX12" fmla="*/ 88900 w 209669"/>
                <a:gd name="connsiteY12" fmla="*/ 196850 h 263525"/>
                <a:gd name="connsiteX13" fmla="*/ 123825 w 209669"/>
                <a:gd name="connsiteY13" fmla="*/ 225425 h 263525"/>
                <a:gd name="connsiteX14" fmla="*/ 139700 w 209669"/>
                <a:gd name="connsiteY14" fmla="*/ 241300 h 263525"/>
                <a:gd name="connsiteX15" fmla="*/ 158750 w 209669"/>
                <a:gd name="connsiteY15" fmla="*/ 263525 h 263525"/>
                <a:gd name="connsiteX16" fmla="*/ 168275 w 209669"/>
                <a:gd name="connsiteY16" fmla="*/ 260350 h 263525"/>
                <a:gd name="connsiteX17" fmla="*/ 190500 w 209669"/>
                <a:gd name="connsiteY17" fmla="*/ 247650 h 263525"/>
                <a:gd name="connsiteX18" fmla="*/ 203200 w 209669"/>
                <a:gd name="connsiteY18" fmla="*/ 215900 h 263525"/>
                <a:gd name="connsiteX19" fmla="*/ 209550 w 209669"/>
                <a:gd name="connsiteY19" fmla="*/ 165100 h 263525"/>
                <a:gd name="connsiteX20" fmla="*/ 203200 w 209669"/>
                <a:gd name="connsiteY20" fmla="*/ 133350 h 263525"/>
                <a:gd name="connsiteX21" fmla="*/ 187325 w 209669"/>
                <a:gd name="connsiteY21" fmla="*/ 104775 h 263525"/>
                <a:gd name="connsiteX22" fmla="*/ 168275 w 209669"/>
                <a:gd name="connsiteY22" fmla="*/ 60325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669" h="263525">
                  <a:moveTo>
                    <a:pt x="168275" y="60325"/>
                  </a:moveTo>
                  <a:cubicBezTo>
                    <a:pt x="159279" y="50271"/>
                    <a:pt x="148210" y="52809"/>
                    <a:pt x="133350" y="44450"/>
                  </a:cubicBezTo>
                  <a:cubicBezTo>
                    <a:pt x="122593" y="38399"/>
                    <a:pt x="111238" y="33110"/>
                    <a:pt x="101600" y="25400"/>
                  </a:cubicBezTo>
                  <a:cubicBezTo>
                    <a:pt x="96308" y="21167"/>
                    <a:pt x="91206" y="16686"/>
                    <a:pt x="85725" y="12700"/>
                  </a:cubicBezTo>
                  <a:cubicBezTo>
                    <a:pt x="79553" y="8211"/>
                    <a:pt x="66675" y="0"/>
                    <a:pt x="66675" y="0"/>
                  </a:cubicBezTo>
                  <a:cubicBezTo>
                    <a:pt x="48194" y="44355"/>
                    <a:pt x="59395" y="27357"/>
                    <a:pt x="38100" y="53975"/>
                  </a:cubicBezTo>
                  <a:cubicBezTo>
                    <a:pt x="32296" y="71388"/>
                    <a:pt x="37897" y="56881"/>
                    <a:pt x="25400" y="79375"/>
                  </a:cubicBezTo>
                  <a:cubicBezTo>
                    <a:pt x="23101" y="83512"/>
                    <a:pt x="21558" y="88061"/>
                    <a:pt x="19050" y="92075"/>
                  </a:cubicBezTo>
                  <a:cubicBezTo>
                    <a:pt x="12262" y="102936"/>
                    <a:pt x="8659" y="105641"/>
                    <a:pt x="0" y="114300"/>
                  </a:cubicBezTo>
                  <a:cubicBezTo>
                    <a:pt x="2117" y="130175"/>
                    <a:pt x="402" y="147055"/>
                    <a:pt x="6350" y="161925"/>
                  </a:cubicBezTo>
                  <a:cubicBezTo>
                    <a:pt x="9420" y="169600"/>
                    <a:pt x="18875" y="172725"/>
                    <a:pt x="25400" y="177800"/>
                  </a:cubicBezTo>
                  <a:cubicBezTo>
                    <a:pt x="39059" y="188424"/>
                    <a:pt x="31687" y="181591"/>
                    <a:pt x="50800" y="187325"/>
                  </a:cubicBezTo>
                  <a:cubicBezTo>
                    <a:pt x="88147" y="198529"/>
                    <a:pt x="41962" y="190145"/>
                    <a:pt x="88900" y="196850"/>
                  </a:cubicBezTo>
                  <a:cubicBezTo>
                    <a:pt x="109784" y="203811"/>
                    <a:pt x="96058" y="197658"/>
                    <a:pt x="123825" y="225425"/>
                  </a:cubicBezTo>
                  <a:cubicBezTo>
                    <a:pt x="129117" y="230717"/>
                    <a:pt x="135850" y="234883"/>
                    <a:pt x="139700" y="241300"/>
                  </a:cubicBezTo>
                  <a:cubicBezTo>
                    <a:pt x="151188" y="260447"/>
                    <a:pt x="144090" y="253752"/>
                    <a:pt x="158750" y="263525"/>
                  </a:cubicBezTo>
                  <a:cubicBezTo>
                    <a:pt x="161925" y="262467"/>
                    <a:pt x="165369" y="262010"/>
                    <a:pt x="168275" y="260350"/>
                  </a:cubicBezTo>
                  <a:cubicBezTo>
                    <a:pt x="195185" y="244973"/>
                    <a:pt x="168661" y="254930"/>
                    <a:pt x="190500" y="247650"/>
                  </a:cubicBezTo>
                  <a:cubicBezTo>
                    <a:pt x="198347" y="224110"/>
                    <a:pt x="193857" y="234587"/>
                    <a:pt x="203200" y="215900"/>
                  </a:cubicBezTo>
                  <a:cubicBezTo>
                    <a:pt x="206586" y="198970"/>
                    <a:pt x="210395" y="182854"/>
                    <a:pt x="209550" y="165100"/>
                  </a:cubicBezTo>
                  <a:cubicBezTo>
                    <a:pt x="209037" y="154319"/>
                    <a:pt x="205981" y="143779"/>
                    <a:pt x="203200" y="133350"/>
                  </a:cubicBezTo>
                  <a:cubicBezTo>
                    <a:pt x="198472" y="115619"/>
                    <a:pt x="196939" y="119196"/>
                    <a:pt x="187325" y="104775"/>
                  </a:cubicBezTo>
                  <a:cubicBezTo>
                    <a:pt x="183902" y="99640"/>
                    <a:pt x="177271" y="70379"/>
                    <a:pt x="168275" y="60325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CC3EA9C-ADBD-0E34-BB10-60D61891A794}"/>
                </a:ext>
              </a:extLst>
            </p:cNvPr>
            <p:cNvSpPr/>
            <p:nvPr/>
          </p:nvSpPr>
          <p:spPr>
            <a:xfrm rot="20576531">
              <a:off x="4260092" y="5105540"/>
              <a:ext cx="222760" cy="209550"/>
            </a:xfrm>
            <a:custGeom>
              <a:avLst/>
              <a:gdLst>
                <a:gd name="connsiteX0" fmla="*/ 12700 w 222760"/>
                <a:gd name="connsiteY0" fmla="*/ 50800 h 209550"/>
                <a:gd name="connsiteX1" fmla="*/ 82550 w 222760"/>
                <a:gd name="connsiteY1" fmla="*/ 57150 h 209550"/>
                <a:gd name="connsiteX2" fmla="*/ 114300 w 222760"/>
                <a:gd name="connsiteY2" fmla="*/ 50800 h 209550"/>
                <a:gd name="connsiteX3" fmla="*/ 123825 w 222760"/>
                <a:gd name="connsiteY3" fmla="*/ 34925 h 209550"/>
                <a:gd name="connsiteX4" fmla="*/ 133350 w 222760"/>
                <a:gd name="connsiteY4" fmla="*/ 28575 h 209550"/>
                <a:gd name="connsiteX5" fmla="*/ 149225 w 222760"/>
                <a:gd name="connsiteY5" fmla="*/ 3175 h 209550"/>
                <a:gd name="connsiteX6" fmla="*/ 158750 w 222760"/>
                <a:gd name="connsiteY6" fmla="*/ 0 h 209550"/>
                <a:gd name="connsiteX7" fmla="*/ 165100 w 222760"/>
                <a:gd name="connsiteY7" fmla="*/ 25400 h 209550"/>
                <a:gd name="connsiteX8" fmla="*/ 168275 w 222760"/>
                <a:gd name="connsiteY8" fmla="*/ 60325 h 209550"/>
                <a:gd name="connsiteX9" fmla="*/ 171450 w 222760"/>
                <a:gd name="connsiteY9" fmla="*/ 69850 h 209550"/>
                <a:gd name="connsiteX10" fmla="*/ 190500 w 222760"/>
                <a:gd name="connsiteY10" fmla="*/ 95250 h 209550"/>
                <a:gd name="connsiteX11" fmla="*/ 203200 w 222760"/>
                <a:gd name="connsiteY11" fmla="*/ 123825 h 209550"/>
                <a:gd name="connsiteX12" fmla="*/ 212725 w 222760"/>
                <a:gd name="connsiteY12" fmla="*/ 130175 h 209550"/>
                <a:gd name="connsiteX13" fmla="*/ 222250 w 222760"/>
                <a:gd name="connsiteY13" fmla="*/ 155575 h 209550"/>
                <a:gd name="connsiteX14" fmla="*/ 193675 w 222760"/>
                <a:gd name="connsiteY14" fmla="*/ 187325 h 209550"/>
                <a:gd name="connsiteX15" fmla="*/ 184150 w 222760"/>
                <a:gd name="connsiteY15" fmla="*/ 193675 h 209550"/>
                <a:gd name="connsiteX16" fmla="*/ 174625 w 222760"/>
                <a:gd name="connsiteY16" fmla="*/ 196850 h 209550"/>
                <a:gd name="connsiteX17" fmla="*/ 149225 w 222760"/>
                <a:gd name="connsiteY17" fmla="*/ 203200 h 209550"/>
                <a:gd name="connsiteX18" fmla="*/ 107950 w 222760"/>
                <a:gd name="connsiteY18" fmla="*/ 206375 h 209550"/>
                <a:gd name="connsiteX19" fmla="*/ 82550 w 222760"/>
                <a:gd name="connsiteY19" fmla="*/ 209550 h 209550"/>
                <a:gd name="connsiteX20" fmla="*/ 6350 w 222760"/>
                <a:gd name="connsiteY20" fmla="*/ 200025 h 209550"/>
                <a:gd name="connsiteX21" fmla="*/ 0 w 222760"/>
                <a:gd name="connsiteY21" fmla="*/ 190500 h 209550"/>
                <a:gd name="connsiteX22" fmla="*/ 15875 w 222760"/>
                <a:gd name="connsiteY22" fmla="*/ 158750 h 209550"/>
                <a:gd name="connsiteX23" fmla="*/ 25400 w 222760"/>
                <a:gd name="connsiteY23" fmla="*/ 155575 h 209550"/>
                <a:gd name="connsiteX24" fmla="*/ 41275 w 222760"/>
                <a:gd name="connsiteY24" fmla="*/ 130175 h 209550"/>
                <a:gd name="connsiteX25" fmla="*/ 34925 w 222760"/>
                <a:gd name="connsiteY25" fmla="*/ 107950 h 209550"/>
                <a:gd name="connsiteX26" fmla="*/ 25400 w 222760"/>
                <a:gd name="connsiteY26" fmla="*/ 98425 h 209550"/>
                <a:gd name="connsiteX27" fmla="*/ 12700 w 222760"/>
                <a:gd name="connsiteY27" fmla="*/ 508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760" h="209550">
                  <a:moveTo>
                    <a:pt x="12700" y="50800"/>
                  </a:moveTo>
                  <a:cubicBezTo>
                    <a:pt x="22225" y="43921"/>
                    <a:pt x="47195" y="58459"/>
                    <a:pt x="82550" y="57150"/>
                  </a:cubicBezTo>
                  <a:cubicBezTo>
                    <a:pt x="93336" y="56751"/>
                    <a:pt x="103717" y="52917"/>
                    <a:pt x="114300" y="50800"/>
                  </a:cubicBezTo>
                  <a:cubicBezTo>
                    <a:pt x="117475" y="45508"/>
                    <a:pt x="119809" y="39610"/>
                    <a:pt x="123825" y="34925"/>
                  </a:cubicBezTo>
                  <a:cubicBezTo>
                    <a:pt x="126308" y="32028"/>
                    <a:pt x="130907" y="31506"/>
                    <a:pt x="133350" y="28575"/>
                  </a:cubicBezTo>
                  <a:cubicBezTo>
                    <a:pt x="146003" y="13391"/>
                    <a:pt x="132459" y="17147"/>
                    <a:pt x="149225" y="3175"/>
                  </a:cubicBezTo>
                  <a:cubicBezTo>
                    <a:pt x="151796" y="1032"/>
                    <a:pt x="155575" y="1058"/>
                    <a:pt x="158750" y="0"/>
                  </a:cubicBezTo>
                  <a:cubicBezTo>
                    <a:pt x="160867" y="8467"/>
                    <a:pt x="164310" y="16709"/>
                    <a:pt x="165100" y="25400"/>
                  </a:cubicBezTo>
                  <a:cubicBezTo>
                    <a:pt x="166158" y="37042"/>
                    <a:pt x="166622" y="48753"/>
                    <a:pt x="168275" y="60325"/>
                  </a:cubicBezTo>
                  <a:cubicBezTo>
                    <a:pt x="168748" y="63638"/>
                    <a:pt x="169676" y="67012"/>
                    <a:pt x="171450" y="69850"/>
                  </a:cubicBezTo>
                  <a:cubicBezTo>
                    <a:pt x="173941" y="73836"/>
                    <a:pt x="187482" y="88459"/>
                    <a:pt x="190500" y="95250"/>
                  </a:cubicBezTo>
                  <a:cubicBezTo>
                    <a:pt x="195530" y="106568"/>
                    <a:pt x="194577" y="115202"/>
                    <a:pt x="203200" y="123825"/>
                  </a:cubicBezTo>
                  <a:cubicBezTo>
                    <a:pt x="205898" y="126523"/>
                    <a:pt x="209550" y="128058"/>
                    <a:pt x="212725" y="130175"/>
                  </a:cubicBezTo>
                  <a:cubicBezTo>
                    <a:pt x="217529" y="137381"/>
                    <a:pt x="224747" y="145588"/>
                    <a:pt x="222250" y="155575"/>
                  </a:cubicBezTo>
                  <a:cubicBezTo>
                    <a:pt x="216759" y="177541"/>
                    <a:pt x="209439" y="177473"/>
                    <a:pt x="193675" y="187325"/>
                  </a:cubicBezTo>
                  <a:cubicBezTo>
                    <a:pt x="190439" y="189347"/>
                    <a:pt x="187563" y="191968"/>
                    <a:pt x="184150" y="193675"/>
                  </a:cubicBezTo>
                  <a:cubicBezTo>
                    <a:pt x="181157" y="195172"/>
                    <a:pt x="177854" y="195969"/>
                    <a:pt x="174625" y="196850"/>
                  </a:cubicBezTo>
                  <a:cubicBezTo>
                    <a:pt x="166205" y="199146"/>
                    <a:pt x="157927" y="202531"/>
                    <a:pt x="149225" y="203200"/>
                  </a:cubicBezTo>
                  <a:lnTo>
                    <a:pt x="107950" y="206375"/>
                  </a:lnTo>
                  <a:cubicBezTo>
                    <a:pt x="99456" y="207184"/>
                    <a:pt x="91017" y="208492"/>
                    <a:pt x="82550" y="209550"/>
                  </a:cubicBezTo>
                  <a:cubicBezTo>
                    <a:pt x="57150" y="206375"/>
                    <a:pt x="31292" y="205781"/>
                    <a:pt x="6350" y="200025"/>
                  </a:cubicBezTo>
                  <a:cubicBezTo>
                    <a:pt x="2632" y="199167"/>
                    <a:pt x="0" y="194316"/>
                    <a:pt x="0" y="190500"/>
                  </a:cubicBezTo>
                  <a:cubicBezTo>
                    <a:pt x="0" y="177578"/>
                    <a:pt x="5321" y="165786"/>
                    <a:pt x="15875" y="158750"/>
                  </a:cubicBezTo>
                  <a:cubicBezTo>
                    <a:pt x="18660" y="156894"/>
                    <a:pt x="22225" y="156633"/>
                    <a:pt x="25400" y="155575"/>
                  </a:cubicBezTo>
                  <a:cubicBezTo>
                    <a:pt x="28182" y="151402"/>
                    <a:pt x="41093" y="132363"/>
                    <a:pt x="41275" y="130175"/>
                  </a:cubicBezTo>
                  <a:cubicBezTo>
                    <a:pt x="41915" y="122497"/>
                    <a:pt x="38371" y="114841"/>
                    <a:pt x="34925" y="107950"/>
                  </a:cubicBezTo>
                  <a:cubicBezTo>
                    <a:pt x="32917" y="103934"/>
                    <a:pt x="28849" y="101300"/>
                    <a:pt x="25400" y="98425"/>
                  </a:cubicBezTo>
                  <a:cubicBezTo>
                    <a:pt x="14994" y="89754"/>
                    <a:pt x="3175" y="57679"/>
                    <a:pt x="12700" y="50800"/>
                  </a:cubicBezTo>
                  <a:close/>
                </a:path>
              </a:pathLst>
            </a:cu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808C64-DBAA-7932-7539-A550716B37F9}"/>
              </a:ext>
            </a:extLst>
          </p:cNvPr>
          <p:cNvGrpSpPr/>
          <p:nvPr/>
        </p:nvGrpSpPr>
        <p:grpSpPr>
          <a:xfrm>
            <a:off x="3600441" y="3767496"/>
            <a:ext cx="2126378" cy="2292336"/>
            <a:chOff x="3478591" y="4575175"/>
            <a:chExt cx="1004261" cy="1083495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691BA31-CED4-8C63-3252-268BBBBB6904}"/>
                </a:ext>
              </a:extLst>
            </p:cNvPr>
            <p:cNvSpPr/>
            <p:nvPr/>
          </p:nvSpPr>
          <p:spPr>
            <a:xfrm>
              <a:off x="3601025" y="4851090"/>
              <a:ext cx="318597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EBE58FE-DD57-EFD7-BF27-F17779680EA1}"/>
                </a:ext>
              </a:extLst>
            </p:cNvPr>
            <p:cNvSpPr/>
            <p:nvPr/>
          </p:nvSpPr>
          <p:spPr>
            <a:xfrm rot="18659026">
              <a:off x="3563220" y="4979369"/>
              <a:ext cx="182630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35EF80B-4593-4DD1-4F9A-8BE9B93933A9}"/>
                </a:ext>
              </a:extLst>
            </p:cNvPr>
            <p:cNvSpPr/>
            <p:nvPr/>
          </p:nvSpPr>
          <p:spPr>
            <a:xfrm rot="14211931">
              <a:off x="3893519" y="4856856"/>
              <a:ext cx="165403" cy="154149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B7CE3E9-5DDC-7757-DCFF-1500E49333E9}"/>
                </a:ext>
              </a:extLst>
            </p:cNvPr>
            <p:cNvSpPr/>
            <p:nvPr/>
          </p:nvSpPr>
          <p:spPr>
            <a:xfrm rot="11383933">
              <a:off x="4014466" y="4829516"/>
              <a:ext cx="222248" cy="2324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41339F8-914B-0F3A-C0CF-F924016F69F1}"/>
                </a:ext>
              </a:extLst>
            </p:cNvPr>
            <p:cNvSpPr/>
            <p:nvPr/>
          </p:nvSpPr>
          <p:spPr>
            <a:xfrm>
              <a:off x="3736974" y="4575175"/>
              <a:ext cx="441325" cy="292100"/>
            </a:xfrm>
            <a:custGeom>
              <a:avLst/>
              <a:gdLst>
                <a:gd name="connsiteX0" fmla="*/ 25400 w 365294"/>
                <a:gd name="connsiteY0" fmla="*/ 206375 h 266700"/>
                <a:gd name="connsiteX1" fmla="*/ 0 w 365294"/>
                <a:gd name="connsiteY1" fmla="*/ 152400 h 266700"/>
                <a:gd name="connsiteX2" fmla="*/ 28575 w 365294"/>
                <a:gd name="connsiteY2" fmla="*/ 85725 h 266700"/>
                <a:gd name="connsiteX3" fmla="*/ 44450 w 365294"/>
                <a:gd name="connsiteY3" fmla="*/ 82550 h 266700"/>
                <a:gd name="connsiteX4" fmla="*/ 76200 w 365294"/>
                <a:gd name="connsiteY4" fmla="*/ 73025 h 266700"/>
                <a:gd name="connsiteX5" fmla="*/ 88900 w 365294"/>
                <a:gd name="connsiteY5" fmla="*/ 66675 h 266700"/>
                <a:gd name="connsiteX6" fmla="*/ 111125 w 365294"/>
                <a:gd name="connsiteY6" fmla="*/ 3175 h 266700"/>
                <a:gd name="connsiteX7" fmla="*/ 130175 w 365294"/>
                <a:gd name="connsiteY7" fmla="*/ 0 h 266700"/>
                <a:gd name="connsiteX8" fmla="*/ 200025 w 365294"/>
                <a:gd name="connsiteY8" fmla="*/ 15875 h 266700"/>
                <a:gd name="connsiteX9" fmla="*/ 209550 w 365294"/>
                <a:gd name="connsiteY9" fmla="*/ 34925 h 266700"/>
                <a:gd name="connsiteX10" fmla="*/ 222250 w 365294"/>
                <a:gd name="connsiteY10" fmla="*/ 47625 h 266700"/>
                <a:gd name="connsiteX11" fmla="*/ 231775 w 365294"/>
                <a:gd name="connsiteY11" fmla="*/ 50800 h 266700"/>
                <a:gd name="connsiteX12" fmla="*/ 269875 w 365294"/>
                <a:gd name="connsiteY12" fmla="*/ 60325 h 266700"/>
                <a:gd name="connsiteX13" fmla="*/ 276225 w 365294"/>
                <a:gd name="connsiteY13" fmla="*/ 69850 h 266700"/>
                <a:gd name="connsiteX14" fmla="*/ 279400 w 365294"/>
                <a:gd name="connsiteY14" fmla="*/ 98425 h 266700"/>
                <a:gd name="connsiteX15" fmla="*/ 314325 w 365294"/>
                <a:gd name="connsiteY15" fmla="*/ 104775 h 266700"/>
                <a:gd name="connsiteX16" fmla="*/ 333375 w 365294"/>
                <a:gd name="connsiteY16" fmla="*/ 98425 h 266700"/>
                <a:gd name="connsiteX17" fmla="*/ 355600 w 365294"/>
                <a:gd name="connsiteY17" fmla="*/ 92075 h 266700"/>
                <a:gd name="connsiteX18" fmla="*/ 365125 w 365294"/>
                <a:gd name="connsiteY18" fmla="*/ 114300 h 266700"/>
                <a:gd name="connsiteX19" fmla="*/ 358775 w 365294"/>
                <a:gd name="connsiteY19" fmla="*/ 190500 h 266700"/>
                <a:gd name="connsiteX20" fmla="*/ 333375 w 365294"/>
                <a:gd name="connsiteY20" fmla="*/ 215900 h 266700"/>
                <a:gd name="connsiteX21" fmla="*/ 317500 w 365294"/>
                <a:gd name="connsiteY21" fmla="*/ 219075 h 266700"/>
                <a:gd name="connsiteX22" fmla="*/ 282575 w 365294"/>
                <a:gd name="connsiteY22" fmla="*/ 231775 h 266700"/>
                <a:gd name="connsiteX23" fmla="*/ 273050 w 365294"/>
                <a:gd name="connsiteY23" fmla="*/ 247650 h 266700"/>
                <a:gd name="connsiteX24" fmla="*/ 263525 w 365294"/>
                <a:gd name="connsiteY24" fmla="*/ 254000 h 266700"/>
                <a:gd name="connsiteX25" fmla="*/ 219075 w 365294"/>
                <a:gd name="connsiteY25" fmla="*/ 263525 h 266700"/>
                <a:gd name="connsiteX26" fmla="*/ 209550 w 365294"/>
                <a:gd name="connsiteY26" fmla="*/ 266700 h 266700"/>
                <a:gd name="connsiteX27" fmla="*/ 187325 w 365294"/>
                <a:gd name="connsiteY27" fmla="*/ 257175 h 266700"/>
                <a:gd name="connsiteX28" fmla="*/ 165100 w 365294"/>
                <a:gd name="connsiteY28" fmla="*/ 247650 h 266700"/>
                <a:gd name="connsiteX29" fmla="*/ 73025 w 365294"/>
                <a:gd name="connsiteY29" fmla="*/ 238125 h 266700"/>
                <a:gd name="connsiteX30" fmla="*/ 25400 w 365294"/>
                <a:gd name="connsiteY30" fmla="*/ 206375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5294" h="266700">
                  <a:moveTo>
                    <a:pt x="25400" y="206375"/>
                  </a:moveTo>
                  <a:cubicBezTo>
                    <a:pt x="13229" y="192088"/>
                    <a:pt x="9741" y="186492"/>
                    <a:pt x="0" y="152400"/>
                  </a:cubicBezTo>
                  <a:cubicBezTo>
                    <a:pt x="8302" y="102591"/>
                    <a:pt x="-6870" y="98614"/>
                    <a:pt x="28575" y="85725"/>
                  </a:cubicBezTo>
                  <a:cubicBezTo>
                    <a:pt x="33647" y="83881"/>
                    <a:pt x="39158" y="83608"/>
                    <a:pt x="44450" y="82550"/>
                  </a:cubicBezTo>
                  <a:cubicBezTo>
                    <a:pt x="74533" y="67508"/>
                    <a:pt x="36669" y="84884"/>
                    <a:pt x="76200" y="73025"/>
                  </a:cubicBezTo>
                  <a:cubicBezTo>
                    <a:pt x="80733" y="71665"/>
                    <a:pt x="84667" y="68792"/>
                    <a:pt x="88900" y="66675"/>
                  </a:cubicBezTo>
                  <a:cubicBezTo>
                    <a:pt x="91949" y="11791"/>
                    <a:pt x="74149" y="12419"/>
                    <a:pt x="111125" y="3175"/>
                  </a:cubicBezTo>
                  <a:cubicBezTo>
                    <a:pt x="117370" y="1614"/>
                    <a:pt x="123825" y="1058"/>
                    <a:pt x="130175" y="0"/>
                  </a:cubicBezTo>
                  <a:cubicBezTo>
                    <a:pt x="153458" y="5292"/>
                    <a:pt x="178170" y="6259"/>
                    <a:pt x="200025" y="15875"/>
                  </a:cubicBezTo>
                  <a:cubicBezTo>
                    <a:pt x="206523" y="18734"/>
                    <a:pt x="205479" y="29109"/>
                    <a:pt x="209550" y="34925"/>
                  </a:cubicBezTo>
                  <a:cubicBezTo>
                    <a:pt x="212983" y="39830"/>
                    <a:pt x="217378" y="44145"/>
                    <a:pt x="222250" y="47625"/>
                  </a:cubicBezTo>
                  <a:cubicBezTo>
                    <a:pt x="224973" y="49570"/>
                    <a:pt x="228541" y="49938"/>
                    <a:pt x="231775" y="50800"/>
                  </a:cubicBezTo>
                  <a:cubicBezTo>
                    <a:pt x="244424" y="54173"/>
                    <a:pt x="269875" y="60325"/>
                    <a:pt x="269875" y="60325"/>
                  </a:cubicBezTo>
                  <a:cubicBezTo>
                    <a:pt x="271992" y="63500"/>
                    <a:pt x="275300" y="66148"/>
                    <a:pt x="276225" y="69850"/>
                  </a:cubicBezTo>
                  <a:cubicBezTo>
                    <a:pt x="278549" y="79147"/>
                    <a:pt x="272335" y="91949"/>
                    <a:pt x="279400" y="98425"/>
                  </a:cubicBezTo>
                  <a:cubicBezTo>
                    <a:pt x="288122" y="106421"/>
                    <a:pt x="302683" y="102658"/>
                    <a:pt x="314325" y="104775"/>
                  </a:cubicBezTo>
                  <a:cubicBezTo>
                    <a:pt x="320675" y="102658"/>
                    <a:pt x="326964" y="100348"/>
                    <a:pt x="333375" y="98425"/>
                  </a:cubicBezTo>
                  <a:cubicBezTo>
                    <a:pt x="373242" y="86465"/>
                    <a:pt x="323589" y="102745"/>
                    <a:pt x="355600" y="92075"/>
                  </a:cubicBezTo>
                  <a:cubicBezTo>
                    <a:pt x="358775" y="99483"/>
                    <a:pt x="364865" y="106244"/>
                    <a:pt x="365125" y="114300"/>
                  </a:cubicBezTo>
                  <a:cubicBezTo>
                    <a:pt x="365947" y="139775"/>
                    <a:pt x="363774" y="165507"/>
                    <a:pt x="358775" y="190500"/>
                  </a:cubicBezTo>
                  <a:cubicBezTo>
                    <a:pt x="356068" y="204034"/>
                    <a:pt x="345075" y="212000"/>
                    <a:pt x="333375" y="215900"/>
                  </a:cubicBezTo>
                  <a:cubicBezTo>
                    <a:pt x="328255" y="217607"/>
                    <a:pt x="322735" y="217766"/>
                    <a:pt x="317500" y="219075"/>
                  </a:cubicBezTo>
                  <a:cubicBezTo>
                    <a:pt x="294549" y="224813"/>
                    <a:pt x="299817" y="223154"/>
                    <a:pt x="282575" y="231775"/>
                  </a:cubicBezTo>
                  <a:cubicBezTo>
                    <a:pt x="279400" y="237067"/>
                    <a:pt x="277066" y="242965"/>
                    <a:pt x="273050" y="247650"/>
                  </a:cubicBezTo>
                  <a:cubicBezTo>
                    <a:pt x="270567" y="250547"/>
                    <a:pt x="266938" y="252293"/>
                    <a:pt x="263525" y="254000"/>
                  </a:cubicBezTo>
                  <a:cubicBezTo>
                    <a:pt x="245122" y="263201"/>
                    <a:pt x="242603" y="260911"/>
                    <a:pt x="219075" y="263525"/>
                  </a:cubicBezTo>
                  <a:cubicBezTo>
                    <a:pt x="215900" y="264583"/>
                    <a:pt x="212897" y="266700"/>
                    <a:pt x="209550" y="266700"/>
                  </a:cubicBezTo>
                  <a:cubicBezTo>
                    <a:pt x="197817" y="266700"/>
                    <a:pt x="196398" y="262360"/>
                    <a:pt x="187325" y="257175"/>
                  </a:cubicBezTo>
                  <a:cubicBezTo>
                    <a:pt x="182342" y="254327"/>
                    <a:pt x="171542" y="248787"/>
                    <a:pt x="165100" y="247650"/>
                  </a:cubicBezTo>
                  <a:cubicBezTo>
                    <a:pt x="123328" y="240279"/>
                    <a:pt x="115994" y="240990"/>
                    <a:pt x="73025" y="238125"/>
                  </a:cubicBezTo>
                  <a:cubicBezTo>
                    <a:pt x="42516" y="224565"/>
                    <a:pt x="37571" y="220662"/>
                    <a:pt x="25400" y="206375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31C0CDE-4B6E-7413-135E-133E312583D4}"/>
                </a:ext>
              </a:extLst>
            </p:cNvPr>
            <p:cNvSpPr/>
            <p:nvPr/>
          </p:nvSpPr>
          <p:spPr>
            <a:xfrm>
              <a:off x="3757306" y="4997171"/>
              <a:ext cx="401426" cy="184150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6617758-A1B4-D881-1B0B-24B3FE072EA3}"/>
                </a:ext>
              </a:extLst>
            </p:cNvPr>
            <p:cNvSpPr/>
            <p:nvPr/>
          </p:nvSpPr>
          <p:spPr>
            <a:xfrm rot="10800000">
              <a:off x="3796928" y="5181521"/>
              <a:ext cx="328662" cy="121818"/>
            </a:xfrm>
            <a:custGeom>
              <a:avLst/>
              <a:gdLst>
                <a:gd name="connsiteX0" fmla="*/ 1301 w 401426"/>
                <a:gd name="connsiteY0" fmla="*/ 133350 h 184150"/>
                <a:gd name="connsiteX1" fmla="*/ 26701 w 401426"/>
                <a:gd name="connsiteY1" fmla="*/ 41275 h 184150"/>
                <a:gd name="connsiteX2" fmla="*/ 55276 w 401426"/>
                <a:gd name="connsiteY2" fmla="*/ 19050 h 184150"/>
                <a:gd name="connsiteX3" fmla="*/ 90201 w 401426"/>
                <a:gd name="connsiteY3" fmla="*/ 12700 h 184150"/>
                <a:gd name="connsiteX4" fmla="*/ 166401 w 401426"/>
                <a:gd name="connsiteY4" fmla="*/ 0 h 184150"/>
                <a:gd name="connsiteX5" fmla="*/ 217201 w 401426"/>
                <a:gd name="connsiteY5" fmla="*/ 3175 h 184150"/>
                <a:gd name="connsiteX6" fmla="*/ 264826 w 401426"/>
                <a:gd name="connsiteY6" fmla="*/ 9525 h 184150"/>
                <a:gd name="connsiteX7" fmla="*/ 325151 w 401426"/>
                <a:gd name="connsiteY7" fmla="*/ 60325 h 184150"/>
                <a:gd name="connsiteX8" fmla="*/ 347376 w 401426"/>
                <a:gd name="connsiteY8" fmla="*/ 95250 h 184150"/>
                <a:gd name="connsiteX9" fmla="*/ 353726 w 401426"/>
                <a:gd name="connsiteY9" fmla="*/ 104775 h 184150"/>
                <a:gd name="connsiteX10" fmla="*/ 375951 w 401426"/>
                <a:gd name="connsiteY10" fmla="*/ 117475 h 184150"/>
                <a:gd name="connsiteX11" fmla="*/ 395001 w 401426"/>
                <a:gd name="connsiteY11" fmla="*/ 120650 h 184150"/>
                <a:gd name="connsiteX12" fmla="*/ 401351 w 401426"/>
                <a:gd name="connsiteY12" fmla="*/ 130175 h 184150"/>
                <a:gd name="connsiteX13" fmla="*/ 385476 w 401426"/>
                <a:gd name="connsiteY13" fmla="*/ 168275 h 184150"/>
                <a:gd name="connsiteX14" fmla="*/ 369601 w 401426"/>
                <a:gd name="connsiteY14" fmla="*/ 174625 h 184150"/>
                <a:gd name="connsiteX15" fmla="*/ 312451 w 401426"/>
                <a:gd name="connsiteY15" fmla="*/ 180975 h 184150"/>
                <a:gd name="connsiteX16" fmla="*/ 156876 w 401426"/>
                <a:gd name="connsiteY16" fmla="*/ 177800 h 184150"/>
                <a:gd name="connsiteX17" fmla="*/ 131476 w 401426"/>
                <a:gd name="connsiteY17" fmla="*/ 180975 h 184150"/>
                <a:gd name="connsiteX18" fmla="*/ 99726 w 401426"/>
                <a:gd name="connsiteY18" fmla="*/ 184150 h 184150"/>
                <a:gd name="connsiteX19" fmla="*/ 39401 w 401426"/>
                <a:gd name="connsiteY19" fmla="*/ 171450 h 184150"/>
                <a:gd name="connsiteX20" fmla="*/ 23526 w 401426"/>
                <a:gd name="connsiteY20" fmla="*/ 155575 h 184150"/>
                <a:gd name="connsiteX21" fmla="*/ 1301 w 401426"/>
                <a:gd name="connsiteY21" fmla="*/ 133350 h 184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1426" h="184150">
                  <a:moveTo>
                    <a:pt x="1301" y="133350"/>
                  </a:moveTo>
                  <a:cubicBezTo>
                    <a:pt x="1830" y="114300"/>
                    <a:pt x="13106" y="70065"/>
                    <a:pt x="26701" y="41275"/>
                  </a:cubicBezTo>
                  <a:cubicBezTo>
                    <a:pt x="31854" y="30364"/>
                    <a:pt x="44272" y="24002"/>
                    <a:pt x="55276" y="19050"/>
                  </a:cubicBezTo>
                  <a:cubicBezTo>
                    <a:pt x="66066" y="14194"/>
                    <a:pt x="78639" y="15214"/>
                    <a:pt x="90201" y="12700"/>
                  </a:cubicBezTo>
                  <a:cubicBezTo>
                    <a:pt x="152939" y="-939"/>
                    <a:pt x="103306" y="5258"/>
                    <a:pt x="166401" y="0"/>
                  </a:cubicBezTo>
                  <a:lnTo>
                    <a:pt x="217201" y="3175"/>
                  </a:lnTo>
                  <a:cubicBezTo>
                    <a:pt x="256753" y="6000"/>
                    <a:pt x="243706" y="2485"/>
                    <a:pt x="264826" y="9525"/>
                  </a:cubicBezTo>
                  <a:cubicBezTo>
                    <a:pt x="284934" y="26458"/>
                    <a:pt x="310569" y="38452"/>
                    <a:pt x="325151" y="60325"/>
                  </a:cubicBezTo>
                  <a:cubicBezTo>
                    <a:pt x="352364" y="101145"/>
                    <a:pt x="324957" y="59379"/>
                    <a:pt x="347376" y="95250"/>
                  </a:cubicBezTo>
                  <a:cubicBezTo>
                    <a:pt x="349398" y="98486"/>
                    <a:pt x="350714" y="102432"/>
                    <a:pt x="353726" y="104775"/>
                  </a:cubicBezTo>
                  <a:cubicBezTo>
                    <a:pt x="360461" y="110013"/>
                    <a:pt x="367987" y="114412"/>
                    <a:pt x="375951" y="117475"/>
                  </a:cubicBezTo>
                  <a:cubicBezTo>
                    <a:pt x="381959" y="119786"/>
                    <a:pt x="388651" y="119592"/>
                    <a:pt x="395001" y="120650"/>
                  </a:cubicBezTo>
                  <a:cubicBezTo>
                    <a:pt x="397118" y="123825"/>
                    <a:pt x="402099" y="126433"/>
                    <a:pt x="401351" y="130175"/>
                  </a:cubicBezTo>
                  <a:cubicBezTo>
                    <a:pt x="398653" y="143666"/>
                    <a:pt x="393473" y="157079"/>
                    <a:pt x="385476" y="168275"/>
                  </a:cubicBezTo>
                  <a:cubicBezTo>
                    <a:pt x="382163" y="172913"/>
                    <a:pt x="375099" y="173125"/>
                    <a:pt x="369601" y="174625"/>
                  </a:cubicBezTo>
                  <a:cubicBezTo>
                    <a:pt x="355688" y="178419"/>
                    <a:pt x="321912" y="180187"/>
                    <a:pt x="312451" y="180975"/>
                  </a:cubicBezTo>
                  <a:cubicBezTo>
                    <a:pt x="260593" y="179917"/>
                    <a:pt x="208745" y="177800"/>
                    <a:pt x="156876" y="177800"/>
                  </a:cubicBezTo>
                  <a:cubicBezTo>
                    <a:pt x="148343" y="177800"/>
                    <a:pt x="139956" y="180033"/>
                    <a:pt x="131476" y="180975"/>
                  </a:cubicBezTo>
                  <a:cubicBezTo>
                    <a:pt x="120905" y="182150"/>
                    <a:pt x="110309" y="183092"/>
                    <a:pt x="99726" y="184150"/>
                  </a:cubicBezTo>
                  <a:cubicBezTo>
                    <a:pt x="95331" y="183417"/>
                    <a:pt x="49288" y="177217"/>
                    <a:pt x="39401" y="171450"/>
                  </a:cubicBezTo>
                  <a:cubicBezTo>
                    <a:pt x="32937" y="167679"/>
                    <a:pt x="28532" y="161137"/>
                    <a:pt x="23526" y="155575"/>
                  </a:cubicBezTo>
                  <a:cubicBezTo>
                    <a:pt x="-7153" y="121488"/>
                    <a:pt x="772" y="152400"/>
                    <a:pt x="1301" y="13335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03AA133-EFEB-3ED8-2095-E619E8B2F958}"/>
                </a:ext>
              </a:extLst>
            </p:cNvPr>
            <p:cNvSpPr/>
            <p:nvPr/>
          </p:nvSpPr>
          <p:spPr>
            <a:xfrm>
              <a:off x="3763785" y="5292686"/>
              <a:ext cx="165326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8F6DE46-39F6-4567-89A9-8CCC27CA21FB}"/>
                </a:ext>
              </a:extLst>
            </p:cNvPr>
            <p:cNvSpPr/>
            <p:nvPr/>
          </p:nvSpPr>
          <p:spPr>
            <a:xfrm>
              <a:off x="3750859" y="5439558"/>
              <a:ext cx="114493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22196A6-855B-3249-542B-2565DAC99DBD}"/>
                </a:ext>
              </a:extLst>
            </p:cNvPr>
            <p:cNvSpPr/>
            <p:nvPr/>
          </p:nvSpPr>
          <p:spPr>
            <a:xfrm>
              <a:off x="3696435" y="5569176"/>
              <a:ext cx="172596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86E8133-6AA9-4F75-61AE-D4BB7C340A6C}"/>
                </a:ext>
              </a:extLst>
            </p:cNvPr>
            <p:cNvSpPr/>
            <p:nvPr/>
          </p:nvSpPr>
          <p:spPr>
            <a:xfrm flipH="1">
              <a:off x="4008439" y="5299368"/>
              <a:ext cx="164239" cy="164198"/>
            </a:xfrm>
            <a:custGeom>
              <a:avLst/>
              <a:gdLst>
                <a:gd name="connsiteX0" fmla="*/ 114526 w 165326"/>
                <a:gd name="connsiteY0" fmla="*/ 527 h 164198"/>
                <a:gd name="connsiteX1" fmla="*/ 44676 w 165326"/>
                <a:gd name="connsiteY1" fmla="*/ 22752 h 164198"/>
                <a:gd name="connsiteX2" fmla="*/ 12926 w 165326"/>
                <a:gd name="connsiteY2" fmla="*/ 41802 h 164198"/>
                <a:gd name="connsiteX3" fmla="*/ 6576 w 165326"/>
                <a:gd name="connsiteY3" fmla="*/ 51327 h 164198"/>
                <a:gd name="connsiteX4" fmla="*/ 6576 w 165326"/>
                <a:gd name="connsiteY4" fmla="*/ 102127 h 164198"/>
                <a:gd name="connsiteX5" fmla="*/ 22451 w 165326"/>
                <a:gd name="connsiteY5" fmla="*/ 118002 h 164198"/>
                <a:gd name="connsiteX6" fmla="*/ 44676 w 165326"/>
                <a:gd name="connsiteY6" fmla="*/ 137052 h 164198"/>
                <a:gd name="connsiteX7" fmla="*/ 47851 w 165326"/>
                <a:gd name="connsiteY7" fmla="*/ 159277 h 164198"/>
                <a:gd name="connsiteX8" fmla="*/ 133576 w 165326"/>
                <a:gd name="connsiteY8" fmla="*/ 137052 h 164198"/>
                <a:gd name="connsiteX9" fmla="*/ 139926 w 165326"/>
                <a:gd name="connsiteY9" fmla="*/ 114827 h 164198"/>
                <a:gd name="connsiteX10" fmla="*/ 158976 w 165326"/>
                <a:gd name="connsiteY10" fmla="*/ 64027 h 164198"/>
                <a:gd name="connsiteX11" fmla="*/ 165326 w 165326"/>
                <a:gd name="connsiteY11" fmla="*/ 41802 h 164198"/>
                <a:gd name="connsiteX12" fmla="*/ 162151 w 165326"/>
                <a:gd name="connsiteY12" fmla="*/ 25927 h 164198"/>
                <a:gd name="connsiteX13" fmla="*/ 146276 w 165326"/>
                <a:gd name="connsiteY13" fmla="*/ 10052 h 164198"/>
                <a:gd name="connsiteX14" fmla="*/ 136751 w 165326"/>
                <a:gd name="connsiteY14" fmla="*/ 6877 h 164198"/>
                <a:gd name="connsiteX15" fmla="*/ 114526 w 165326"/>
                <a:gd name="connsiteY15" fmla="*/ 527 h 164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5326" h="164198">
                  <a:moveTo>
                    <a:pt x="114526" y="527"/>
                  </a:moveTo>
                  <a:cubicBezTo>
                    <a:pt x="99180" y="3173"/>
                    <a:pt x="66991" y="7875"/>
                    <a:pt x="44676" y="22752"/>
                  </a:cubicBezTo>
                  <a:cubicBezTo>
                    <a:pt x="21688" y="38077"/>
                    <a:pt x="32452" y="32039"/>
                    <a:pt x="12926" y="41802"/>
                  </a:cubicBezTo>
                  <a:cubicBezTo>
                    <a:pt x="10809" y="44977"/>
                    <a:pt x="7993" y="47784"/>
                    <a:pt x="6576" y="51327"/>
                  </a:cubicBezTo>
                  <a:cubicBezTo>
                    <a:pt x="-942" y="70123"/>
                    <a:pt x="-3360" y="82254"/>
                    <a:pt x="6576" y="102127"/>
                  </a:cubicBezTo>
                  <a:cubicBezTo>
                    <a:pt x="9923" y="108820"/>
                    <a:pt x="16858" y="113030"/>
                    <a:pt x="22451" y="118002"/>
                  </a:cubicBezTo>
                  <a:cubicBezTo>
                    <a:pt x="59108" y="150586"/>
                    <a:pt x="14129" y="106505"/>
                    <a:pt x="44676" y="137052"/>
                  </a:cubicBezTo>
                  <a:cubicBezTo>
                    <a:pt x="45734" y="144460"/>
                    <a:pt x="40715" y="157023"/>
                    <a:pt x="47851" y="159277"/>
                  </a:cubicBezTo>
                  <a:cubicBezTo>
                    <a:pt x="90509" y="172748"/>
                    <a:pt x="104679" y="156317"/>
                    <a:pt x="133576" y="137052"/>
                  </a:cubicBezTo>
                  <a:cubicBezTo>
                    <a:pt x="135693" y="129644"/>
                    <a:pt x="137395" y="122104"/>
                    <a:pt x="139926" y="114827"/>
                  </a:cubicBezTo>
                  <a:cubicBezTo>
                    <a:pt x="145867" y="97746"/>
                    <a:pt x="154590" y="81572"/>
                    <a:pt x="158976" y="64027"/>
                  </a:cubicBezTo>
                  <a:cubicBezTo>
                    <a:pt x="162963" y="48080"/>
                    <a:pt x="160771" y="55467"/>
                    <a:pt x="165326" y="41802"/>
                  </a:cubicBezTo>
                  <a:cubicBezTo>
                    <a:pt x="164268" y="36510"/>
                    <a:pt x="164046" y="30980"/>
                    <a:pt x="162151" y="25927"/>
                  </a:cubicBezTo>
                  <a:cubicBezTo>
                    <a:pt x="159220" y="18112"/>
                    <a:pt x="153440" y="13634"/>
                    <a:pt x="146276" y="10052"/>
                  </a:cubicBezTo>
                  <a:cubicBezTo>
                    <a:pt x="143283" y="8555"/>
                    <a:pt x="139858" y="8120"/>
                    <a:pt x="136751" y="6877"/>
                  </a:cubicBezTo>
                  <a:cubicBezTo>
                    <a:pt x="134554" y="5998"/>
                    <a:pt x="129872" y="-2119"/>
                    <a:pt x="114526" y="527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052EA3D-B2CB-0503-9D94-394072A12747}"/>
                </a:ext>
              </a:extLst>
            </p:cNvPr>
            <p:cNvSpPr/>
            <p:nvPr/>
          </p:nvSpPr>
          <p:spPr>
            <a:xfrm flipH="1">
              <a:off x="4071779" y="5446240"/>
              <a:ext cx="113740" cy="124403"/>
            </a:xfrm>
            <a:custGeom>
              <a:avLst/>
              <a:gdLst>
                <a:gd name="connsiteX0" fmla="*/ 73218 w 114493"/>
                <a:gd name="connsiteY0" fmla="*/ 10103 h 124403"/>
                <a:gd name="connsiteX1" fmla="*/ 19243 w 114493"/>
                <a:gd name="connsiteY1" fmla="*/ 22803 h 124403"/>
                <a:gd name="connsiteX2" fmla="*/ 6543 w 114493"/>
                <a:gd name="connsiteY2" fmla="*/ 41853 h 124403"/>
                <a:gd name="connsiteX3" fmla="*/ 3368 w 114493"/>
                <a:gd name="connsiteY3" fmla="*/ 60903 h 124403"/>
                <a:gd name="connsiteX4" fmla="*/ 9718 w 114493"/>
                <a:gd name="connsiteY4" fmla="*/ 118053 h 124403"/>
                <a:gd name="connsiteX5" fmla="*/ 28768 w 114493"/>
                <a:gd name="connsiteY5" fmla="*/ 124403 h 124403"/>
                <a:gd name="connsiteX6" fmla="*/ 92268 w 114493"/>
                <a:gd name="connsiteY6" fmla="*/ 121228 h 124403"/>
                <a:gd name="connsiteX7" fmla="*/ 101793 w 114493"/>
                <a:gd name="connsiteY7" fmla="*/ 114878 h 124403"/>
                <a:gd name="connsiteX8" fmla="*/ 108143 w 114493"/>
                <a:gd name="connsiteY8" fmla="*/ 99003 h 124403"/>
                <a:gd name="connsiteX9" fmla="*/ 114493 w 114493"/>
                <a:gd name="connsiteY9" fmla="*/ 79953 h 124403"/>
                <a:gd name="connsiteX10" fmla="*/ 108143 w 114493"/>
                <a:gd name="connsiteY10" fmla="*/ 19628 h 124403"/>
                <a:gd name="connsiteX11" fmla="*/ 101793 w 114493"/>
                <a:gd name="connsiteY11" fmla="*/ 3753 h 124403"/>
                <a:gd name="connsiteX12" fmla="*/ 73218 w 114493"/>
                <a:gd name="connsiteY12" fmla="*/ 10103 h 124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493" h="124403">
                  <a:moveTo>
                    <a:pt x="73218" y="10103"/>
                  </a:moveTo>
                  <a:cubicBezTo>
                    <a:pt x="59460" y="13278"/>
                    <a:pt x="34488" y="5652"/>
                    <a:pt x="19243" y="22803"/>
                  </a:cubicBezTo>
                  <a:cubicBezTo>
                    <a:pt x="14173" y="28507"/>
                    <a:pt x="10776" y="35503"/>
                    <a:pt x="6543" y="41853"/>
                  </a:cubicBezTo>
                  <a:cubicBezTo>
                    <a:pt x="5485" y="48203"/>
                    <a:pt x="4347" y="54540"/>
                    <a:pt x="3368" y="60903"/>
                  </a:cubicBezTo>
                  <a:cubicBezTo>
                    <a:pt x="173" y="81669"/>
                    <a:pt x="-4496" y="97522"/>
                    <a:pt x="9718" y="118053"/>
                  </a:cubicBezTo>
                  <a:cubicBezTo>
                    <a:pt x="13528" y="123556"/>
                    <a:pt x="22418" y="122286"/>
                    <a:pt x="28768" y="124403"/>
                  </a:cubicBezTo>
                  <a:cubicBezTo>
                    <a:pt x="49935" y="123345"/>
                    <a:pt x="71253" y="123969"/>
                    <a:pt x="92268" y="121228"/>
                  </a:cubicBezTo>
                  <a:cubicBezTo>
                    <a:pt x="96052" y="120734"/>
                    <a:pt x="99575" y="117983"/>
                    <a:pt x="101793" y="114878"/>
                  </a:cubicBezTo>
                  <a:cubicBezTo>
                    <a:pt x="105106" y="110240"/>
                    <a:pt x="106195" y="104359"/>
                    <a:pt x="108143" y="99003"/>
                  </a:cubicBezTo>
                  <a:cubicBezTo>
                    <a:pt x="110430" y="92713"/>
                    <a:pt x="112376" y="86303"/>
                    <a:pt x="114493" y="79953"/>
                  </a:cubicBezTo>
                  <a:cubicBezTo>
                    <a:pt x="112376" y="59845"/>
                    <a:pt x="111467" y="39572"/>
                    <a:pt x="108143" y="19628"/>
                  </a:cubicBezTo>
                  <a:cubicBezTo>
                    <a:pt x="107206" y="14006"/>
                    <a:pt x="105213" y="8312"/>
                    <a:pt x="101793" y="3753"/>
                  </a:cubicBezTo>
                  <a:cubicBezTo>
                    <a:pt x="94173" y="-6407"/>
                    <a:pt x="86976" y="6928"/>
                    <a:pt x="73218" y="10103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FC1EFF7-9341-E7D6-EF3C-E76168B62457}"/>
                </a:ext>
              </a:extLst>
            </p:cNvPr>
            <p:cNvSpPr/>
            <p:nvPr/>
          </p:nvSpPr>
          <p:spPr>
            <a:xfrm flipH="1">
              <a:off x="4068124" y="5575858"/>
              <a:ext cx="171461" cy="82812"/>
            </a:xfrm>
            <a:custGeom>
              <a:avLst/>
              <a:gdLst>
                <a:gd name="connsiteX0" fmla="*/ 54876 w 172596"/>
                <a:gd name="connsiteY0" fmla="*/ 262 h 82812"/>
                <a:gd name="connsiteX1" fmla="*/ 29476 w 172596"/>
                <a:gd name="connsiteY1" fmla="*/ 6612 h 82812"/>
                <a:gd name="connsiteX2" fmla="*/ 16776 w 172596"/>
                <a:gd name="connsiteY2" fmla="*/ 12962 h 82812"/>
                <a:gd name="connsiteX3" fmla="*/ 4076 w 172596"/>
                <a:gd name="connsiteY3" fmla="*/ 57412 h 82812"/>
                <a:gd name="connsiteX4" fmla="*/ 19951 w 172596"/>
                <a:gd name="connsiteY4" fmla="*/ 66937 h 82812"/>
                <a:gd name="connsiteX5" fmla="*/ 77101 w 172596"/>
                <a:gd name="connsiteY5" fmla="*/ 76462 h 82812"/>
                <a:gd name="connsiteX6" fmla="*/ 115201 w 172596"/>
                <a:gd name="connsiteY6" fmla="*/ 82812 h 82812"/>
                <a:gd name="connsiteX7" fmla="*/ 140601 w 172596"/>
                <a:gd name="connsiteY7" fmla="*/ 79637 h 82812"/>
                <a:gd name="connsiteX8" fmla="*/ 153301 w 172596"/>
                <a:gd name="connsiteY8" fmla="*/ 76462 h 82812"/>
                <a:gd name="connsiteX9" fmla="*/ 166001 w 172596"/>
                <a:gd name="connsiteY9" fmla="*/ 63762 h 82812"/>
                <a:gd name="connsiteX10" fmla="*/ 172351 w 172596"/>
                <a:gd name="connsiteY10" fmla="*/ 32012 h 82812"/>
                <a:gd name="connsiteX11" fmla="*/ 169176 w 172596"/>
                <a:gd name="connsiteY11" fmla="*/ 6612 h 82812"/>
                <a:gd name="connsiteX12" fmla="*/ 153301 w 172596"/>
                <a:gd name="connsiteY12" fmla="*/ 3437 h 82812"/>
                <a:gd name="connsiteX13" fmla="*/ 54876 w 172596"/>
                <a:gd name="connsiteY13" fmla="*/ 262 h 8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2596" h="82812">
                  <a:moveTo>
                    <a:pt x="54876" y="262"/>
                  </a:moveTo>
                  <a:cubicBezTo>
                    <a:pt x="34239" y="791"/>
                    <a:pt x="38019" y="2951"/>
                    <a:pt x="29476" y="6612"/>
                  </a:cubicBezTo>
                  <a:cubicBezTo>
                    <a:pt x="25126" y="8476"/>
                    <a:pt x="21009" y="10845"/>
                    <a:pt x="16776" y="12962"/>
                  </a:cubicBezTo>
                  <a:cubicBezTo>
                    <a:pt x="7612" y="25181"/>
                    <a:pt x="-7230" y="40453"/>
                    <a:pt x="4076" y="57412"/>
                  </a:cubicBezTo>
                  <a:cubicBezTo>
                    <a:pt x="7499" y="62547"/>
                    <a:pt x="14097" y="64986"/>
                    <a:pt x="19951" y="66937"/>
                  </a:cubicBezTo>
                  <a:cubicBezTo>
                    <a:pt x="37120" y="72660"/>
                    <a:pt x="59133" y="73767"/>
                    <a:pt x="77101" y="76462"/>
                  </a:cubicBezTo>
                  <a:cubicBezTo>
                    <a:pt x="89834" y="78372"/>
                    <a:pt x="115201" y="82812"/>
                    <a:pt x="115201" y="82812"/>
                  </a:cubicBezTo>
                  <a:cubicBezTo>
                    <a:pt x="123668" y="81754"/>
                    <a:pt x="132185" y="81040"/>
                    <a:pt x="140601" y="79637"/>
                  </a:cubicBezTo>
                  <a:cubicBezTo>
                    <a:pt x="144905" y="78920"/>
                    <a:pt x="149601" y="78775"/>
                    <a:pt x="153301" y="76462"/>
                  </a:cubicBezTo>
                  <a:cubicBezTo>
                    <a:pt x="158378" y="73289"/>
                    <a:pt x="161768" y="67995"/>
                    <a:pt x="166001" y="63762"/>
                  </a:cubicBezTo>
                  <a:cubicBezTo>
                    <a:pt x="168099" y="55370"/>
                    <a:pt x="172351" y="39797"/>
                    <a:pt x="172351" y="32012"/>
                  </a:cubicBezTo>
                  <a:cubicBezTo>
                    <a:pt x="172351" y="23479"/>
                    <a:pt x="173909" y="13712"/>
                    <a:pt x="169176" y="6612"/>
                  </a:cubicBezTo>
                  <a:cubicBezTo>
                    <a:pt x="166183" y="2122"/>
                    <a:pt x="158668" y="4002"/>
                    <a:pt x="153301" y="3437"/>
                  </a:cubicBezTo>
                  <a:cubicBezTo>
                    <a:pt x="117408" y="-341"/>
                    <a:pt x="75513" y="-267"/>
                    <a:pt x="54876" y="262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8730C44-14E3-2ED8-1ACE-72F8BD476EC6}"/>
                </a:ext>
              </a:extLst>
            </p:cNvPr>
            <p:cNvSpPr/>
            <p:nvPr/>
          </p:nvSpPr>
          <p:spPr>
            <a:xfrm rot="14263189">
              <a:off x="4161759" y="4989494"/>
              <a:ext cx="206241" cy="180975"/>
            </a:xfrm>
            <a:custGeom>
              <a:avLst/>
              <a:gdLst>
                <a:gd name="connsiteX0" fmla="*/ 3964 w 182630"/>
                <a:gd name="connsiteY0" fmla="*/ 114300 h 180975"/>
                <a:gd name="connsiteX1" fmla="*/ 3964 w 182630"/>
                <a:gd name="connsiteY1" fmla="*/ 73025 h 180975"/>
                <a:gd name="connsiteX2" fmla="*/ 13489 w 182630"/>
                <a:gd name="connsiteY2" fmla="*/ 66675 h 180975"/>
                <a:gd name="connsiteX3" fmla="*/ 45239 w 182630"/>
                <a:gd name="connsiteY3" fmla="*/ 60325 h 180975"/>
                <a:gd name="connsiteX4" fmla="*/ 67464 w 182630"/>
                <a:gd name="connsiteY4" fmla="*/ 50800 h 180975"/>
                <a:gd name="connsiteX5" fmla="*/ 70639 w 182630"/>
                <a:gd name="connsiteY5" fmla="*/ 41275 h 180975"/>
                <a:gd name="connsiteX6" fmla="*/ 76989 w 182630"/>
                <a:gd name="connsiteY6" fmla="*/ 12700 h 180975"/>
                <a:gd name="connsiteX7" fmla="*/ 83339 w 182630"/>
                <a:gd name="connsiteY7" fmla="*/ 3175 h 180975"/>
                <a:gd name="connsiteX8" fmla="*/ 92864 w 182630"/>
                <a:gd name="connsiteY8" fmla="*/ 0 h 180975"/>
                <a:gd name="connsiteX9" fmla="*/ 140489 w 182630"/>
                <a:gd name="connsiteY9" fmla="*/ 3175 h 180975"/>
                <a:gd name="connsiteX10" fmla="*/ 150014 w 182630"/>
                <a:gd name="connsiteY10" fmla="*/ 12700 h 180975"/>
                <a:gd name="connsiteX11" fmla="*/ 156364 w 182630"/>
                <a:gd name="connsiteY11" fmla="*/ 31750 h 180975"/>
                <a:gd name="connsiteX12" fmla="*/ 159539 w 182630"/>
                <a:gd name="connsiteY12" fmla="*/ 79375 h 180975"/>
                <a:gd name="connsiteX13" fmla="*/ 165889 w 182630"/>
                <a:gd name="connsiteY13" fmla="*/ 98425 h 180975"/>
                <a:gd name="connsiteX14" fmla="*/ 178589 w 182630"/>
                <a:gd name="connsiteY14" fmla="*/ 127000 h 180975"/>
                <a:gd name="connsiteX15" fmla="*/ 181764 w 182630"/>
                <a:gd name="connsiteY15" fmla="*/ 139700 h 180975"/>
                <a:gd name="connsiteX16" fmla="*/ 130964 w 182630"/>
                <a:gd name="connsiteY16" fmla="*/ 155575 h 180975"/>
                <a:gd name="connsiteX17" fmla="*/ 115089 w 182630"/>
                <a:gd name="connsiteY17" fmla="*/ 165100 h 180975"/>
                <a:gd name="connsiteX18" fmla="*/ 99214 w 182630"/>
                <a:gd name="connsiteY18" fmla="*/ 171450 h 180975"/>
                <a:gd name="connsiteX19" fmla="*/ 89689 w 182630"/>
                <a:gd name="connsiteY19" fmla="*/ 174625 h 180975"/>
                <a:gd name="connsiteX20" fmla="*/ 80164 w 182630"/>
                <a:gd name="connsiteY20" fmla="*/ 180975 h 180975"/>
                <a:gd name="connsiteX21" fmla="*/ 70639 w 182630"/>
                <a:gd name="connsiteY21" fmla="*/ 174625 h 180975"/>
                <a:gd name="connsiteX22" fmla="*/ 54764 w 182630"/>
                <a:gd name="connsiteY22" fmla="*/ 142875 h 180975"/>
                <a:gd name="connsiteX23" fmla="*/ 26189 w 182630"/>
                <a:gd name="connsiteY23" fmla="*/ 136525 h 180975"/>
                <a:gd name="connsiteX24" fmla="*/ 3964 w 182630"/>
                <a:gd name="connsiteY24" fmla="*/ 114300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2630" h="180975">
                  <a:moveTo>
                    <a:pt x="3964" y="114300"/>
                  </a:moveTo>
                  <a:cubicBezTo>
                    <a:pt x="260" y="103717"/>
                    <a:pt x="-2700" y="89684"/>
                    <a:pt x="3964" y="73025"/>
                  </a:cubicBezTo>
                  <a:cubicBezTo>
                    <a:pt x="5381" y="69482"/>
                    <a:pt x="9869" y="67882"/>
                    <a:pt x="13489" y="66675"/>
                  </a:cubicBezTo>
                  <a:cubicBezTo>
                    <a:pt x="60480" y="51011"/>
                    <a:pt x="10272" y="73040"/>
                    <a:pt x="45239" y="60325"/>
                  </a:cubicBezTo>
                  <a:cubicBezTo>
                    <a:pt x="52814" y="57571"/>
                    <a:pt x="60056" y="53975"/>
                    <a:pt x="67464" y="50800"/>
                  </a:cubicBezTo>
                  <a:cubicBezTo>
                    <a:pt x="68522" y="47625"/>
                    <a:pt x="69827" y="44522"/>
                    <a:pt x="70639" y="41275"/>
                  </a:cubicBezTo>
                  <a:cubicBezTo>
                    <a:pt x="73006" y="31809"/>
                    <a:pt x="73903" y="21957"/>
                    <a:pt x="76989" y="12700"/>
                  </a:cubicBezTo>
                  <a:cubicBezTo>
                    <a:pt x="78196" y="9080"/>
                    <a:pt x="80359" y="5559"/>
                    <a:pt x="83339" y="3175"/>
                  </a:cubicBezTo>
                  <a:cubicBezTo>
                    <a:pt x="85952" y="1084"/>
                    <a:pt x="89689" y="1058"/>
                    <a:pt x="92864" y="0"/>
                  </a:cubicBezTo>
                  <a:cubicBezTo>
                    <a:pt x="108739" y="1058"/>
                    <a:pt x="124958" y="-276"/>
                    <a:pt x="140489" y="3175"/>
                  </a:cubicBezTo>
                  <a:cubicBezTo>
                    <a:pt x="144872" y="4149"/>
                    <a:pt x="147833" y="8775"/>
                    <a:pt x="150014" y="12700"/>
                  </a:cubicBezTo>
                  <a:cubicBezTo>
                    <a:pt x="153265" y="18551"/>
                    <a:pt x="156364" y="31750"/>
                    <a:pt x="156364" y="31750"/>
                  </a:cubicBezTo>
                  <a:cubicBezTo>
                    <a:pt x="157422" y="47625"/>
                    <a:pt x="157289" y="63625"/>
                    <a:pt x="159539" y="79375"/>
                  </a:cubicBezTo>
                  <a:cubicBezTo>
                    <a:pt x="160486" y="86001"/>
                    <a:pt x="163772" y="92075"/>
                    <a:pt x="165889" y="98425"/>
                  </a:cubicBezTo>
                  <a:cubicBezTo>
                    <a:pt x="173446" y="121095"/>
                    <a:pt x="168526" y="111906"/>
                    <a:pt x="178589" y="127000"/>
                  </a:cubicBezTo>
                  <a:cubicBezTo>
                    <a:pt x="179647" y="131233"/>
                    <a:pt x="184604" y="136387"/>
                    <a:pt x="181764" y="139700"/>
                  </a:cubicBezTo>
                  <a:cubicBezTo>
                    <a:pt x="174949" y="147651"/>
                    <a:pt x="137895" y="154035"/>
                    <a:pt x="130964" y="155575"/>
                  </a:cubicBezTo>
                  <a:cubicBezTo>
                    <a:pt x="125672" y="158750"/>
                    <a:pt x="120609" y="162340"/>
                    <a:pt x="115089" y="165100"/>
                  </a:cubicBezTo>
                  <a:cubicBezTo>
                    <a:pt x="109991" y="167649"/>
                    <a:pt x="104550" y="169449"/>
                    <a:pt x="99214" y="171450"/>
                  </a:cubicBezTo>
                  <a:cubicBezTo>
                    <a:pt x="96080" y="172625"/>
                    <a:pt x="92682" y="173128"/>
                    <a:pt x="89689" y="174625"/>
                  </a:cubicBezTo>
                  <a:cubicBezTo>
                    <a:pt x="86276" y="176332"/>
                    <a:pt x="83339" y="178858"/>
                    <a:pt x="80164" y="180975"/>
                  </a:cubicBezTo>
                  <a:cubicBezTo>
                    <a:pt x="76989" y="178858"/>
                    <a:pt x="72756" y="177800"/>
                    <a:pt x="70639" y="174625"/>
                  </a:cubicBezTo>
                  <a:cubicBezTo>
                    <a:pt x="64075" y="164780"/>
                    <a:pt x="66436" y="144820"/>
                    <a:pt x="54764" y="142875"/>
                  </a:cubicBezTo>
                  <a:cubicBezTo>
                    <a:pt x="47447" y="141656"/>
                    <a:pt x="34005" y="140433"/>
                    <a:pt x="26189" y="136525"/>
                  </a:cubicBezTo>
                  <a:cubicBezTo>
                    <a:pt x="22776" y="134818"/>
                    <a:pt x="7668" y="124883"/>
                    <a:pt x="3964" y="1143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F513FE3-9B61-563D-4110-E4201DF227D3}"/>
                </a:ext>
              </a:extLst>
            </p:cNvPr>
            <p:cNvSpPr/>
            <p:nvPr/>
          </p:nvSpPr>
          <p:spPr>
            <a:xfrm>
              <a:off x="3478591" y="5120130"/>
              <a:ext cx="209669" cy="263525"/>
            </a:xfrm>
            <a:custGeom>
              <a:avLst/>
              <a:gdLst>
                <a:gd name="connsiteX0" fmla="*/ 168275 w 209669"/>
                <a:gd name="connsiteY0" fmla="*/ 60325 h 263525"/>
                <a:gd name="connsiteX1" fmla="*/ 133350 w 209669"/>
                <a:gd name="connsiteY1" fmla="*/ 44450 h 263525"/>
                <a:gd name="connsiteX2" fmla="*/ 101600 w 209669"/>
                <a:gd name="connsiteY2" fmla="*/ 25400 h 263525"/>
                <a:gd name="connsiteX3" fmla="*/ 85725 w 209669"/>
                <a:gd name="connsiteY3" fmla="*/ 12700 h 263525"/>
                <a:gd name="connsiteX4" fmla="*/ 66675 w 209669"/>
                <a:gd name="connsiteY4" fmla="*/ 0 h 263525"/>
                <a:gd name="connsiteX5" fmla="*/ 38100 w 209669"/>
                <a:gd name="connsiteY5" fmla="*/ 53975 h 263525"/>
                <a:gd name="connsiteX6" fmla="*/ 25400 w 209669"/>
                <a:gd name="connsiteY6" fmla="*/ 79375 h 263525"/>
                <a:gd name="connsiteX7" fmla="*/ 19050 w 209669"/>
                <a:gd name="connsiteY7" fmla="*/ 92075 h 263525"/>
                <a:gd name="connsiteX8" fmla="*/ 0 w 209669"/>
                <a:gd name="connsiteY8" fmla="*/ 114300 h 263525"/>
                <a:gd name="connsiteX9" fmla="*/ 6350 w 209669"/>
                <a:gd name="connsiteY9" fmla="*/ 161925 h 263525"/>
                <a:gd name="connsiteX10" fmla="*/ 25400 w 209669"/>
                <a:gd name="connsiteY10" fmla="*/ 177800 h 263525"/>
                <a:gd name="connsiteX11" fmla="*/ 50800 w 209669"/>
                <a:gd name="connsiteY11" fmla="*/ 187325 h 263525"/>
                <a:gd name="connsiteX12" fmla="*/ 88900 w 209669"/>
                <a:gd name="connsiteY12" fmla="*/ 196850 h 263525"/>
                <a:gd name="connsiteX13" fmla="*/ 123825 w 209669"/>
                <a:gd name="connsiteY13" fmla="*/ 225425 h 263525"/>
                <a:gd name="connsiteX14" fmla="*/ 139700 w 209669"/>
                <a:gd name="connsiteY14" fmla="*/ 241300 h 263525"/>
                <a:gd name="connsiteX15" fmla="*/ 158750 w 209669"/>
                <a:gd name="connsiteY15" fmla="*/ 263525 h 263525"/>
                <a:gd name="connsiteX16" fmla="*/ 168275 w 209669"/>
                <a:gd name="connsiteY16" fmla="*/ 260350 h 263525"/>
                <a:gd name="connsiteX17" fmla="*/ 190500 w 209669"/>
                <a:gd name="connsiteY17" fmla="*/ 247650 h 263525"/>
                <a:gd name="connsiteX18" fmla="*/ 203200 w 209669"/>
                <a:gd name="connsiteY18" fmla="*/ 215900 h 263525"/>
                <a:gd name="connsiteX19" fmla="*/ 209550 w 209669"/>
                <a:gd name="connsiteY19" fmla="*/ 165100 h 263525"/>
                <a:gd name="connsiteX20" fmla="*/ 203200 w 209669"/>
                <a:gd name="connsiteY20" fmla="*/ 133350 h 263525"/>
                <a:gd name="connsiteX21" fmla="*/ 187325 w 209669"/>
                <a:gd name="connsiteY21" fmla="*/ 104775 h 263525"/>
                <a:gd name="connsiteX22" fmla="*/ 168275 w 209669"/>
                <a:gd name="connsiteY22" fmla="*/ 60325 h 26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9669" h="263525">
                  <a:moveTo>
                    <a:pt x="168275" y="60325"/>
                  </a:moveTo>
                  <a:cubicBezTo>
                    <a:pt x="159279" y="50271"/>
                    <a:pt x="148210" y="52809"/>
                    <a:pt x="133350" y="44450"/>
                  </a:cubicBezTo>
                  <a:cubicBezTo>
                    <a:pt x="122593" y="38399"/>
                    <a:pt x="111238" y="33110"/>
                    <a:pt x="101600" y="25400"/>
                  </a:cubicBezTo>
                  <a:cubicBezTo>
                    <a:pt x="96308" y="21167"/>
                    <a:pt x="91206" y="16686"/>
                    <a:pt x="85725" y="12700"/>
                  </a:cubicBezTo>
                  <a:cubicBezTo>
                    <a:pt x="79553" y="8211"/>
                    <a:pt x="66675" y="0"/>
                    <a:pt x="66675" y="0"/>
                  </a:cubicBezTo>
                  <a:cubicBezTo>
                    <a:pt x="48194" y="44355"/>
                    <a:pt x="59395" y="27357"/>
                    <a:pt x="38100" y="53975"/>
                  </a:cubicBezTo>
                  <a:cubicBezTo>
                    <a:pt x="32296" y="71388"/>
                    <a:pt x="37897" y="56881"/>
                    <a:pt x="25400" y="79375"/>
                  </a:cubicBezTo>
                  <a:cubicBezTo>
                    <a:pt x="23101" y="83512"/>
                    <a:pt x="21558" y="88061"/>
                    <a:pt x="19050" y="92075"/>
                  </a:cubicBezTo>
                  <a:cubicBezTo>
                    <a:pt x="12262" y="102936"/>
                    <a:pt x="8659" y="105641"/>
                    <a:pt x="0" y="114300"/>
                  </a:cubicBezTo>
                  <a:cubicBezTo>
                    <a:pt x="2117" y="130175"/>
                    <a:pt x="402" y="147055"/>
                    <a:pt x="6350" y="161925"/>
                  </a:cubicBezTo>
                  <a:cubicBezTo>
                    <a:pt x="9420" y="169600"/>
                    <a:pt x="18875" y="172725"/>
                    <a:pt x="25400" y="177800"/>
                  </a:cubicBezTo>
                  <a:cubicBezTo>
                    <a:pt x="39059" y="188424"/>
                    <a:pt x="31687" y="181591"/>
                    <a:pt x="50800" y="187325"/>
                  </a:cubicBezTo>
                  <a:cubicBezTo>
                    <a:pt x="88147" y="198529"/>
                    <a:pt x="41962" y="190145"/>
                    <a:pt x="88900" y="196850"/>
                  </a:cubicBezTo>
                  <a:cubicBezTo>
                    <a:pt x="109784" y="203811"/>
                    <a:pt x="96058" y="197658"/>
                    <a:pt x="123825" y="225425"/>
                  </a:cubicBezTo>
                  <a:cubicBezTo>
                    <a:pt x="129117" y="230717"/>
                    <a:pt x="135850" y="234883"/>
                    <a:pt x="139700" y="241300"/>
                  </a:cubicBezTo>
                  <a:cubicBezTo>
                    <a:pt x="151188" y="260447"/>
                    <a:pt x="144090" y="253752"/>
                    <a:pt x="158750" y="263525"/>
                  </a:cubicBezTo>
                  <a:cubicBezTo>
                    <a:pt x="161925" y="262467"/>
                    <a:pt x="165369" y="262010"/>
                    <a:pt x="168275" y="260350"/>
                  </a:cubicBezTo>
                  <a:cubicBezTo>
                    <a:pt x="195185" y="244973"/>
                    <a:pt x="168661" y="254930"/>
                    <a:pt x="190500" y="247650"/>
                  </a:cubicBezTo>
                  <a:cubicBezTo>
                    <a:pt x="198347" y="224110"/>
                    <a:pt x="193857" y="234587"/>
                    <a:pt x="203200" y="215900"/>
                  </a:cubicBezTo>
                  <a:cubicBezTo>
                    <a:pt x="206586" y="198970"/>
                    <a:pt x="210395" y="182854"/>
                    <a:pt x="209550" y="165100"/>
                  </a:cubicBezTo>
                  <a:cubicBezTo>
                    <a:pt x="209037" y="154319"/>
                    <a:pt x="205981" y="143779"/>
                    <a:pt x="203200" y="133350"/>
                  </a:cubicBezTo>
                  <a:cubicBezTo>
                    <a:pt x="198472" y="115619"/>
                    <a:pt x="196939" y="119196"/>
                    <a:pt x="187325" y="104775"/>
                  </a:cubicBezTo>
                  <a:cubicBezTo>
                    <a:pt x="183902" y="99640"/>
                    <a:pt x="177271" y="70379"/>
                    <a:pt x="168275" y="60325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4B6D2BD-D0A0-68D3-5842-63B26E612F5B}"/>
                </a:ext>
              </a:extLst>
            </p:cNvPr>
            <p:cNvSpPr/>
            <p:nvPr/>
          </p:nvSpPr>
          <p:spPr>
            <a:xfrm rot="20576531">
              <a:off x="4260092" y="5105540"/>
              <a:ext cx="222760" cy="209550"/>
            </a:xfrm>
            <a:custGeom>
              <a:avLst/>
              <a:gdLst>
                <a:gd name="connsiteX0" fmla="*/ 12700 w 222760"/>
                <a:gd name="connsiteY0" fmla="*/ 50800 h 209550"/>
                <a:gd name="connsiteX1" fmla="*/ 82550 w 222760"/>
                <a:gd name="connsiteY1" fmla="*/ 57150 h 209550"/>
                <a:gd name="connsiteX2" fmla="*/ 114300 w 222760"/>
                <a:gd name="connsiteY2" fmla="*/ 50800 h 209550"/>
                <a:gd name="connsiteX3" fmla="*/ 123825 w 222760"/>
                <a:gd name="connsiteY3" fmla="*/ 34925 h 209550"/>
                <a:gd name="connsiteX4" fmla="*/ 133350 w 222760"/>
                <a:gd name="connsiteY4" fmla="*/ 28575 h 209550"/>
                <a:gd name="connsiteX5" fmla="*/ 149225 w 222760"/>
                <a:gd name="connsiteY5" fmla="*/ 3175 h 209550"/>
                <a:gd name="connsiteX6" fmla="*/ 158750 w 222760"/>
                <a:gd name="connsiteY6" fmla="*/ 0 h 209550"/>
                <a:gd name="connsiteX7" fmla="*/ 165100 w 222760"/>
                <a:gd name="connsiteY7" fmla="*/ 25400 h 209550"/>
                <a:gd name="connsiteX8" fmla="*/ 168275 w 222760"/>
                <a:gd name="connsiteY8" fmla="*/ 60325 h 209550"/>
                <a:gd name="connsiteX9" fmla="*/ 171450 w 222760"/>
                <a:gd name="connsiteY9" fmla="*/ 69850 h 209550"/>
                <a:gd name="connsiteX10" fmla="*/ 190500 w 222760"/>
                <a:gd name="connsiteY10" fmla="*/ 95250 h 209550"/>
                <a:gd name="connsiteX11" fmla="*/ 203200 w 222760"/>
                <a:gd name="connsiteY11" fmla="*/ 123825 h 209550"/>
                <a:gd name="connsiteX12" fmla="*/ 212725 w 222760"/>
                <a:gd name="connsiteY12" fmla="*/ 130175 h 209550"/>
                <a:gd name="connsiteX13" fmla="*/ 222250 w 222760"/>
                <a:gd name="connsiteY13" fmla="*/ 155575 h 209550"/>
                <a:gd name="connsiteX14" fmla="*/ 193675 w 222760"/>
                <a:gd name="connsiteY14" fmla="*/ 187325 h 209550"/>
                <a:gd name="connsiteX15" fmla="*/ 184150 w 222760"/>
                <a:gd name="connsiteY15" fmla="*/ 193675 h 209550"/>
                <a:gd name="connsiteX16" fmla="*/ 174625 w 222760"/>
                <a:gd name="connsiteY16" fmla="*/ 196850 h 209550"/>
                <a:gd name="connsiteX17" fmla="*/ 149225 w 222760"/>
                <a:gd name="connsiteY17" fmla="*/ 203200 h 209550"/>
                <a:gd name="connsiteX18" fmla="*/ 107950 w 222760"/>
                <a:gd name="connsiteY18" fmla="*/ 206375 h 209550"/>
                <a:gd name="connsiteX19" fmla="*/ 82550 w 222760"/>
                <a:gd name="connsiteY19" fmla="*/ 209550 h 209550"/>
                <a:gd name="connsiteX20" fmla="*/ 6350 w 222760"/>
                <a:gd name="connsiteY20" fmla="*/ 200025 h 209550"/>
                <a:gd name="connsiteX21" fmla="*/ 0 w 222760"/>
                <a:gd name="connsiteY21" fmla="*/ 190500 h 209550"/>
                <a:gd name="connsiteX22" fmla="*/ 15875 w 222760"/>
                <a:gd name="connsiteY22" fmla="*/ 158750 h 209550"/>
                <a:gd name="connsiteX23" fmla="*/ 25400 w 222760"/>
                <a:gd name="connsiteY23" fmla="*/ 155575 h 209550"/>
                <a:gd name="connsiteX24" fmla="*/ 41275 w 222760"/>
                <a:gd name="connsiteY24" fmla="*/ 130175 h 209550"/>
                <a:gd name="connsiteX25" fmla="*/ 34925 w 222760"/>
                <a:gd name="connsiteY25" fmla="*/ 107950 h 209550"/>
                <a:gd name="connsiteX26" fmla="*/ 25400 w 222760"/>
                <a:gd name="connsiteY26" fmla="*/ 98425 h 209550"/>
                <a:gd name="connsiteX27" fmla="*/ 12700 w 222760"/>
                <a:gd name="connsiteY27" fmla="*/ 5080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2760" h="209550">
                  <a:moveTo>
                    <a:pt x="12700" y="50800"/>
                  </a:moveTo>
                  <a:cubicBezTo>
                    <a:pt x="22225" y="43921"/>
                    <a:pt x="47195" y="58459"/>
                    <a:pt x="82550" y="57150"/>
                  </a:cubicBezTo>
                  <a:cubicBezTo>
                    <a:pt x="93336" y="56751"/>
                    <a:pt x="103717" y="52917"/>
                    <a:pt x="114300" y="50800"/>
                  </a:cubicBezTo>
                  <a:cubicBezTo>
                    <a:pt x="117475" y="45508"/>
                    <a:pt x="119809" y="39610"/>
                    <a:pt x="123825" y="34925"/>
                  </a:cubicBezTo>
                  <a:cubicBezTo>
                    <a:pt x="126308" y="32028"/>
                    <a:pt x="130907" y="31506"/>
                    <a:pt x="133350" y="28575"/>
                  </a:cubicBezTo>
                  <a:cubicBezTo>
                    <a:pt x="146003" y="13391"/>
                    <a:pt x="132459" y="17147"/>
                    <a:pt x="149225" y="3175"/>
                  </a:cubicBezTo>
                  <a:cubicBezTo>
                    <a:pt x="151796" y="1032"/>
                    <a:pt x="155575" y="1058"/>
                    <a:pt x="158750" y="0"/>
                  </a:cubicBezTo>
                  <a:cubicBezTo>
                    <a:pt x="160867" y="8467"/>
                    <a:pt x="164310" y="16709"/>
                    <a:pt x="165100" y="25400"/>
                  </a:cubicBezTo>
                  <a:cubicBezTo>
                    <a:pt x="166158" y="37042"/>
                    <a:pt x="166622" y="48753"/>
                    <a:pt x="168275" y="60325"/>
                  </a:cubicBezTo>
                  <a:cubicBezTo>
                    <a:pt x="168748" y="63638"/>
                    <a:pt x="169676" y="67012"/>
                    <a:pt x="171450" y="69850"/>
                  </a:cubicBezTo>
                  <a:cubicBezTo>
                    <a:pt x="173941" y="73836"/>
                    <a:pt x="187482" y="88459"/>
                    <a:pt x="190500" y="95250"/>
                  </a:cubicBezTo>
                  <a:cubicBezTo>
                    <a:pt x="195530" y="106568"/>
                    <a:pt x="194577" y="115202"/>
                    <a:pt x="203200" y="123825"/>
                  </a:cubicBezTo>
                  <a:cubicBezTo>
                    <a:pt x="205898" y="126523"/>
                    <a:pt x="209550" y="128058"/>
                    <a:pt x="212725" y="130175"/>
                  </a:cubicBezTo>
                  <a:cubicBezTo>
                    <a:pt x="217529" y="137381"/>
                    <a:pt x="224747" y="145588"/>
                    <a:pt x="222250" y="155575"/>
                  </a:cubicBezTo>
                  <a:cubicBezTo>
                    <a:pt x="216759" y="177541"/>
                    <a:pt x="209439" y="177473"/>
                    <a:pt x="193675" y="187325"/>
                  </a:cubicBezTo>
                  <a:cubicBezTo>
                    <a:pt x="190439" y="189347"/>
                    <a:pt x="187563" y="191968"/>
                    <a:pt x="184150" y="193675"/>
                  </a:cubicBezTo>
                  <a:cubicBezTo>
                    <a:pt x="181157" y="195172"/>
                    <a:pt x="177854" y="195969"/>
                    <a:pt x="174625" y="196850"/>
                  </a:cubicBezTo>
                  <a:cubicBezTo>
                    <a:pt x="166205" y="199146"/>
                    <a:pt x="157927" y="202531"/>
                    <a:pt x="149225" y="203200"/>
                  </a:cubicBezTo>
                  <a:lnTo>
                    <a:pt x="107950" y="206375"/>
                  </a:lnTo>
                  <a:cubicBezTo>
                    <a:pt x="99456" y="207184"/>
                    <a:pt x="91017" y="208492"/>
                    <a:pt x="82550" y="209550"/>
                  </a:cubicBezTo>
                  <a:cubicBezTo>
                    <a:pt x="57150" y="206375"/>
                    <a:pt x="31292" y="205781"/>
                    <a:pt x="6350" y="200025"/>
                  </a:cubicBezTo>
                  <a:cubicBezTo>
                    <a:pt x="2632" y="199167"/>
                    <a:pt x="0" y="194316"/>
                    <a:pt x="0" y="190500"/>
                  </a:cubicBezTo>
                  <a:cubicBezTo>
                    <a:pt x="0" y="177578"/>
                    <a:pt x="5321" y="165786"/>
                    <a:pt x="15875" y="158750"/>
                  </a:cubicBezTo>
                  <a:cubicBezTo>
                    <a:pt x="18660" y="156894"/>
                    <a:pt x="22225" y="156633"/>
                    <a:pt x="25400" y="155575"/>
                  </a:cubicBezTo>
                  <a:cubicBezTo>
                    <a:pt x="28182" y="151402"/>
                    <a:pt x="41093" y="132363"/>
                    <a:pt x="41275" y="130175"/>
                  </a:cubicBezTo>
                  <a:cubicBezTo>
                    <a:pt x="41915" y="122497"/>
                    <a:pt x="38371" y="114841"/>
                    <a:pt x="34925" y="107950"/>
                  </a:cubicBezTo>
                  <a:cubicBezTo>
                    <a:pt x="32917" y="103934"/>
                    <a:pt x="28849" y="101300"/>
                    <a:pt x="25400" y="98425"/>
                  </a:cubicBezTo>
                  <a:cubicBezTo>
                    <a:pt x="14994" y="89754"/>
                    <a:pt x="3175" y="57679"/>
                    <a:pt x="12700" y="50800"/>
                  </a:cubicBezTo>
                  <a:close/>
                </a:path>
              </a:pathLst>
            </a:custGeom>
            <a:noFill/>
            <a:ln w="762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6069803-41A3-AE2B-F369-99996197C5EE}"/>
              </a:ext>
            </a:extLst>
          </p:cNvPr>
          <p:cNvSpPr/>
          <p:nvPr/>
        </p:nvSpPr>
        <p:spPr>
          <a:xfrm>
            <a:off x="7170182" y="4358032"/>
            <a:ext cx="674583" cy="382886"/>
          </a:xfrm>
          <a:custGeom>
            <a:avLst/>
            <a:gdLst>
              <a:gd name="connsiteX0" fmla="*/ 3964 w 182630"/>
              <a:gd name="connsiteY0" fmla="*/ 114300 h 180975"/>
              <a:gd name="connsiteX1" fmla="*/ 3964 w 182630"/>
              <a:gd name="connsiteY1" fmla="*/ 73025 h 180975"/>
              <a:gd name="connsiteX2" fmla="*/ 13489 w 182630"/>
              <a:gd name="connsiteY2" fmla="*/ 66675 h 180975"/>
              <a:gd name="connsiteX3" fmla="*/ 45239 w 182630"/>
              <a:gd name="connsiteY3" fmla="*/ 60325 h 180975"/>
              <a:gd name="connsiteX4" fmla="*/ 67464 w 182630"/>
              <a:gd name="connsiteY4" fmla="*/ 50800 h 180975"/>
              <a:gd name="connsiteX5" fmla="*/ 70639 w 182630"/>
              <a:gd name="connsiteY5" fmla="*/ 41275 h 180975"/>
              <a:gd name="connsiteX6" fmla="*/ 76989 w 182630"/>
              <a:gd name="connsiteY6" fmla="*/ 12700 h 180975"/>
              <a:gd name="connsiteX7" fmla="*/ 83339 w 182630"/>
              <a:gd name="connsiteY7" fmla="*/ 3175 h 180975"/>
              <a:gd name="connsiteX8" fmla="*/ 92864 w 182630"/>
              <a:gd name="connsiteY8" fmla="*/ 0 h 180975"/>
              <a:gd name="connsiteX9" fmla="*/ 140489 w 182630"/>
              <a:gd name="connsiteY9" fmla="*/ 3175 h 180975"/>
              <a:gd name="connsiteX10" fmla="*/ 150014 w 182630"/>
              <a:gd name="connsiteY10" fmla="*/ 12700 h 180975"/>
              <a:gd name="connsiteX11" fmla="*/ 156364 w 182630"/>
              <a:gd name="connsiteY11" fmla="*/ 31750 h 180975"/>
              <a:gd name="connsiteX12" fmla="*/ 159539 w 182630"/>
              <a:gd name="connsiteY12" fmla="*/ 79375 h 180975"/>
              <a:gd name="connsiteX13" fmla="*/ 165889 w 182630"/>
              <a:gd name="connsiteY13" fmla="*/ 98425 h 180975"/>
              <a:gd name="connsiteX14" fmla="*/ 178589 w 182630"/>
              <a:gd name="connsiteY14" fmla="*/ 127000 h 180975"/>
              <a:gd name="connsiteX15" fmla="*/ 181764 w 182630"/>
              <a:gd name="connsiteY15" fmla="*/ 139700 h 180975"/>
              <a:gd name="connsiteX16" fmla="*/ 130964 w 182630"/>
              <a:gd name="connsiteY16" fmla="*/ 155575 h 180975"/>
              <a:gd name="connsiteX17" fmla="*/ 115089 w 182630"/>
              <a:gd name="connsiteY17" fmla="*/ 165100 h 180975"/>
              <a:gd name="connsiteX18" fmla="*/ 99214 w 182630"/>
              <a:gd name="connsiteY18" fmla="*/ 171450 h 180975"/>
              <a:gd name="connsiteX19" fmla="*/ 89689 w 182630"/>
              <a:gd name="connsiteY19" fmla="*/ 174625 h 180975"/>
              <a:gd name="connsiteX20" fmla="*/ 80164 w 182630"/>
              <a:gd name="connsiteY20" fmla="*/ 180975 h 180975"/>
              <a:gd name="connsiteX21" fmla="*/ 70639 w 182630"/>
              <a:gd name="connsiteY21" fmla="*/ 174625 h 180975"/>
              <a:gd name="connsiteX22" fmla="*/ 54764 w 182630"/>
              <a:gd name="connsiteY22" fmla="*/ 142875 h 180975"/>
              <a:gd name="connsiteX23" fmla="*/ 26189 w 182630"/>
              <a:gd name="connsiteY23" fmla="*/ 136525 h 180975"/>
              <a:gd name="connsiteX24" fmla="*/ 3964 w 182630"/>
              <a:gd name="connsiteY24" fmla="*/ 11430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630" h="180975">
                <a:moveTo>
                  <a:pt x="3964" y="114300"/>
                </a:moveTo>
                <a:cubicBezTo>
                  <a:pt x="260" y="103717"/>
                  <a:pt x="-2700" y="89684"/>
                  <a:pt x="3964" y="73025"/>
                </a:cubicBezTo>
                <a:cubicBezTo>
                  <a:pt x="5381" y="69482"/>
                  <a:pt x="9869" y="67882"/>
                  <a:pt x="13489" y="66675"/>
                </a:cubicBezTo>
                <a:cubicBezTo>
                  <a:pt x="60480" y="51011"/>
                  <a:pt x="10272" y="73040"/>
                  <a:pt x="45239" y="60325"/>
                </a:cubicBezTo>
                <a:cubicBezTo>
                  <a:pt x="52814" y="57571"/>
                  <a:pt x="60056" y="53975"/>
                  <a:pt x="67464" y="50800"/>
                </a:cubicBezTo>
                <a:cubicBezTo>
                  <a:pt x="68522" y="47625"/>
                  <a:pt x="69827" y="44522"/>
                  <a:pt x="70639" y="41275"/>
                </a:cubicBezTo>
                <a:cubicBezTo>
                  <a:pt x="73006" y="31809"/>
                  <a:pt x="73903" y="21957"/>
                  <a:pt x="76989" y="12700"/>
                </a:cubicBezTo>
                <a:cubicBezTo>
                  <a:pt x="78196" y="9080"/>
                  <a:pt x="80359" y="5559"/>
                  <a:pt x="83339" y="3175"/>
                </a:cubicBezTo>
                <a:cubicBezTo>
                  <a:pt x="85952" y="1084"/>
                  <a:pt x="89689" y="1058"/>
                  <a:pt x="92864" y="0"/>
                </a:cubicBezTo>
                <a:cubicBezTo>
                  <a:pt x="108739" y="1058"/>
                  <a:pt x="124958" y="-276"/>
                  <a:pt x="140489" y="3175"/>
                </a:cubicBezTo>
                <a:cubicBezTo>
                  <a:pt x="144872" y="4149"/>
                  <a:pt x="147833" y="8775"/>
                  <a:pt x="150014" y="12700"/>
                </a:cubicBezTo>
                <a:cubicBezTo>
                  <a:pt x="153265" y="18551"/>
                  <a:pt x="156364" y="31750"/>
                  <a:pt x="156364" y="31750"/>
                </a:cubicBezTo>
                <a:cubicBezTo>
                  <a:pt x="157422" y="47625"/>
                  <a:pt x="157289" y="63625"/>
                  <a:pt x="159539" y="79375"/>
                </a:cubicBezTo>
                <a:cubicBezTo>
                  <a:pt x="160486" y="86001"/>
                  <a:pt x="163772" y="92075"/>
                  <a:pt x="165889" y="98425"/>
                </a:cubicBezTo>
                <a:cubicBezTo>
                  <a:pt x="173446" y="121095"/>
                  <a:pt x="168526" y="111906"/>
                  <a:pt x="178589" y="127000"/>
                </a:cubicBezTo>
                <a:cubicBezTo>
                  <a:pt x="179647" y="131233"/>
                  <a:pt x="184604" y="136387"/>
                  <a:pt x="181764" y="139700"/>
                </a:cubicBezTo>
                <a:cubicBezTo>
                  <a:pt x="174949" y="147651"/>
                  <a:pt x="137895" y="154035"/>
                  <a:pt x="130964" y="155575"/>
                </a:cubicBezTo>
                <a:cubicBezTo>
                  <a:pt x="125672" y="158750"/>
                  <a:pt x="120609" y="162340"/>
                  <a:pt x="115089" y="165100"/>
                </a:cubicBezTo>
                <a:cubicBezTo>
                  <a:pt x="109991" y="167649"/>
                  <a:pt x="104550" y="169449"/>
                  <a:pt x="99214" y="171450"/>
                </a:cubicBezTo>
                <a:cubicBezTo>
                  <a:pt x="96080" y="172625"/>
                  <a:pt x="92682" y="173128"/>
                  <a:pt x="89689" y="174625"/>
                </a:cubicBezTo>
                <a:cubicBezTo>
                  <a:pt x="86276" y="176332"/>
                  <a:pt x="83339" y="178858"/>
                  <a:pt x="80164" y="180975"/>
                </a:cubicBezTo>
                <a:cubicBezTo>
                  <a:pt x="76989" y="178858"/>
                  <a:pt x="72756" y="177800"/>
                  <a:pt x="70639" y="174625"/>
                </a:cubicBezTo>
                <a:cubicBezTo>
                  <a:pt x="64075" y="164780"/>
                  <a:pt x="66436" y="144820"/>
                  <a:pt x="54764" y="142875"/>
                </a:cubicBezTo>
                <a:cubicBezTo>
                  <a:pt x="47447" y="141656"/>
                  <a:pt x="34005" y="140433"/>
                  <a:pt x="26189" y="136525"/>
                </a:cubicBezTo>
                <a:cubicBezTo>
                  <a:pt x="22776" y="134818"/>
                  <a:pt x="7668" y="124883"/>
                  <a:pt x="3964" y="11430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CC12A069-64E9-5298-7D61-C6BDC2871147}"/>
              </a:ext>
            </a:extLst>
          </p:cNvPr>
          <p:cNvSpPr/>
          <p:nvPr/>
        </p:nvSpPr>
        <p:spPr>
          <a:xfrm rot="18659026">
            <a:off x="7090288" y="4629279"/>
            <a:ext cx="386388" cy="383188"/>
          </a:xfrm>
          <a:custGeom>
            <a:avLst/>
            <a:gdLst>
              <a:gd name="connsiteX0" fmla="*/ 3964 w 182630"/>
              <a:gd name="connsiteY0" fmla="*/ 114300 h 180975"/>
              <a:gd name="connsiteX1" fmla="*/ 3964 w 182630"/>
              <a:gd name="connsiteY1" fmla="*/ 73025 h 180975"/>
              <a:gd name="connsiteX2" fmla="*/ 13489 w 182630"/>
              <a:gd name="connsiteY2" fmla="*/ 66675 h 180975"/>
              <a:gd name="connsiteX3" fmla="*/ 45239 w 182630"/>
              <a:gd name="connsiteY3" fmla="*/ 60325 h 180975"/>
              <a:gd name="connsiteX4" fmla="*/ 67464 w 182630"/>
              <a:gd name="connsiteY4" fmla="*/ 50800 h 180975"/>
              <a:gd name="connsiteX5" fmla="*/ 70639 w 182630"/>
              <a:gd name="connsiteY5" fmla="*/ 41275 h 180975"/>
              <a:gd name="connsiteX6" fmla="*/ 76989 w 182630"/>
              <a:gd name="connsiteY6" fmla="*/ 12700 h 180975"/>
              <a:gd name="connsiteX7" fmla="*/ 83339 w 182630"/>
              <a:gd name="connsiteY7" fmla="*/ 3175 h 180975"/>
              <a:gd name="connsiteX8" fmla="*/ 92864 w 182630"/>
              <a:gd name="connsiteY8" fmla="*/ 0 h 180975"/>
              <a:gd name="connsiteX9" fmla="*/ 140489 w 182630"/>
              <a:gd name="connsiteY9" fmla="*/ 3175 h 180975"/>
              <a:gd name="connsiteX10" fmla="*/ 150014 w 182630"/>
              <a:gd name="connsiteY10" fmla="*/ 12700 h 180975"/>
              <a:gd name="connsiteX11" fmla="*/ 156364 w 182630"/>
              <a:gd name="connsiteY11" fmla="*/ 31750 h 180975"/>
              <a:gd name="connsiteX12" fmla="*/ 159539 w 182630"/>
              <a:gd name="connsiteY12" fmla="*/ 79375 h 180975"/>
              <a:gd name="connsiteX13" fmla="*/ 165889 w 182630"/>
              <a:gd name="connsiteY13" fmla="*/ 98425 h 180975"/>
              <a:gd name="connsiteX14" fmla="*/ 178589 w 182630"/>
              <a:gd name="connsiteY14" fmla="*/ 127000 h 180975"/>
              <a:gd name="connsiteX15" fmla="*/ 181764 w 182630"/>
              <a:gd name="connsiteY15" fmla="*/ 139700 h 180975"/>
              <a:gd name="connsiteX16" fmla="*/ 130964 w 182630"/>
              <a:gd name="connsiteY16" fmla="*/ 155575 h 180975"/>
              <a:gd name="connsiteX17" fmla="*/ 115089 w 182630"/>
              <a:gd name="connsiteY17" fmla="*/ 165100 h 180975"/>
              <a:gd name="connsiteX18" fmla="*/ 99214 w 182630"/>
              <a:gd name="connsiteY18" fmla="*/ 171450 h 180975"/>
              <a:gd name="connsiteX19" fmla="*/ 89689 w 182630"/>
              <a:gd name="connsiteY19" fmla="*/ 174625 h 180975"/>
              <a:gd name="connsiteX20" fmla="*/ 80164 w 182630"/>
              <a:gd name="connsiteY20" fmla="*/ 180975 h 180975"/>
              <a:gd name="connsiteX21" fmla="*/ 70639 w 182630"/>
              <a:gd name="connsiteY21" fmla="*/ 174625 h 180975"/>
              <a:gd name="connsiteX22" fmla="*/ 54764 w 182630"/>
              <a:gd name="connsiteY22" fmla="*/ 142875 h 180975"/>
              <a:gd name="connsiteX23" fmla="*/ 26189 w 182630"/>
              <a:gd name="connsiteY23" fmla="*/ 136525 h 180975"/>
              <a:gd name="connsiteX24" fmla="*/ 3964 w 182630"/>
              <a:gd name="connsiteY24" fmla="*/ 11430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630" h="180975">
                <a:moveTo>
                  <a:pt x="3964" y="114300"/>
                </a:moveTo>
                <a:cubicBezTo>
                  <a:pt x="260" y="103717"/>
                  <a:pt x="-2700" y="89684"/>
                  <a:pt x="3964" y="73025"/>
                </a:cubicBezTo>
                <a:cubicBezTo>
                  <a:pt x="5381" y="69482"/>
                  <a:pt x="9869" y="67882"/>
                  <a:pt x="13489" y="66675"/>
                </a:cubicBezTo>
                <a:cubicBezTo>
                  <a:pt x="60480" y="51011"/>
                  <a:pt x="10272" y="73040"/>
                  <a:pt x="45239" y="60325"/>
                </a:cubicBezTo>
                <a:cubicBezTo>
                  <a:pt x="52814" y="57571"/>
                  <a:pt x="60056" y="53975"/>
                  <a:pt x="67464" y="50800"/>
                </a:cubicBezTo>
                <a:cubicBezTo>
                  <a:pt x="68522" y="47625"/>
                  <a:pt x="69827" y="44522"/>
                  <a:pt x="70639" y="41275"/>
                </a:cubicBezTo>
                <a:cubicBezTo>
                  <a:pt x="73006" y="31809"/>
                  <a:pt x="73903" y="21957"/>
                  <a:pt x="76989" y="12700"/>
                </a:cubicBezTo>
                <a:cubicBezTo>
                  <a:pt x="78196" y="9080"/>
                  <a:pt x="80359" y="5559"/>
                  <a:pt x="83339" y="3175"/>
                </a:cubicBezTo>
                <a:cubicBezTo>
                  <a:pt x="85952" y="1084"/>
                  <a:pt x="89689" y="1058"/>
                  <a:pt x="92864" y="0"/>
                </a:cubicBezTo>
                <a:cubicBezTo>
                  <a:pt x="108739" y="1058"/>
                  <a:pt x="124958" y="-276"/>
                  <a:pt x="140489" y="3175"/>
                </a:cubicBezTo>
                <a:cubicBezTo>
                  <a:pt x="144872" y="4149"/>
                  <a:pt x="147833" y="8775"/>
                  <a:pt x="150014" y="12700"/>
                </a:cubicBezTo>
                <a:cubicBezTo>
                  <a:pt x="153265" y="18551"/>
                  <a:pt x="156364" y="31750"/>
                  <a:pt x="156364" y="31750"/>
                </a:cubicBezTo>
                <a:cubicBezTo>
                  <a:pt x="157422" y="47625"/>
                  <a:pt x="157289" y="63625"/>
                  <a:pt x="159539" y="79375"/>
                </a:cubicBezTo>
                <a:cubicBezTo>
                  <a:pt x="160486" y="86001"/>
                  <a:pt x="163772" y="92075"/>
                  <a:pt x="165889" y="98425"/>
                </a:cubicBezTo>
                <a:cubicBezTo>
                  <a:pt x="173446" y="121095"/>
                  <a:pt x="168526" y="111906"/>
                  <a:pt x="178589" y="127000"/>
                </a:cubicBezTo>
                <a:cubicBezTo>
                  <a:pt x="179647" y="131233"/>
                  <a:pt x="184604" y="136387"/>
                  <a:pt x="181764" y="139700"/>
                </a:cubicBezTo>
                <a:cubicBezTo>
                  <a:pt x="174949" y="147651"/>
                  <a:pt x="137895" y="154035"/>
                  <a:pt x="130964" y="155575"/>
                </a:cubicBezTo>
                <a:cubicBezTo>
                  <a:pt x="125672" y="158750"/>
                  <a:pt x="120609" y="162340"/>
                  <a:pt x="115089" y="165100"/>
                </a:cubicBezTo>
                <a:cubicBezTo>
                  <a:pt x="109991" y="167649"/>
                  <a:pt x="104550" y="169449"/>
                  <a:pt x="99214" y="171450"/>
                </a:cubicBezTo>
                <a:cubicBezTo>
                  <a:pt x="96080" y="172625"/>
                  <a:pt x="92682" y="173128"/>
                  <a:pt x="89689" y="174625"/>
                </a:cubicBezTo>
                <a:cubicBezTo>
                  <a:pt x="86276" y="176332"/>
                  <a:pt x="83339" y="178858"/>
                  <a:pt x="80164" y="180975"/>
                </a:cubicBezTo>
                <a:cubicBezTo>
                  <a:pt x="76989" y="178858"/>
                  <a:pt x="72756" y="177800"/>
                  <a:pt x="70639" y="174625"/>
                </a:cubicBezTo>
                <a:cubicBezTo>
                  <a:pt x="64075" y="164780"/>
                  <a:pt x="66436" y="144820"/>
                  <a:pt x="54764" y="142875"/>
                </a:cubicBezTo>
                <a:cubicBezTo>
                  <a:pt x="47447" y="141656"/>
                  <a:pt x="34005" y="140433"/>
                  <a:pt x="26189" y="136525"/>
                </a:cubicBezTo>
                <a:cubicBezTo>
                  <a:pt x="22776" y="134818"/>
                  <a:pt x="7668" y="124883"/>
                  <a:pt x="3964" y="11430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C0EB288-8799-7F33-79A2-092BA666F4ED}"/>
              </a:ext>
            </a:extLst>
          </p:cNvPr>
          <p:cNvSpPr/>
          <p:nvPr/>
        </p:nvSpPr>
        <p:spPr>
          <a:xfrm rot="14211931">
            <a:off x="7789634" y="4370102"/>
            <a:ext cx="349941" cy="326388"/>
          </a:xfrm>
          <a:custGeom>
            <a:avLst/>
            <a:gdLst>
              <a:gd name="connsiteX0" fmla="*/ 3964 w 182630"/>
              <a:gd name="connsiteY0" fmla="*/ 114300 h 180975"/>
              <a:gd name="connsiteX1" fmla="*/ 3964 w 182630"/>
              <a:gd name="connsiteY1" fmla="*/ 73025 h 180975"/>
              <a:gd name="connsiteX2" fmla="*/ 13489 w 182630"/>
              <a:gd name="connsiteY2" fmla="*/ 66675 h 180975"/>
              <a:gd name="connsiteX3" fmla="*/ 45239 w 182630"/>
              <a:gd name="connsiteY3" fmla="*/ 60325 h 180975"/>
              <a:gd name="connsiteX4" fmla="*/ 67464 w 182630"/>
              <a:gd name="connsiteY4" fmla="*/ 50800 h 180975"/>
              <a:gd name="connsiteX5" fmla="*/ 70639 w 182630"/>
              <a:gd name="connsiteY5" fmla="*/ 41275 h 180975"/>
              <a:gd name="connsiteX6" fmla="*/ 76989 w 182630"/>
              <a:gd name="connsiteY6" fmla="*/ 12700 h 180975"/>
              <a:gd name="connsiteX7" fmla="*/ 83339 w 182630"/>
              <a:gd name="connsiteY7" fmla="*/ 3175 h 180975"/>
              <a:gd name="connsiteX8" fmla="*/ 92864 w 182630"/>
              <a:gd name="connsiteY8" fmla="*/ 0 h 180975"/>
              <a:gd name="connsiteX9" fmla="*/ 140489 w 182630"/>
              <a:gd name="connsiteY9" fmla="*/ 3175 h 180975"/>
              <a:gd name="connsiteX10" fmla="*/ 150014 w 182630"/>
              <a:gd name="connsiteY10" fmla="*/ 12700 h 180975"/>
              <a:gd name="connsiteX11" fmla="*/ 156364 w 182630"/>
              <a:gd name="connsiteY11" fmla="*/ 31750 h 180975"/>
              <a:gd name="connsiteX12" fmla="*/ 159539 w 182630"/>
              <a:gd name="connsiteY12" fmla="*/ 79375 h 180975"/>
              <a:gd name="connsiteX13" fmla="*/ 165889 w 182630"/>
              <a:gd name="connsiteY13" fmla="*/ 98425 h 180975"/>
              <a:gd name="connsiteX14" fmla="*/ 178589 w 182630"/>
              <a:gd name="connsiteY14" fmla="*/ 127000 h 180975"/>
              <a:gd name="connsiteX15" fmla="*/ 181764 w 182630"/>
              <a:gd name="connsiteY15" fmla="*/ 139700 h 180975"/>
              <a:gd name="connsiteX16" fmla="*/ 130964 w 182630"/>
              <a:gd name="connsiteY16" fmla="*/ 155575 h 180975"/>
              <a:gd name="connsiteX17" fmla="*/ 115089 w 182630"/>
              <a:gd name="connsiteY17" fmla="*/ 165100 h 180975"/>
              <a:gd name="connsiteX18" fmla="*/ 99214 w 182630"/>
              <a:gd name="connsiteY18" fmla="*/ 171450 h 180975"/>
              <a:gd name="connsiteX19" fmla="*/ 89689 w 182630"/>
              <a:gd name="connsiteY19" fmla="*/ 174625 h 180975"/>
              <a:gd name="connsiteX20" fmla="*/ 80164 w 182630"/>
              <a:gd name="connsiteY20" fmla="*/ 180975 h 180975"/>
              <a:gd name="connsiteX21" fmla="*/ 70639 w 182630"/>
              <a:gd name="connsiteY21" fmla="*/ 174625 h 180975"/>
              <a:gd name="connsiteX22" fmla="*/ 54764 w 182630"/>
              <a:gd name="connsiteY22" fmla="*/ 142875 h 180975"/>
              <a:gd name="connsiteX23" fmla="*/ 26189 w 182630"/>
              <a:gd name="connsiteY23" fmla="*/ 136525 h 180975"/>
              <a:gd name="connsiteX24" fmla="*/ 3964 w 182630"/>
              <a:gd name="connsiteY24" fmla="*/ 11430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630" h="180975">
                <a:moveTo>
                  <a:pt x="3964" y="114300"/>
                </a:moveTo>
                <a:cubicBezTo>
                  <a:pt x="260" y="103717"/>
                  <a:pt x="-2700" y="89684"/>
                  <a:pt x="3964" y="73025"/>
                </a:cubicBezTo>
                <a:cubicBezTo>
                  <a:pt x="5381" y="69482"/>
                  <a:pt x="9869" y="67882"/>
                  <a:pt x="13489" y="66675"/>
                </a:cubicBezTo>
                <a:cubicBezTo>
                  <a:pt x="60480" y="51011"/>
                  <a:pt x="10272" y="73040"/>
                  <a:pt x="45239" y="60325"/>
                </a:cubicBezTo>
                <a:cubicBezTo>
                  <a:pt x="52814" y="57571"/>
                  <a:pt x="60056" y="53975"/>
                  <a:pt x="67464" y="50800"/>
                </a:cubicBezTo>
                <a:cubicBezTo>
                  <a:pt x="68522" y="47625"/>
                  <a:pt x="69827" y="44522"/>
                  <a:pt x="70639" y="41275"/>
                </a:cubicBezTo>
                <a:cubicBezTo>
                  <a:pt x="73006" y="31809"/>
                  <a:pt x="73903" y="21957"/>
                  <a:pt x="76989" y="12700"/>
                </a:cubicBezTo>
                <a:cubicBezTo>
                  <a:pt x="78196" y="9080"/>
                  <a:pt x="80359" y="5559"/>
                  <a:pt x="83339" y="3175"/>
                </a:cubicBezTo>
                <a:cubicBezTo>
                  <a:pt x="85952" y="1084"/>
                  <a:pt x="89689" y="1058"/>
                  <a:pt x="92864" y="0"/>
                </a:cubicBezTo>
                <a:cubicBezTo>
                  <a:pt x="108739" y="1058"/>
                  <a:pt x="124958" y="-276"/>
                  <a:pt x="140489" y="3175"/>
                </a:cubicBezTo>
                <a:cubicBezTo>
                  <a:pt x="144872" y="4149"/>
                  <a:pt x="147833" y="8775"/>
                  <a:pt x="150014" y="12700"/>
                </a:cubicBezTo>
                <a:cubicBezTo>
                  <a:pt x="153265" y="18551"/>
                  <a:pt x="156364" y="31750"/>
                  <a:pt x="156364" y="31750"/>
                </a:cubicBezTo>
                <a:cubicBezTo>
                  <a:pt x="157422" y="47625"/>
                  <a:pt x="157289" y="63625"/>
                  <a:pt x="159539" y="79375"/>
                </a:cubicBezTo>
                <a:cubicBezTo>
                  <a:pt x="160486" y="86001"/>
                  <a:pt x="163772" y="92075"/>
                  <a:pt x="165889" y="98425"/>
                </a:cubicBezTo>
                <a:cubicBezTo>
                  <a:pt x="173446" y="121095"/>
                  <a:pt x="168526" y="111906"/>
                  <a:pt x="178589" y="127000"/>
                </a:cubicBezTo>
                <a:cubicBezTo>
                  <a:pt x="179647" y="131233"/>
                  <a:pt x="184604" y="136387"/>
                  <a:pt x="181764" y="139700"/>
                </a:cubicBezTo>
                <a:cubicBezTo>
                  <a:pt x="174949" y="147651"/>
                  <a:pt x="137895" y="154035"/>
                  <a:pt x="130964" y="155575"/>
                </a:cubicBezTo>
                <a:cubicBezTo>
                  <a:pt x="125672" y="158750"/>
                  <a:pt x="120609" y="162340"/>
                  <a:pt x="115089" y="165100"/>
                </a:cubicBezTo>
                <a:cubicBezTo>
                  <a:pt x="109991" y="167649"/>
                  <a:pt x="104550" y="169449"/>
                  <a:pt x="99214" y="171450"/>
                </a:cubicBezTo>
                <a:cubicBezTo>
                  <a:pt x="96080" y="172625"/>
                  <a:pt x="92682" y="173128"/>
                  <a:pt x="89689" y="174625"/>
                </a:cubicBezTo>
                <a:cubicBezTo>
                  <a:pt x="86276" y="176332"/>
                  <a:pt x="83339" y="178858"/>
                  <a:pt x="80164" y="180975"/>
                </a:cubicBezTo>
                <a:cubicBezTo>
                  <a:pt x="76989" y="178858"/>
                  <a:pt x="72756" y="177800"/>
                  <a:pt x="70639" y="174625"/>
                </a:cubicBezTo>
                <a:cubicBezTo>
                  <a:pt x="64075" y="164780"/>
                  <a:pt x="66436" y="144820"/>
                  <a:pt x="54764" y="142875"/>
                </a:cubicBezTo>
                <a:cubicBezTo>
                  <a:pt x="47447" y="141656"/>
                  <a:pt x="34005" y="140433"/>
                  <a:pt x="26189" y="136525"/>
                </a:cubicBezTo>
                <a:cubicBezTo>
                  <a:pt x="22776" y="134818"/>
                  <a:pt x="7668" y="124883"/>
                  <a:pt x="3964" y="11430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54D6460-0694-F7E1-684F-755B030F6772}"/>
              </a:ext>
            </a:extLst>
          </p:cNvPr>
          <p:cNvSpPr/>
          <p:nvPr/>
        </p:nvSpPr>
        <p:spPr>
          <a:xfrm rot="11383933">
            <a:off x="8045584" y="4312388"/>
            <a:ext cx="470578" cy="491844"/>
          </a:xfrm>
          <a:custGeom>
            <a:avLst/>
            <a:gdLst>
              <a:gd name="connsiteX0" fmla="*/ 3964 w 182630"/>
              <a:gd name="connsiteY0" fmla="*/ 114300 h 180975"/>
              <a:gd name="connsiteX1" fmla="*/ 3964 w 182630"/>
              <a:gd name="connsiteY1" fmla="*/ 73025 h 180975"/>
              <a:gd name="connsiteX2" fmla="*/ 13489 w 182630"/>
              <a:gd name="connsiteY2" fmla="*/ 66675 h 180975"/>
              <a:gd name="connsiteX3" fmla="*/ 45239 w 182630"/>
              <a:gd name="connsiteY3" fmla="*/ 60325 h 180975"/>
              <a:gd name="connsiteX4" fmla="*/ 67464 w 182630"/>
              <a:gd name="connsiteY4" fmla="*/ 50800 h 180975"/>
              <a:gd name="connsiteX5" fmla="*/ 70639 w 182630"/>
              <a:gd name="connsiteY5" fmla="*/ 41275 h 180975"/>
              <a:gd name="connsiteX6" fmla="*/ 76989 w 182630"/>
              <a:gd name="connsiteY6" fmla="*/ 12700 h 180975"/>
              <a:gd name="connsiteX7" fmla="*/ 83339 w 182630"/>
              <a:gd name="connsiteY7" fmla="*/ 3175 h 180975"/>
              <a:gd name="connsiteX8" fmla="*/ 92864 w 182630"/>
              <a:gd name="connsiteY8" fmla="*/ 0 h 180975"/>
              <a:gd name="connsiteX9" fmla="*/ 140489 w 182630"/>
              <a:gd name="connsiteY9" fmla="*/ 3175 h 180975"/>
              <a:gd name="connsiteX10" fmla="*/ 150014 w 182630"/>
              <a:gd name="connsiteY10" fmla="*/ 12700 h 180975"/>
              <a:gd name="connsiteX11" fmla="*/ 156364 w 182630"/>
              <a:gd name="connsiteY11" fmla="*/ 31750 h 180975"/>
              <a:gd name="connsiteX12" fmla="*/ 159539 w 182630"/>
              <a:gd name="connsiteY12" fmla="*/ 79375 h 180975"/>
              <a:gd name="connsiteX13" fmla="*/ 165889 w 182630"/>
              <a:gd name="connsiteY13" fmla="*/ 98425 h 180975"/>
              <a:gd name="connsiteX14" fmla="*/ 178589 w 182630"/>
              <a:gd name="connsiteY14" fmla="*/ 127000 h 180975"/>
              <a:gd name="connsiteX15" fmla="*/ 181764 w 182630"/>
              <a:gd name="connsiteY15" fmla="*/ 139700 h 180975"/>
              <a:gd name="connsiteX16" fmla="*/ 130964 w 182630"/>
              <a:gd name="connsiteY16" fmla="*/ 155575 h 180975"/>
              <a:gd name="connsiteX17" fmla="*/ 115089 w 182630"/>
              <a:gd name="connsiteY17" fmla="*/ 165100 h 180975"/>
              <a:gd name="connsiteX18" fmla="*/ 99214 w 182630"/>
              <a:gd name="connsiteY18" fmla="*/ 171450 h 180975"/>
              <a:gd name="connsiteX19" fmla="*/ 89689 w 182630"/>
              <a:gd name="connsiteY19" fmla="*/ 174625 h 180975"/>
              <a:gd name="connsiteX20" fmla="*/ 80164 w 182630"/>
              <a:gd name="connsiteY20" fmla="*/ 180975 h 180975"/>
              <a:gd name="connsiteX21" fmla="*/ 70639 w 182630"/>
              <a:gd name="connsiteY21" fmla="*/ 174625 h 180975"/>
              <a:gd name="connsiteX22" fmla="*/ 54764 w 182630"/>
              <a:gd name="connsiteY22" fmla="*/ 142875 h 180975"/>
              <a:gd name="connsiteX23" fmla="*/ 26189 w 182630"/>
              <a:gd name="connsiteY23" fmla="*/ 136525 h 180975"/>
              <a:gd name="connsiteX24" fmla="*/ 3964 w 182630"/>
              <a:gd name="connsiteY24" fmla="*/ 11430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630" h="180975">
                <a:moveTo>
                  <a:pt x="3964" y="114300"/>
                </a:moveTo>
                <a:cubicBezTo>
                  <a:pt x="260" y="103717"/>
                  <a:pt x="-2700" y="89684"/>
                  <a:pt x="3964" y="73025"/>
                </a:cubicBezTo>
                <a:cubicBezTo>
                  <a:pt x="5381" y="69482"/>
                  <a:pt x="9869" y="67882"/>
                  <a:pt x="13489" y="66675"/>
                </a:cubicBezTo>
                <a:cubicBezTo>
                  <a:pt x="60480" y="51011"/>
                  <a:pt x="10272" y="73040"/>
                  <a:pt x="45239" y="60325"/>
                </a:cubicBezTo>
                <a:cubicBezTo>
                  <a:pt x="52814" y="57571"/>
                  <a:pt x="60056" y="53975"/>
                  <a:pt x="67464" y="50800"/>
                </a:cubicBezTo>
                <a:cubicBezTo>
                  <a:pt x="68522" y="47625"/>
                  <a:pt x="69827" y="44522"/>
                  <a:pt x="70639" y="41275"/>
                </a:cubicBezTo>
                <a:cubicBezTo>
                  <a:pt x="73006" y="31809"/>
                  <a:pt x="73903" y="21957"/>
                  <a:pt x="76989" y="12700"/>
                </a:cubicBezTo>
                <a:cubicBezTo>
                  <a:pt x="78196" y="9080"/>
                  <a:pt x="80359" y="5559"/>
                  <a:pt x="83339" y="3175"/>
                </a:cubicBezTo>
                <a:cubicBezTo>
                  <a:pt x="85952" y="1084"/>
                  <a:pt x="89689" y="1058"/>
                  <a:pt x="92864" y="0"/>
                </a:cubicBezTo>
                <a:cubicBezTo>
                  <a:pt x="108739" y="1058"/>
                  <a:pt x="124958" y="-276"/>
                  <a:pt x="140489" y="3175"/>
                </a:cubicBezTo>
                <a:cubicBezTo>
                  <a:pt x="144872" y="4149"/>
                  <a:pt x="147833" y="8775"/>
                  <a:pt x="150014" y="12700"/>
                </a:cubicBezTo>
                <a:cubicBezTo>
                  <a:pt x="153265" y="18551"/>
                  <a:pt x="156364" y="31750"/>
                  <a:pt x="156364" y="31750"/>
                </a:cubicBezTo>
                <a:cubicBezTo>
                  <a:pt x="157422" y="47625"/>
                  <a:pt x="157289" y="63625"/>
                  <a:pt x="159539" y="79375"/>
                </a:cubicBezTo>
                <a:cubicBezTo>
                  <a:pt x="160486" y="86001"/>
                  <a:pt x="163772" y="92075"/>
                  <a:pt x="165889" y="98425"/>
                </a:cubicBezTo>
                <a:cubicBezTo>
                  <a:pt x="173446" y="121095"/>
                  <a:pt x="168526" y="111906"/>
                  <a:pt x="178589" y="127000"/>
                </a:cubicBezTo>
                <a:cubicBezTo>
                  <a:pt x="179647" y="131233"/>
                  <a:pt x="184604" y="136387"/>
                  <a:pt x="181764" y="139700"/>
                </a:cubicBezTo>
                <a:cubicBezTo>
                  <a:pt x="174949" y="147651"/>
                  <a:pt x="137895" y="154035"/>
                  <a:pt x="130964" y="155575"/>
                </a:cubicBezTo>
                <a:cubicBezTo>
                  <a:pt x="125672" y="158750"/>
                  <a:pt x="120609" y="162340"/>
                  <a:pt x="115089" y="165100"/>
                </a:cubicBezTo>
                <a:cubicBezTo>
                  <a:pt x="109991" y="167649"/>
                  <a:pt x="104550" y="169449"/>
                  <a:pt x="99214" y="171450"/>
                </a:cubicBezTo>
                <a:cubicBezTo>
                  <a:pt x="96080" y="172625"/>
                  <a:pt x="92682" y="173128"/>
                  <a:pt x="89689" y="174625"/>
                </a:cubicBezTo>
                <a:cubicBezTo>
                  <a:pt x="86276" y="176332"/>
                  <a:pt x="83339" y="178858"/>
                  <a:pt x="80164" y="180975"/>
                </a:cubicBezTo>
                <a:cubicBezTo>
                  <a:pt x="76989" y="178858"/>
                  <a:pt x="72756" y="177800"/>
                  <a:pt x="70639" y="174625"/>
                </a:cubicBezTo>
                <a:cubicBezTo>
                  <a:pt x="64075" y="164780"/>
                  <a:pt x="66436" y="144820"/>
                  <a:pt x="54764" y="142875"/>
                </a:cubicBezTo>
                <a:cubicBezTo>
                  <a:pt x="47447" y="141656"/>
                  <a:pt x="34005" y="140433"/>
                  <a:pt x="26189" y="136525"/>
                </a:cubicBezTo>
                <a:cubicBezTo>
                  <a:pt x="22776" y="134818"/>
                  <a:pt x="7668" y="124883"/>
                  <a:pt x="3964" y="11430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D0202B0-7451-FA99-3EC6-9F17F681A432}"/>
              </a:ext>
            </a:extLst>
          </p:cNvPr>
          <p:cNvSpPr/>
          <p:nvPr/>
        </p:nvSpPr>
        <p:spPr>
          <a:xfrm>
            <a:off x="7458035" y="3774282"/>
            <a:ext cx="934442" cy="617992"/>
          </a:xfrm>
          <a:custGeom>
            <a:avLst/>
            <a:gdLst>
              <a:gd name="connsiteX0" fmla="*/ 25400 w 365294"/>
              <a:gd name="connsiteY0" fmla="*/ 206375 h 266700"/>
              <a:gd name="connsiteX1" fmla="*/ 0 w 365294"/>
              <a:gd name="connsiteY1" fmla="*/ 152400 h 266700"/>
              <a:gd name="connsiteX2" fmla="*/ 28575 w 365294"/>
              <a:gd name="connsiteY2" fmla="*/ 85725 h 266700"/>
              <a:gd name="connsiteX3" fmla="*/ 44450 w 365294"/>
              <a:gd name="connsiteY3" fmla="*/ 82550 h 266700"/>
              <a:gd name="connsiteX4" fmla="*/ 76200 w 365294"/>
              <a:gd name="connsiteY4" fmla="*/ 73025 h 266700"/>
              <a:gd name="connsiteX5" fmla="*/ 88900 w 365294"/>
              <a:gd name="connsiteY5" fmla="*/ 66675 h 266700"/>
              <a:gd name="connsiteX6" fmla="*/ 111125 w 365294"/>
              <a:gd name="connsiteY6" fmla="*/ 3175 h 266700"/>
              <a:gd name="connsiteX7" fmla="*/ 130175 w 365294"/>
              <a:gd name="connsiteY7" fmla="*/ 0 h 266700"/>
              <a:gd name="connsiteX8" fmla="*/ 200025 w 365294"/>
              <a:gd name="connsiteY8" fmla="*/ 15875 h 266700"/>
              <a:gd name="connsiteX9" fmla="*/ 209550 w 365294"/>
              <a:gd name="connsiteY9" fmla="*/ 34925 h 266700"/>
              <a:gd name="connsiteX10" fmla="*/ 222250 w 365294"/>
              <a:gd name="connsiteY10" fmla="*/ 47625 h 266700"/>
              <a:gd name="connsiteX11" fmla="*/ 231775 w 365294"/>
              <a:gd name="connsiteY11" fmla="*/ 50800 h 266700"/>
              <a:gd name="connsiteX12" fmla="*/ 269875 w 365294"/>
              <a:gd name="connsiteY12" fmla="*/ 60325 h 266700"/>
              <a:gd name="connsiteX13" fmla="*/ 276225 w 365294"/>
              <a:gd name="connsiteY13" fmla="*/ 69850 h 266700"/>
              <a:gd name="connsiteX14" fmla="*/ 279400 w 365294"/>
              <a:gd name="connsiteY14" fmla="*/ 98425 h 266700"/>
              <a:gd name="connsiteX15" fmla="*/ 314325 w 365294"/>
              <a:gd name="connsiteY15" fmla="*/ 104775 h 266700"/>
              <a:gd name="connsiteX16" fmla="*/ 333375 w 365294"/>
              <a:gd name="connsiteY16" fmla="*/ 98425 h 266700"/>
              <a:gd name="connsiteX17" fmla="*/ 355600 w 365294"/>
              <a:gd name="connsiteY17" fmla="*/ 92075 h 266700"/>
              <a:gd name="connsiteX18" fmla="*/ 365125 w 365294"/>
              <a:gd name="connsiteY18" fmla="*/ 114300 h 266700"/>
              <a:gd name="connsiteX19" fmla="*/ 358775 w 365294"/>
              <a:gd name="connsiteY19" fmla="*/ 190500 h 266700"/>
              <a:gd name="connsiteX20" fmla="*/ 333375 w 365294"/>
              <a:gd name="connsiteY20" fmla="*/ 215900 h 266700"/>
              <a:gd name="connsiteX21" fmla="*/ 317500 w 365294"/>
              <a:gd name="connsiteY21" fmla="*/ 219075 h 266700"/>
              <a:gd name="connsiteX22" fmla="*/ 282575 w 365294"/>
              <a:gd name="connsiteY22" fmla="*/ 231775 h 266700"/>
              <a:gd name="connsiteX23" fmla="*/ 273050 w 365294"/>
              <a:gd name="connsiteY23" fmla="*/ 247650 h 266700"/>
              <a:gd name="connsiteX24" fmla="*/ 263525 w 365294"/>
              <a:gd name="connsiteY24" fmla="*/ 254000 h 266700"/>
              <a:gd name="connsiteX25" fmla="*/ 219075 w 365294"/>
              <a:gd name="connsiteY25" fmla="*/ 263525 h 266700"/>
              <a:gd name="connsiteX26" fmla="*/ 209550 w 365294"/>
              <a:gd name="connsiteY26" fmla="*/ 266700 h 266700"/>
              <a:gd name="connsiteX27" fmla="*/ 187325 w 365294"/>
              <a:gd name="connsiteY27" fmla="*/ 257175 h 266700"/>
              <a:gd name="connsiteX28" fmla="*/ 165100 w 365294"/>
              <a:gd name="connsiteY28" fmla="*/ 247650 h 266700"/>
              <a:gd name="connsiteX29" fmla="*/ 73025 w 365294"/>
              <a:gd name="connsiteY29" fmla="*/ 238125 h 266700"/>
              <a:gd name="connsiteX30" fmla="*/ 25400 w 365294"/>
              <a:gd name="connsiteY30" fmla="*/ 206375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65294" h="266700">
                <a:moveTo>
                  <a:pt x="25400" y="206375"/>
                </a:moveTo>
                <a:cubicBezTo>
                  <a:pt x="13229" y="192088"/>
                  <a:pt x="9741" y="186492"/>
                  <a:pt x="0" y="152400"/>
                </a:cubicBezTo>
                <a:cubicBezTo>
                  <a:pt x="8302" y="102591"/>
                  <a:pt x="-6870" y="98614"/>
                  <a:pt x="28575" y="85725"/>
                </a:cubicBezTo>
                <a:cubicBezTo>
                  <a:pt x="33647" y="83881"/>
                  <a:pt x="39158" y="83608"/>
                  <a:pt x="44450" y="82550"/>
                </a:cubicBezTo>
                <a:cubicBezTo>
                  <a:pt x="74533" y="67508"/>
                  <a:pt x="36669" y="84884"/>
                  <a:pt x="76200" y="73025"/>
                </a:cubicBezTo>
                <a:cubicBezTo>
                  <a:pt x="80733" y="71665"/>
                  <a:pt x="84667" y="68792"/>
                  <a:pt x="88900" y="66675"/>
                </a:cubicBezTo>
                <a:cubicBezTo>
                  <a:pt x="91949" y="11791"/>
                  <a:pt x="74149" y="12419"/>
                  <a:pt x="111125" y="3175"/>
                </a:cubicBezTo>
                <a:cubicBezTo>
                  <a:pt x="117370" y="1614"/>
                  <a:pt x="123825" y="1058"/>
                  <a:pt x="130175" y="0"/>
                </a:cubicBezTo>
                <a:cubicBezTo>
                  <a:pt x="153458" y="5292"/>
                  <a:pt x="178170" y="6259"/>
                  <a:pt x="200025" y="15875"/>
                </a:cubicBezTo>
                <a:cubicBezTo>
                  <a:pt x="206523" y="18734"/>
                  <a:pt x="205479" y="29109"/>
                  <a:pt x="209550" y="34925"/>
                </a:cubicBezTo>
                <a:cubicBezTo>
                  <a:pt x="212983" y="39830"/>
                  <a:pt x="217378" y="44145"/>
                  <a:pt x="222250" y="47625"/>
                </a:cubicBezTo>
                <a:cubicBezTo>
                  <a:pt x="224973" y="49570"/>
                  <a:pt x="228541" y="49938"/>
                  <a:pt x="231775" y="50800"/>
                </a:cubicBezTo>
                <a:cubicBezTo>
                  <a:pt x="244424" y="54173"/>
                  <a:pt x="269875" y="60325"/>
                  <a:pt x="269875" y="60325"/>
                </a:cubicBezTo>
                <a:cubicBezTo>
                  <a:pt x="271992" y="63500"/>
                  <a:pt x="275300" y="66148"/>
                  <a:pt x="276225" y="69850"/>
                </a:cubicBezTo>
                <a:cubicBezTo>
                  <a:pt x="278549" y="79147"/>
                  <a:pt x="272335" y="91949"/>
                  <a:pt x="279400" y="98425"/>
                </a:cubicBezTo>
                <a:cubicBezTo>
                  <a:pt x="288122" y="106421"/>
                  <a:pt x="302683" y="102658"/>
                  <a:pt x="314325" y="104775"/>
                </a:cubicBezTo>
                <a:cubicBezTo>
                  <a:pt x="320675" y="102658"/>
                  <a:pt x="326964" y="100348"/>
                  <a:pt x="333375" y="98425"/>
                </a:cubicBezTo>
                <a:cubicBezTo>
                  <a:pt x="373242" y="86465"/>
                  <a:pt x="323589" y="102745"/>
                  <a:pt x="355600" y="92075"/>
                </a:cubicBezTo>
                <a:cubicBezTo>
                  <a:pt x="358775" y="99483"/>
                  <a:pt x="364865" y="106244"/>
                  <a:pt x="365125" y="114300"/>
                </a:cubicBezTo>
                <a:cubicBezTo>
                  <a:pt x="365947" y="139775"/>
                  <a:pt x="363774" y="165507"/>
                  <a:pt x="358775" y="190500"/>
                </a:cubicBezTo>
                <a:cubicBezTo>
                  <a:pt x="356068" y="204034"/>
                  <a:pt x="345075" y="212000"/>
                  <a:pt x="333375" y="215900"/>
                </a:cubicBezTo>
                <a:cubicBezTo>
                  <a:pt x="328255" y="217607"/>
                  <a:pt x="322735" y="217766"/>
                  <a:pt x="317500" y="219075"/>
                </a:cubicBezTo>
                <a:cubicBezTo>
                  <a:pt x="294549" y="224813"/>
                  <a:pt x="299817" y="223154"/>
                  <a:pt x="282575" y="231775"/>
                </a:cubicBezTo>
                <a:cubicBezTo>
                  <a:pt x="279400" y="237067"/>
                  <a:pt x="277066" y="242965"/>
                  <a:pt x="273050" y="247650"/>
                </a:cubicBezTo>
                <a:cubicBezTo>
                  <a:pt x="270567" y="250547"/>
                  <a:pt x="266938" y="252293"/>
                  <a:pt x="263525" y="254000"/>
                </a:cubicBezTo>
                <a:cubicBezTo>
                  <a:pt x="245122" y="263201"/>
                  <a:pt x="242603" y="260911"/>
                  <a:pt x="219075" y="263525"/>
                </a:cubicBezTo>
                <a:cubicBezTo>
                  <a:pt x="215900" y="264583"/>
                  <a:pt x="212897" y="266700"/>
                  <a:pt x="209550" y="266700"/>
                </a:cubicBezTo>
                <a:cubicBezTo>
                  <a:pt x="197817" y="266700"/>
                  <a:pt x="196398" y="262360"/>
                  <a:pt x="187325" y="257175"/>
                </a:cubicBezTo>
                <a:cubicBezTo>
                  <a:pt x="182342" y="254327"/>
                  <a:pt x="171542" y="248787"/>
                  <a:pt x="165100" y="247650"/>
                </a:cubicBezTo>
                <a:cubicBezTo>
                  <a:pt x="123328" y="240279"/>
                  <a:pt x="115994" y="240990"/>
                  <a:pt x="73025" y="238125"/>
                </a:cubicBezTo>
                <a:cubicBezTo>
                  <a:pt x="42516" y="224565"/>
                  <a:pt x="37571" y="220662"/>
                  <a:pt x="25400" y="206375"/>
                </a:cubicBezTo>
                <a:close/>
              </a:path>
            </a:pathLst>
          </a:custGeom>
          <a:solidFill>
            <a:schemeClr val="tx1"/>
          </a:solidFill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" name="Freeform: Shape 1023">
            <a:extLst>
              <a:ext uri="{FF2B5EF4-FFF2-40B4-BE49-F238E27FC236}">
                <a16:creationId xmlns:a16="http://schemas.microsoft.com/office/drawing/2014/main" id="{AD3DA75D-862C-685C-5082-CE078D0D561A}"/>
              </a:ext>
            </a:extLst>
          </p:cNvPr>
          <p:cNvSpPr/>
          <p:nvPr/>
        </p:nvSpPr>
        <p:spPr>
          <a:xfrm>
            <a:off x="7501085" y="4667093"/>
            <a:ext cx="849962" cy="389604"/>
          </a:xfrm>
          <a:custGeom>
            <a:avLst/>
            <a:gdLst>
              <a:gd name="connsiteX0" fmla="*/ 1301 w 401426"/>
              <a:gd name="connsiteY0" fmla="*/ 133350 h 184150"/>
              <a:gd name="connsiteX1" fmla="*/ 26701 w 401426"/>
              <a:gd name="connsiteY1" fmla="*/ 41275 h 184150"/>
              <a:gd name="connsiteX2" fmla="*/ 55276 w 401426"/>
              <a:gd name="connsiteY2" fmla="*/ 19050 h 184150"/>
              <a:gd name="connsiteX3" fmla="*/ 90201 w 401426"/>
              <a:gd name="connsiteY3" fmla="*/ 12700 h 184150"/>
              <a:gd name="connsiteX4" fmla="*/ 166401 w 401426"/>
              <a:gd name="connsiteY4" fmla="*/ 0 h 184150"/>
              <a:gd name="connsiteX5" fmla="*/ 217201 w 401426"/>
              <a:gd name="connsiteY5" fmla="*/ 3175 h 184150"/>
              <a:gd name="connsiteX6" fmla="*/ 264826 w 401426"/>
              <a:gd name="connsiteY6" fmla="*/ 9525 h 184150"/>
              <a:gd name="connsiteX7" fmla="*/ 325151 w 401426"/>
              <a:gd name="connsiteY7" fmla="*/ 60325 h 184150"/>
              <a:gd name="connsiteX8" fmla="*/ 347376 w 401426"/>
              <a:gd name="connsiteY8" fmla="*/ 95250 h 184150"/>
              <a:gd name="connsiteX9" fmla="*/ 353726 w 401426"/>
              <a:gd name="connsiteY9" fmla="*/ 104775 h 184150"/>
              <a:gd name="connsiteX10" fmla="*/ 375951 w 401426"/>
              <a:gd name="connsiteY10" fmla="*/ 117475 h 184150"/>
              <a:gd name="connsiteX11" fmla="*/ 395001 w 401426"/>
              <a:gd name="connsiteY11" fmla="*/ 120650 h 184150"/>
              <a:gd name="connsiteX12" fmla="*/ 401351 w 401426"/>
              <a:gd name="connsiteY12" fmla="*/ 130175 h 184150"/>
              <a:gd name="connsiteX13" fmla="*/ 385476 w 401426"/>
              <a:gd name="connsiteY13" fmla="*/ 168275 h 184150"/>
              <a:gd name="connsiteX14" fmla="*/ 369601 w 401426"/>
              <a:gd name="connsiteY14" fmla="*/ 174625 h 184150"/>
              <a:gd name="connsiteX15" fmla="*/ 312451 w 401426"/>
              <a:gd name="connsiteY15" fmla="*/ 180975 h 184150"/>
              <a:gd name="connsiteX16" fmla="*/ 156876 w 401426"/>
              <a:gd name="connsiteY16" fmla="*/ 177800 h 184150"/>
              <a:gd name="connsiteX17" fmla="*/ 131476 w 401426"/>
              <a:gd name="connsiteY17" fmla="*/ 180975 h 184150"/>
              <a:gd name="connsiteX18" fmla="*/ 99726 w 401426"/>
              <a:gd name="connsiteY18" fmla="*/ 184150 h 184150"/>
              <a:gd name="connsiteX19" fmla="*/ 39401 w 401426"/>
              <a:gd name="connsiteY19" fmla="*/ 171450 h 184150"/>
              <a:gd name="connsiteX20" fmla="*/ 23526 w 401426"/>
              <a:gd name="connsiteY20" fmla="*/ 155575 h 184150"/>
              <a:gd name="connsiteX21" fmla="*/ 1301 w 401426"/>
              <a:gd name="connsiteY21" fmla="*/ 133350 h 18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01426" h="184150">
                <a:moveTo>
                  <a:pt x="1301" y="133350"/>
                </a:moveTo>
                <a:cubicBezTo>
                  <a:pt x="1830" y="114300"/>
                  <a:pt x="13106" y="70065"/>
                  <a:pt x="26701" y="41275"/>
                </a:cubicBezTo>
                <a:cubicBezTo>
                  <a:pt x="31854" y="30364"/>
                  <a:pt x="44272" y="24002"/>
                  <a:pt x="55276" y="19050"/>
                </a:cubicBezTo>
                <a:cubicBezTo>
                  <a:pt x="66066" y="14194"/>
                  <a:pt x="78639" y="15214"/>
                  <a:pt x="90201" y="12700"/>
                </a:cubicBezTo>
                <a:cubicBezTo>
                  <a:pt x="152939" y="-939"/>
                  <a:pt x="103306" y="5258"/>
                  <a:pt x="166401" y="0"/>
                </a:cubicBezTo>
                <a:lnTo>
                  <a:pt x="217201" y="3175"/>
                </a:lnTo>
                <a:cubicBezTo>
                  <a:pt x="256753" y="6000"/>
                  <a:pt x="243706" y="2485"/>
                  <a:pt x="264826" y="9525"/>
                </a:cubicBezTo>
                <a:cubicBezTo>
                  <a:pt x="284934" y="26458"/>
                  <a:pt x="310569" y="38452"/>
                  <a:pt x="325151" y="60325"/>
                </a:cubicBezTo>
                <a:cubicBezTo>
                  <a:pt x="352364" y="101145"/>
                  <a:pt x="324957" y="59379"/>
                  <a:pt x="347376" y="95250"/>
                </a:cubicBezTo>
                <a:cubicBezTo>
                  <a:pt x="349398" y="98486"/>
                  <a:pt x="350714" y="102432"/>
                  <a:pt x="353726" y="104775"/>
                </a:cubicBezTo>
                <a:cubicBezTo>
                  <a:pt x="360461" y="110013"/>
                  <a:pt x="367987" y="114412"/>
                  <a:pt x="375951" y="117475"/>
                </a:cubicBezTo>
                <a:cubicBezTo>
                  <a:pt x="381959" y="119786"/>
                  <a:pt x="388651" y="119592"/>
                  <a:pt x="395001" y="120650"/>
                </a:cubicBezTo>
                <a:cubicBezTo>
                  <a:pt x="397118" y="123825"/>
                  <a:pt x="402099" y="126433"/>
                  <a:pt x="401351" y="130175"/>
                </a:cubicBezTo>
                <a:cubicBezTo>
                  <a:pt x="398653" y="143666"/>
                  <a:pt x="393473" y="157079"/>
                  <a:pt x="385476" y="168275"/>
                </a:cubicBezTo>
                <a:cubicBezTo>
                  <a:pt x="382163" y="172913"/>
                  <a:pt x="375099" y="173125"/>
                  <a:pt x="369601" y="174625"/>
                </a:cubicBezTo>
                <a:cubicBezTo>
                  <a:pt x="355688" y="178419"/>
                  <a:pt x="321912" y="180187"/>
                  <a:pt x="312451" y="180975"/>
                </a:cubicBezTo>
                <a:cubicBezTo>
                  <a:pt x="260593" y="179917"/>
                  <a:pt x="208745" y="177800"/>
                  <a:pt x="156876" y="177800"/>
                </a:cubicBezTo>
                <a:cubicBezTo>
                  <a:pt x="148343" y="177800"/>
                  <a:pt x="139956" y="180033"/>
                  <a:pt x="131476" y="180975"/>
                </a:cubicBezTo>
                <a:cubicBezTo>
                  <a:pt x="120905" y="182150"/>
                  <a:pt x="110309" y="183092"/>
                  <a:pt x="99726" y="184150"/>
                </a:cubicBezTo>
                <a:cubicBezTo>
                  <a:pt x="95331" y="183417"/>
                  <a:pt x="49288" y="177217"/>
                  <a:pt x="39401" y="171450"/>
                </a:cubicBezTo>
                <a:cubicBezTo>
                  <a:pt x="32937" y="167679"/>
                  <a:pt x="28532" y="161137"/>
                  <a:pt x="23526" y="155575"/>
                </a:cubicBezTo>
                <a:cubicBezTo>
                  <a:pt x="-7153" y="121488"/>
                  <a:pt x="772" y="152400"/>
                  <a:pt x="1301" y="13335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Freeform: Shape 1024">
            <a:extLst>
              <a:ext uri="{FF2B5EF4-FFF2-40B4-BE49-F238E27FC236}">
                <a16:creationId xmlns:a16="http://schemas.microsoft.com/office/drawing/2014/main" id="{1010FAF3-C228-5A0E-F2FA-91EBBFEAAF5C}"/>
              </a:ext>
            </a:extLst>
          </p:cNvPr>
          <p:cNvSpPr/>
          <p:nvPr/>
        </p:nvSpPr>
        <p:spPr>
          <a:xfrm rot="10800000">
            <a:off x="7584979" y="5057120"/>
            <a:ext cx="695894" cy="257729"/>
          </a:xfrm>
          <a:custGeom>
            <a:avLst/>
            <a:gdLst>
              <a:gd name="connsiteX0" fmla="*/ 1301 w 401426"/>
              <a:gd name="connsiteY0" fmla="*/ 133350 h 184150"/>
              <a:gd name="connsiteX1" fmla="*/ 26701 w 401426"/>
              <a:gd name="connsiteY1" fmla="*/ 41275 h 184150"/>
              <a:gd name="connsiteX2" fmla="*/ 55276 w 401426"/>
              <a:gd name="connsiteY2" fmla="*/ 19050 h 184150"/>
              <a:gd name="connsiteX3" fmla="*/ 90201 w 401426"/>
              <a:gd name="connsiteY3" fmla="*/ 12700 h 184150"/>
              <a:gd name="connsiteX4" fmla="*/ 166401 w 401426"/>
              <a:gd name="connsiteY4" fmla="*/ 0 h 184150"/>
              <a:gd name="connsiteX5" fmla="*/ 217201 w 401426"/>
              <a:gd name="connsiteY5" fmla="*/ 3175 h 184150"/>
              <a:gd name="connsiteX6" fmla="*/ 264826 w 401426"/>
              <a:gd name="connsiteY6" fmla="*/ 9525 h 184150"/>
              <a:gd name="connsiteX7" fmla="*/ 325151 w 401426"/>
              <a:gd name="connsiteY7" fmla="*/ 60325 h 184150"/>
              <a:gd name="connsiteX8" fmla="*/ 347376 w 401426"/>
              <a:gd name="connsiteY8" fmla="*/ 95250 h 184150"/>
              <a:gd name="connsiteX9" fmla="*/ 353726 w 401426"/>
              <a:gd name="connsiteY9" fmla="*/ 104775 h 184150"/>
              <a:gd name="connsiteX10" fmla="*/ 375951 w 401426"/>
              <a:gd name="connsiteY10" fmla="*/ 117475 h 184150"/>
              <a:gd name="connsiteX11" fmla="*/ 395001 w 401426"/>
              <a:gd name="connsiteY11" fmla="*/ 120650 h 184150"/>
              <a:gd name="connsiteX12" fmla="*/ 401351 w 401426"/>
              <a:gd name="connsiteY12" fmla="*/ 130175 h 184150"/>
              <a:gd name="connsiteX13" fmla="*/ 385476 w 401426"/>
              <a:gd name="connsiteY13" fmla="*/ 168275 h 184150"/>
              <a:gd name="connsiteX14" fmla="*/ 369601 w 401426"/>
              <a:gd name="connsiteY14" fmla="*/ 174625 h 184150"/>
              <a:gd name="connsiteX15" fmla="*/ 312451 w 401426"/>
              <a:gd name="connsiteY15" fmla="*/ 180975 h 184150"/>
              <a:gd name="connsiteX16" fmla="*/ 156876 w 401426"/>
              <a:gd name="connsiteY16" fmla="*/ 177800 h 184150"/>
              <a:gd name="connsiteX17" fmla="*/ 131476 w 401426"/>
              <a:gd name="connsiteY17" fmla="*/ 180975 h 184150"/>
              <a:gd name="connsiteX18" fmla="*/ 99726 w 401426"/>
              <a:gd name="connsiteY18" fmla="*/ 184150 h 184150"/>
              <a:gd name="connsiteX19" fmla="*/ 39401 w 401426"/>
              <a:gd name="connsiteY19" fmla="*/ 171450 h 184150"/>
              <a:gd name="connsiteX20" fmla="*/ 23526 w 401426"/>
              <a:gd name="connsiteY20" fmla="*/ 155575 h 184150"/>
              <a:gd name="connsiteX21" fmla="*/ 1301 w 401426"/>
              <a:gd name="connsiteY21" fmla="*/ 133350 h 18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01426" h="184150">
                <a:moveTo>
                  <a:pt x="1301" y="133350"/>
                </a:moveTo>
                <a:cubicBezTo>
                  <a:pt x="1830" y="114300"/>
                  <a:pt x="13106" y="70065"/>
                  <a:pt x="26701" y="41275"/>
                </a:cubicBezTo>
                <a:cubicBezTo>
                  <a:pt x="31854" y="30364"/>
                  <a:pt x="44272" y="24002"/>
                  <a:pt x="55276" y="19050"/>
                </a:cubicBezTo>
                <a:cubicBezTo>
                  <a:pt x="66066" y="14194"/>
                  <a:pt x="78639" y="15214"/>
                  <a:pt x="90201" y="12700"/>
                </a:cubicBezTo>
                <a:cubicBezTo>
                  <a:pt x="152939" y="-939"/>
                  <a:pt x="103306" y="5258"/>
                  <a:pt x="166401" y="0"/>
                </a:cubicBezTo>
                <a:lnTo>
                  <a:pt x="217201" y="3175"/>
                </a:lnTo>
                <a:cubicBezTo>
                  <a:pt x="256753" y="6000"/>
                  <a:pt x="243706" y="2485"/>
                  <a:pt x="264826" y="9525"/>
                </a:cubicBezTo>
                <a:cubicBezTo>
                  <a:pt x="284934" y="26458"/>
                  <a:pt x="310569" y="38452"/>
                  <a:pt x="325151" y="60325"/>
                </a:cubicBezTo>
                <a:cubicBezTo>
                  <a:pt x="352364" y="101145"/>
                  <a:pt x="324957" y="59379"/>
                  <a:pt x="347376" y="95250"/>
                </a:cubicBezTo>
                <a:cubicBezTo>
                  <a:pt x="349398" y="98486"/>
                  <a:pt x="350714" y="102432"/>
                  <a:pt x="353726" y="104775"/>
                </a:cubicBezTo>
                <a:cubicBezTo>
                  <a:pt x="360461" y="110013"/>
                  <a:pt x="367987" y="114412"/>
                  <a:pt x="375951" y="117475"/>
                </a:cubicBezTo>
                <a:cubicBezTo>
                  <a:pt x="381959" y="119786"/>
                  <a:pt x="388651" y="119592"/>
                  <a:pt x="395001" y="120650"/>
                </a:cubicBezTo>
                <a:cubicBezTo>
                  <a:pt x="397118" y="123825"/>
                  <a:pt x="402099" y="126433"/>
                  <a:pt x="401351" y="130175"/>
                </a:cubicBezTo>
                <a:cubicBezTo>
                  <a:pt x="398653" y="143666"/>
                  <a:pt x="393473" y="157079"/>
                  <a:pt x="385476" y="168275"/>
                </a:cubicBezTo>
                <a:cubicBezTo>
                  <a:pt x="382163" y="172913"/>
                  <a:pt x="375099" y="173125"/>
                  <a:pt x="369601" y="174625"/>
                </a:cubicBezTo>
                <a:cubicBezTo>
                  <a:pt x="355688" y="178419"/>
                  <a:pt x="321912" y="180187"/>
                  <a:pt x="312451" y="180975"/>
                </a:cubicBezTo>
                <a:cubicBezTo>
                  <a:pt x="260593" y="179917"/>
                  <a:pt x="208745" y="177800"/>
                  <a:pt x="156876" y="177800"/>
                </a:cubicBezTo>
                <a:cubicBezTo>
                  <a:pt x="148343" y="177800"/>
                  <a:pt x="139956" y="180033"/>
                  <a:pt x="131476" y="180975"/>
                </a:cubicBezTo>
                <a:cubicBezTo>
                  <a:pt x="120905" y="182150"/>
                  <a:pt x="110309" y="183092"/>
                  <a:pt x="99726" y="184150"/>
                </a:cubicBezTo>
                <a:cubicBezTo>
                  <a:pt x="95331" y="183417"/>
                  <a:pt x="49288" y="177217"/>
                  <a:pt x="39401" y="171450"/>
                </a:cubicBezTo>
                <a:cubicBezTo>
                  <a:pt x="32937" y="167679"/>
                  <a:pt x="28532" y="161137"/>
                  <a:pt x="23526" y="155575"/>
                </a:cubicBezTo>
                <a:cubicBezTo>
                  <a:pt x="-7153" y="121488"/>
                  <a:pt x="772" y="152400"/>
                  <a:pt x="1301" y="13335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7" name="Freeform: Shape 1026">
            <a:extLst>
              <a:ext uri="{FF2B5EF4-FFF2-40B4-BE49-F238E27FC236}">
                <a16:creationId xmlns:a16="http://schemas.microsoft.com/office/drawing/2014/main" id="{D93BABD3-B695-9E4D-F920-0D4399C3EE6F}"/>
              </a:ext>
            </a:extLst>
          </p:cNvPr>
          <p:cNvSpPr/>
          <p:nvPr/>
        </p:nvSpPr>
        <p:spPr>
          <a:xfrm>
            <a:off x="7514803" y="5292311"/>
            <a:ext cx="350054" cy="347392"/>
          </a:xfrm>
          <a:custGeom>
            <a:avLst/>
            <a:gdLst>
              <a:gd name="connsiteX0" fmla="*/ 114526 w 165326"/>
              <a:gd name="connsiteY0" fmla="*/ 527 h 164198"/>
              <a:gd name="connsiteX1" fmla="*/ 44676 w 165326"/>
              <a:gd name="connsiteY1" fmla="*/ 22752 h 164198"/>
              <a:gd name="connsiteX2" fmla="*/ 12926 w 165326"/>
              <a:gd name="connsiteY2" fmla="*/ 41802 h 164198"/>
              <a:gd name="connsiteX3" fmla="*/ 6576 w 165326"/>
              <a:gd name="connsiteY3" fmla="*/ 51327 h 164198"/>
              <a:gd name="connsiteX4" fmla="*/ 6576 w 165326"/>
              <a:gd name="connsiteY4" fmla="*/ 102127 h 164198"/>
              <a:gd name="connsiteX5" fmla="*/ 22451 w 165326"/>
              <a:gd name="connsiteY5" fmla="*/ 118002 h 164198"/>
              <a:gd name="connsiteX6" fmla="*/ 44676 w 165326"/>
              <a:gd name="connsiteY6" fmla="*/ 137052 h 164198"/>
              <a:gd name="connsiteX7" fmla="*/ 47851 w 165326"/>
              <a:gd name="connsiteY7" fmla="*/ 159277 h 164198"/>
              <a:gd name="connsiteX8" fmla="*/ 133576 w 165326"/>
              <a:gd name="connsiteY8" fmla="*/ 137052 h 164198"/>
              <a:gd name="connsiteX9" fmla="*/ 139926 w 165326"/>
              <a:gd name="connsiteY9" fmla="*/ 114827 h 164198"/>
              <a:gd name="connsiteX10" fmla="*/ 158976 w 165326"/>
              <a:gd name="connsiteY10" fmla="*/ 64027 h 164198"/>
              <a:gd name="connsiteX11" fmla="*/ 165326 w 165326"/>
              <a:gd name="connsiteY11" fmla="*/ 41802 h 164198"/>
              <a:gd name="connsiteX12" fmla="*/ 162151 w 165326"/>
              <a:gd name="connsiteY12" fmla="*/ 25927 h 164198"/>
              <a:gd name="connsiteX13" fmla="*/ 146276 w 165326"/>
              <a:gd name="connsiteY13" fmla="*/ 10052 h 164198"/>
              <a:gd name="connsiteX14" fmla="*/ 136751 w 165326"/>
              <a:gd name="connsiteY14" fmla="*/ 6877 h 164198"/>
              <a:gd name="connsiteX15" fmla="*/ 114526 w 165326"/>
              <a:gd name="connsiteY15" fmla="*/ 527 h 16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5326" h="164198">
                <a:moveTo>
                  <a:pt x="114526" y="527"/>
                </a:moveTo>
                <a:cubicBezTo>
                  <a:pt x="99180" y="3173"/>
                  <a:pt x="66991" y="7875"/>
                  <a:pt x="44676" y="22752"/>
                </a:cubicBezTo>
                <a:cubicBezTo>
                  <a:pt x="21688" y="38077"/>
                  <a:pt x="32452" y="32039"/>
                  <a:pt x="12926" y="41802"/>
                </a:cubicBezTo>
                <a:cubicBezTo>
                  <a:pt x="10809" y="44977"/>
                  <a:pt x="7993" y="47784"/>
                  <a:pt x="6576" y="51327"/>
                </a:cubicBezTo>
                <a:cubicBezTo>
                  <a:pt x="-942" y="70123"/>
                  <a:pt x="-3360" y="82254"/>
                  <a:pt x="6576" y="102127"/>
                </a:cubicBezTo>
                <a:cubicBezTo>
                  <a:pt x="9923" y="108820"/>
                  <a:pt x="16858" y="113030"/>
                  <a:pt x="22451" y="118002"/>
                </a:cubicBezTo>
                <a:cubicBezTo>
                  <a:pt x="59108" y="150586"/>
                  <a:pt x="14129" y="106505"/>
                  <a:pt x="44676" y="137052"/>
                </a:cubicBezTo>
                <a:cubicBezTo>
                  <a:pt x="45734" y="144460"/>
                  <a:pt x="40715" y="157023"/>
                  <a:pt x="47851" y="159277"/>
                </a:cubicBezTo>
                <a:cubicBezTo>
                  <a:pt x="90509" y="172748"/>
                  <a:pt x="104679" y="156317"/>
                  <a:pt x="133576" y="137052"/>
                </a:cubicBezTo>
                <a:cubicBezTo>
                  <a:pt x="135693" y="129644"/>
                  <a:pt x="137395" y="122104"/>
                  <a:pt x="139926" y="114827"/>
                </a:cubicBezTo>
                <a:cubicBezTo>
                  <a:pt x="145867" y="97746"/>
                  <a:pt x="154590" y="81572"/>
                  <a:pt x="158976" y="64027"/>
                </a:cubicBezTo>
                <a:cubicBezTo>
                  <a:pt x="162963" y="48080"/>
                  <a:pt x="160771" y="55467"/>
                  <a:pt x="165326" y="41802"/>
                </a:cubicBezTo>
                <a:cubicBezTo>
                  <a:pt x="164268" y="36510"/>
                  <a:pt x="164046" y="30980"/>
                  <a:pt x="162151" y="25927"/>
                </a:cubicBezTo>
                <a:cubicBezTo>
                  <a:pt x="159220" y="18112"/>
                  <a:pt x="153440" y="13634"/>
                  <a:pt x="146276" y="10052"/>
                </a:cubicBezTo>
                <a:cubicBezTo>
                  <a:pt x="143283" y="8555"/>
                  <a:pt x="139858" y="8120"/>
                  <a:pt x="136751" y="6877"/>
                </a:cubicBezTo>
                <a:cubicBezTo>
                  <a:pt x="134554" y="5998"/>
                  <a:pt x="129872" y="-2119"/>
                  <a:pt x="114526" y="527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Freeform: Shape 1027">
            <a:extLst>
              <a:ext uri="{FF2B5EF4-FFF2-40B4-BE49-F238E27FC236}">
                <a16:creationId xmlns:a16="http://schemas.microsoft.com/office/drawing/2014/main" id="{08A1BF77-FE80-2BC2-0672-47A5BCAA8C0A}"/>
              </a:ext>
            </a:extLst>
          </p:cNvPr>
          <p:cNvSpPr/>
          <p:nvPr/>
        </p:nvSpPr>
        <p:spPr>
          <a:xfrm>
            <a:off x="7487434" y="5603046"/>
            <a:ext cx="242422" cy="263198"/>
          </a:xfrm>
          <a:custGeom>
            <a:avLst/>
            <a:gdLst>
              <a:gd name="connsiteX0" fmla="*/ 73218 w 114493"/>
              <a:gd name="connsiteY0" fmla="*/ 10103 h 124403"/>
              <a:gd name="connsiteX1" fmla="*/ 19243 w 114493"/>
              <a:gd name="connsiteY1" fmla="*/ 22803 h 124403"/>
              <a:gd name="connsiteX2" fmla="*/ 6543 w 114493"/>
              <a:gd name="connsiteY2" fmla="*/ 41853 h 124403"/>
              <a:gd name="connsiteX3" fmla="*/ 3368 w 114493"/>
              <a:gd name="connsiteY3" fmla="*/ 60903 h 124403"/>
              <a:gd name="connsiteX4" fmla="*/ 9718 w 114493"/>
              <a:gd name="connsiteY4" fmla="*/ 118053 h 124403"/>
              <a:gd name="connsiteX5" fmla="*/ 28768 w 114493"/>
              <a:gd name="connsiteY5" fmla="*/ 124403 h 124403"/>
              <a:gd name="connsiteX6" fmla="*/ 92268 w 114493"/>
              <a:gd name="connsiteY6" fmla="*/ 121228 h 124403"/>
              <a:gd name="connsiteX7" fmla="*/ 101793 w 114493"/>
              <a:gd name="connsiteY7" fmla="*/ 114878 h 124403"/>
              <a:gd name="connsiteX8" fmla="*/ 108143 w 114493"/>
              <a:gd name="connsiteY8" fmla="*/ 99003 h 124403"/>
              <a:gd name="connsiteX9" fmla="*/ 114493 w 114493"/>
              <a:gd name="connsiteY9" fmla="*/ 79953 h 124403"/>
              <a:gd name="connsiteX10" fmla="*/ 108143 w 114493"/>
              <a:gd name="connsiteY10" fmla="*/ 19628 h 124403"/>
              <a:gd name="connsiteX11" fmla="*/ 101793 w 114493"/>
              <a:gd name="connsiteY11" fmla="*/ 3753 h 124403"/>
              <a:gd name="connsiteX12" fmla="*/ 73218 w 114493"/>
              <a:gd name="connsiteY12" fmla="*/ 10103 h 12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493" h="124403">
                <a:moveTo>
                  <a:pt x="73218" y="10103"/>
                </a:moveTo>
                <a:cubicBezTo>
                  <a:pt x="59460" y="13278"/>
                  <a:pt x="34488" y="5652"/>
                  <a:pt x="19243" y="22803"/>
                </a:cubicBezTo>
                <a:cubicBezTo>
                  <a:pt x="14173" y="28507"/>
                  <a:pt x="10776" y="35503"/>
                  <a:pt x="6543" y="41853"/>
                </a:cubicBezTo>
                <a:cubicBezTo>
                  <a:pt x="5485" y="48203"/>
                  <a:pt x="4347" y="54540"/>
                  <a:pt x="3368" y="60903"/>
                </a:cubicBezTo>
                <a:cubicBezTo>
                  <a:pt x="173" y="81669"/>
                  <a:pt x="-4496" y="97522"/>
                  <a:pt x="9718" y="118053"/>
                </a:cubicBezTo>
                <a:cubicBezTo>
                  <a:pt x="13528" y="123556"/>
                  <a:pt x="22418" y="122286"/>
                  <a:pt x="28768" y="124403"/>
                </a:cubicBezTo>
                <a:cubicBezTo>
                  <a:pt x="49935" y="123345"/>
                  <a:pt x="71253" y="123969"/>
                  <a:pt x="92268" y="121228"/>
                </a:cubicBezTo>
                <a:cubicBezTo>
                  <a:pt x="96052" y="120734"/>
                  <a:pt x="99575" y="117983"/>
                  <a:pt x="101793" y="114878"/>
                </a:cubicBezTo>
                <a:cubicBezTo>
                  <a:pt x="105106" y="110240"/>
                  <a:pt x="106195" y="104359"/>
                  <a:pt x="108143" y="99003"/>
                </a:cubicBezTo>
                <a:cubicBezTo>
                  <a:pt x="110430" y="92713"/>
                  <a:pt x="112376" y="86303"/>
                  <a:pt x="114493" y="79953"/>
                </a:cubicBezTo>
                <a:cubicBezTo>
                  <a:pt x="112376" y="59845"/>
                  <a:pt x="111467" y="39572"/>
                  <a:pt x="108143" y="19628"/>
                </a:cubicBezTo>
                <a:cubicBezTo>
                  <a:pt x="107206" y="14006"/>
                  <a:pt x="105213" y="8312"/>
                  <a:pt x="101793" y="3753"/>
                </a:cubicBezTo>
                <a:cubicBezTo>
                  <a:pt x="94173" y="-6407"/>
                  <a:pt x="86976" y="6928"/>
                  <a:pt x="73218" y="10103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Freeform: Shape 1028">
            <a:extLst>
              <a:ext uri="{FF2B5EF4-FFF2-40B4-BE49-F238E27FC236}">
                <a16:creationId xmlns:a16="http://schemas.microsoft.com/office/drawing/2014/main" id="{C07D4B9E-9714-DC0A-6D59-ADA4F1D84058}"/>
              </a:ext>
            </a:extLst>
          </p:cNvPr>
          <p:cNvSpPr/>
          <p:nvPr/>
        </p:nvSpPr>
        <p:spPr>
          <a:xfrm>
            <a:off x="7372199" y="5877277"/>
            <a:ext cx="365447" cy="175204"/>
          </a:xfrm>
          <a:custGeom>
            <a:avLst/>
            <a:gdLst>
              <a:gd name="connsiteX0" fmla="*/ 54876 w 172596"/>
              <a:gd name="connsiteY0" fmla="*/ 262 h 82812"/>
              <a:gd name="connsiteX1" fmla="*/ 29476 w 172596"/>
              <a:gd name="connsiteY1" fmla="*/ 6612 h 82812"/>
              <a:gd name="connsiteX2" fmla="*/ 16776 w 172596"/>
              <a:gd name="connsiteY2" fmla="*/ 12962 h 82812"/>
              <a:gd name="connsiteX3" fmla="*/ 4076 w 172596"/>
              <a:gd name="connsiteY3" fmla="*/ 57412 h 82812"/>
              <a:gd name="connsiteX4" fmla="*/ 19951 w 172596"/>
              <a:gd name="connsiteY4" fmla="*/ 66937 h 82812"/>
              <a:gd name="connsiteX5" fmla="*/ 77101 w 172596"/>
              <a:gd name="connsiteY5" fmla="*/ 76462 h 82812"/>
              <a:gd name="connsiteX6" fmla="*/ 115201 w 172596"/>
              <a:gd name="connsiteY6" fmla="*/ 82812 h 82812"/>
              <a:gd name="connsiteX7" fmla="*/ 140601 w 172596"/>
              <a:gd name="connsiteY7" fmla="*/ 79637 h 82812"/>
              <a:gd name="connsiteX8" fmla="*/ 153301 w 172596"/>
              <a:gd name="connsiteY8" fmla="*/ 76462 h 82812"/>
              <a:gd name="connsiteX9" fmla="*/ 166001 w 172596"/>
              <a:gd name="connsiteY9" fmla="*/ 63762 h 82812"/>
              <a:gd name="connsiteX10" fmla="*/ 172351 w 172596"/>
              <a:gd name="connsiteY10" fmla="*/ 32012 h 82812"/>
              <a:gd name="connsiteX11" fmla="*/ 169176 w 172596"/>
              <a:gd name="connsiteY11" fmla="*/ 6612 h 82812"/>
              <a:gd name="connsiteX12" fmla="*/ 153301 w 172596"/>
              <a:gd name="connsiteY12" fmla="*/ 3437 h 82812"/>
              <a:gd name="connsiteX13" fmla="*/ 54876 w 172596"/>
              <a:gd name="connsiteY13" fmla="*/ 262 h 8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2596" h="82812">
                <a:moveTo>
                  <a:pt x="54876" y="262"/>
                </a:moveTo>
                <a:cubicBezTo>
                  <a:pt x="34239" y="791"/>
                  <a:pt x="38019" y="2951"/>
                  <a:pt x="29476" y="6612"/>
                </a:cubicBezTo>
                <a:cubicBezTo>
                  <a:pt x="25126" y="8476"/>
                  <a:pt x="21009" y="10845"/>
                  <a:pt x="16776" y="12962"/>
                </a:cubicBezTo>
                <a:cubicBezTo>
                  <a:pt x="7612" y="25181"/>
                  <a:pt x="-7230" y="40453"/>
                  <a:pt x="4076" y="57412"/>
                </a:cubicBezTo>
                <a:cubicBezTo>
                  <a:pt x="7499" y="62547"/>
                  <a:pt x="14097" y="64986"/>
                  <a:pt x="19951" y="66937"/>
                </a:cubicBezTo>
                <a:cubicBezTo>
                  <a:pt x="37120" y="72660"/>
                  <a:pt x="59133" y="73767"/>
                  <a:pt x="77101" y="76462"/>
                </a:cubicBezTo>
                <a:cubicBezTo>
                  <a:pt x="89834" y="78372"/>
                  <a:pt x="115201" y="82812"/>
                  <a:pt x="115201" y="82812"/>
                </a:cubicBezTo>
                <a:cubicBezTo>
                  <a:pt x="123668" y="81754"/>
                  <a:pt x="132185" y="81040"/>
                  <a:pt x="140601" y="79637"/>
                </a:cubicBezTo>
                <a:cubicBezTo>
                  <a:pt x="144905" y="78920"/>
                  <a:pt x="149601" y="78775"/>
                  <a:pt x="153301" y="76462"/>
                </a:cubicBezTo>
                <a:cubicBezTo>
                  <a:pt x="158378" y="73289"/>
                  <a:pt x="161768" y="67995"/>
                  <a:pt x="166001" y="63762"/>
                </a:cubicBezTo>
                <a:cubicBezTo>
                  <a:pt x="168099" y="55370"/>
                  <a:pt x="172351" y="39797"/>
                  <a:pt x="172351" y="32012"/>
                </a:cubicBezTo>
                <a:cubicBezTo>
                  <a:pt x="172351" y="23479"/>
                  <a:pt x="173909" y="13712"/>
                  <a:pt x="169176" y="6612"/>
                </a:cubicBezTo>
                <a:cubicBezTo>
                  <a:pt x="166183" y="2122"/>
                  <a:pt x="158668" y="4002"/>
                  <a:pt x="153301" y="3437"/>
                </a:cubicBezTo>
                <a:cubicBezTo>
                  <a:pt x="117408" y="-341"/>
                  <a:pt x="75513" y="-267"/>
                  <a:pt x="54876" y="262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Freeform: Shape 1029">
            <a:extLst>
              <a:ext uri="{FF2B5EF4-FFF2-40B4-BE49-F238E27FC236}">
                <a16:creationId xmlns:a16="http://schemas.microsoft.com/office/drawing/2014/main" id="{D53ECEF0-9304-113A-5238-217A85EB3D55}"/>
              </a:ext>
            </a:extLst>
          </p:cNvPr>
          <p:cNvSpPr/>
          <p:nvPr/>
        </p:nvSpPr>
        <p:spPr>
          <a:xfrm flipH="1">
            <a:off x="8032823" y="5306448"/>
            <a:ext cx="347752" cy="347392"/>
          </a:xfrm>
          <a:custGeom>
            <a:avLst/>
            <a:gdLst>
              <a:gd name="connsiteX0" fmla="*/ 114526 w 165326"/>
              <a:gd name="connsiteY0" fmla="*/ 527 h 164198"/>
              <a:gd name="connsiteX1" fmla="*/ 44676 w 165326"/>
              <a:gd name="connsiteY1" fmla="*/ 22752 h 164198"/>
              <a:gd name="connsiteX2" fmla="*/ 12926 w 165326"/>
              <a:gd name="connsiteY2" fmla="*/ 41802 h 164198"/>
              <a:gd name="connsiteX3" fmla="*/ 6576 w 165326"/>
              <a:gd name="connsiteY3" fmla="*/ 51327 h 164198"/>
              <a:gd name="connsiteX4" fmla="*/ 6576 w 165326"/>
              <a:gd name="connsiteY4" fmla="*/ 102127 h 164198"/>
              <a:gd name="connsiteX5" fmla="*/ 22451 w 165326"/>
              <a:gd name="connsiteY5" fmla="*/ 118002 h 164198"/>
              <a:gd name="connsiteX6" fmla="*/ 44676 w 165326"/>
              <a:gd name="connsiteY6" fmla="*/ 137052 h 164198"/>
              <a:gd name="connsiteX7" fmla="*/ 47851 w 165326"/>
              <a:gd name="connsiteY7" fmla="*/ 159277 h 164198"/>
              <a:gd name="connsiteX8" fmla="*/ 133576 w 165326"/>
              <a:gd name="connsiteY8" fmla="*/ 137052 h 164198"/>
              <a:gd name="connsiteX9" fmla="*/ 139926 w 165326"/>
              <a:gd name="connsiteY9" fmla="*/ 114827 h 164198"/>
              <a:gd name="connsiteX10" fmla="*/ 158976 w 165326"/>
              <a:gd name="connsiteY10" fmla="*/ 64027 h 164198"/>
              <a:gd name="connsiteX11" fmla="*/ 165326 w 165326"/>
              <a:gd name="connsiteY11" fmla="*/ 41802 h 164198"/>
              <a:gd name="connsiteX12" fmla="*/ 162151 w 165326"/>
              <a:gd name="connsiteY12" fmla="*/ 25927 h 164198"/>
              <a:gd name="connsiteX13" fmla="*/ 146276 w 165326"/>
              <a:gd name="connsiteY13" fmla="*/ 10052 h 164198"/>
              <a:gd name="connsiteX14" fmla="*/ 136751 w 165326"/>
              <a:gd name="connsiteY14" fmla="*/ 6877 h 164198"/>
              <a:gd name="connsiteX15" fmla="*/ 114526 w 165326"/>
              <a:gd name="connsiteY15" fmla="*/ 527 h 16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5326" h="164198">
                <a:moveTo>
                  <a:pt x="114526" y="527"/>
                </a:moveTo>
                <a:cubicBezTo>
                  <a:pt x="99180" y="3173"/>
                  <a:pt x="66991" y="7875"/>
                  <a:pt x="44676" y="22752"/>
                </a:cubicBezTo>
                <a:cubicBezTo>
                  <a:pt x="21688" y="38077"/>
                  <a:pt x="32452" y="32039"/>
                  <a:pt x="12926" y="41802"/>
                </a:cubicBezTo>
                <a:cubicBezTo>
                  <a:pt x="10809" y="44977"/>
                  <a:pt x="7993" y="47784"/>
                  <a:pt x="6576" y="51327"/>
                </a:cubicBezTo>
                <a:cubicBezTo>
                  <a:pt x="-942" y="70123"/>
                  <a:pt x="-3360" y="82254"/>
                  <a:pt x="6576" y="102127"/>
                </a:cubicBezTo>
                <a:cubicBezTo>
                  <a:pt x="9923" y="108820"/>
                  <a:pt x="16858" y="113030"/>
                  <a:pt x="22451" y="118002"/>
                </a:cubicBezTo>
                <a:cubicBezTo>
                  <a:pt x="59108" y="150586"/>
                  <a:pt x="14129" y="106505"/>
                  <a:pt x="44676" y="137052"/>
                </a:cubicBezTo>
                <a:cubicBezTo>
                  <a:pt x="45734" y="144460"/>
                  <a:pt x="40715" y="157023"/>
                  <a:pt x="47851" y="159277"/>
                </a:cubicBezTo>
                <a:cubicBezTo>
                  <a:pt x="90509" y="172748"/>
                  <a:pt x="104679" y="156317"/>
                  <a:pt x="133576" y="137052"/>
                </a:cubicBezTo>
                <a:cubicBezTo>
                  <a:pt x="135693" y="129644"/>
                  <a:pt x="137395" y="122104"/>
                  <a:pt x="139926" y="114827"/>
                </a:cubicBezTo>
                <a:cubicBezTo>
                  <a:pt x="145867" y="97746"/>
                  <a:pt x="154590" y="81572"/>
                  <a:pt x="158976" y="64027"/>
                </a:cubicBezTo>
                <a:cubicBezTo>
                  <a:pt x="162963" y="48080"/>
                  <a:pt x="160771" y="55467"/>
                  <a:pt x="165326" y="41802"/>
                </a:cubicBezTo>
                <a:cubicBezTo>
                  <a:pt x="164268" y="36510"/>
                  <a:pt x="164046" y="30980"/>
                  <a:pt x="162151" y="25927"/>
                </a:cubicBezTo>
                <a:cubicBezTo>
                  <a:pt x="159220" y="18112"/>
                  <a:pt x="153440" y="13634"/>
                  <a:pt x="146276" y="10052"/>
                </a:cubicBezTo>
                <a:cubicBezTo>
                  <a:pt x="143283" y="8555"/>
                  <a:pt x="139858" y="8120"/>
                  <a:pt x="136751" y="6877"/>
                </a:cubicBezTo>
                <a:cubicBezTo>
                  <a:pt x="134554" y="5998"/>
                  <a:pt x="129872" y="-2119"/>
                  <a:pt x="114526" y="527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Freeform: Shape 1030">
            <a:extLst>
              <a:ext uri="{FF2B5EF4-FFF2-40B4-BE49-F238E27FC236}">
                <a16:creationId xmlns:a16="http://schemas.microsoft.com/office/drawing/2014/main" id="{130084B9-E7FE-0206-CB24-915222DAE408}"/>
              </a:ext>
            </a:extLst>
          </p:cNvPr>
          <p:cNvSpPr/>
          <p:nvPr/>
        </p:nvSpPr>
        <p:spPr>
          <a:xfrm flipH="1">
            <a:off x="8166936" y="5617183"/>
            <a:ext cx="240828" cy="263198"/>
          </a:xfrm>
          <a:custGeom>
            <a:avLst/>
            <a:gdLst>
              <a:gd name="connsiteX0" fmla="*/ 73218 w 114493"/>
              <a:gd name="connsiteY0" fmla="*/ 10103 h 124403"/>
              <a:gd name="connsiteX1" fmla="*/ 19243 w 114493"/>
              <a:gd name="connsiteY1" fmla="*/ 22803 h 124403"/>
              <a:gd name="connsiteX2" fmla="*/ 6543 w 114493"/>
              <a:gd name="connsiteY2" fmla="*/ 41853 h 124403"/>
              <a:gd name="connsiteX3" fmla="*/ 3368 w 114493"/>
              <a:gd name="connsiteY3" fmla="*/ 60903 h 124403"/>
              <a:gd name="connsiteX4" fmla="*/ 9718 w 114493"/>
              <a:gd name="connsiteY4" fmla="*/ 118053 h 124403"/>
              <a:gd name="connsiteX5" fmla="*/ 28768 w 114493"/>
              <a:gd name="connsiteY5" fmla="*/ 124403 h 124403"/>
              <a:gd name="connsiteX6" fmla="*/ 92268 w 114493"/>
              <a:gd name="connsiteY6" fmla="*/ 121228 h 124403"/>
              <a:gd name="connsiteX7" fmla="*/ 101793 w 114493"/>
              <a:gd name="connsiteY7" fmla="*/ 114878 h 124403"/>
              <a:gd name="connsiteX8" fmla="*/ 108143 w 114493"/>
              <a:gd name="connsiteY8" fmla="*/ 99003 h 124403"/>
              <a:gd name="connsiteX9" fmla="*/ 114493 w 114493"/>
              <a:gd name="connsiteY9" fmla="*/ 79953 h 124403"/>
              <a:gd name="connsiteX10" fmla="*/ 108143 w 114493"/>
              <a:gd name="connsiteY10" fmla="*/ 19628 h 124403"/>
              <a:gd name="connsiteX11" fmla="*/ 101793 w 114493"/>
              <a:gd name="connsiteY11" fmla="*/ 3753 h 124403"/>
              <a:gd name="connsiteX12" fmla="*/ 73218 w 114493"/>
              <a:gd name="connsiteY12" fmla="*/ 10103 h 12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4493" h="124403">
                <a:moveTo>
                  <a:pt x="73218" y="10103"/>
                </a:moveTo>
                <a:cubicBezTo>
                  <a:pt x="59460" y="13278"/>
                  <a:pt x="34488" y="5652"/>
                  <a:pt x="19243" y="22803"/>
                </a:cubicBezTo>
                <a:cubicBezTo>
                  <a:pt x="14173" y="28507"/>
                  <a:pt x="10776" y="35503"/>
                  <a:pt x="6543" y="41853"/>
                </a:cubicBezTo>
                <a:cubicBezTo>
                  <a:pt x="5485" y="48203"/>
                  <a:pt x="4347" y="54540"/>
                  <a:pt x="3368" y="60903"/>
                </a:cubicBezTo>
                <a:cubicBezTo>
                  <a:pt x="173" y="81669"/>
                  <a:pt x="-4496" y="97522"/>
                  <a:pt x="9718" y="118053"/>
                </a:cubicBezTo>
                <a:cubicBezTo>
                  <a:pt x="13528" y="123556"/>
                  <a:pt x="22418" y="122286"/>
                  <a:pt x="28768" y="124403"/>
                </a:cubicBezTo>
                <a:cubicBezTo>
                  <a:pt x="49935" y="123345"/>
                  <a:pt x="71253" y="123969"/>
                  <a:pt x="92268" y="121228"/>
                </a:cubicBezTo>
                <a:cubicBezTo>
                  <a:pt x="96052" y="120734"/>
                  <a:pt x="99575" y="117983"/>
                  <a:pt x="101793" y="114878"/>
                </a:cubicBezTo>
                <a:cubicBezTo>
                  <a:pt x="105106" y="110240"/>
                  <a:pt x="106195" y="104359"/>
                  <a:pt x="108143" y="99003"/>
                </a:cubicBezTo>
                <a:cubicBezTo>
                  <a:pt x="110430" y="92713"/>
                  <a:pt x="112376" y="86303"/>
                  <a:pt x="114493" y="79953"/>
                </a:cubicBezTo>
                <a:cubicBezTo>
                  <a:pt x="112376" y="59845"/>
                  <a:pt x="111467" y="39572"/>
                  <a:pt x="108143" y="19628"/>
                </a:cubicBezTo>
                <a:cubicBezTo>
                  <a:pt x="107206" y="14006"/>
                  <a:pt x="105213" y="8312"/>
                  <a:pt x="101793" y="3753"/>
                </a:cubicBezTo>
                <a:cubicBezTo>
                  <a:pt x="94173" y="-6407"/>
                  <a:pt x="86976" y="6928"/>
                  <a:pt x="73218" y="10103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Freeform: Shape 1031">
            <a:extLst>
              <a:ext uri="{FF2B5EF4-FFF2-40B4-BE49-F238E27FC236}">
                <a16:creationId xmlns:a16="http://schemas.microsoft.com/office/drawing/2014/main" id="{0D491567-4940-3844-7571-F34FDFC2D742}"/>
              </a:ext>
            </a:extLst>
          </p:cNvPr>
          <p:cNvSpPr/>
          <p:nvPr/>
        </p:nvSpPr>
        <p:spPr>
          <a:xfrm flipH="1">
            <a:off x="8159197" y="5891414"/>
            <a:ext cx="363044" cy="175204"/>
          </a:xfrm>
          <a:custGeom>
            <a:avLst/>
            <a:gdLst>
              <a:gd name="connsiteX0" fmla="*/ 54876 w 172596"/>
              <a:gd name="connsiteY0" fmla="*/ 262 h 82812"/>
              <a:gd name="connsiteX1" fmla="*/ 29476 w 172596"/>
              <a:gd name="connsiteY1" fmla="*/ 6612 h 82812"/>
              <a:gd name="connsiteX2" fmla="*/ 16776 w 172596"/>
              <a:gd name="connsiteY2" fmla="*/ 12962 h 82812"/>
              <a:gd name="connsiteX3" fmla="*/ 4076 w 172596"/>
              <a:gd name="connsiteY3" fmla="*/ 57412 h 82812"/>
              <a:gd name="connsiteX4" fmla="*/ 19951 w 172596"/>
              <a:gd name="connsiteY4" fmla="*/ 66937 h 82812"/>
              <a:gd name="connsiteX5" fmla="*/ 77101 w 172596"/>
              <a:gd name="connsiteY5" fmla="*/ 76462 h 82812"/>
              <a:gd name="connsiteX6" fmla="*/ 115201 w 172596"/>
              <a:gd name="connsiteY6" fmla="*/ 82812 h 82812"/>
              <a:gd name="connsiteX7" fmla="*/ 140601 w 172596"/>
              <a:gd name="connsiteY7" fmla="*/ 79637 h 82812"/>
              <a:gd name="connsiteX8" fmla="*/ 153301 w 172596"/>
              <a:gd name="connsiteY8" fmla="*/ 76462 h 82812"/>
              <a:gd name="connsiteX9" fmla="*/ 166001 w 172596"/>
              <a:gd name="connsiteY9" fmla="*/ 63762 h 82812"/>
              <a:gd name="connsiteX10" fmla="*/ 172351 w 172596"/>
              <a:gd name="connsiteY10" fmla="*/ 32012 h 82812"/>
              <a:gd name="connsiteX11" fmla="*/ 169176 w 172596"/>
              <a:gd name="connsiteY11" fmla="*/ 6612 h 82812"/>
              <a:gd name="connsiteX12" fmla="*/ 153301 w 172596"/>
              <a:gd name="connsiteY12" fmla="*/ 3437 h 82812"/>
              <a:gd name="connsiteX13" fmla="*/ 54876 w 172596"/>
              <a:gd name="connsiteY13" fmla="*/ 262 h 8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2596" h="82812">
                <a:moveTo>
                  <a:pt x="54876" y="262"/>
                </a:moveTo>
                <a:cubicBezTo>
                  <a:pt x="34239" y="791"/>
                  <a:pt x="38019" y="2951"/>
                  <a:pt x="29476" y="6612"/>
                </a:cubicBezTo>
                <a:cubicBezTo>
                  <a:pt x="25126" y="8476"/>
                  <a:pt x="21009" y="10845"/>
                  <a:pt x="16776" y="12962"/>
                </a:cubicBezTo>
                <a:cubicBezTo>
                  <a:pt x="7612" y="25181"/>
                  <a:pt x="-7230" y="40453"/>
                  <a:pt x="4076" y="57412"/>
                </a:cubicBezTo>
                <a:cubicBezTo>
                  <a:pt x="7499" y="62547"/>
                  <a:pt x="14097" y="64986"/>
                  <a:pt x="19951" y="66937"/>
                </a:cubicBezTo>
                <a:cubicBezTo>
                  <a:pt x="37120" y="72660"/>
                  <a:pt x="59133" y="73767"/>
                  <a:pt x="77101" y="76462"/>
                </a:cubicBezTo>
                <a:cubicBezTo>
                  <a:pt x="89834" y="78372"/>
                  <a:pt x="115201" y="82812"/>
                  <a:pt x="115201" y="82812"/>
                </a:cubicBezTo>
                <a:cubicBezTo>
                  <a:pt x="123668" y="81754"/>
                  <a:pt x="132185" y="81040"/>
                  <a:pt x="140601" y="79637"/>
                </a:cubicBezTo>
                <a:cubicBezTo>
                  <a:pt x="144905" y="78920"/>
                  <a:pt x="149601" y="78775"/>
                  <a:pt x="153301" y="76462"/>
                </a:cubicBezTo>
                <a:cubicBezTo>
                  <a:pt x="158378" y="73289"/>
                  <a:pt x="161768" y="67995"/>
                  <a:pt x="166001" y="63762"/>
                </a:cubicBezTo>
                <a:cubicBezTo>
                  <a:pt x="168099" y="55370"/>
                  <a:pt x="172351" y="39797"/>
                  <a:pt x="172351" y="32012"/>
                </a:cubicBezTo>
                <a:cubicBezTo>
                  <a:pt x="172351" y="23479"/>
                  <a:pt x="173909" y="13712"/>
                  <a:pt x="169176" y="6612"/>
                </a:cubicBezTo>
                <a:cubicBezTo>
                  <a:pt x="166183" y="2122"/>
                  <a:pt x="158668" y="4002"/>
                  <a:pt x="153301" y="3437"/>
                </a:cubicBezTo>
                <a:cubicBezTo>
                  <a:pt x="117408" y="-341"/>
                  <a:pt x="75513" y="-267"/>
                  <a:pt x="54876" y="262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59F22783-28F5-2C5F-3D70-6672F46A4563}"/>
              </a:ext>
            </a:extLst>
          </p:cNvPr>
          <p:cNvSpPr/>
          <p:nvPr/>
        </p:nvSpPr>
        <p:spPr>
          <a:xfrm rot="14263189">
            <a:off x="8357628" y="4650700"/>
            <a:ext cx="436341" cy="383188"/>
          </a:xfrm>
          <a:custGeom>
            <a:avLst/>
            <a:gdLst>
              <a:gd name="connsiteX0" fmla="*/ 3964 w 182630"/>
              <a:gd name="connsiteY0" fmla="*/ 114300 h 180975"/>
              <a:gd name="connsiteX1" fmla="*/ 3964 w 182630"/>
              <a:gd name="connsiteY1" fmla="*/ 73025 h 180975"/>
              <a:gd name="connsiteX2" fmla="*/ 13489 w 182630"/>
              <a:gd name="connsiteY2" fmla="*/ 66675 h 180975"/>
              <a:gd name="connsiteX3" fmla="*/ 45239 w 182630"/>
              <a:gd name="connsiteY3" fmla="*/ 60325 h 180975"/>
              <a:gd name="connsiteX4" fmla="*/ 67464 w 182630"/>
              <a:gd name="connsiteY4" fmla="*/ 50800 h 180975"/>
              <a:gd name="connsiteX5" fmla="*/ 70639 w 182630"/>
              <a:gd name="connsiteY5" fmla="*/ 41275 h 180975"/>
              <a:gd name="connsiteX6" fmla="*/ 76989 w 182630"/>
              <a:gd name="connsiteY6" fmla="*/ 12700 h 180975"/>
              <a:gd name="connsiteX7" fmla="*/ 83339 w 182630"/>
              <a:gd name="connsiteY7" fmla="*/ 3175 h 180975"/>
              <a:gd name="connsiteX8" fmla="*/ 92864 w 182630"/>
              <a:gd name="connsiteY8" fmla="*/ 0 h 180975"/>
              <a:gd name="connsiteX9" fmla="*/ 140489 w 182630"/>
              <a:gd name="connsiteY9" fmla="*/ 3175 h 180975"/>
              <a:gd name="connsiteX10" fmla="*/ 150014 w 182630"/>
              <a:gd name="connsiteY10" fmla="*/ 12700 h 180975"/>
              <a:gd name="connsiteX11" fmla="*/ 156364 w 182630"/>
              <a:gd name="connsiteY11" fmla="*/ 31750 h 180975"/>
              <a:gd name="connsiteX12" fmla="*/ 159539 w 182630"/>
              <a:gd name="connsiteY12" fmla="*/ 79375 h 180975"/>
              <a:gd name="connsiteX13" fmla="*/ 165889 w 182630"/>
              <a:gd name="connsiteY13" fmla="*/ 98425 h 180975"/>
              <a:gd name="connsiteX14" fmla="*/ 178589 w 182630"/>
              <a:gd name="connsiteY14" fmla="*/ 127000 h 180975"/>
              <a:gd name="connsiteX15" fmla="*/ 181764 w 182630"/>
              <a:gd name="connsiteY15" fmla="*/ 139700 h 180975"/>
              <a:gd name="connsiteX16" fmla="*/ 130964 w 182630"/>
              <a:gd name="connsiteY16" fmla="*/ 155575 h 180975"/>
              <a:gd name="connsiteX17" fmla="*/ 115089 w 182630"/>
              <a:gd name="connsiteY17" fmla="*/ 165100 h 180975"/>
              <a:gd name="connsiteX18" fmla="*/ 99214 w 182630"/>
              <a:gd name="connsiteY18" fmla="*/ 171450 h 180975"/>
              <a:gd name="connsiteX19" fmla="*/ 89689 w 182630"/>
              <a:gd name="connsiteY19" fmla="*/ 174625 h 180975"/>
              <a:gd name="connsiteX20" fmla="*/ 80164 w 182630"/>
              <a:gd name="connsiteY20" fmla="*/ 180975 h 180975"/>
              <a:gd name="connsiteX21" fmla="*/ 70639 w 182630"/>
              <a:gd name="connsiteY21" fmla="*/ 174625 h 180975"/>
              <a:gd name="connsiteX22" fmla="*/ 54764 w 182630"/>
              <a:gd name="connsiteY22" fmla="*/ 142875 h 180975"/>
              <a:gd name="connsiteX23" fmla="*/ 26189 w 182630"/>
              <a:gd name="connsiteY23" fmla="*/ 136525 h 180975"/>
              <a:gd name="connsiteX24" fmla="*/ 3964 w 182630"/>
              <a:gd name="connsiteY24" fmla="*/ 114300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2630" h="180975">
                <a:moveTo>
                  <a:pt x="3964" y="114300"/>
                </a:moveTo>
                <a:cubicBezTo>
                  <a:pt x="260" y="103717"/>
                  <a:pt x="-2700" y="89684"/>
                  <a:pt x="3964" y="73025"/>
                </a:cubicBezTo>
                <a:cubicBezTo>
                  <a:pt x="5381" y="69482"/>
                  <a:pt x="9869" y="67882"/>
                  <a:pt x="13489" y="66675"/>
                </a:cubicBezTo>
                <a:cubicBezTo>
                  <a:pt x="60480" y="51011"/>
                  <a:pt x="10272" y="73040"/>
                  <a:pt x="45239" y="60325"/>
                </a:cubicBezTo>
                <a:cubicBezTo>
                  <a:pt x="52814" y="57571"/>
                  <a:pt x="60056" y="53975"/>
                  <a:pt x="67464" y="50800"/>
                </a:cubicBezTo>
                <a:cubicBezTo>
                  <a:pt x="68522" y="47625"/>
                  <a:pt x="69827" y="44522"/>
                  <a:pt x="70639" y="41275"/>
                </a:cubicBezTo>
                <a:cubicBezTo>
                  <a:pt x="73006" y="31809"/>
                  <a:pt x="73903" y="21957"/>
                  <a:pt x="76989" y="12700"/>
                </a:cubicBezTo>
                <a:cubicBezTo>
                  <a:pt x="78196" y="9080"/>
                  <a:pt x="80359" y="5559"/>
                  <a:pt x="83339" y="3175"/>
                </a:cubicBezTo>
                <a:cubicBezTo>
                  <a:pt x="85952" y="1084"/>
                  <a:pt x="89689" y="1058"/>
                  <a:pt x="92864" y="0"/>
                </a:cubicBezTo>
                <a:cubicBezTo>
                  <a:pt x="108739" y="1058"/>
                  <a:pt x="124958" y="-276"/>
                  <a:pt x="140489" y="3175"/>
                </a:cubicBezTo>
                <a:cubicBezTo>
                  <a:pt x="144872" y="4149"/>
                  <a:pt x="147833" y="8775"/>
                  <a:pt x="150014" y="12700"/>
                </a:cubicBezTo>
                <a:cubicBezTo>
                  <a:pt x="153265" y="18551"/>
                  <a:pt x="156364" y="31750"/>
                  <a:pt x="156364" y="31750"/>
                </a:cubicBezTo>
                <a:cubicBezTo>
                  <a:pt x="157422" y="47625"/>
                  <a:pt x="157289" y="63625"/>
                  <a:pt x="159539" y="79375"/>
                </a:cubicBezTo>
                <a:cubicBezTo>
                  <a:pt x="160486" y="86001"/>
                  <a:pt x="163772" y="92075"/>
                  <a:pt x="165889" y="98425"/>
                </a:cubicBezTo>
                <a:cubicBezTo>
                  <a:pt x="173446" y="121095"/>
                  <a:pt x="168526" y="111906"/>
                  <a:pt x="178589" y="127000"/>
                </a:cubicBezTo>
                <a:cubicBezTo>
                  <a:pt x="179647" y="131233"/>
                  <a:pt x="184604" y="136387"/>
                  <a:pt x="181764" y="139700"/>
                </a:cubicBezTo>
                <a:cubicBezTo>
                  <a:pt x="174949" y="147651"/>
                  <a:pt x="137895" y="154035"/>
                  <a:pt x="130964" y="155575"/>
                </a:cubicBezTo>
                <a:cubicBezTo>
                  <a:pt x="125672" y="158750"/>
                  <a:pt x="120609" y="162340"/>
                  <a:pt x="115089" y="165100"/>
                </a:cubicBezTo>
                <a:cubicBezTo>
                  <a:pt x="109991" y="167649"/>
                  <a:pt x="104550" y="169449"/>
                  <a:pt x="99214" y="171450"/>
                </a:cubicBezTo>
                <a:cubicBezTo>
                  <a:pt x="96080" y="172625"/>
                  <a:pt x="92682" y="173128"/>
                  <a:pt x="89689" y="174625"/>
                </a:cubicBezTo>
                <a:cubicBezTo>
                  <a:pt x="86276" y="176332"/>
                  <a:pt x="83339" y="178858"/>
                  <a:pt x="80164" y="180975"/>
                </a:cubicBezTo>
                <a:cubicBezTo>
                  <a:pt x="76989" y="178858"/>
                  <a:pt x="72756" y="177800"/>
                  <a:pt x="70639" y="174625"/>
                </a:cubicBezTo>
                <a:cubicBezTo>
                  <a:pt x="64075" y="164780"/>
                  <a:pt x="66436" y="144820"/>
                  <a:pt x="54764" y="142875"/>
                </a:cubicBezTo>
                <a:cubicBezTo>
                  <a:pt x="47447" y="141656"/>
                  <a:pt x="34005" y="140433"/>
                  <a:pt x="26189" y="136525"/>
                </a:cubicBezTo>
                <a:cubicBezTo>
                  <a:pt x="22776" y="134818"/>
                  <a:pt x="7668" y="124883"/>
                  <a:pt x="3964" y="114300"/>
                </a:cubicBezTo>
                <a:close/>
              </a:path>
            </a:pathLst>
          </a:cu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9CB185E1-73A9-0FB2-7FF9-22AA653A6918}"/>
              </a:ext>
            </a:extLst>
          </p:cNvPr>
          <p:cNvSpPr/>
          <p:nvPr/>
        </p:nvSpPr>
        <p:spPr>
          <a:xfrm>
            <a:off x="6910946" y="4927236"/>
            <a:ext cx="443944" cy="557536"/>
          </a:xfrm>
          <a:custGeom>
            <a:avLst/>
            <a:gdLst>
              <a:gd name="connsiteX0" fmla="*/ 168275 w 209669"/>
              <a:gd name="connsiteY0" fmla="*/ 60325 h 263525"/>
              <a:gd name="connsiteX1" fmla="*/ 133350 w 209669"/>
              <a:gd name="connsiteY1" fmla="*/ 44450 h 263525"/>
              <a:gd name="connsiteX2" fmla="*/ 101600 w 209669"/>
              <a:gd name="connsiteY2" fmla="*/ 25400 h 263525"/>
              <a:gd name="connsiteX3" fmla="*/ 85725 w 209669"/>
              <a:gd name="connsiteY3" fmla="*/ 12700 h 263525"/>
              <a:gd name="connsiteX4" fmla="*/ 66675 w 209669"/>
              <a:gd name="connsiteY4" fmla="*/ 0 h 263525"/>
              <a:gd name="connsiteX5" fmla="*/ 38100 w 209669"/>
              <a:gd name="connsiteY5" fmla="*/ 53975 h 263525"/>
              <a:gd name="connsiteX6" fmla="*/ 25400 w 209669"/>
              <a:gd name="connsiteY6" fmla="*/ 79375 h 263525"/>
              <a:gd name="connsiteX7" fmla="*/ 19050 w 209669"/>
              <a:gd name="connsiteY7" fmla="*/ 92075 h 263525"/>
              <a:gd name="connsiteX8" fmla="*/ 0 w 209669"/>
              <a:gd name="connsiteY8" fmla="*/ 114300 h 263525"/>
              <a:gd name="connsiteX9" fmla="*/ 6350 w 209669"/>
              <a:gd name="connsiteY9" fmla="*/ 161925 h 263525"/>
              <a:gd name="connsiteX10" fmla="*/ 25400 w 209669"/>
              <a:gd name="connsiteY10" fmla="*/ 177800 h 263525"/>
              <a:gd name="connsiteX11" fmla="*/ 50800 w 209669"/>
              <a:gd name="connsiteY11" fmla="*/ 187325 h 263525"/>
              <a:gd name="connsiteX12" fmla="*/ 88900 w 209669"/>
              <a:gd name="connsiteY12" fmla="*/ 196850 h 263525"/>
              <a:gd name="connsiteX13" fmla="*/ 123825 w 209669"/>
              <a:gd name="connsiteY13" fmla="*/ 225425 h 263525"/>
              <a:gd name="connsiteX14" fmla="*/ 139700 w 209669"/>
              <a:gd name="connsiteY14" fmla="*/ 241300 h 263525"/>
              <a:gd name="connsiteX15" fmla="*/ 158750 w 209669"/>
              <a:gd name="connsiteY15" fmla="*/ 263525 h 263525"/>
              <a:gd name="connsiteX16" fmla="*/ 168275 w 209669"/>
              <a:gd name="connsiteY16" fmla="*/ 260350 h 263525"/>
              <a:gd name="connsiteX17" fmla="*/ 190500 w 209669"/>
              <a:gd name="connsiteY17" fmla="*/ 247650 h 263525"/>
              <a:gd name="connsiteX18" fmla="*/ 203200 w 209669"/>
              <a:gd name="connsiteY18" fmla="*/ 215900 h 263525"/>
              <a:gd name="connsiteX19" fmla="*/ 209550 w 209669"/>
              <a:gd name="connsiteY19" fmla="*/ 165100 h 263525"/>
              <a:gd name="connsiteX20" fmla="*/ 203200 w 209669"/>
              <a:gd name="connsiteY20" fmla="*/ 133350 h 263525"/>
              <a:gd name="connsiteX21" fmla="*/ 187325 w 209669"/>
              <a:gd name="connsiteY21" fmla="*/ 104775 h 263525"/>
              <a:gd name="connsiteX22" fmla="*/ 168275 w 209669"/>
              <a:gd name="connsiteY22" fmla="*/ 60325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09669" h="263525">
                <a:moveTo>
                  <a:pt x="168275" y="60325"/>
                </a:moveTo>
                <a:cubicBezTo>
                  <a:pt x="159279" y="50271"/>
                  <a:pt x="148210" y="52809"/>
                  <a:pt x="133350" y="44450"/>
                </a:cubicBezTo>
                <a:cubicBezTo>
                  <a:pt x="122593" y="38399"/>
                  <a:pt x="111238" y="33110"/>
                  <a:pt x="101600" y="25400"/>
                </a:cubicBezTo>
                <a:cubicBezTo>
                  <a:pt x="96308" y="21167"/>
                  <a:pt x="91206" y="16686"/>
                  <a:pt x="85725" y="12700"/>
                </a:cubicBezTo>
                <a:cubicBezTo>
                  <a:pt x="79553" y="8211"/>
                  <a:pt x="66675" y="0"/>
                  <a:pt x="66675" y="0"/>
                </a:cubicBezTo>
                <a:cubicBezTo>
                  <a:pt x="48194" y="44355"/>
                  <a:pt x="59395" y="27357"/>
                  <a:pt x="38100" y="53975"/>
                </a:cubicBezTo>
                <a:cubicBezTo>
                  <a:pt x="32296" y="71388"/>
                  <a:pt x="37897" y="56881"/>
                  <a:pt x="25400" y="79375"/>
                </a:cubicBezTo>
                <a:cubicBezTo>
                  <a:pt x="23101" y="83512"/>
                  <a:pt x="21558" y="88061"/>
                  <a:pt x="19050" y="92075"/>
                </a:cubicBezTo>
                <a:cubicBezTo>
                  <a:pt x="12262" y="102936"/>
                  <a:pt x="8659" y="105641"/>
                  <a:pt x="0" y="114300"/>
                </a:cubicBezTo>
                <a:cubicBezTo>
                  <a:pt x="2117" y="130175"/>
                  <a:pt x="402" y="147055"/>
                  <a:pt x="6350" y="161925"/>
                </a:cubicBezTo>
                <a:cubicBezTo>
                  <a:pt x="9420" y="169600"/>
                  <a:pt x="18875" y="172725"/>
                  <a:pt x="25400" y="177800"/>
                </a:cubicBezTo>
                <a:cubicBezTo>
                  <a:pt x="39059" y="188424"/>
                  <a:pt x="31687" y="181591"/>
                  <a:pt x="50800" y="187325"/>
                </a:cubicBezTo>
                <a:cubicBezTo>
                  <a:pt x="88147" y="198529"/>
                  <a:pt x="41962" y="190145"/>
                  <a:pt x="88900" y="196850"/>
                </a:cubicBezTo>
                <a:cubicBezTo>
                  <a:pt x="109784" y="203811"/>
                  <a:pt x="96058" y="197658"/>
                  <a:pt x="123825" y="225425"/>
                </a:cubicBezTo>
                <a:cubicBezTo>
                  <a:pt x="129117" y="230717"/>
                  <a:pt x="135850" y="234883"/>
                  <a:pt x="139700" y="241300"/>
                </a:cubicBezTo>
                <a:cubicBezTo>
                  <a:pt x="151188" y="260447"/>
                  <a:pt x="144090" y="253752"/>
                  <a:pt x="158750" y="263525"/>
                </a:cubicBezTo>
                <a:cubicBezTo>
                  <a:pt x="161925" y="262467"/>
                  <a:pt x="165369" y="262010"/>
                  <a:pt x="168275" y="260350"/>
                </a:cubicBezTo>
                <a:cubicBezTo>
                  <a:pt x="195185" y="244973"/>
                  <a:pt x="168661" y="254930"/>
                  <a:pt x="190500" y="247650"/>
                </a:cubicBezTo>
                <a:cubicBezTo>
                  <a:pt x="198347" y="224110"/>
                  <a:pt x="193857" y="234587"/>
                  <a:pt x="203200" y="215900"/>
                </a:cubicBezTo>
                <a:cubicBezTo>
                  <a:pt x="206586" y="198970"/>
                  <a:pt x="210395" y="182854"/>
                  <a:pt x="209550" y="165100"/>
                </a:cubicBezTo>
                <a:cubicBezTo>
                  <a:pt x="209037" y="154319"/>
                  <a:pt x="205981" y="143779"/>
                  <a:pt x="203200" y="133350"/>
                </a:cubicBezTo>
                <a:cubicBezTo>
                  <a:pt x="198472" y="115619"/>
                  <a:pt x="196939" y="119196"/>
                  <a:pt x="187325" y="104775"/>
                </a:cubicBezTo>
                <a:cubicBezTo>
                  <a:pt x="183902" y="99640"/>
                  <a:pt x="177271" y="70379"/>
                  <a:pt x="168275" y="60325"/>
                </a:cubicBezTo>
                <a:close/>
              </a:path>
            </a:pathLst>
          </a:custGeom>
          <a:solidFill>
            <a:schemeClr val="tx1"/>
          </a:solidFill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1D9A43FF-808A-E3A5-8E70-34F7A56708BA}"/>
              </a:ext>
            </a:extLst>
          </p:cNvPr>
          <p:cNvSpPr/>
          <p:nvPr/>
        </p:nvSpPr>
        <p:spPr>
          <a:xfrm rot="20576531">
            <a:off x="8565662" y="4896368"/>
            <a:ext cx="471662" cy="443342"/>
          </a:xfrm>
          <a:custGeom>
            <a:avLst/>
            <a:gdLst>
              <a:gd name="connsiteX0" fmla="*/ 12700 w 222760"/>
              <a:gd name="connsiteY0" fmla="*/ 50800 h 209550"/>
              <a:gd name="connsiteX1" fmla="*/ 82550 w 222760"/>
              <a:gd name="connsiteY1" fmla="*/ 57150 h 209550"/>
              <a:gd name="connsiteX2" fmla="*/ 114300 w 222760"/>
              <a:gd name="connsiteY2" fmla="*/ 50800 h 209550"/>
              <a:gd name="connsiteX3" fmla="*/ 123825 w 222760"/>
              <a:gd name="connsiteY3" fmla="*/ 34925 h 209550"/>
              <a:gd name="connsiteX4" fmla="*/ 133350 w 222760"/>
              <a:gd name="connsiteY4" fmla="*/ 28575 h 209550"/>
              <a:gd name="connsiteX5" fmla="*/ 149225 w 222760"/>
              <a:gd name="connsiteY5" fmla="*/ 3175 h 209550"/>
              <a:gd name="connsiteX6" fmla="*/ 158750 w 222760"/>
              <a:gd name="connsiteY6" fmla="*/ 0 h 209550"/>
              <a:gd name="connsiteX7" fmla="*/ 165100 w 222760"/>
              <a:gd name="connsiteY7" fmla="*/ 25400 h 209550"/>
              <a:gd name="connsiteX8" fmla="*/ 168275 w 222760"/>
              <a:gd name="connsiteY8" fmla="*/ 60325 h 209550"/>
              <a:gd name="connsiteX9" fmla="*/ 171450 w 222760"/>
              <a:gd name="connsiteY9" fmla="*/ 69850 h 209550"/>
              <a:gd name="connsiteX10" fmla="*/ 190500 w 222760"/>
              <a:gd name="connsiteY10" fmla="*/ 95250 h 209550"/>
              <a:gd name="connsiteX11" fmla="*/ 203200 w 222760"/>
              <a:gd name="connsiteY11" fmla="*/ 123825 h 209550"/>
              <a:gd name="connsiteX12" fmla="*/ 212725 w 222760"/>
              <a:gd name="connsiteY12" fmla="*/ 130175 h 209550"/>
              <a:gd name="connsiteX13" fmla="*/ 222250 w 222760"/>
              <a:gd name="connsiteY13" fmla="*/ 155575 h 209550"/>
              <a:gd name="connsiteX14" fmla="*/ 193675 w 222760"/>
              <a:gd name="connsiteY14" fmla="*/ 187325 h 209550"/>
              <a:gd name="connsiteX15" fmla="*/ 184150 w 222760"/>
              <a:gd name="connsiteY15" fmla="*/ 193675 h 209550"/>
              <a:gd name="connsiteX16" fmla="*/ 174625 w 222760"/>
              <a:gd name="connsiteY16" fmla="*/ 196850 h 209550"/>
              <a:gd name="connsiteX17" fmla="*/ 149225 w 222760"/>
              <a:gd name="connsiteY17" fmla="*/ 203200 h 209550"/>
              <a:gd name="connsiteX18" fmla="*/ 107950 w 222760"/>
              <a:gd name="connsiteY18" fmla="*/ 206375 h 209550"/>
              <a:gd name="connsiteX19" fmla="*/ 82550 w 222760"/>
              <a:gd name="connsiteY19" fmla="*/ 209550 h 209550"/>
              <a:gd name="connsiteX20" fmla="*/ 6350 w 222760"/>
              <a:gd name="connsiteY20" fmla="*/ 200025 h 209550"/>
              <a:gd name="connsiteX21" fmla="*/ 0 w 222760"/>
              <a:gd name="connsiteY21" fmla="*/ 190500 h 209550"/>
              <a:gd name="connsiteX22" fmla="*/ 15875 w 222760"/>
              <a:gd name="connsiteY22" fmla="*/ 158750 h 209550"/>
              <a:gd name="connsiteX23" fmla="*/ 25400 w 222760"/>
              <a:gd name="connsiteY23" fmla="*/ 155575 h 209550"/>
              <a:gd name="connsiteX24" fmla="*/ 41275 w 222760"/>
              <a:gd name="connsiteY24" fmla="*/ 130175 h 209550"/>
              <a:gd name="connsiteX25" fmla="*/ 34925 w 222760"/>
              <a:gd name="connsiteY25" fmla="*/ 107950 h 209550"/>
              <a:gd name="connsiteX26" fmla="*/ 25400 w 222760"/>
              <a:gd name="connsiteY26" fmla="*/ 98425 h 209550"/>
              <a:gd name="connsiteX27" fmla="*/ 12700 w 222760"/>
              <a:gd name="connsiteY27" fmla="*/ 5080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22760" h="209550">
                <a:moveTo>
                  <a:pt x="12700" y="50800"/>
                </a:moveTo>
                <a:cubicBezTo>
                  <a:pt x="22225" y="43921"/>
                  <a:pt x="47195" y="58459"/>
                  <a:pt x="82550" y="57150"/>
                </a:cubicBezTo>
                <a:cubicBezTo>
                  <a:pt x="93336" y="56751"/>
                  <a:pt x="103717" y="52917"/>
                  <a:pt x="114300" y="50800"/>
                </a:cubicBezTo>
                <a:cubicBezTo>
                  <a:pt x="117475" y="45508"/>
                  <a:pt x="119809" y="39610"/>
                  <a:pt x="123825" y="34925"/>
                </a:cubicBezTo>
                <a:cubicBezTo>
                  <a:pt x="126308" y="32028"/>
                  <a:pt x="130907" y="31506"/>
                  <a:pt x="133350" y="28575"/>
                </a:cubicBezTo>
                <a:cubicBezTo>
                  <a:pt x="146003" y="13391"/>
                  <a:pt x="132459" y="17147"/>
                  <a:pt x="149225" y="3175"/>
                </a:cubicBezTo>
                <a:cubicBezTo>
                  <a:pt x="151796" y="1032"/>
                  <a:pt x="155575" y="1058"/>
                  <a:pt x="158750" y="0"/>
                </a:cubicBezTo>
                <a:cubicBezTo>
                  <a:pt x="160867" y="8467"/>
                  <a:pt x="164310" y="16709"/>
                  <a:pt x="165100" y="25400"/>
                </a:cubicBezTo>
                <a:cubicBezTo>
                  <a:pt x="166158" y="37042"/>
                  <a:pt x="166622" y="48753"/>
                  <a:pt x="168275" y="60325"/>
                </a:cubicBezTo>
                <a:cubicBezTo>
                  <a:pt x="168748" y="63638"/>
                  <a:pt x="169676" y="67012"/>
                  <a:pt x="171450" y="69850"/>
                </a:cubicBezTo>
                <a:cubicBezTo>
                  <a:pt x="173941" y="73836"/>
                  <a:pt x="187482" y="88459"/>
                  <a:pt x="190500" y="95250"/>
                </a:cubicBezTo>
                <a:cubicBezTo>
                  <a:pt x="195530" y="106568"/>
                  <a:pt x="194577" y="115202"/>
                  <a:pt x="203200" y="123825"/>
                </a:cubicBezTo>
                <a:cubicBezTo>
                  <a:pt x="205898" y="126523"/>
                  <a:pt x="209550" y="128058"/>
                  <a:pt x="212725" y="130175"/>
                </a:cubicBezTo>
                <a:cubicBezTo>
                  <a:pt x="217529" y="137381"/>
                  <a:pt x="224747" y="145588"/>
                  <a:pt x="222250" y="155575"/>
                </a:cubicBezTo>
                <a:cubicBezTo>
                  <a:pt x="216759" y="177541"/>
                  <a:pt x="209439" y="177473"/>
                  <a:pt x="193675" y="187325"/>
                </a:cubicBezTo>
                <a:cubicBezTo>
                  <a:pt x="190439" y="189347"/>
                  <a:pt x="187563" y="191968"/>
                  <a:pt x="184150" y="193675"/>
                </a:cubicBezTo>
                <a:cubicBezTo>
                  <a:pt x="181157" y="195172"/>
                  <a:pt x="177854" y="195969"/>
                  <a:pt x="174625" y="196850"/>
                </a:cubicBezTo>
                <a:cubicBezTo>
                  <a:pt x="166205" y="199146"/>
                  <a:pt x="157927" y="202531"/>
                  <a:pt x="149225" y="203200"/>
                </a:cubicBezTo>
                <a:lnTo>
                  <a:pt x="107950" y="206375"/>
                </a:lnTo>
                <a:cubicBezTo>
                  <a:pt x="99456" y="207184"/>
                  <a:pt x="91017" y="208492"/>
                  <a:pt x="82550" y="209550"/>
                </a:cubicBezTo>
                <a:cubicBezTo>
                  <a:pt x="57150" y="206375"/>
                  <a:pt x="31292" y="205781"/>
                  <a:pt x="6350" y="200025"/>
                </a:cubicBezTo>
                <a:cubicBezTo>
                  <a:pt x="2632" y="199167"/>
                  <a:pt x="0" y="194316"/>
                  <a:pt x="0" y="190500"/>
                </a:cubicBezTo>
                <a:cubicBezTo>
                  <a:pt x="0" y="177578"/>
                  <a:pt x="5321" y="165786"/>
                  <a:pt x="15875" y="158750"/>
                </a:cubicBezTo>
                <a:cubicBezTo>
                  <a:pt x="18660" y="156894"/>
                  <a:pt x="22225" y="156633"/>
                  <a:pt x="25400" y="155575"/>
                </a:cubicBezTo>
                <a:cubicBezTo>
                  <a:pt x="28182" y="151402"/>
                  <a:pt x="41093" y="132363"/>
                  <a:pt x="41275" y="130175"/>
                </a:cubicBezTo>
                <a:cubicBezTo>
                  <a:pt x="41915" y="122497"/>
                  <a:pt x="38371" y="114841"/>
                  <a:pt x="34925" y="107950"/>
                </a:cubicBezTo>
                <a:cubicBezTo>
                  <a:pt x="32917" y="103934"/>
                  <a:pt x="28849" y="101300"/>
                  <a:pt x="25400" y="98425"/>
                </a:cubicBezTo>
                <a:cubicBezTo>
                  <a:pt x="14994" y="89754"/>
                  <a:pt x="3175" y="57679"/>
                  <a:pt x="12700" y="50800"/>
                </a:cubicBezTo>
                <a:close/>
              </a:path>
            </a:pathLst>
          </a:custGeom>
          <a:solidFill>
            <a:schemeClr val="tx1"/>
          </a:solidFill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07343BE9-35B3-D872-531F-EA12DCE2B4B9}"/>
              </a:ext>
            </a:extLst>
          </p:cNvPr>
          <p:cNvSpPr/>
          <p:nvPr/>
        </p:nvSpPr>
        <p:spPr>
          <a:xfrm>
            <a:off x="487531" y="3694742"/>
            <a:ext cx="2350008" cy="235095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EFA3C65-D869-BA93-84EA-F96C04868123}"/>
              </a:ext>
            </a:extLst>
          </p:cNvPr>
          <p:cNvSpPr/>
          <p:nvPr/>
        </p:nvSpPr>
        <p:spPr>
          <a:xfrm>
            <a:off x="3489811" y="3725222"/>
            <a:ext cx="2350008" cy="235095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11077D1A-C8B6-72A7-D6B1-1AB19F1E494A}"/>
              </a:ext>
            </a:extLst>
          </p:cNvPr>
          <p:cNvSpPr/>
          <p:nvPr/>
        </p:nvSpPr>
        <p:spPr>
          <a:xfrm>
            <a:off x="6807051" y="3725222"/>
            <a:ext cx="2350008" cy="235095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48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3628</TotalTime>
  <Words>53</Words>
  <Application>Microsoft Office PowerPoint</Application>
  <PresentationFormat>Widescreen</PresentationFormat>
  <Paragraphs>13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AlexLiu.HUST@gmail.com</dc:creator>
  <cp:lastModifiedBy>Alexander Liu</cp:lastModifiedBy>
  <cp:revision>187</cp:revision>
  <dcterms:created xsi:type="dcterms:W3CDTF">2022-01-10T19:03:27Z</dcterms:created>
  <dcterms:modified xsi:type="dcterms:W3CDTF">2026-07-07T14:57:39Z</dcterms:modified>
</cp:coreProperties>
</file>