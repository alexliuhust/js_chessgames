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8" r:id="rId4"/>
    <p:sldId id="259" r:id="rId5"/>
    <p:sldId id="261" r:id="rId6"/>
    <p:sldId id="262" r:id="rId7"/>
    <p:sldId id="263" r:id="rId8"/>
    <p:sldId id="266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jpe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jpeg"/><Relationship Id="rId4" Type="http://schemas.openxmlformats.org/officeDocument/2006/relationships/image" Target="../media/image19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7.png"/><Relationship Id="rId7" Type="http://schemas.openxmlformats.org/officeDocument/2006/relationships/image" Target="../media/image27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11" Type="http://schemas.openxmlformats.org/officeDocument/2006/relationships/image" Target="../media/image31.png"/><Relationship Id="rId5" Type="http://schemas.openxmlformats.org/officeDocument/2006/relationships/image" Target="../media/image25.jpeg"/><Relationship Id="rId10" Type="http://schemas.openxmlformats.org/officeDocument/2006/relationships/image" Target="../media/image30.jpeg"/><Relationship Id="rId4" Type="http://schemas.openxmlformats.org/officeDocument/2006/relationships/image" Target="../media/image24.jpe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8.png"/><Relationship Id="rId5" Type="http://schemas.openxmlformats.org/officeDocument/2006/relationships/image" Target="../media/image14.jpeg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5.png"/><Relationship Id="rId7" Type="http://schemas.openxmlformats.org/officeDocument/2006/relationships/image" Target="../media/image4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11" Type="http://schemas.openxmlformats.org/officeDocument/2006/relationships/image" Target="../media/image46.png"/><Relationship Id="rId5" Type="http://schemas.openxmlformats.org/officeDocument/2006/relationships/image" Target="../media/image41.jpeg"/><Relationship Id="rId10" Type="http://schemas.openxmlformats.org/officeDocument/2006/relationships/image" Target="../media/image45.png"/><Relationship Id="rId4" Type="http://schemas.openxmlformats.org/officeDocument/2006/relationships/image" Target="../media/image40.jpeg"/><Relationship Id="rId9" Type="http://schemas.openxmlformats.org/officeDocument/2006/relationships/image" Target="../media/image4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24.jpeg"/><Relationship Id="rId7" Type="http://schemas.openxmlformats.org/officeDocument/2006/relationships/image" Target="../media/image49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0" Type="http://schemas.openxmlformats.org/officeDocument/2006/relationships/image" Target="../media/image3.jpeg"/><Relationship Id="rId4" Type="http://schemas.openxmlformats.org/officeDocument/2006/relationships/image" Target="../media/image18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6.png"/><Relationship Id="rId7" Type="http://schemas.openxmlformats.org/officeDocument/2006/relationships/image" Target="../media/image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jpe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jpeg"/><Relationship Id="rId9" Type="http://schemas.openxmlformats.org/officeDocument/2006/relationships/image" Target="../media/image5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7.png"/><Relationship Id="rId18" Type="http://schemas.openxmlformats.org/officeDocument/2006/relationships/image" Target="../media/image56.png"/><Relationship Id="rId3" Type="http://schemas.openxmlformats.org/officeDocument/2006/relationships/image" Target="../media/image45.png"/><Relationship Id="rId21" Type="http://schemas.openxmlformats.org/officeDocument/2006/relationships/image" Target="../media/image54.png"/><Relationship Id="rId7" Type="http://schemas.openxmlformats.org/officeDocument/2006/relationships/image" Target="../media/image41.jpeg"/><Relationship Id="rId12" Type="http://schemas.openxmlformats.org/officeDocument/2006/relationships/image" Target="../media/image18.png"/><Relationship Id="rId17" Type="http://schemas.openxmlformats.org/officeDocument/2006/relationships/image" Target="../media/image8.png"/><Relationship Id="rId25" Type="http://schemas.openxmlformats.org/officeDocument/2006/relationships/image" Target="../media/image59.png"/><Relationship Id="rId2" Type="http://schemas.openxmlformats.org/officeDocument/2006/relationships/image" Target="../media/image60.jpeg"/><Relationship Id="rId16" Type="http://schemas.openxmlformats.org/officeDocument/2006/relationships/image" Target="../media/image51.png"/><Relationship Id="rId20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11" Type="http://schemas.openxmlformats.org/officeDocument/2006/relationships/image" Target="../media/image24.jpeg"/><Relationship Id="rId24" Type="http://schemas.openxmlformats.org/officeDocument/2006/relationships/image" Target="../media/image58.png"/><Relationship Id="rId5" Type="http://schemas.openxmlformats.org/officeDocument/2006/relationships/image" Target="../media/image46.png"/><Relationship Id="rId15" Type="http://schemas.openxmlformats.org/officeDocument/2006/relationships/image" Target="../media/image48.png"/><Relationship Id="rId23" Type="http://schemas.openxmlformats.org/officeDocument/2006/relationships/image" Target="../media/image57.png"/><Relationship Id="rId10" Type="http://schemas.openxmlformats.org/officeDocument/2006/relationships/image" Target="../media/image23.jpeg"/><Relationship Id="rId19" Type="http://schemas.openxmlformats.org/officeDocument/2006/relationships/image" Target="../media/image52.png"/><Relationship Id="rId4" Type="http://schemas.openxmlformats.org/officeDocument/2006/relationships/image" Target="../media/image40.jpeg"/><Relationship Id="rId9" Type="http://schemas.openxmlformats.org/officeDocument/2006/relationships/image" Target="../media/image3.jpeg"/><Relationship Id="rId14" Type="http://schemas.openxmlformats.org/officeDocument/2006/relationships/image" Target="../media/image49.png"/><Relationship Id="rId22" Type="http://schemas.openxmlformats.org/officeDocument/2006/relationships/image" Target="../media/image55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eg"/><Relationship Id="rId13" Type="http://schemas.openxmlformats.org/officeDocument/2006/relationships/image" Target="../media/image34.png"/><Relationship Id="rId18" Type="http://schemas.openxmlformats.org/officeDocument/2006/relationships/image" Target="../media/image14.jpeg"/><Relationship Id="rId26" Type="http://schemas.openxmlformats.org/officeDocument/2006/relationships/image" Target="../media/image44.jpeg"/><Relationship Id="rId3" Type="http://schemas.openxmlformats.org/officeDocument/2006/relationships/image" Target="../media/image23.jpeg"/><Relationship Id="rId21" Type="http://schemas.openxmlformats.org/officeDocument/2006/relationships/image" Target="../media/image32.jpeg"/><Relationship Id="rId7" Type="http://schemas.openxmlformats.org/officeDocument/2006/relationships/image" Target="../media/image24.jpeg"/><Relationship Id="rId12" Type="http://schemas.openxmlformats.org/officeDocument/2006/relationships/image" Target="../media/image26.jpeg"/><Relationship Id="rId17" Type="http://schemas.openxmlformats.org/officeDocument/2006/relationships/image" Target="../media/image36.png"/><Relationship Id="rId25" Type="http://schemas.openxmlformats.org/officeDocument/2006/relationships/image" Target="../media/image43.png"/><Relationship Id="rId2" Type="http://schemas.openxmlformats.org/officeDocument/2006/relationships/image" Target="../media/image20.jpeg"/><Relationship Id="rId16" Type="http://schemas.openxmlformats.org/officeDocument/2006/relationships/image" Target="../media/image35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27.png"/><Relationship Id="rId24" Type="http://schemas.openxmlformats.org/officeDocument/2006/relationships/image" Target="../media/image39.png"/><Relationship Id="rId5" Type="http://schemas.openxmlformats.org/officeDocument/2006/relationships/image" Target="../media/image28.png"/><Relationship Id="rId15" Type="http://schemas.openxmlformats.org/officeDocument/2006/relationships/image" Target="../media/image5.png"/><Relationship Id="rId23" Type="http://schemas.openxmlformats.org/officeDocument/2006/relationships/image" Target="../media/image11.png"/><Relationship Id="rId10" Type="http://schemas.openxmlformats.org/officeDocument/2006/relationships/image" Target="../media/image31.png"/><Relationship Id="rId19" Type="http://schemas.openxmlformats.org/officeDocument/2006/relationships/image" Target="../media/image37.png"/><Relationship Id="rId4" Type="http://schemas.openxmlformats.org/officeDocument/2006/relationships/image" Target="../media/image7.png"/><Relationship Id="rId9" Type="http://schemas.openxmlformats.org/officeDocument/2006/relationships/image" Target="../media/image30.jpeg"/><Relationship Id="rId14" Type="http://schemas.openxmlformats.org/officeDocument/2006/relationships/image" Target="../media/image33.png"/><Relationship Id="rId22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8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6.png"/><Relationship Id="rId2" Type="http://schemas.openxmlformats.org/officeDocument/2006/relationships/image" Target="../media/image5.png"/><Relationship Id="rId16" Type="http://schemas.openxmlformats.org/officeDocument/2006/relationships/image" Target="../media/image13.png"/><Relationship Id="rId20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24" Type="http://schemas.openxmlformats.org/officeDocument/2006/relationships/image" Target="../media/image19.png"/><Relationship Id="rId5" Type="http://schemas.openxmlformats.org/officeDocument/2006/relationships/image" Target="../media/image14.jpeg"/><Relationship Id="rId15" Type="http://schemas.openxmlformats.org/officeDocument/2006/relationships/image" Target="../media/image12.png"/><Relationship Id="rId23" Type="http://schemas.openxmlformats.org/officeDocument/2006/relationships/image" Target="../media/image22.png"/><Relationship Id="rId10" Type="http://schemas.openxmlformats.org/officeDocument/2006/relationships/image" Target="../media/image61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62.jpe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DAFA907-3968-479D-9FDC-B68859A5486D}"/>
              </a:ext>
            </a:extLst>
          </p:cNvPr>
          <p:cNvGrpSpPr/>
          <p:nvPr/>
        </p:nvGrpSpPr>
        <p:grpSpPr>
          <a:xfrm>
            <a:off x="2397365" y="4920253"/>
            <a:ext cx="1530220" cy="1504560"/>
            <a:chOff x="2429071" y="342901"/>
            <a:chExt cx="1530220" cy="1504560"/>
          </a:xfrm>
        </p:grpSpPr>
        <p:sp>
          <p:nvSpPr>
            <p:cNvPr id="97" name="Arrow: Pentagon 96">
              <a:extLst>
                <a:ext uri="{FF2B5EF4-FFF2-40B4-BE49-F238E27FC236}">
                  <a16:creationId xmlns:a16="http://schemas.microsoft.com/office/drawing/2014/main" id="{9D878BF9-AA6D-411B-B2B2-5ED5476F8061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BED38D0-D006-45D8-A03D-E7AF4EC82C79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2900763" y="4488059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58675" y="2444264"/>
            <a:ext cx="373309" cy="109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39</cp:revision>
  <dcterms:created xsi:type="dcterms:W3CDTF">2022-01-10T19:03:27Z</dcterms:created>
  <dcterms:modified xsi:type="dcterms:W3CDTF">2022-02-20T03:15:44Z</dcterms:modified>
</cp:coreProperties>
</file>