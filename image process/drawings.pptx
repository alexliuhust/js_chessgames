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7" r:id="rId9"/>
    <p:sldId id="265" r:id="rId10"/>
    <p:sldId id="264" r:id="rId11"/>
    <p:sldId id="260" r:id="rId12"/>
    <p:sldId id="25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7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jpe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4.jpeg"/><Relationship Id="rId3" Type="http://schemas.openxmlformats.org/officeDocument/2006/relationships/image" Target="../media/image25.png"/><Relationship Id="rId7" Type="http://schemas.openxmlformats.org/officeDocument/2006/relationships/image" Target="../media/image28.jpeg"/><Relationship Id="rId12" Type="http://schemas.openxmlformats.org/officeDocument/2006/relationships/image" Target="../media/image33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2.png"/><Relationship Id="rId5" Type="http://schemas.openxmlformats.org/officeDocument/2006/relationships/image" Target="../media/image27.jpe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jpe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4.png"/><Relationship Id="rId3" Type="http://schemas.openxmlformats.org/officeDocument/2006/relationships/image" Target="../media/image7.png"/><Relationship Id="rId7" Type="http://schemas.openxmlformats.org/officeDocument/2006/relationships/image" Target="../media/image40.png"/><Relationship Id="rId12" Type="http://schemas.openxmlformats.org/officeDocument/2006/relationships/image" Target="../media/image4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.jpeg"/><Relationship Id="rId5" Type="http://schemas.openxmlformats.org/officeDocument/2006/relationships/image" Target="../media/image38.jpeg"/><Relationship Id="rId15" Type="http://schemas.openxmlformats.org/officeDocument/2006/relationships/image" Target="../media/image45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3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16.png"/><Relationship Id="rId12" Type="http://schemas.openxmlformats.org/officeDocument/2006/relationships/image" Target="../media/image54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49.png"/><Relationship Id="rId10" Type="http://schemas.openxmlformats.org/officeDocument/2006/relationships/image" Target="../media/image52.jpeg"/><Relationship Id="rId4" Type="http://schemas.openxmlformats.org/officeDocument/2006/relationships/image" Target="../media/image48.jpe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13.png"/><Relationship Id="rId3" Type="http://schemas.openxmlformats.org/officeDocument/2006/relationships/image" Target="../media/image3.jpe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59.png"/><Relationship Id="rId5" Type="http://schemas.openxmlformats.org/officeDocument/2006/relationships/image" Target="../media/image28.jpeg"/><Relationship Id="rId10" Type="http://schemas.openxmlformats.org/officeDocument/2006/relationships/image" Target="../media/image49.png"/><Relationship Id="rId4" Type="http://schemas.openxmlformats.org/officeDocument/2006/relationships/image" Target="../media/image27.jpeg"/><Relationship Id="rId9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9.png"/><Relationship Id="rId3" Type="http://schemas.openxmlformats.org/officeDocument/2006/relationships/image" Target="../media/image10.png"/><Relationship Id="rId7" Type="http://schemas.openxmlformats.org/officeDocument/2006/relationships/image" Target="../media/image24.jpeg"/><Relationship Id="rId12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34.jpeg"/><Relationship Id="rId5" Type="http://schemas.openxmlformats.org/officeDocument/2006/relationships/image" Target="../media/image7.png"/><Relationship Id="rId15" Type="http://schemas.openxmlformats.org/officeDocument/2006/relationships/image" Target="../media/image13.png"/><Relationship Id="rId10" Type="http://schemas.openxmlformats.org/officeDocument/2006/relationships/image" Target="../media/image25.png"/><Relationship Id="rId4" Type="http://schemas.openxmlformats.org/officeDocument/2006/relationships/image" Target="../media/image12.png"/><Relationship Id="rId9" Type="http://schemas.openxmlformats.org/officeDocument/2006/relationships/image" Target="../media/image36.png"/><Relationship Id="rId1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47.png"/><Relationship Id="rId7" Type="http://schemas.openxmlformats.org/officeDocument/2006/relationships/image" Target="../media/image8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jpeg"/><Relationship Id="rId11" Type="http://schemas.openxmlformats.org/officeDocument/2006/relationships/image" Target="../media/image68.png"/><Relationship Id="rId5" Type="http://schemas.openxmlformats.org/officeDocument/2006/relationships/image" Target="../media/image63.png"/><Relationship Id="rId10" Type="http://schemas.openxmlformats.org/officeDocument/2006/relationships/image" Target="../media/image67.png"/><Relationship Id="rId4" Type="http://schemas.openxmlformats.org/officeDocument/2006/relationships/image" Target="../media/image62.jpeg"/><Relationship Id="rId9" Type="http://schemas.openxmlformats.org/officeDocument/2006/relationships/image" Target="../media/image6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6.png"/><Relationship Id="rId18" Type="http://schemas.openxmlformats.org/officeDocument/2006/relationships/image" Target="../media/image65.png"/><Relationship Id="rId3" Type="http://schemas.openxmlformats.org/officeDocument/2006/relationships/image" Target="../media/image53.png"/><Relationship Id="rId21" Type="http://schemas.openxmlformats.org/officeDocument/2006/relationships/image" Target="../media/image63.png"/><Relationship Id="rId7" Type="http://schemas.openxmlformats.org/officeDocument/2006/relationships/image" Target="../media/image70.jpeg"/><Relationship Id="rId12" Type="http://schemas.openxmlformats.org/officeDocument/2006/relationships/image" Target="../media/image19.png"/><Relationship Id="rId17" Type="http://schemas.openxmlformats.org/officeDocument/2006/relationships/image" Target="../media/image8.png"/><Relationship Id="rId25" Type="http://schemas.openxmlformats.org/officeDocument/2006/relationships/image" Target="../media/image68.png"/><Relationship Id="rId2" Type="http://schemas.openxmlformats.org/officeDocument/2006/relationships/image" Target="../media/image69.jpeg"/><Relationship Id="rId16" Type="http://schemas.openxmlformats.org/officeDocument/2006/relationships/image" Target="../media/image49.png"/><Relationship Id="rId20" Type="http://schemas.openxmlformats.org/officeDocument/2006/relationships/image" Target="../media/image6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11" Type="http://schemas.openxmlformats.org/officeDocument/2006/relationships/image" Target="../media/image28.jpeg"/><Relationship Id="rId24" Type="http://schemas.openxmlformats.org/officeDocument/2006/relationships/image" Target="../media/image67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6.png"/><Relationship Id="rId10" Type="http://schemas.openxmlformats.org/officeDocument/2006/relationships/image" Target="../media/image27.jpeg"/><Relationship Id="rId19" Type="http://schemas.openxmlformats.org/officeDocument/2006/relationships/image" Target="../media/image61.png"/><Relationship Id="rId4" Type="http://schemas.openxmlformats.org/officeDocument/2006/relationships/image" Target="../media/image48.jpeg"/><Relationship Id="rId9" Type="http://schemas.openxmlformats.org/officeDocument/2006/relationships/image" Target="../media/image3.jpeg"/><Relationship Id="rId14" Type="http://schemas.openxmlformats.org/officeDocument/2006/relationships/image" Target="../media/image58.png"/><Relationship Id="rId22" Type="http://schemas.openxmlformats.org/officeDocument/2006/relationships/image" Target="../media/image64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40.png"/><Relationship Id="rId18" Type="http://schemas.openxmlformats.org/officeDocument/2006/relationships/image" Target="../media/image15.jpeg"/><Relationship Id="rId26" Type="http://schemas.openxmlformats.org/officeDocument/2006/relationships/image" Target="../media/image52.jpeg"/><Relationship Id="rId3" Type="http://schemas.openxmlformats.org/officeDocument/2006/relationships/image" Target="../media/image27.jpeg"/><Relationship Id="rId21" Type="http://schemas.openxmlformats.org/officeDocument/2006/relationships/image" Target="../media/image38.jpeg"/><Relationship Id="rId7" Type="http://schemas.openxmlformats.org/officeDocument/2006/relationships/image" Target="../media/image28.jpeg"/><Relationship Id="rId12" Type="http://schemas.openxmlformats.org/officeDocument/2006/relationships/image" Target="../media/image30.jpeg"/><Relationship Id="rId17" Type="http://schemas.openxmlformats.org/officeDocument/2006/relationships/image" Target="../media/image42.png"/><Relationship Id="rId25" Type="http://schemas.openxmlformats.org/officeDocument/2006/relationships/image" Target="../media/image51.png"/><Relationship Id="rId2" Type="http://schemas.openxmlformats.org/officeDocument/2006/relationships/image" Target="../media/image21.jpeg"/><Relationship Id="rId16" Type="http://schemas.openxmlformats.org/officeDocument/2006/relationships/image" Target="../media/image41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1.png"/><Relationship Id="rId24" Type="http://schemas.openxmlformats.org/officeDocument/2006/relationships/image" Target="../media/image50.png"/><Relationship Id="rId5" Type="http://schemas.openxmlformats.org/officeDocument/2006/relationships/image" Target="../media/image32.png"/><Relationship Id="rId15" Type="http://schemas.openxmlformats.org/officeDocument/2006/relationships/image" Target="../media/image5.png"/><Relationship Id="rId23" Type="http://schemas.openxmlformats.org/officeDocument/2006/relationships/image" Target="../media/image12.png"/><Relationship Id="rId10" Type="http://schemas.openxmlformats.org/officeDocument/2006/relationships/image" Target="../media/image35.png"/><Relationship Id="rId19" Type="http://schemas.openxmlformats.org/officeDocument/2006/relationships/image" Target="../media/image43.png"/><Relationship Id="rId4" Type="http://schemas.openxmlformats.org/officeDocument/2006/relationships/image" Target="../media/image7.png"/><Relationship Id="rId9" Type="http://schemas.openxmlformats.org/officeDocument/2006/relationships/image" Target="../media/image34.jpeg"/><Relationship Id="rId14" Type="http://schemas.openxmlformats.org/officeDocument/2006/relationships/image" Target="../media/image39.png"/><Relationship Id="rId22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9.png"/><Relationship Id="rId7" Type="http://schemas.openxmlformats.org/officeDocument/2006/relationships/image" Target="../media/image9.jpeg"/><Relationship Id="rId12" Type="http://schemas.openxmlformats.org/officeDocument/2006/relationships/image" Target="../media/image6.png"/><Relationship Id="rId17" Type="http://schemas.openxmlformats.org/officeDocument/2006/relationships/image" Target="../media/image11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0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2.png"/><Relationship Id="rId10" Type="http://schemas.openxmlformats.org/officeDocument/2006/relationships/image" Target="../media/image71.png"/><Relationship Id="rId19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72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475862" y="4920253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451099" y="4721515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826798" y="5319654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8505112" y="3172376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92" name="Picture 91">
            <a:extLst>
              <a:ext uri="{FF2B5EF4-FFF2-40B4-BE49-F238E27FC236}">
                <a16:creationId xmlns:a16="http://schemas.microsoft.com/office/drawing/2014/main" id="{015F1320-F7B1-4665-BDA0-E0040CDD2F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689919">
            <a:off x="781933" y="3335830"/>
            <a:ext cx="198963" cy="369503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6848A236-7FC1-435C-A496-412F209F19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239" y="3250400"/>
            <a:ext cx="549195" cy="772306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4693819" y="3429000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0292" y="3411209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64467" y="4765710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2900763" y="4784213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5544922" y="4843431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58E7592-374A-4A56-B83E-6DE432D9A067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C66467-6B10-4C02-B04C-E146A5FF40E7}"/>
                </a:ext>
              </a:extLst>
            </p:cNvPr>
            <p:cNvGrpSpPr/>
            <p:nvPr/>
          </p:nvGrpSpPr>
          <p:grpSpPr>
            <a:xfrm>
              <a:off x="4878429" y="1208308"/>
              <a:ext cx="544380" cy="1193072"/>
              <a:chOff x="9714508" y="3473793"/>
              <a:chExt cx="621597" cy="1362303"/>
            </a:xfrm>
          </p:grpSpPr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703867FF-C5BD-4D01-A299-5DF550D1BA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14508" y="3560847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1B8BE2E4-B386-40C4-BB45-C4FBF1AB4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41025" y="3856848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D0690DDE-65C8-4E9E-A81A-EA3CD5391A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10024311" y="3473793"/>
                <a:ext cx="311794" cy="979248"/>
              </a:xfrm>
              <a:prstGeom prst="rect">
                <a:avLst/>
              </a:prstGeom>
            </p:spPr>
          </p:pic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9</Words>
  <Application>Microsoft Office PowerPoint</Application>
  <PresentationFormat>Widescreen</PresentationFormat>
  <Paragraphs>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52</cp:revision>
  <dcterms:created xsi:type="dcterms:W3CDTF">2022-01-10T19:03:27Z</dcterms:created>
  <dcterms:modified xsi:type="dcterms:W3CDTF">2022-02-21T23:21:38Z</dcterms:modified>
</cp:coreProperties>
</file>