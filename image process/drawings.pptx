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1" r:id="rId5"/>
    <p:sldId id="262" r:id="rId6"/>
    <p:sldId id="263" r:id="rId7"/>
    <p:sldId id="265" r:id="rId8"/>
    <p:sldId id="264" r:id="rId9"/>
    <p:sldId id="260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11" Type="http://schemas.openxmlformats.org/officeDocument/2006/relationships/image" Target="../media/image29.pn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jpe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6.png"/><Relationship Id="rId5" Type="http://schemas.openxmlformats.org/officeDocument/2006/relationships/image" Target="../media/image11.jpeg"/><Relationship Id="rId10" Type="http://schemas.openxmlformats.org/officeDocument/2006/relationships/image" Target="../media/image35.png"/><Relationship Id="rId4" Type="http://schemas.openxmlformats.org/officeDocument/2006/relationships/image" Target="../media/image32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11" Type="http://schemas.openxmlformats.org/officeDocument/2006/relationships/image" Target="../media/image44.png"/><Relationship Id="rId5" Type="http://schemas.openxmlformats.org/officeDocument/2006/relationships/image" Target="../media/image39.jpeg"/><Relationship Id="rId10" Type="http://schemas.openxmlformats.org/officeDocument/2006/relationships/image" Target="../media/image43.png"/><Relationship Id="rId4" Type="http://schemas.openxmlformats.org/officeDocument/2006/relationships/image" Target="../media/image38.jpeg"/><Relationship Id="rId9" Type="http://schemas.openxmlformats.org/officeDocument/2006/relationships/image" Target="../media/image4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22.jpeg"/><Relationship Id="rId7" Type="http://schemas.openxmlformats.org/officeDocument/2006/relationships/image" Target="../media/image4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49.png"/><Relationship Id="rId5" Type="http://schemas.openxmlformats.org/officeDocument/2006/relationships/image" Target="../media/image45.png"/><Relationship Id="rId10" Type="http://schemas.openxmlformats.org/officeDocument/2006/relationships/image" Target="../media/image3.jpeg"/><Relationship Id="rId4" Type="http://schemas.openxmlformats.org/officeDocument/2006/relationships/image" Target="../media/image17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45.png"/><Relationship Id="rId3" Type="http://schemas.openxmlformats.org/officeDocument/2006/relationships/image" Target="../media/image43.png"/><Relationship Id="rId7" Type="http://schemas.openxmlformats.org/officeDocument/2006/relationships/image" Target="../media/image39.jpeg"/><Relationship Id="rId12" Type="http://schemas.openxmlformats.org/officeDocument/2006/relationships/image" Target="../media/image17.png"/><Relationship Id="rId2" Type="http://schemas.openxmlformats.org/officeDocument/2006/relationships/image" Target="../media/image50.jpe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11" Type="http://schemas.openxmlformats.org/officeDocument/2006/relationships/image" Target="../media/image22.jpeg"/><Relationship Id="rId5" Type="http://schemas.openxmlformats.org/officeDocument/2006/relationships/image" Target="../media/image44.png"/><Relationship Id="rId15" Type="http://schemas.openxmlformats.org/officeDocument/2006/relationships/image" Target="../media/image46.png"/><Relationship Id="rId10" Type="http://schemas.openxmlformats.org/officeDocument/2006/relationships/image" Target="../media/image21.jpeg"/><Relationship Id="rId4" Type="http://schemas.openxmlformats.org/officeDocument/2006/relationships/image" Target="../media/image38.jpeg"/><Relationship Id="rId9" Type="http://schemas.openxmlformats.org/officeDocument/2006/relationships/image" Target="../media/image3.jpeg"/><Relationship Id="rId14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13" Type="http://schemas.openxmlformats.org/officeDocument/2006/relationships/image" Target="../media/image32.png"/><Relationship Id="rId18" Type="http://schemas.openxmlformats.org/officeDocument/2006/relationships/image" Target="../media/image11.jpeg"/><Relationship Id="rId26" Type="http://schemas.openxmlformats.org/officeDocument/2006/relationships/image" Target="../media/image42.jpeg"/><Relationship Id="rId3" Type="http://schemas.openxmlformats.org/officeDocument/2006/relationships/image" Target="../media/image21.jpeg"/><Relationship Id="rId21" Type="http://schemas.openxmlformats.org/officeDocument/2006/relationships/image" Target="../media/image30.jpeg"/><Relationship Id="rId7" Type="http://schemas.openxmlformats.org/officeDocument/2006/relationships/image" Target="../media/image22.jpeg"/><Relationship Id="rId12" Type="http://schemas.openxmlformats.org/officeDocument/2006/relationships/image" Target="../media/image24.jpeg"/><Relationship Id="rId17" Type="http://schemas.openxmlformats.org/officeDocument/2006/relationships/image" Target="../media/image34.png"/><Relationship Id="rId25" Type="http://schemas.openxmlformats.org/officeDocument/2006/relationships/image" Target="../media/image41.png"/><Relationship Id="rId2" Type="http://schemas.openxmlformats.org/officeDocument/2006/relationships/image" Target="../media/image16.jpeg"/><Relationship Id="rId16" Type="http://schemas.openxmlformats.org/officeDocument/2006/relationships/image" Target="../media/image33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5.png"/><Relationship Id="rId24" Type="http://schemas.openxmlformats.org/officeDocument/2006/relationships/image" Target="../media/image37.png"/><Relationship Id="rId5" Type="http://schemas.openxmlformats.org/officeDocument/2006/relationships/image" Target="../media/image26.png"/><Relationship Id="rId15" Type="http://schemas.openxmlformats.org/officeDocument/2006/relationships/image" Target="../media/image5.png"/><Relationship Id="rId23" Type="http://schemas.openxmlformats.org/officeDocument/2006/relationships/image" Target="../media/image8.png"/><Relationship Id="rId10" Type="http://schemas.openxmlformats.org/officeDocument/2006/relationships/image" Target="../media/image29.png"/><Relationship Id="rId19" Type="http://schemas.openxmlformats.org/officeDocument/2006/relationships/image" Target="../media/image35.png"/><Relationship Id="rId4" Type="http://schemas.openxmlformats.org/officeDocument/2006/relationships/image" Target="../media/image13.png"/><Relationship Id="rId9" Type="http://schemas.openxmlformats.org/officeDocument/2006/relationships/image" Target="../media/image28.jpeg"/><Relationship Id="rId14" Type="http://schemas.openxmlformats.org/officeDocument/2006/relationships/image" Target="../media/image31.png"/><Relationship Id="rId22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7.png"/><Relationship Id="rId7" Type="http://schemas.openxmlformats.org/officeDocument/2006/relationships/image" Target="../media/image7.jpe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8.png"/><Relationship Id="rId5" Type="http://schemas.openxmlformats.org/officeDocument/2006/relationships/image" Target="../media/image11.jpeg"/><Relationship Id="rId15" Type="http://schemas.openxmlformats.org/officeDocument/2006/relationships/image" Target="../media/image9.png"/><Relationship Id="rId23" Type="http://schemas.openxmlformats.org/officeDocument/2006/relationships/image" Target="../media/image19.png"/><Relationship Id="rId10" Type="http://schemas.openxmlformats.org/officeDocument/2006/relationships/image" Target="../media/image51.png"/><Relationship Id="rId19" Type="http://schemas.openxmlformats.org/officeDocument/2006/relationships/image" Target="../media/image20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52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26032D-025B-4AFF-AFC6-12B175DB16BC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AC74267-755C-4035-8BA2-D798F98374FC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762432" y="905612"/>
            <a:chExt cx="1530220" cy="15045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603EA2F-7923-4B31-B31C-13F3BF75C423}"/>
                </a:ext>
              </a:extLst>
            </p:cNvPr>
            <p:cNvGrpSpPr/>
            <p:nvPr/>
          </p:nvGrpSpPr>
          <p:grpSpPr>
            <a:xfrm>
              <a:off x="6129412" y="1341195"/>
              <a:ext cx="894181" cy="911246"/>
              <a:chOff x="6129412" y="1341195"/>
              <a:chExt cx="894181" cy="911246"/>
            </a:xfrm>
          </p:grpSpPr>
          <p:pic>
            <p:nvPicPr>
              <p:cNvPr id="4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9A73A48-1ED9-409A-A162-E135B9257D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6601474" y="1524986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D272D16C-E7F9-4E7D-8DB8-E0622465BD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29412" y="1341195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F9F9E5-9E7D-48CD-9B10-CC9518C9DBD2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058096" y="866915"/>
            <a:ext cx="721862" cy="73618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8</Words>
  <Application>Microsoft Office PowerPoint</Application>
  <PresentationFormat>Widescreen</PresentationFormat>
  <Paragraphs>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29</cp:revision>
  <dcterms:created xsi:type="dcterms:W3CDTF">2022-01-10T19:03:27Z</dcterms:created>
  <dcterms:modified xsi:type="dcterms:W3CDTF">2022-02-03T22:15:36Z</dcterms:modified>
</cp:coreProperties>
</file>