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61" r:id="rId5"/>
    <p:sldId id="262" r:id="rId6"/>
    <p:sldId id="263" r:id="rId7"/>
    <p:sldId id="266" r:id="rId8"/>
    <p:sldId id="265" r:id="rId9"/>
    <p:sldId id="268" r:id="rId10"/>
    <p:sldId id="267" r:id="rId11"/>
    <p:sldId id="264" r:id="rId12"/>
    <p:sldId id="260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21" d="100"/>
          <a:sy n="121" d="100"/>
        </p:scale>
        <p:origin x="132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jpe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5.jpeg"/><Relationship Id="rId12" Type="http://schemas.openxmlformats.org/officeDocument/2006/relationships/image" Target="../media/image1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17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2.jpeg"/><Relationship Id="rId10" Type="http://schemas.openxmlformats.org/officeDocument/2006/relationships/image" Target="../media/image24.png"/><Relationship Id="rId4" Type="http://schemas.openxmlformats.org/officeDocument/2006/relationships/image" Target="../media/image21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13" Type="http://schemas.openxmlformats.org/officeDocument/2006/relationships/image" Target="../media/image35.jpeg"/><Relationship Id="rId3" Type="http://schemas.openxmlformats.org/officeDocument/2006/relationships/image" Target="../media/image26.png"/><Relationship Id="rId7" Type="http://schemas.openxmlformats.org/officeDocument/2006/relationships/image" Target="../media/image29.jpeg"/><Relationship Id="rId12" Type="http://schemas.openxmlformats.org/officeDocument/2006/relationships/image" Target="../media/image34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33.png"/><Relationship Id="rId5" Type="http://schemas.openxmlformats.org/officeDocument/2006/relationships/image" Target="../media/image28.jpe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openxmlformats.org/officeDocument/2006/relationships/image" Target="../media/image27.png"/><Relationship Id="rId9" Type="http://schemas.openxmlformats.org/officeDocument/2006/relationships/image" Target="../media/image31.jpeg"/><Relationship Id="rId14" Type="http://schemas.openxmlformats.org/officeDocument/2006/relationships/image" Target="../media/image3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13" Type="http://schemas.openxmlformats.org/officeDocument/2006/relationships/image" Target="../media/image45.png"/><Relationship Id="rId3" Type="http://schemas.openxmlformats.org/officeDocument/2006/relationships/image" Target="../media/image6.png"/><Relationship Id="rId7" Type="http://schemas.openxmlformats.org/officeDocument/2006/relationships/image" Target="../media/image41.png"/><Relationship Id="rId12" Type="http://schemas.openxmlformats.org/officeDocument/2006/relationships/image" Target="../media/image4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3.jpeg"/><Relationship Id="rId5" Type="http://schemas.openxmlformats.org/officeDocument/2006/relationships/image" Target="../media/image39.jpeg"/><Relationship Id="rId15" Type="http://schemas.openxmlformats.org/officeDocument/2006/relationships/image" Target="../media/image46.png"/><Relationship Id="rId10" Type="http://schemas.openxmlformats.org/officeDocument/2006/relationships/image" Target="../media/image43.png"/><Relationship Id="rId4" Type="http://schemas.openxmlformats.org/officeDocument/2006/relationships/image" Target="../media/image38.png"/><Relationship Id="rId9" Type="http://schemas.openxmlformats.org/officeDocument/2006/relationships/image" Target="../media/image42.png"/><Relationship Id="rId14" Type="http://schemas.openxmlformats.org/officeDocument/2006/relationships/image" Target="../media/image35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8.png"/><Relationship Id="rId7" Type="http://schemas.openxmlformats.org/officeDocument/2006/relationships/image" Target="../media/image16.png"/><Relationship Id="rId12" Type="http://schemas.openxmlformats.org/officeDocument/2006/relationships/image" Target="../media/image55.png"/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11" Type="http://schemas.openxmlformats.org/officeDocument/2006/relationships/image" Target="../media/image54.png"/><Relationship Id="rId5" Type="http://schemas.openxmlformats.org/officeDocument/2006/relationships/image" Target="../media/image50.png"/><Relationship Id="rId10" Type="http://schemas.openxmlformats.org/officeDocument/2006/relationships/image" Target="../media/image53.jpeg"/><Relationship Id="rId4" Type="http://schemas.openxmlformats.org/officeDocument/2006/relationships/image" Target="../media/image49.jpe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13.png"/><Relationship Id="rId3" Type="http://schemas.openxmlformats.org/officeDocument/2006/relationships/image" Target="../media/image3.jpeg"/><Relationship Id="rId7" Type="http://schemas.openxmlformats.org/officeDocument/2006/relationships/image" Target="../media/image57.png"/><Relationship Id="rId12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60.png"/><Relationship Id="rId5" Type="http://schemas.openxmlformats.org/officeDocument/2006/relationships/image" Target="../media/image29.jpeg"/><Relationship Id="rId10" Type="http://schemas.openxmlformats.org/officeDocument/2006/relationships/image" Target="../media/image50.png"/><Relationship Id="rId4" Type="http://schemas.openxmlformats.org/officeDocument/2006/relationships/image" Target="../media/image28.jpeg"/><Relationship Id="rId9" Type="http://schemas.openxmlformats.org/officeDocument/2006/relationships/image" Target="../media/image5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63.png"/><Relationship Id="rId7" Type="http://schemas.openxmlformats.org/officeDocument/2006/relationships/image" Target="../media/image66.jpeg"/><Relationship Id="rId12" Type="http://schemas.openxmlformats.org/officeDocument/2006/relationships/image" Target="../media/image21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11" Type="http://schemas.openxmlformats.org/officeDocument/2006/relationships/image" Target="../media/image35.jpeg"/><Relationship Id="rId5" Type="http://schemas.openxmlformats.org/officeDocument/2006/relationships/image" Target="../media/image64.jpeg"/><Relationship Id="rId10" Type="http://schemas.openxmlformats.org/officeDocument/2006/relationships/image" Target="../media/image67.png"/><Relationship Id="rId4" Type="http://schemas.openxmlformats.org/officeDocument/2006/relationships/image" Target="../media/image48.png"/><Relationship Id="rId9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69.png"/><Relationship Id="rId7" Type="http://schemas.openxmlformats.org/officeDocument/2006/relationships/image" Target="../media/image72.png"/><Relationship Id="rId12" Type="http://schemas.openxmlformats.org/officeDocument/2006/relationships/image" Target="../media/image17.jpe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11" Type="http://schemas.openxmlformats.org/officeDocument/2006/relationships/image" Target="../media/image74.png"/><Relationship Id="rId5" Type="http://schemas.openxmlformats.org/officeDocument/2006/relationships/image" Target="../media/image51.png"/><Relationship Id="rId10" Type="http://schemas.openxmlformats.org/officeDocument/2006/relationships/image" Target="../media/image73.png"/><Relationship Id="rId4" Type="http://schemas.openxmlformats.org/officeDocument/2006/relationships/image" Target="../media/image70.png"/><Relationship Id="rId9" Type="http://schemas.openxmlformats.org/officeDocument/2006/relationships/image" Target="../media/image4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50.png"/><Relationship Id="rId18" Type="http://schemas.openxmlformats.org/officeDocument/2006/relationships/image" Target="../media/image69.png"/><Relationship Id="rId26" Type="http://schemas.openxmlformats.org/officeDocument/2006/relationships/image" Target="../media/image19.png"/><Relationship Id="rId3" Type="http://schemas.openxmlformats.org/officeDocument/2006/relationships/image" Target="../media/image9.png"/><Relationship Id="rId21" Type="http://schemas.openxmlformats.org/officeDocument/2006/relationships/image" Target="../media/image73.png"/><Relationship Id="rId7" Type="http://schemas.openxmlformats.org/officeDocument/2006/relationships/image" Target="../media/image25.jpeg"/><Relationship Id="rId12" Type="http://schemas.openxmlformats.org/officeDocument/2006/relationships/image" Target="../media/image46.png"/><Relationship Id="rId17" Type="http://schemas.openxmlformats.org/officeDocument/2006/relationships/image" Target="../media/image21.png"/><Relationship Id="rId25" Type="http://schemas.openxmlformats.org/officeDocument/2006/relationships/image" Target="../media/image17.jpeg"/><Relationship Id="rId2" Type="http://schemas.openxmlformats.org/officeDocument/2006/relationships/image" Target="../media/image1.png"/><Relationship Id="rId16" Type="http://schemas.openxmlformats.org/officeDocument/2006/relationships/image" Target="../media/image67.png"/><Relationship Id="rId20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35.jpeg"/><Relationship Id="rId24" Type="http://schemas.openxmlformats.org/officeDocument/2006/relationships/image" Target="../media/image68.png"/><Relationship Id="rId5" Type="http://schemas.openxmlformats.org/officeDocument/2006/relationships/image" Target="../media/image6.png"/><Relationship Id="rId15" Type="http://schemas.openxmlformats.org/officeDocument/2006/relationships/image" Target="../media/image13.png"/><Relationship Id="rId23" Type="http://schemas.openxmlformats.org/officeDocument/2006/relationships/image" Target="../media/image75.jpeg"/><Relationship Id="rId10" Type="http://schemas.openxmlformats.org/officeDocument/2006/relationships/image" Target="../media/image26.png"/><Relationship Id="rId19" Type="http://schemas.openxmlformats.org/officeDocument/2006/relationships/image" Target="../media/image72.png"/><Relationship Id="rId4" Type="http://schemas.openxmlformats.org/officeDocument/2006/relationships/image" Target="../media/image12.png"/><Relationship Id="rId9" Type="http://schemas.openxmlformats.org/officeDocument/2006/relationships/image" Target="../media/image37.png"/><Relationship Id="rId14" Type="http://schemas.openxmlformats.org/officeDocument/2006/relationships/image" Target="../media/image61.png"/><Relationship Id="rId22" Type="http://schemas.openxmlformats.org/officeDocument/2006/relationships/image" Target="../media/image7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57.png"/><Relationship Id="rId18" Type="http://schemas.openxmlformats.org/officeDocument/2006/relationships/image" Target="../media/image62.png"/><Relationship Id="rId3" Type="http://schemas.openxmlformats.org/officeDocument/2006/relationships/image" Target="../media/image54.png"/><Relationship Id="rId21" Type="http://schemas.openxmlformats.org/officeDocument/2006/relationships/image" Target="../media/image65.png"/><Relationship Id="rId7" Type="http://schemas.openxmlformats.org/officeDocument/2006/relationships/image" Target="../media/image77.jpeg"/><Relationship Id="rId12" Type="http://schemas.openxmlformats.org/officeDocument/2006/relationships/image" Target="../media/image20.png"/><Relationship Id="rId17" Type="http://schemas.openxmlformats.org/officeDocument/2006/relationships/image" Target="../media/image7.png"/><Relationship Id="rId25" Type="http://schemas.openxmlformats.org/officeDocument/2006/relationships/image" Target="../media/image80.png"/><Relationship Id="rId2" Type="http://schemas.openxmlformats.org/officeDocument/2006/relationships/image" Target="../media/image76.jpeg"/><Relationship Id="rId16" Type="http://schemas.openxmlformats.org/officeDocument/2006/relationships/image" Target="../media/image50.png"/><Relationship Id="rId20" Type="http://schemas.openxmlformats.org/officeDocument/2006/relationships/image" Target="../media/image6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jpeg"/><Relationship Id="rId11" Type="http://schemas.openxmlformats.org/officeDocument/2006/relationships/image" Target="../media/image29.jpeg"/><Relationship Id="rId24" Type="http://schemas.openxmlformats.org/officeDocument/2006/relationships/image" Target="../media/image79.png"/><Relationship Id="rId5" Type="http://schemas.openxmlformats.org/officeDocument/2006/relationships/image" Target="../media/image48.png"/><Relationship Id="rId15" Type="http://schemas.openxmlformats.org/officeDocument/2006/relationships/image" Target="../media/image58.png"/><Relationship Id="rId23" Type="http://schemas.openxmlformats.org/officeDocument/2006/relationships/image" Target="../media/image78.png"/><Relationship Id="rId10" Type="http://schemas.openxmlformats.org/officeDocument/2006/relationships/image" Target="../media/image28.jpeg"/><Relationship Id="rId19" Type="http://schemas.openxmlformats.org/officeDocument/2006/relationships/image" Target="../media/image63.png"/><Relationship Id="rId4" Type="http://schemas.openxmlformats.org/officeDocument/2006/relationships/image" Target="../media/image49.jpeg"/><Relationship Id="rId9" Type="http://schemas.openxmlformats.org/officeDocument/2006/relationships/image" Target="../media/image3.jpeg"/><Relationship Id="rId14" Type="http://schemas.openxmlformats.org/officeDocument/2006/relationships/image" Target="../media/image59.png"/><Relationship Id="rId22" Type="http://schemas.openxmlformats.org/officeDocument/2006/relationships/image" Target="../media/image66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13" Type="http://schemas.openxmlformats.org/officeDocument/2006/relationships/image" Target="../media/image41.png"/><Relationship Id="rId18" Type="http://schemas.openxmlformats.org/officeDocument/2006/relationships/image" Target="../media/image15.jpeg"/><Relationship Id="rId26" Type="http://schemas.openxmlformats.org/officeDocument/2006/relationships/image" Target="../media/image53.jpeg"/><Relationship Id="rId3" Type="http://schemas.openxmlformats.org/officeDocument/2006/relationships/image" Target="../media/image28.jpeg"/><Relationship Id="rId21" Type="http://schemas.openxmlformats.org/officeDocument/2006/relationships/image" Target="../media/image39.jpeg"/><Relationship Id="rId7" Type="http://schemas.openxmlformats.org/officeDocument/2006/relationships/image" Target="../media/image29.jpeg"/><Relationship Id="rId12" Type="http://schemas.openxmlformats.org/officeDocument/2006/relationships/image" Target="../media/image31.jpeg"/><Relationship Id="rId17" Type="http://schemas.openxmlformats.org/officeDocument/2006/relationships/image" Target="../media/image43.png"/><Relationship Id="rId25" Type="http://schemas.openxmlformats.org/officeDocument/2006/relationships/image" Target="../media/image52.png"/><Relationship Id="rId2" Type="http://schemas.openxmlformats.org/officeDocument/2006/relationships/image" Target="../media/image22.jpeg"/><Relationship Id="rId16" Type="http://schemas.openxmlformats.org/officeDocument/2006/relationships/image" Target="../media/image42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2.png"/><Relationship Id="rId24" Type="http://schemas.openxmlformats.org/officeDocument/2006/relationships/image" Target="../media/image51.png"/><Relationship Id="rId5" Type="http://schemas.openxmlformats.org/officeDocument/2006/relationships/image" Target="../media/image33.png"/><Relationship Id="rId15" Type="http://schemas.openxmlformats.org/officeDocument/2006/relationships/image" Target="../media/image5.png"/><Relationship Id="rId23" Type="http://schemas.openxmlformats.org/officeDocument/2006/relationships/image" Target="../media/image12.png"/><Relationship Id="rId10" Type="http://schemas.openxmlformats.org/officeDocument/2006/relationships/image" Target="../media/image36.png"/><Relationship Id="rId19" Type="http://schemas.openxmlformats.org/officeDocument/2006/relationships/image" Target="../media/image44.png"/><Relationship Id="rId4" Type="http://schemas.openxmlformats.org/officeDocument/2006/relationships/image" Target="../media/image6.png"/><Relationship Id="rId9" Type="http://schemas.openxmlformats.org/officeDocument/2006/relationships/image" Target="../media/image35.jpeg"/><Relationship Id="rId14" Type="http://schemas.openxmlformats.org/officeDocument/2006/relationships/image" Target="../media/image40.png"/><Relationship Id="rId22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.png"/><Relationship Id="rId18" Type="http://schemas.openxmlformats.org/officeDocument/2006/relationships/image" Target="../media/image17.jpeg"/><Relationship Id="rId3" Type="http://schemas.openxmlformats.org/officeDocument/2006/relationships/image" Target="../media/image4.png"/><Relationship Id="rId21" Type="http://schemas.openxmlformats.org/officeDocument/2006/relationships/image" Target="../media/image20.png"/><Relationship Id="rId7" Type="http://schemas.openxmlformats.org/officeDocument/2006/relationships/image" Target="../media/image8.jpeg"/><Relationship Id="rId12" Type="http://schemas.openxmlformats.org/officeDocument/2006/relationships/image" Target="../media/image10.png"/><Relationship Id="rId17" Type="http://schemas.openxmlformats.org/officeDocument/2006/relationships/image" Target="../media/image11.png"/><Relationship Id="rId2" Type="http://schemas.openxmlformats.org/officeDocument/2006/relationships/image" Target="../media/image5.png"/><Relationship Id="rId16" Type="http://schemas.openxmlformats.org/officeDocument/2006/relationships/image" Target="../media/image14.png"/><Relationship Id="rId20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2.png"/><Relationship Id="rId24" Type="http://schemas.openxmlformats.org/officeDocument/2006/relationships/image" Target="../media/image21.png"/><Relationship Id="rId5" Type="http://schemas.openxmlformats.org/officeDocument/2006/relationships/image" Target="../media/image15.jpeg"/><Relationship Id="rId15" Type="http://schemas.openxmlformats.org/officeDocument/2006/relationships/image" Target="../media/image13.png"/><Relationship Id="rId23" Type="http://schemas.openxmlformats.org/officeDocument/2006/relationships/image" Target="../media/image23.png"/><Relationship Id="rId10" Type="http://schemas.openxmlformats.org/officeDocument/2006/relationships/image" Target="../media/image81.png"/><Relationship Id="rId19" Type="http://schemas.openxmlformats.org/officeDocument/2006/relationships/image" Target="../media/image7.png"/><Relationship Id="rId4" Type="http://schemas.openxmlformats.org/officeDocument/2006/relationships/image" Target="../media/image3.jpeg"/><Relationship Id="rId9" Type="http://schemas.openxmlformats.org/officeDocument/2006/relationships/image" Target="../media/image2.png"/><Relationship Id="rId14" Type="http://schemas.openxmlformats.org/officeDocument/2006/relationships/image" Target="../media/image82.jpe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2356162" y="2747920"/>
            <a:ext cx="1530220" cy="1504560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27" name="Picture 126">
            <a:extLst>
              <a:ext uri="{FF2B5EF4-FFF2-40B4-BE49-F238E27FC236}">
                <a16:creationId xmlns:a16="http://schemas.microsoft.com/office/drawing/2014/main" id="{3F04CE1A-8BE9-42ED-9871-D19ABD79874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800000">
            <a:off x="1074115" y="1245608"/>
            <a:ext cx="292893" cy="859724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D75422F-32BA-45FA-AE3B-ED880B2BD09A}"/>
              </a:ext>
            </a:extLst>
          </p:cNvPr>
          <p:cNvGrpSpPr/>
          <p:nvPr/>
        </p:nvGrpSpPr>
        <p:grpSpPr>
          <a:xfrm>
            <a:off x="4309371" y="2760640"/>
            <a:ext cx="1530220" cy="1504560"/>
            <a:chOff x="2429071" y="4932973"/>
            <a:chExt cx="1530220" cy="1504560"/>
          </a:xfrm>
        </p:grpSpPr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4163F50B-2277-4C81-98F7-9B80FA34B047}"/>
                </a:ext>
              </a:extLst>
            </p:cNvPr>
            <p:cNvGrpSpPr/>
            <p:nvPr/>
          </p:nvGrpSpPr>
          <p:grpSpPr>
            <a:xfrm>
              <a:off x="2846685" y="5495305"/>
              <a:ext cx="610151" cy="519643"/>
              <a:chOff x="2025344" y="4153673"/>
              <a:chExt cx="918521" cy="782270"/>
            </a:xfrm>
          </p:grpSpPr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57FD4895-3C6A-48BB-8F43-063DC87BB6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54D2710-5487-4694-A3E9-CD36A0B5D55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89EBD0C-95F1-4A39-8A7B-0A2F40090464}"/>
                </a:ext>
              </a:extLst>
            </p:cNvPr>
            <p:cNvGrpSpPr/>
            <p:nvPr/>
          </p:nvGrpSpPr>
          <p:grpSpPr>
            <a:xfrm>
              <a:off x="2429071" y="4932973"/>
              <a:ext cx="1530220" cy="1504560"/>
              <a:chOff x="475862" y="342901"/>
              <a:chExt cx="1530220" cy="1504560"/>
            </a:xfrm>
          </p:grpSpPr>
          <p:sp>
            <p:nvSpPr>
              <p:cNvPr id="128" name="Arrow: Pentagon 127">
                <a:extLst>
                  <a:ext uri="{FF2B5EF4-FFF2-40B4-BE49-F238E27FC236}">
                    <a16:creationId xmlns:a16="http://schemas.microsoft.com/office/drawing/2014/main" id="{065FEE0C-6200-44FF-B272-292ED1668E81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48DD285C-0262-4BB5-A1D0-AC04E6FCD133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C20DDA31-0F73-47DA-ADB6-2E7C87A59FF9}"/>
                </a:ext>
              </a:extLst>
            </p:cNvPr>
            <p:cNvGrpSpPr/>
            <p:nvPr/>
          </p:nvGrpSpPr>
          <p:grpSpPr>
            <a:xfrm>
              <a:off x="3328625" y="5225514"/>
              <a:ext cx="356803" cy="366090"/>
              <a:chOff x="5679550" y="3756554"/>
              <a:chExt cx="1025561" cy="1052253"/>
            </a:xfrm>
          </p:grpSpPr>
          <p:sp>
            <p:nvSpPr>
              <p:cNvPr id="133" name="Cross 132">
                <a:extLst>
                  <a:ext uri="{FF2B5EF4-FFF2-40B4-BE49-F238E27FC236}">
                    <a16:creationId xmlns:a16="http://schemas.microsoft.com/office/drawing/2014/main" id="{4C58A584-5C6E-45C3-8E4A-52A7E2C78210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Cross 133">
                <a:extLst>
                  <a:ext uri="{FF2B5EF4-FFF2-40B4-BE49-F238E27FC236}">
                    <a16:creationId xmlns:a16="http://schemas.microsoft.com/office/drawing/2014/main" id="{63844C26-7B3D-4849-807C-1ADF4E06D86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5088797" y="4988662"/>
            <a:ext cx="1530220" cy="1504560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4E036C27-545F-44D4-8B11-5D4DAF37BA6C}"/>
              </a:ext>
            </a:extLst>
          </p:cNvPr>
          <p:cNvGrpSpPr/>
          <p:nvPr/>
        </p:nvGrpSpPr>
        <p:grpSpPr>
          <a:xfrm>
            <a:off x="7042006" y="4988662"/>
            <a:ext cx="1530220" cy="1504560"/>
            <a:chOff x="2429071" y="342901"/>
            <a:chExt cx="1530220" cy="1504560"/>
          </a:xfrm>
        </p:grpSpPr>
        <p:sp>
          <p:nvSpPr>
            <p:cNvPr id="141" name="Arrow: Pentagon 140">
              <a:extLst>
                <a:ext uri="{FF2B5EF4-FFF2-40B4-BE49-F238E27FC236}">
                  <a16:creationId xmlns:a16="http://schemas.microsoft.com/office/drawing/2014/main" id="{405C458B-5A37-4183-9C88-9F4CA0902D60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9579F432-B940-43AE-AE78-F930E4D70AD1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2B3C94F6-1FE1-4DB6-9533-B9CE007613CD}"/>
              </a:ext>
            </a:extLst>
          </p:cNvPr>
          <p:cNvGrpSpPr/>
          <p:nvPr/>
        </p:nvGrpSpPr>
        <p:grpSpPr>
          <a:xfrm>
            <a:off x="7404969" y="5447905"/>
            <a:ext cx="794720" cy="525140"/>
            <a:chOff x="7009704" y="3352146"/>
            <a:chExt cx="3690533" cy="243865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461CEC6E-8C69-49AD-8255-D0718341F27B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1ACAB2FC-278B-4223-BBF9-E023914EBB37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F1285859-786F-4BA6-BD51-499AA919CBF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5" name="Isosceles Triangle 144">
              <a:extLst>
                <a:ext uri="{FF2B5EF4-FFF2-40B4-BE49-F238E27FC236}">
                  <a16:creationId xmlns:a16="http://schemas.microsoft.com/office/drawing/2014/main" id="{29D5DD58-16D1-4756-83CF-BF82B36B8DC9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41E2DDC4-9253-4CED-BAF4-D04BD1F5000F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14DCA6CC-51AB-4024-A850-81283C6A6A0C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35A3074E-201A-4DF1-8D58-36FCB4B92E9D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A907DEFB-79C8-484E-AA36-8B0D1DACF2D7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CC0DB094-2470-46B7-801F-F7E884006B88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Picture 156">
            <a:extLst>
              <a:ext uri="{FF2B5EF4-FFF2-40B4-BE49-F238E27FC236}">
                <a16:creationId xmlns:a16="http://schemas.microsoft.com/office/drawing/2014/main" id="{2F72A420-EB6D-4746-A3A2-FB5559A1A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514" y="3419483"/>
            <a:ext cx="900481" cy="622531"/>
          </a:xfrm>
          <a:prstGeom prst="rect">
            <a:avLst/>
          </a:prstGeom>
        </p:spPr>
      </p:pic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5FF562C-2F7B-458D-A2EB-6780F0C4DFCF}"/>
              </a:ext>
            </a:extLst>
          </p:cNvPr>
          <p:cNvGrpSpPr/>
          <p:nvPr/>
        </p:nvGrpSpPr>
        <p:grpSpPr>
          <a:xfrm>
            <a:off x="2664423" y="1244833"/>
            <a:ext cx="1003753" cy="919340"/>
            <a:chOff x="1814970" y="864745"/>
            <a:chExt cx="1085793" cy="994481"/>
          </a:xfrm>
        </p:grpSpPr>
        <p:pic>
          <p:nvPicPr>
            <p:cNvPr id="128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3E8B57BF-A170-40F3-B458-E82F05FDEC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BE2BB978-6C9D-41A1-82D7-424467E67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EA3AC3-5746-4352-BC03-5E05B8064642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C3806B-EEDF-4345-A411-576DDFFF051E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Diagonal Corners Snipped 7">
              <a:extLst>
                <a:ext uri="{FF2B5EF4-FFF2-40B4-BE49-F238E27FC236}">
                  <a16:creationId xmlns:a16="http://schemas.microsoft.com/office/drawing/2014/main" id="{23AE6981-19EB-44B3-B1FF-1DF6F12E3AA4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1" name="Picture 2" descr="Halberd Icon - Download Halberd Icon 2008 | Noun Project">
            <a:extLst>
              <a:ext uri="{FF2B5EF4-FFF2-40B4-BE49-F238E27FC236}">
                <a16:creationId xmlns:a16="http://schemas.microsoft.com/office/drawing/2014/main" id="{EFF4B7A0-08F8-474B-A8FB-953EB8D24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3267" y="1295568"/>
            <a:ext cx="1085793" cy="974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4119821" y="4722741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2329010" y="4722741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7768406" y="4722741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5977595" y="4722741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8115013" y="5121610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8B29061-9F62-4015-A6FC-67084A7D8A5E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2307593" y="905612"/>
            <a:chExt cx="1530220" cy="150456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047BAEA-1357-4535-B3BD-5C7B0C989154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: Diagonal Corners Snipped 64">
              <a:extLst>
                <a:ext uri="{FF2B5EF4-FFF2-40B4-BE49-F238E27FC236}">
                  <a16:creationId xmlns:a16="http://schemas.microsoft.com/office/drawing/2014/main" id="{6712D7F3-57C0-450B-84DD-390ECE55AF5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0233DA6-75B6-4D84-BDF9-4F07C71062E6}"/>
              </a:ext>
            </a:extLst>
          </p:cNvPr>
          <p:cNvGrpSpPr/>
          <p:nvPr/>
        </p:nvGrpSpPr>
        <p:grpSpPr>
          <a:xfrm>
            <a:off x="975704" y="3476235"/>
            <a:ext cx="659664" cy="577697"/>
            <a:chOff x="3741815" y="4973520"/>
            <a:chExt cx="1685668" cy="1310075"/>
          </a:xfrm>
        </p:grpSpPr>
        <p:pic>
          <p:nvPicPr>
            <p:cNvPr id="100" name="Picture 6" descr="Chess, knight, game icon - Download on Iconfinder">
              <a:extLst>
                <a:ext uri="{FF2B5EF4-FFF2-40B4-BE49-F238E27FC236}">
                  <a16:creationId xmlns:a16="http://schemas.microsoft.com/office/drawing/2014/main" id="{A7E0C7AA-6336-49D1-A668-C4538513FC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1" name="Arrow: Up 100">
              <a:extLst>
                <a:ext uri="{FF2B5EF4-FFF2-40B4-BE49-F238E27FC236}">
                  <a16:creationId xmlns:a16="http://schemas.microsoft.com/office/drawing/2014/main" id="{270BFECA-BF9C-4CEB-A50A-C5A156C8E296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5" name="Picture 104">
            <a:extLst>
              <a:ext uri="{FF2B5EF4-FFF2-40B4-BE49-F238E27FC236}">
                <a16:creationId xmlns:a16="http://schemas.microsoft.com/office/drawing/2014/main" id="{97B69849-8763-434A-84CA-817478C43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816" y="3604557"/>
            <a:ext cx="335419" cy="444116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79A51FD6-06EB-499B-BC1B-29395C298E13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483F825-C2D2-45DD-BAF0-C4B4CD0863B0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: Diagonal Corners Snipped 61">
              <a:extLst>
                <a:ext uri="{FF2B5EF4-FFF2-40B4-BE49-F238E27FC236}">
                  <a16:creationId xmlns:a16="http://schemas.microsoft.com/office/drawing/2014/main" id="{CF033908-18A8-4453-9C99-48736DB724A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99BE90F-70E2-475C-9A4A-EE47A4700058}"/>
              </a:ext>
            </a:extLst>
          </p:cNvPr>
          <p:cNvGrpSpPr/>
          <p:nvPr/>
        </p:nvGrpSpPr>
        <p:grpSpPr>
          <a:xfrm>
            <a:off x="516780" y="4702646"/>
            <a:ext cx="1530220" cy="1504560"/>
            <a:chOff x="2307593" y="905612"/>
            <a:chExt cx="1530220" cy="150456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B3B106CB-10DD-4130-BFCC-73FA57F2C27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Rectangle: Diagonal Corners Snipped 125">
              <a:extLst>
                <a:ext uri="{FF2B5EF4-FFF2-40B4-BE49-F238E27FC236}">
                  <a16:creationId xmlns:a16="http://schemas.microsoft.com/office/drawing/2014/main" id="{3DE9A7E3-52A8-495A-93DE-94AFFEBB4A0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BB5A80E4-1115-4115-8B8D-C21C91932754}"/>
              </a:ext>
            </a:extLst>
          </p:cNvPr>
          <p:cNvGrpSpPr/>
          <p:nvPr/>
        </p:nvGrpSpPr>
        <p:grpSpPr>
          <a:xfrm>
            <a:off x="2572538" y="3464317"/>
            <a:ext cx="659664" cy="577697"/>
            <a:chOff x="3741815" y="4973520"/>
            <a:chExt cx="1685668" cy="1310075"/>
          </a:xfrm>
        </p:grpSpPr>
        <p:pic>
          <p:nvPicPr>
            <p:cNvPr id="131" name="Picture 6" descr="Chess, knight, game icon - Download on Iconfinder">
              <a:extLst>
                <a:ext uri="{FF2B5EF4-FFF2-40B4-BE49-F238E27FC236}">
                  <a16:creationId xmlns:a16="http://schemas.microsoft.com/office/drawing/2014/main" id="{787FD14B-081B-40A4-8E83-FA66422D65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2" name="Arrow: Up 131">
              <a:extLst>
                <a:ext uri="{FF2B5EF4-FFF2-40B4-BE49-F238E27FC236}">
                  <a16:creationId xmlns:a16="http://schemas.microsoft.com/office/drawing/2014/main" id="{2AF42F16-E8BE-4C5A-B5D4-689AA03B47A8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3" name="Picture 132">
            <a:extLst>
              <a:ext uri="{FF2B5EF4-FFF2-40B4-BE49-F238E27FC236}">
                <a16:creationId xmlns:a16="http://schemas.microsoft.com/office/drawing/2014/main" id="{804747D1-DE8A-47C5-A4A2-03864EAC3B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627" y="3179124"/>
            <a:ext cx="298536" cy="47280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21B07E6B-5BE2-4A96-9FE7-42E5918B4E9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2223" y="3157282"/>
            <a:ext cx="298536" cy="472801"/>
          </a:xfrm>
          <a:prstGeom prst="rect">
            <a:avLst/>
          </a:prstGeom>
        </p:spPr>
      </p:pic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BDD27C8-7358-4FD7-801D-7B396098AA4A}"/>
              </a:ext>
            </a:extLst>
          </p:cNvPr>
          <p:cNvGrpSpPr/>
          <p:nvPr/>
        </p:nvGrpSpPr>
        <p:grpSpPr>
          <a:xfrm>
            <a:off x="7983595" y="3206154"/>
            <a:ext cx="659664" cy="577697"/>
            <a:chOff x="3741815" y="4973520"/>
            <a:chExt cx="1685668" cy="1310075"/>
          </a:xfrm>
        </p:grpSpPr>
        <p:pic>
          <p:nvPicPr>
            <p:cNvPr id="136" name="Picture 6" descr="Chess, knight, game icon - Download on Iconfinder">
              <a:extLst>
                <a:ext uri="{FF2B5EF4-FFF2-40B4-BE49-F238E27FC236}">
                  <a16:creationId xmlns:a16="http://schemas.microsoft.com/office/drawing/2014/main" id="{715786A9-42BB-438F-A383-226ADA542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7" name="Arrow: Up 136">
              <a:extLst>
                <a:ext uri="{FF2B5EF4-FFF2-40B4-BE49-F238E27FC236}">
                  <a16:creationId xmlns:a16="http://schemas.microsoft.com/office/drawing/2014/main" id="{C650AF9B-FF02-420E-A121-DF986C84ECCD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2376DA7-DFE4-4796-B221-DA3508EB95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7588" y="3706667"/>
            <a:ext cx="494234" cy="499163"/>
          </a:xfrm>
          <a:prstGeom prst="rect">
            <a:avLst/>
          </a:prstGeom>
        </p:spPr>
      </p:pic>
      <p:grpSp>
        <p:nvGrpSpPr>
          <p:cNvPr id="139" name="Group 138">
            <a:extLst>
              <a:ext uri="{FF2B5EF4-FFF2-40B4-BE49-F238E27FC236}">
                <a16:creationId xmlns:a16="http://schemas.microsoft.com/office/drawing/2014/main" id="{D6C2FC14-0DC4-4705-97D3-8FBC821565EC}"/>
              </a:ext>
            </a:extLst>
          </p:cNvPr>
          <p:cNvGrpSpPr/>
          <p:nvPr/>
        </p:nvGrpSpPr>
        <p:grpSpPr>
          <a:xfrm>
            <a:off x="897610" y="5105027"/>
            <a:ext cx="880507" cy="949977"/>
            <a:chOff x="3478591" y="4575175"/>
            <a:chExt cx="1004261" cy="1083495"/>
          </a:xfrm>
        </p:grpSpPr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1D7629E5-3D9F-4383-8464-479113B85352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169515D-E60A-4DC6-900D-10A8955C2583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1F08F85C-9D1A-46D4-9A0D-B2C1354507FB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2A24438B-8998-4BEA-B753-3D22BFF1D793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AAC5BF55-0071-4113-900E-F3A84070F7D2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FF51E79-9880-4C69-8526-1F2A4645FCFC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B830815-C6DD-401B-B159-BF422CF930DB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193965-BF0A-4569-9191-47D20A66A14D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B861759-102D-4A4E-B8A1-1C867E2471CB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DEC76EEA-AE8E-4286-8C19-D5D6F78EC98E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522A523-80D1-4FC8-AAA8-95F6521C41FE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E664B11E-B5EE-45B7-BC18-59417F943145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631F725-0AC8-4620-B30D-856484C6D22D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82D1FA6A-EB05-46C8-9666-6257328A6615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EF80B893-DF2B-4CFA-831B-418E0DD83E5F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F4D8E34-6D54-43E3-AB90-467CF525EE53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6" name="Picture 155">
            <a:extLst>
              <a:ext uri="{FF2B5EF4-FFF2-40B4-BE49-F238E27FC236}">
                <a16:creationId xmlns:a16="http://schemas.microsoft.com/office/drawing/2014/main" id="{E0F5914E-CF94-46EA-900A-32691405FF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242" y="5014852"/>
            <a:ext cx="221501" cy="350798"/>
          </a:xfrm>
          <a:prstGeom prst="rect">
            <a:avLst/>
          </a:prstGeom>
        </p:spPr>
      </p:pic>
      <p:grpSp>
        <p:nvGrpSpPr>
          <p:cNvPr id="158" name="Group 157">
            <a:extLst>
              <a:ext uri="{FF2B5EF4-FFF2-40B4-BE49-F238E27FC236}">
                <a16:creationId xmlns:a16="http://schemas.microsoft.com/office/drawing/2014/main" id="{AE8D43CF-C443-473E-949A-6E72BCA50D85}"/>
              </a:ext>
            </a:extLst>
          </p:cNvPr>
          <p:cNvGrpSpPr/>
          <p:nvPr/>
        </p:nvGrpSpPr>
        <p:grpSpPr>
          <a:xfrm>
            <a:off x="9855587" y="3184517"/>
            <a:ext cx="553014" cy="416070"/>
            <a:chOff x="4159039" y="1783037"/>
            <a:chExt cx="1173327" cy="882773"/>
          </a:xfrm>
        </p:grpSpPr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EC427E02-3A37-4C66-8D59-021AA179A362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A5B71193-66B6-4A81-BE00-D02F95D6AB7D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4FA0E24F-09CF-42BF-B898-B13A5EFBAE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66F8A03-9A39-40B4-A1ED-510E6A0E4B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7423EC4A-BA9A-4B2A-9778-42A01AB80ADF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4B400873-0C9E-4423-9AA0-BC020058D37B}"/>
              </a:ext>
            </a:extLst>
          </p:cNvPr>
          <p:cNvGrpSpPr/>
          <p:nvPr/>
        </p:nvGrpSpPr>
        <p:grpSpPr>
          <a:xfrm>
            <a:off x="4119821" y="905612"/>
            <a:ext cx="1530220" cy="1504560"/>
            <a:chOff x="2307593" y="905612"/>
            <a:chExt cx="1530220" cy="1504560"/>
          </a:xfrm>
        </p:grpSpPr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DB82B7C9-BC14-44C9-A9C4-1D02CCD99AC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Rectangle: Diagonal Corners Snipped 168">
              <a:extLst>
                <a:ext uri="{FF2B5EF4-FFF2-40B4-BE49-F238E27FC236}">
                  <a16:creationId xmlns:a16="http://schemas.microsoft.com/office/drawing/2014/main" id="{C7387397-DBAE-4625-9B0F-19A78A36DF35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71" name="Picture 2" descr="Ax, halberd, knight, medieval, spear, warrior, weapon icon - Download on  Iconfinder">
            <a:extLst>
              <a:ext uri="{FF2B5EF4-FFF2-40B4-BE49-F238E27FC236}">
                <a16:creationId xmlns:a16="http://schemas.microsoft.com/office/drawing/2014/main" id="{87B569F2-038D-455E-9BD7-549E5D91B3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369613">
            <a:off x="4625929" y="1493321"/>
            <a:ext cx="761200" cy="76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2" name="Picture 2" descr="Ax, halberd, knight, medieval, spear, warrior, weapon icon - Download on  Iconfinder">
            <a:extLst>
              <a:ext uri="{FF2B5EF4-FFF2-40B4-BE49-F238E27FC236}">
                <a16:creationId xmlns:a16="http://schemas.microsoft.com/office/drawing/2014/main" id="{AA9AAB0E-FFB5-4BF1-9B83-F8BAAB00C2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06770" flipH="1">
            <a:off x="4367844" y="1384142"/>
            <a:ext cx="761200" cy="76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5187381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4685144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C1DA88-3D9E-41A1-ACEF-502ED9E212B4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516782" y="905612"/>
            <a:chExt cx="1530220" cy="150456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1A1861-F8E9-4C56-8FDD-137BEE3D3081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Wave 12">
              <a:extLst>
                <a:ext uri="{FF2B5EF4-FFF2-40B4-BE49-F238E27FC236}">
                  <a16:creationId xmlns:a16="http://schemas.microsoft.com/office/drawing/2014/main" id="{D0E1AB78-1DE4-44DF-BF6D-71C5C3C06B65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B3AA3D2-78EA-477F-BB78-8C8BC959C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4460433" y="1432035"/>
            <a:ext cx="652055" cy="617171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99A3C7-3CA7-431A-954E-06489406F458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516782" y="905612"/>
            <a:chExt cx="1530220" cy="15045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073451-0AD3-41CD-B111-FF8556DCF1F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Wave 27">
              <a:extLst>
                <a:ext uri="{FF2B5EF4-FFF2-40B4-BE49-F238E27FC236}">
                  <a16:creationId xmlns:a16="http://schemas.microsoft.com/office/drawing/2014/main" id="{2562BFAB-009E-4052-B786-4D2EBD51A142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E82492D-D10C-4348-99C9-2441744EDD55}"/>
              </a:ext>
            </a:extLst>
          </p:cNvPr>
          <p:cNvGrpSpPr/>
          <p:nvPr/>
        </p:nvGrpSpPr>
        <p:grpSpPr>
          <a:xfrm>
            <a:off x="2739830" y="3244362"/>
            <a:ext cx="530908" cy="624530"/>
            <a:chOff x="919169" y="747323"/>
            <a:chExt cx="1079599" cy="152054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1FC80D72-EAA2-4ADF-87D9-1FCEB3FCE14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ACA41C4-5E1F-4291-B4F8-525CD872E350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BE0866F-D40E-4C31-BCE0-7BF517B8A0A5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E208FE03-2A14-4E1C-A800-C7966CD23561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388F2888-3B64-4A50-9D87-16E88B6E967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F8E6ABA-20BB-4586-99FA-B016C1BCA701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9252F3F-EF66-4E04-B917-FD39106C6629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312904B7-B80E-4AAB-B0B4-F06474BE7932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C9D80C9-0CFA-4AA9-8065-85B4A5D76428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A871B1E-14CA-4ED8-B9D7-A39835D4E743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E39E9FB0-9823-4258-97ED-EE5D3BEB4827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6D57613D-4588-4BB1-B103-F58B1BAE54B4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D994E608-F821-4FC5-B3AF-863DBD7EA7EC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BA58C8AB-0BFA-4F19-86AF-8E2DE36DC4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AFCE3A13-040E-432F-8F77-CDA42FC5FE7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8F4A15BA-7168-49E5-8559-3600CA5CCA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5E4A0D4-7BF3-4E48-9C8B-407109ACC69E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F6AE8E7A-4DBD-4E15-A6BA-438A2706F3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A45EFDD2-1DAB-481D-9CD6-2BA43DE1D1F1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608F515E-29A7-4044-862D-D55B2768A1C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8169C30-FA52-49F7-A0BD-765D4DD7E0C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9735755A-465D-40B2-A849-DA00E2B5B1B6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580DD8CA-4B21-471A-AA6B-1EBCF032EFCE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31520D39-9799-46FA-808A-CAEAFE48C41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56B5DDE-37B8-44FF-B9CE-13266579B71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E9D8BDC0-7DBC-4739-A1EA-4544E59F8ABA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212DDC4A-2B34-4C9D-89B4-7DBAC2B97B1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BA7A6D74-78C2-4252-A5F5-0D144F793F8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31DD16DA-922E-4D02-BB29-E30E44F66DC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9B5EBDEA-C2C1-4EDB-84B6-283D677C7EE6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6FC774C-6978-4D5C-A4E0-603CE09B6413}"/>
              </a:ext>
            </a:extLst>
          </p:cNvPr>
          <p:cNvGrpSpPr/>
          <p:nvPr/>
        </p:nvGrpSpPr>
        <p:grpSpPr>
          <a:xfrm>
            <a:off x="516782" y="4447828"/>
            <a:ext cx="1530220" cy="1504560"/>
            <a:chOff x="516782" y="905612"/>
            <a:chExt cx="1530220" cy="1504560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9DCDE4A-AE5C-4EFD-99B4-9F510A8C3BC9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Wave 150">
              <a:extLst>
                <a:ext uri="{FF2B5EF4-FFF2-40B4-BE49-F238E27FC236}">
                  <a16:creationId xmlns:a16="http://schemas.microsoft.com/office/drawing/2014/main" id="{EE11B8FB-0DAD-4112-8BC4-77F59B8B9BF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2" name="Picture 151">
            <a:extLst>
              <a:ext uri="{FF2B5EF4-FFF2-40B4-BE49-F238E27FC236}">
                <a16:creationId xmlns:a16="http://schemas.microsoft.com/office/drawing/2014/main" id="{D70B001B-8DE9-43A2-B2D7-B7C2DCDB4D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675690" flipH="1">
            <a:off x="1223838" y="1288034"/>
            <a:ext cx="84554" cy="903393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B451D060-F4C3-4B94-B0F1-3C531894F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8069609" y="3263585"/>
            <a:ext cx="652055" cy="617171"/>
          </a:xfrm>
          <a:prstGeom prst="rect">
            <a:avLst/>
          </a:prstGeom>
        </p:spPr>
      </p:pic>
      <p:pic>
        <p:nvPicPr>
          <p:cNvPr id="154" name="Picture 153" descr="Shape&#10;&#10;Description automatically generated">
            <a:extLst>
              <a:ext uri="{FF2B5EF4-FFF2-40B4-BE49-F238E27FC236}">
                <a16:creationId xmlns:a16="http://schemas.microsoft.com/office/drawing/2014/main" id="{93794404-F1F6-4B6A-84D2-DC4CDE61C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4550" y="3231680"/>
            <a:ext cx="262768" cy="326052"/>
          </a:xfrm>
          <a:prstGeom prst="rect">
            <a:avLst/>
          </a:prstGeom>
        </p:spPr>
      </p:pic>
      <p:pic>
        <p:nvPicPr>
          <p:cNvPr id="155" name="Picture 2" descr="Bear Vector | FreeVectors">
            <a:extLst>
              <a:ext uri="{FF2B5EF4-FFF2-40B4-BE49-F238E27FC236}">
                <a16:creationId xmlns:a16="http://schemas.microsoft.com/office/drawing/2014/main" id="{79E6EE7A-3C78-4F06-8E04-B9551A33B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4150" y="3281691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6" name="Group 155">
            <a:extLst>
              <a:ext uri="{FF2B5EF4-FFF2-40B4-BE49-F238E27FC236}">
                <a16:creationId xmlns:a16="http://schemas.microsoft.com/office/drawing/2014/main" id="{283368C8-0FDB-4216-B5BC-86B4BA0D5D80}"/>
              </a:ext>
            </a:extLst>
          </p:cNvPr>
          <p:cNvGrpSpPr/>
          <p:nvPr/>
        </p:nvGrpSpPr>
        <p:grpSpPr>
          <a:xfrm>
            <a:off x="1187786" y="5086630"/>
            <a:ext cx="530908" cy="624530"/>
            <a:chOff x="919169" y="747323"/>
            <a:chExt cx="1079599" cy="152054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6285128A-066C-4A63-B794-821CFBBFD10B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F340EA4F-70AB-4077-B020-7856CBAFB37C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43BA8711-FF87-4E39-ACD2-3B2CBFFBF6E8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E88CCAB-D69B-4810-89BD-11B0E5AF60C3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0BA56A-C8E8-4DE3-88F3-65C0AA3475F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9BB308EF-CF5E-4F3E-8DAA-991CEE4A3773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32D7A51-7109-4489-9A15-C21E013FB8BE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0F4A439F-ABA2-426F-BDEB-5185AAC1FF0E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EE95B26-A312-4799-80D1-D0E996EEC170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D66C2D06-BD56-4571-BC0D-EE4F97718958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6E57D3C-452F-4077-BCEC-EDA04E10020D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74B3BB34-BCC1-4135-AF3C-0E7CD0682EA3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D8A291D-FC13-4DD9-97C1-295C4C17BC54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595386AC-BD75-4F41-A5B1-B6BF2DD9C327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56EBA8B7-78E9-4A52-AC37-E05E6EB52625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2569BD33-9994-4CC5-AE9E-1AEB53D47E21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08E64895-2C34-4CEE-8BE6-673BD538634C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37D1ED36-4883-4E3B-8229-EA1F26A55171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672EE307-FFE2-4139-BFAD-E22A4D6E215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A9A2BD71-1638-42B7-8046-7F772FDD9919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D40676-135D-46E3-B94A-23001B2AD0D0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ED2F1A9-BBF8-4C06-82DC-B718FA89AB5C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7957910F-B6AE-431A-8B1E-53F73833EC3D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EB30E770-D622-4402-BDCF-D6CEFF7BA38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FC7BA3C9-167E-4317-85E4-A959C493782B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4135489A-6EE6-49F9-A545-95C25676236E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A22EB478-113F-48B0-BFEF-2A6AD7901F8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A43893B-3D36-47CB-B883-C4BD4CA620BA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584ADC7F-DADE-42B7-AD87-B3A48204EFD7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327F4B8F-30A2-4D65-A334-BB1E042B8D05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C2015F7-2692-470E-998A-54667439534C}"/>
              </a:ext>
            </a:extLst>
          </p:cNvPr>
          <p:cNvGrpSpPr/>
          <p:nvPr/>
        </p:nvGrpSpPr>
        <p:grpSpPr>
          <a:xfrm>
            <a:off x="802307" y="4861532"/>
            <a:ext cx="419127" cy="368003"/>
            <a:chOff x="3264474" y="4874455"/>
            <a:chExt cx="1288999" cy="1131772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075E54F-E24B-4399-A4F3-7375172EF10C}"/>
                </a:ext>
              </a:extLst>
            </p:cNvPr>
            <p:cNvSpPr/>
            <p:nvPr/>
          </p:nvSpPr>
          <p:spPr>
            <a:xfrm>
              <a:off x="3589688" y="4874455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5B9F9C49-73E5-4ECD-8968-3F13E6517175}"/>
                </a:ext>
              </a:extLst>
            </p:cNvPr>
            <p:cNvSpPr/>
            <p:nvPr/>
          </p:nvSpPr>
          <p:spPr>
            <a:xfrm>
              <a:off x="3264474" y="53769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886E6CEC-337D-4DD4-867E-DC1F395F849A}"/>
                </a:ext>
              </a:extLst>
            </p:cNvPr>
            <p:cNvSpPr/>
            <p:nvPr/>
          </p:nvSpPr>
          <p:spPr>
            <a:xfrm>
              <a:off x="3910950" y="53937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5788179" y="2676720"/>
            <a:ext cx="1530220" cy="1504560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2B564C-D851-4665-9D00-C4437B27A824}"/>
              </a:ext>
            </a:extLst>
          </p:cNvPr>
          <p:cNvGrpSpPr/>
          <p:nvPr/>
        </p:nvGrpSpPr>
        <p:grpSpPr>
          <a:xfrm>
            <a:off x="10380858" y="3227233"/>
            <a:ext cx="837375" cy="913076"/>
            <a:chOff x="7972517" y="3380162"/>
            <a:chExt cx="837375" cy="913076"/>
          </a:xfrm>
        </p:grpSpPr>
        <p:pic>
          <p:nvPicPr>
            <p:cNvPr id="119" name="Picture 118" descr="Gear Vector Art, Icons, and Graphics for Free Download">
              <a:extLst>
                <a:ext uri="{FF2B5EF4-FFF2-40B4-BE49-F238E27FC236}">
                  <a16:creationId xmlns:a16="http://schemas.microsoft.com/office/drawing/2014/main" id="{CB083FE5-4D6D-4523-AEFA-0A592C03A9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2A84DB4-1CA6-4C5B-8F53-00F0B900A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42C5829-5FB2-4C51-9015-A75160883E9F}"/>
              </a:ext>
            </a:extLst>
          </p:cNvPr>
          <p:cNvGrpSpPr/>
          <p:nvPr/>
        </p:nvGrpSpPr>
        <p:grpSpPr>
          <a:xfrm>
            <a:off x="8457831" y="3150641"/>
            <a:ext cx="808009" cy="989668"/>
            <a:chOff x="6194360" y="2439332"/>
            <a:chExt cx="808009" cy="989668"/>
          </a:xfrm>
        </p:grpSpPr>
        <p:pic>
          <p:nvPicPr>
            <p:cNvPr id="116" name="Picture 115" descr="Gear Vector Art, Icons, and Graphics for Free Download">
              <a:extLst>
                <a:ext uri="{FF2B5EF4-FFF2-40B4-BE49-F238E27FC236}">
                  <a16:creationId xmlns:a16="http://schemas.microsoft.com/office/drawing/2014/main" id="{ED18A0FA-B566-4D92-A0EF-2F2FC0C506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ED4A9E3-B125-4E26-B47B-2A87DC874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  <p:pic>
        <p:nvPicPr>
          <p:cNvPr id="111" name="Picture 110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C4DB7CBD-9A4F-4B25-9636-D20A964D7F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20477473">
            <a:off x="1027484" y="1333485"/>
            <a:ext cx="433655" cy="93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A438CEC-8DDB-49B2-BD43-503EB8B12F80}"/>
              </a:ext>
            </a:extLst>
          </p:cNvPr>
          <p:cNvGrpSpPr/>
          <p:nvPr/>
        </p:nvGrpSpPr>
        <p:grpSpPr>
          <a:xfrm>
            <a:off x="450282" y="4768067"/>
            <a:ext cx="1530220" cy="1504560"/>
            <a:chOff x="475862" y="905612"/>
            <a:chExt cx="1530220" cy="15045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B7B2AC8-C029-45D7-9C0D-3F63998D81D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lowchart: Display 113">
              <a:extLst>
                <a:ext uri="{FF2B5EF4-FFF2-40B4-BE49-F238E27FC236}">
                  <a16:creationId xmlns:a16="http://schemas.microsoft.com/office/drawing/2014/main" id="{8DC29CD8-0086-4A82-A91C-F3C531F73F27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F3C2DB5-C265-4EB0-A135-768BB23114F4}"/>
              </a:ext>
            </a:extLst>
          </p:cNvPr>
          <p:cNvGrpSpPr/>
          <p:nvPr/>
        </p:nvGrpSpPr>
        <p:grpSpPr>
          <a:xfrm>
            <a:off x="923913" y="5183379"/>
            <a:ext cx="685437" cy="894020"/>
            <a:chOff x="9047699" y="4554101"/>
            <a:chExt cx="685437" cy="894020"/>
          </a:xfrm>
        </p:grpSpPr>
        <p:pic>
          <p:nvPicPr>
            <p:cNvPr id="122" name="Picture 121" descr="Gear Vector Art, Icons, and Graphics for Free Download">
              <a:extLst>
                <a:ext uri="{FF2B5EF4-FFF2-40B4-BE49-F238E27FC236}">
                  <a16:creationId xmlns:a16="http://schemas.microsoft.com/office/drawing/2014/main" id="{15164E7F-30D6-4F8F-96D3-1F0745582E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6221B78-3BAA-4E37-A414-CBDB03335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82DD32CF-2EAD-4B5B-98F2-FC72A50853CF}"/>
              </a:ext>
            </a:extLst>
          </p:cNvPr>
          <p:cNvGrpSpPr/>
          <p:nvPr/>
        </p:nvGrpSpPr>
        <p:grpSpPr>
          <a:xfrm>
            <a:off x="774039" y="1504363"/>
            <a:ext cx="933865" cy="571883"/>
            <a:chOff x="4447504" y="5363930"/>
            <a:chExt cx="933865" cy="571883"/>
          </a:xfrm>
        </p:grpSpPr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36E8A8F8-B73A-466B-93C7-B7DA50BDF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18906" y="5515504"/>
              <a:ext cx="416158" cy="420309"/>
            </a:xfrm>
            <a:prstGeom prst="rect">
              <a:avLst/>
            </a:prstGeom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365CC09C-B1F1-4835-891D-0449D5217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2926" y="5467091"/>
              <a:ext cx="228443" cy="468722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B10F60A-9D0E-404F-AFBF-595B9308D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47504" y="5363930"/>
              <a:ext cx="271402" cy="571883"/>
            </a:xfrm>
            <a:prstGeom prst="rect">
              <a:avLst/>
            </a:prstGeom>
          </p:spPr>
        </p:pic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2421892" y="2832151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95B3DD2-E29B-4C01-BFC8-22B7D7203871}"/>
              </a:ext>
            </a:extLst>
          </p:cNvPr>
          <p:cNvGrpSpPr/>
          <p:nvPr/>
        </p:nvGrpSpPr>
        <p:grpSpPr>
          <a:xfrm>
            <a:off x="451099" y="4721515"/>
            <a:ext cx="1530220" cy="1504560"/>
            <a:chOff x="475862" y="905612"/>
            <a:chExt cx="1530220" cy="150456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62DEC3F-B2FE-44BE-9262-80F372DDDBD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Pentagon 87">
              <a:extLst>
                <a:ext uri="{FF2B5EF4-FFF2-40B4-BE49-F238E27FC236}">
                  <a16:creationId xmlns:a16="http://schemas.microsoft.com/office/drawing/2014/main" id="{D2FEB3E6-4730-41CE-A367-1ECFAC070EB0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E3D609C-1709-4F04-8102-DABEAFA03057}"/>
              </a:ext>
            </a:extLst>
          </p:cNvPr>
          <p:cNvGrpSpPr/>
          <p:nvPr/>
        </p:nvGrpSpPr>
        <p:grpSpPr>
          <a:xfrm>
            <a:off x="8784050" y="3269298"/>
            <a:ext cx="441899" cy="897919"/>
            <a:chOff x="2336221" y="3379711"/>
            <a:chExt cx="1561840" cy="3173589"/>
          </a:xfrm>
        </p:grpSpPr>
        <p:pic>
          <p:nvPicPr>
            <p:cNvPr id="9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C8889D13-23A8-4304-ABEE-7D436CE674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8625F20-13C6-4005-8DA2-517876159AB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9BDBD0F-D19A-4BF3-97D7-63F661AECF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625CB38-85B6-4AB0-89AC-34571EB4869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C58DD12-F21B-49DE-BCF7-2C31A4E2462B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0C43AF-4352-47BB-A79C-4A6DD7AFF348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67C0FDFC-1203-4C1F-979A-B7E78F8E7597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ACE0C032-97C0-49D9-8ACD-D2B71F0393FD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6ECCBFED-255D-46AD-8BB2-36FC8D39AD7E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E7D3CC22-F3A5-4CD5-9D19-F4626A7098C7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17E89E46-E52C-4F58-8EFF-0962F3E6134F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6FBA5968-0870-457C-850E-F83FC6791A00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40B572BF-8348-4DEC-8957-AFDBE2066E78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354B41C-A504-478F-A672-40A3506F2018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9CBB595-C51B-4F4A-ACD8-9CE5B3DF810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F158E1A-59FC-4AF0-B876-BE3306D9AAC2}"/>
              </a:ext>
            </a:extLst>
          </p:cNvPr>
          <p:cNvGrpSpPr/>
          <p:nvPr/>
        </p:nvGrpSpPr>
        <p:grpSpPr>
          <a:xfrm rot="19570164">
            <a:off x="10837808" y="3173072"/>
            <a:ext cx="326885" cy="690701"/>
            <a:chOff x="4175671" y="3350868"/>
            <a:chExt cx="584643" cy="1235338"/>
          </a:xfrm>
        </p:grpSpPr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ED8C3F-83BE-4E19-8603-F0C3EBA8E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7E7AB92D-A0BF-491B-9582-26167B211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5C5B39F3-A95C-44E0-899A-3ED3ABB0D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pic>
        <p:nvPicPr>
          <p:cNvPr id="113" name="Picture 112">
            <a:extLst>
              <a:ext uri="{FF2B5EF4-FFF2-40B4-BE49-F238E27FC236}">
                <a16:creationId xmlns:a16="http://schemas.microsoft.com/office/drawing/2014/main" id="{C73DBD47-59D4-4008-B87E-A6561A7702C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64165" y="3728392"/>
            <a:ext cx="573730" cy="529992"/>
          </a:xfrm>
          <a:prstGeom prst="rect">
            <a:avLst/>
          </a:prstGeom>
        </p:spPr>
      </p:pic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EEB7B01-4767-4DDE-838E-CA77EBC51D31}"/>
              </a:ext>
            </a:extLst>
          </p:cNvPr>
          <p:cNvGrpSpPr/>
          <p:nvPr/>
        </p:nvGrpSpPr>
        <p:grpSpPr>
          <a:xfrm>
            <a:off x="826798" y="5319654"/>
            <a:ext cx="794720" cy="525140"/>
            <a:chOff x="7009704" y="3352146"/>
            <a:chExt cx="3690533" cy="243865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6BDCF09-B951-4378-BF51-6EBB90A89A3E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FF5936D4-63D3-4C4A-9CE8-80878E9D4B50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D2E18B66-3720-4B63-8322-1E083028459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6" name="Isosceles Triangle 115">
              <a:extLst>
                <a:ext uri="{FF2B5EF4-FFF2-40B4-BE49-F238E27FC236}">
                  <a16:creationId xmlns:a16="http://schemas.microsoft.com/office/drawing/2014/main" id="{C527E551-9E9E-4279-9FF5-9E92E570F17F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29ED9E6D-8AB7-409F-909E-A37944016031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A1EACB47-478D-46E8-B6C9-8683E103D401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A56B90E7-43C2-4017-9957-EBF1AA36D4B5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C925BAA4-EDB1-4C85-916B-F07A283154EF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53244C87-2A9A-486F-B663-8342E300F5C3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7DDB62A-8D3F-448E-AA0A-687D64814F7C}"/>
              </a:ext>
            </a:extLst>
          </p:cNvPr>
          <p:cNvGrpSpPr/>
          <p:nvPr/>
        </p:nvGrpSpPr>
        <p:grpSpPr>
          <a:xfrm>
            <a:off x="8550171" y="3123679"/>
            <a:ext cx="1020186" cy="1107622"/>
            <a:chOff x="8532587" y="3123679"/>
            <a:chExt cx="1020186" cy="1107622"/>
          </a:xfrm>
        </p:grpSpPr>
        <p:pic>
          <p:nvPicPr>
            <p:cNvPr id="87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913D5721-AF0C-4746-8F74-08E72FD737A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8532587" y="3123679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B0BE63AF-9A20-4CB6-A803-50ABA7E11F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50171" y="3847782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0FA0FC-4AB9-407B-A47B-B217A920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9253" y="3661065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FDA59-DAF8-4B8A-BCBE-685EDD401000}"/>
              </a:ext>
            </a:extLst>
          </p:cNvPr>
          <p:cNvGrpSpPr/>
          <p:nvPr/>
        </p:nvGrpSpPr>
        <p:grpSpPr>
          <a:xfrm>
            <a:off x="2760075" y="3205807"/>
            <a:ext cx="808763" cy="1075418"/>
            <a:chOff x="2760075" y="3205807"/>
            <a:chExt cx="808763" cy="1075418"/>
          </a:xfrm>
        </p:grpSpPr>
        <p:pic>
          <p:nvPicPr>
            <p:cNvPr id="161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3A3DBDA0-FE74-4006-BA59-8D12B759E69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775208" y="3205807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388AD41F-0CC6-45AD-9966-9468A607A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444518">
              <a:off x="2760075" y="3449665"/>
              <a:ext cx="209279" cy="83156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A63CBD60-FFD1-4ECE-B592-E52629CD5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211519">
              <a:off x="3359559" y="3448983"/>
              <a:ext cx="209279" cy="83156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3" name="Isosceles Triangle 162">
            <a:extLst>
              <a:ext uri="{FF2B5EF4-FFF2-40B4-BE49-F238E27FC236}">
                <a16:creationId xmlns:a16="http://schemas.microsoft.com/office/drawing/2014/main" id="{2CD755F3-1B12-4190-93EF-5085BFB77C89}"/>
              </a:ext>
            </a:extLst>
          </p:cNvPr>
          <p:cNvSpPr/>
          <p:nvPr/>
        </p:nvSpPr>
        <p:spPr>
          <a:xfrm rot="10800000">
            <a:off x="3064987" y="3856148"/>
            <a:ext cx="192666" cy="105091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16087B6-63C5-4491-B568-6118E328015E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475862" y="905612"/>
            <a:chExt cx="1530220" cy="150456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A73F48FC-AEC9-4F06-A5CF-150FF2F920E7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Flowchart: Delay 107">
              <a:extLst>
                <a:ext uri="{FF2B5EF4-FFF2-40B4-BE49-F238E27FC236}">
                  <a16:creationId xmlns:a16="http://schemas.microsoft.com/office/drawing/2014/main" id="{7D2D4F3A-6584-4213-8B0A-A58B14DB7853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A562F10-40ED-4832-B7AA-80355FF6A8CB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475862" y="905612"/>
            <a:chExt cx="1530220" cy="15045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CBE2B16-CAA8-4EDE-8F29-815EB94D147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Flowchart: Delay 101">
              <a:extLst>
                <a:ext uri="{FF2B5EF4-FFF2-40B4-BE49-F238E27FC236}">
                  <a16:creationId xmlns:a16="http://schemas.microsoft.com/office/drawing/2014/main" id="{EF958B4B-95E6-43F9-B3CD-D1B504D03EF5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5A46B07-8571-40F5-8B5A-EE6555885763}"/>
              </a:ext>
            </a:extLst>
          </p:cNvPr>
          <p:cNvGrpSpPr/>
          <p:nvPr/>
        </p:nvGrpSpPr>
        <p:grpSpPr>
          <a:xfrm>
            <a:off x="10427081" y="1329633"/>
            <a:ext cx="1068217" cy="977291"/>
            <a:chOff x="8272684" y="5594533"/>
            <a:chExt cx="1068217" cy="977291"/>
          </a:xfrm>
        </p:grpSpPr>
        <p:pic>
          <p:nvPicPr>
            <p:cNvPr id="144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6CBEDB11-9C6A-4E10-A38D-283879428C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7E6DB78F-1303-4BEC-8A87-981352F0B0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79DEAE5-6E14-407C-A86F-98A433213310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75862" y="905612"/>
            <a:chExt cx="1530220" cy="1504560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9D49AF67-709C-4794-A704-00E286336DAA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Flowchart: Delay 104">
              <a:extLst>
                <a:ext uri="{FF2B5EF4-FFF2-40B4-BE49-F238E27FC236}">
                  <a16:creationId xmlns:a16="http://schemas.microsoft.com/office/drawing/2014/main" id="{39116025-6C59-41F9-846F-B511923FA6A4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7BF92B7A-95B8-4804-BB05-4458432DA89A}"/>
              </a:ext>
            </a:extLst>
          </p:cNvPr>
          <p:cNvGrpSpPr/>
          <p:nvPr/>
        </p:nvGrpSpPr>
        <p:grpSpPr>
          <a:xfrm rot="284745">
            <a:off x="695667" y="3607952"/>
            <a:ext cx="1002690" cy="412380"/>
            <a:chOff x="2676525" y="1935534"/>
            <a:chExt cx="6838950" cy="2812678"/>
          </a:xfrm>
        </p:grpSpPr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2186AED3-F72E-4F81-B417-817709B70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0F0D975-810A-4977-B2CB-966E75AB40BF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80D4893-3911-4CED-8F0C-51835A65E845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E72E44E2-130F-46DF-A900-1D0DA12286D5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79DB762-19AA-455D-ADF4-842CC5D9ACAC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9A031069-D30A-4F42-ADFB-930F1B920D3F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0F4319B3-77A5-4A2A-BD98-93473198447B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6C687B7-8127-413A-BEAD-47227B5D620E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E297AA6C-F7FB-47EA-AF41-007B9CBB2B6B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D13454CE-1D7E-4189-BF5E-7E7C8DD42ED3}"/>
              </a:ext>
            </a:extLst>
          </p:cNvPr>
          <p:cNvGrpSpPr/>
          <p:nvPr/>
        </p:nvGrpSpPr>
        <p:grpSpPr>
          <a:xfrm>
            <a:off x="411733" y="4663882"/>
            <a:ext cx="1530220" cy="1504560"/>
            <a:chOff x="475862" y="905612"/>
            <a:chExt cx="1530220" cy="150456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5507081-176F-43E8-9571-0BC20CFF894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lowchart: Delay 81">
              <a:extLst>
                <a:ext uri="{FF2B5EF4-FFF2-40B4-BE49-F238E27FC236}">
                  <a16:creationId xmlns:a16="http://schemas.microsoft.com/office/drawing/2014/main" id="{D6DE53C2-DF5B-4C3D-9135-5BEBD7C658EF}"/>
                </a:ext>
              </a:extLst>
            </p:cNvPr>
            <p:cNvSpPr/>
            <p:nvPr/>
          </p:nvSpPr>
          <p:spPr>
            <a:xfrm rot="16200000">
              <a:off x="642694" y="1166596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3" name="Picture 6" descr="Black demon mask Royalty Free Vector Image - VectorStock">
            <a:extLst>
              <a:ext uri="{FF2B5EF4-FFF2-40B4-BE49-F238E27FC236}">
                <a16:creationId xmlns:a16="http://schemas.microsoft.com/office/drawing/2014/main" id="{E27AD9EC-A3B8-4533-BE88-67093A613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809843" y="5227676"/>
            <a:ext cx="772224" cy="75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2FD54935-4BF2-486A-9347-1F5D9C867740}"/>
              </a:ext>
            </a:extLst>
          </p:cNvPr>
          <p:cNvGrpSpPr/>
          <p:nvPr/>
        </p:nvGrpSpPr>
        <p:grpSpPr>
          <a:xfrm>
            <a:off x="10519355" y="3372769"/>
            <a:ext cx="973879" cy="798280"/>
            <a:chOff x="6037055" y="5227676"/>
            <a:chExt cx="973879" cy="79828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5D40851-0E7C-41C7-832E-109554C09479}"/>
                </a:ext>
              </a:extLst>
            </p:cNvPr>
            <p:cNvGrpSpPr/>
            <p:nvPr/>
          </p:nvGrpSpPr>
          <p:grpSpPr>
            <a:xfrm>
              <a:off x="6037055" y="5407084"/>
              <a:ext cx="973879" cy="576023"/>
              <a:chOff x="5831367" y="5410440"/>
              <a:chExt cx="1211934" cy="576023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B6997B1-491B-46BE-871E-CD6F63429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357807" y="4952295"/>
                <a:ext cx="227350" cy="1143639"/>
              </a:xfrm>
              <a:prstGeom prst="rect">
                <a:avLst/>
              </a:prstGeom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CBD240CA-B514-4D9B-B1D1-E9CC39E588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289512" y="5300968"/>
                <a:ext cx="227350" cy="1143639"/>
              </a:xfrm>
              <a:prstGeom prst="rect">
                <a:avLst/>
              </a:prstGeom>
            </p:spPr>
          </p:pic>
        </p:grpSp>
        <p:pic>
          <p:nvPicPr>
            <p:cNvPr id="12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9B77922C-45CA-42C7-808F-B97F22D15A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7055" y="5227676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6C8A58-4764-4364-8302-AB8B525FF333}"/>
              </a:ext>
            </a:extLst>
          </p:cNvPr>
          <p:cNvGrpSpPr/>
          <p:nvPr/>
        </p:nvGrpSpPr>
        <p:grpSpPr>
          <a:xfrm>
            <a:off x="656989" y="1287281"/>
            <a:ext cx="1140155" cy="944387"/>
            <a:chOff x="4090995" y="5062200"/>
            <a:chExt cx="1140155" cy="944387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9D9EFD8B-339D-486E-BCE9-6E56E3543B4F}"/>
                </a:ext>
              </a:extLst>
            </p:cNvPr>
            <p:cNvGrpSpPr/>
            <p:nvPr/>
          </p:nvGrpSpPr>
          <p:grpSpPr>
            <a:xfrm rot="284745">
              <a:off x="4111529" y="5456934"/>
              <a:ext cx="1002690" cy="412380"/>
              <a:chOff x="2676525" y="1935534"/>
              <a:chExt cx="6838950" cy="2812678"/>
            </a:xfrm>
          </p:grpSpPr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5DBF9683-7BC4-47CF-A7B3-89C15A1B4A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05446D75-BF51-48EE-A497-2F3D188DF60B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99723C97-833F-4CCD-8833-BC4E4D6B29FA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AFE94B2F-91C3-4114-BCE3-F70A7E18F7C4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C645638B-8ED0-4EA1-AE49-759F08640460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258B5E6F-0FCB-41D9-8593-D9494E76508D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C62C8BA4-C36B-4C43-B51A-45D5DEF87DA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D9E5DEB-7C1D-4A64-BEEF-796ED1F66A7F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31766E0A-E826-435D-A0C1-050152A025BE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5D6A81F4-F26A-4996-B329-7124203767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0995" y="5197757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DA7D9E30-FF1B-489A-A59D-EB312D965E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04070" y="506220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3656C8E-C2C2-4B9A-922A-80B9E33D2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2698" y="5155814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5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FBE26DDD-492E-44AB-A052-C3A65F3667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1078" y="5702108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6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A658E3B-7D4A-4E11-9186-8DF29FD33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26670" y="565971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2E60A83-3CE2-4E8C-B496-01841FBFCCEC}"/>
              </a:ext>
            </a:extLst>
          </p:cNvPr>
          <p:cNvGrpSpPr/>
          <p:nvPr/>
        </p:nvGrpSpPr>
        <p:grpSpPr>
          <a:xfrm>
            <a:off x="8505112" y="3172376"/>
            <a:ext cx="797279" cy="944970"/>
            <a:chOff x="8505112" y="3172376"/>
            <a:chExt cx="797279" cy="944970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FAAEC6B3-E8EB-47C2-ACFE-245D731874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8505112" y="3534131"/>
              <a:ext cx="774510" cy="583215"/>
            </a:xfrm>
            <a:prstGeom prst="rect">
              <a:avLst/>
            </a:prstGeom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F6B9ECA-A822-41FE-A59C-DA33E06D9777}"/>
                </a:ext>
              </a:extLst>
            </p:cNvPr>
            <p:cNvGrpSpPr/>
            <p:nvPr/>
          </p:nvGrpSpPr>
          <p:grpSpPr>
            <a:xfrm rot="900000">
              <a:off x="8530085" y="3172376"/>
              <a:ext cx="772306" cy="362588"/>
              <a:chOff x="5768349" y="5013941"/>
              <a:chExt cx="1241151" cy="582705"/>
            </a:xfrm>
          </p:grpSpPr>
          <p:pic>
            <p:nvPicPr>
              <p:cNvPr id="104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CE7E45D4-01A9-43FA-98F6-E0DFFCAB5A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945453" y="5013941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102CD741-7E8A-470F-92C3-50FE412375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768349" y="5230072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92" name="Picture 91">
            <a:extLst>
              <a:ext uri="{FF2B5EF4-FFF2-40B4-BE49-F238E27FC236}">
                <a16:creationId xmlns:a16="http://schemas.microsoft.com/office/drawing/2014/main" id="{015F1320-F7B1-4665-BDA0-E0040CDD2F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9689919">
            <a:off x="781933" y="3335830"/>
            <a:ext cx="198963" cy="369503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6848A236-7FC1-435C-A496-412F209F194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239" y="3250400"/>
            <a:ext cx="549195" cy="772306"/>
          </a:xfrm>
          <a:prstGeom prst="rect">
            <a:avLst/>
          </a:prstGeom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40525F58-B1E9-43DE-9055-0BA3C5832805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61D4C8C-ED27-4A35-B0DA-2C9936D6C93A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Plaque 46">
              <a:extLst>
                <a:ext uri="{FF2B5EF4-FFF2-40B4-BE49-F238E27FC236}">
                  <a16:creationId xmlns:a16="http://schemas.microsoft.com/office/drawing/2014/main" id="{767AE809-CD89-4614-AD20-65FBA93D5CC6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8124329" y="2832151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289A8069-781E-4DF4-9B5A-D178563F99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7" t="6516" r="6170" b="7206"/>
          <a:stretch/>
        </p:blipFill>
        <p:spPr>
          <a:xfrm>
            <a:off x="4693819" y="3429000"/>
            <a:ext cx="774510" cy="583215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367BFF6-6407-45B9-8019-8C9E60C7B014}"/>
              </a:ext>
            </a:extLst>
          </p:cNvPr>
          <p:cNvGrpSpPr/>
          <p:nvPr/>
        </p:nvGrpSpPr>
        <p:grpSpPr>
          <a:xfrm>
            <a:off x="4317099" y="2832151"/>
            <a:ext cx="1530220" cy="1504560"/>
            <a:chOff x="423110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734894B-A946-426B-998C-8CB12C22484F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Plaque 67">
              <a:extLst>
                <a:ext uri="{FF2B5EF4-FFF2-40B4-BE49-F238E27FC236}">
                  <a16:creationId xmlns:a16="http://schemas.microsoft.com/office/drawing/2014/main" id="{6988BB72-D32B-4106-87D3-04001F0AFAA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A87C093-AD9E-4735-9C4C-68C8D1C2ACC0}"/>
              </a:ext>
            </a:extLst>
          </p:cNvPr>
          <p:cNvGrpSpPr/>
          <p:nvPr/>
        </p:nvGrpSpPr>
        <p:grpSpPr>
          <a:xfrm>
            <a:off x="6234824" y="2832151"/>
            <a:ext cx="1530220" cy="1504560"/>
            <a:chOff x="423110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AEFE256-3948-447E-BE75-435AF28009A3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Plaque 55">
              <a:extLst>
                <a:ext uri="{FF2B5EF4-FFF2-40B4-BE49-F238E27FC236}">
                  <a16:creationId xmlns:a16="http://schemas.microsoft.com/office/drawing/2014/main" id="{34C64E3E-8376-4C80-B36D-6D1CBD11359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E2D233AA-A24D-450E-BFBF-805A7FE8789F}"/>
              </a:ext>
            </a:extLst>
          </p:cNvPr>
          <p:cNvGrpSpPr/>
          <p:nvPr/>
        </p:nvGrpSpPr>
        <p:grpSpPr>
          <a:xfrm>
            <a:off x="423109" y="4767482"/>
            <a:ext cx="1530220" cy="1504560"/>
            <a:chOff x="423110" y="905612"/>
            <a:chExt cx="1530220" cy="150456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D8F7499F-4F37-4FE9-9886-F65D15709D02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Plaque 100">
              <a:extLst>
                <a:ext uri="{FF2B5EF4-FFF2-40B4-BE49-F238E27FC236}">
                  <a16:creationId xmlns:a16="http://schemas.microsoft.com/office/drawing/2014/main" id="{4D245748-5A28-4EB6-91DD-0BC70234DE67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CCD1F4EB-ADB1-40BC-8E30-39448E197F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0292" y="3411209"/>
            <a:ext cx="839282" cy="548935"/>
          </a:xfrm>
          <a:prstGeom prst="rect">
            <a:avLst/>
          </a:prstGeom>
        </p:spPr>
      </p:pic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E8D9DD6-2EB6-4943-B3DF-E9CAFBCC0621}"/>
              </a:ext>
            </a:extLst>
          </p:cNvPr>
          <p:cNvGrpSpPr/>
          <p:nvPr/>
        </p:nvGrpSpPr>
        <p:grpSpPr>
          <a:xfrm>
            <a:off x="852305" y="5122716"/>
            <a:ext cx="660129" cy="953301"/>
            <a:chOff x="664466" y="3345800"/>
            <a:chExt cx="1751197" cy="2528925"/>
          </a:xfrm>
        </p:grpSpPr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5170FCC8-50F8-4D8A-99CB-5A1D0456A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108" name="Picture 2" descr="Medusa Icon - Download in Glyph Style">
              <a:extLst>
                <a:ext uri="{FF2B5EF4-FFF2-40B4-BE49-F238E27FC236}">
                  <a16:creationId xmlns:a16="http://schemas.microsoft.com/office/drawing/2014/main" id="{F9AE4CE1-0806-4866-A63E-B4E5E53A23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612B9024-1641-48F2-AD39-280539B0F9CA}"/>
              </a:ext>
            </a:extLst>
          </p:cNvPr>
          <p:cNvGrpSpPr/>
          <p:nvPr/>
        </p:nvGrpSpPr>
        <p:grpSpPr>
          <a:xfrm>
            <a:off x="10489301" y="3242430"/>
            <a:ext cx="675956" cy="886492"/>
            <a:chOff x="2900763" y="3463813"/>
            <a:chExt cx="1793182" cy="2351694"/>
          </a:xfrm>
        </p:grpSpPr>
        <p:pic>
          <p:nvPicPr>
            <p:cNvPr id="110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3F73F2-5BEB-4E86-B3C3-09932DC0AB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2" descr="Medusa Icon - Download in Glyph Style">
              <a:extLst>
                <a:ext uri="{FF2B5EF4-FFF2-40B4-BE49-F238E27FC236}">
                  <a16:creationId xmlns:a16="http://schemas.microsoft.com/office/drawing/2014/main" id="{B7461A29-BED2-4157-B7D0-005502E084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2" name="Picture 2" descr="Medusa Icon - Download in Glyph Style">
            <a:extLst>
              <a:ext uri="{FF2B5EF4-FFF2-40B4-BE49-F238E27FC236}">
                <a16:creationId xmlns:a16="http://schemas.microsoft.com/office/drawing/2014/main" id="{DBFA95F1-F296-4198-9EA1-EB461B498A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52305" y="1297145"/>
            <a:ext cx="660129" cy="886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1">
            <a:extLst>
              <a:ext uri="{FF2B5EF4-FFF2-40B4-BE49-F238E27FC236}">
                <a16:creationId xmlns:a16="http://schemas.microsoft.com/office/drawing/2014/main" id="{4C20D85B-0CDB-4BF3-8765-FB7EE0D21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912575" y="1298130"/>
            <a:ext cx="319021" cy="85760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C3042E2-827C-448C-95FF-14B5C930F2F0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878429" y="1284548"/>
              <a:ext cx="273062" cy="85760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1B8BE2E4-B386-40C4-BB45-C4FBF1AB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901652" y="1543778"/>
              <a:ext cx="273062" cy="857602"/>
            </a:xfrm>
            <a:prstGeom prst="rect">
              <a:avLst/>
            </a:prstGeom>
          </p:spPr>
        </p:pic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D0690DDE-65C8-4E9E-A81A-EA3CD5391A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5149747" y="1208308"/>
              <a:ext cx="273062" cy="857602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DAFD0C5D-89D8-4FC9-8EF3-6756519368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4089" y="1529141"/>
            <a:ext cx="441135" cy="584091"/>
          </a:xfrm>
          <a:prstGeom prst="rect">
            <a:avLst/>
          </a:prstGeom>
        </p:spPr>
      </p:pic>
      <p:grpSp>
        <p:nvGrpSpPr>
          <p:cNvPr id="84" name="Group 83">
            <a:extLst>
              <a:ext uri="{FF2B5EF4-FFF2-40B4-BE49-F238E27FC236}">
                <a16:creationId xmlns:a16="http://schemas.microsoft.com/office/drawing/2014/main" id="{76130B37-6AF5-435A-925E-84B3E53619DF}"/>
              </a:ext>
            </a:extLst>
          </p:cNvPr>
          <p:cNvGrpSpPr/>
          <p:nvPr/>
        </p:nvGrpSpPr>
        <p:grpSpPr>
          <a:xfrm>
            <a:off x="423110" y="4691028"/>
            <a:ext cx="1530220" cy="1504560"/>
            <a:chOff x="8347910" y="2832646"/>
            <a:chExt cx="1530220" cy="1504560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80F6FE31-4BB0-4EF7-8A9E-7EF04D6F852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Hexagon 85">
              <a:extLst>
                <a:ext uri="{FF2B5EF4-FFF2-40B4-BE49-F238E27FC236}">
                  <a16:creationId xmlns:a16="http://schemas.microsoft.com/office/drawing/2014/main" id="{EBF52E89-3C24-45F6-A26F-25C60888D96C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7" name="Picture 86">
            <a:extLst>
              <a:ext uri="{FF2B5EF4-FFF2-40B4-BE49-F238E27FC236}">
                <a16:creationId xmlns:a16="http://schemas.microsoft.com/office/drawing/2014/main" id="{34B4D528-5748-466F-BDC6-7D198DBEAA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4544" y="5282538"/>
            <a:ext cx="484951" cy="770217"/>
          </a:xfrm>
          <a:prstGeom prst="rect">
            <a:avLst/>
          </a:prstGeom>
        </p:spPr>
      </p:pic>
      <p:sp>
        <p:nvSpPr>
          <p:cNvPr id="89" name="Arrow: Right 88">
            <a:extLst>
              <a:ext uri="{FF2B5EF4-FFF2-40B4-BE49-F238E27FC236}">
                <a16:creationId xmlns:a16="http://schemas.microsoft.com/office/drawing/2014/main" id="{D541E215-E630-48DB-8C23-113AA90B5CDA}"/>
              </a:ext>
            </a:extLst>
          </p:cNvPr>
          <p:cNvSpPr/>
          <p:nvPr/>
        </p:nvSpPr>
        <p:spPr>
          <a:xfrm rot="16200000">
            <a:off x="575443" y="5416038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Arrow: Right 91">
            <a:extLst>
              <a:ext uri="{FF2B5EF4-FFF2-40B4-BE49-F238E27FC236}">
                <a16:creationId xmlns:a16="http://schemas.microsoft.com/office/drawing/2014/main" id="{059624F5-16FD-4DA1-900D-DAA19A1268F0}"/>
              </a:ext>
            </a:extLst>
          </p:cNvPr>
          <p:cNvSpPr/>
          <p:nvPr/>
        </p:nvSpPr>
        <p:spPr>
          <a:xfrm rot="16200000">
            <a:off x="1305485" y="5420596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D755EBB-1A7C-4654-9026-1B908325A443}"/>
              </a:ext>
            </a:extLst>
          </p:cNvPr>
          <p:cNvGrpSpPr/>
          <p:nvPr/>
        </p:nvGrpSpPr>
        <p:grpSpPr>
          <a:xfrm>
            <a:off x="2266682" y="4754087"/>
            <a:ext cx="1530220" cy="1504560"/>
            <a:chOff x="8347910" y="2832646"/>
            <a:chExt cx="1530220" cy="150456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DC979E96-18A7-4B6F-8D3E-3095D66BF81E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Hexagon 92">
              <a:extLst>
                <a:ext uri="{FF2B5EF4-FFF2-40B4-BE49-F238E27FC236}">
                  <a16:creationId xmlns:a16="http://schemas.microsoft.com/office/drawing/2014/main" id="{B4AA2BA3-1F47-49EC-A8D2-16ECF4F4CAB4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78DBD9CA-F49B-442D-80D0-26762F879A86}"/>
              </a:ext>
            </a:extLst>
          </p:cNvPr>
          <p:cNvGrpSpPr/>
          <p:nvPr/>
        </p:nvGrpSpPr>
        <p:grpSpPr>
          <a:xfrm>
            <a:off x="4247882" y="4754087"/>
            <a:ext cx="1530220" cy="1504560"/>
            <a:chOff x="10329110" y="2832646"/>
            <a:chExt cx="1530220" cy="1504560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D3A86894-D7BE-4082-B6D0-AD2CBA3E5DFF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Hexagon 95">
              <a:extLst>
                <a:ext uri="{FF2B5EF4-FFF2-40B4-BE49-F238E27FC236}">
                  <a16:creationId xmlns:a16="http://schemas.microsoft.com/office/drawing/2014/main" id="{695AA67E-A43D-43B6-B8DD-E14F6FE99E89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7" name="Picture 96">
            <a:extLst>
              <a:ext uri="{FF2B5EF4-FFF2-40B4-BE49-F238E27FC236}">
                <a16:creationId xmlns:a16="http://schemas.microsoft.com/office/drawing/2014/main" id="{C7C083E6-9B66-4500-A760-18B7C0AC105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8116" y="5407143"/>
            <a:ext cx="484951" cy="770217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2AC90511-F3A1-4F79-87BD-63039FAE970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70515" y="5405639"/>
            <a:ext cx="484951" cy="770217"/>
          </a:xfrm>
          <a:prstGeom prst="rect">
            <a:avLst/>
          </a:prstGeom>
        </p:spPr>
      </p:pic>
      <p:pic>
        <p:nvPicPr>
          <p:cNvPr id="99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599F18AB-4251-40DA-AC02-3D47E4A2077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4786857" y="5168877"/>
            <a:ext cx="415752" cy="212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99" descr="Shape&#10;&#10;Description automatically generated">
            <a:extLst>
              <a:ext uri="{FF2B5EF4-FFF2-40B4-BE49-F238E27FC236}">
                <a16:creationId xmlns:a16="http://schemas.microsoft.com/office/drawing/2014/main" id="{C8B610A7-6C05-4E83-B701-E1157EB6E6E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2922792" y="5050091"/>
            <a:ext cx="257669" cy="319725"/>
          </a:xfrm>
          <a:prstGeom prst="rect">
            <a:avLst/>
          </a:prstGeom>
        </p:spPr>
      </p:pic>
      <p:pic>
        <p:nvPicPr>
          <p:cNvPr id="114" name="Picture 6" descr="Coffin Clipart - 330x596 PNG Download - PNGkit">
            <a:extLst>
              <a:ext uri="{FF2B5EF4-FFF2-40B4-BE49-F238E27FC236}">
                <a16:creationId xmlns:a16="http://schemas.microsoft.com/office/drawing/2014/main" id="{C3D7D028-C255-4EFE-8759-9978643E2D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 rot="19958873">
            <a:off x="8757446" y="3292514"/>
            <a:ext cx="484323" cy="959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1CFB94EE-A7A5-4C63-B3D0-9E8147F28594}"/>
              </a:ext>
            </a:extLst>
          </p:cNvPr>
          <p:cNvSpPr/>
          <p:nvPr/>
        </p:nvSpPr>
        <p:spPr>
          <a:xfrm>
            <a:off x="8333265" y="2827036"/>
            <a:ext cx="1530220" cy="150456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Hexagon 110">
            <a:extLst>
              <a:ext uri="{FF2B5EF4-FFF2-40B4-BE49-F238E27FC236}">
                <a16:creationId xmlns:a16="http://schemas.microsoft.com/office/drawing/2014/main" id="{39E9B5D6-F14E-4437-9A4B-4FE2915A8C49}"/>
              </a:ext>
            </a:extLst>
          </p:cNvPr>
          <p:cNvSpPr/>
          <p:nvPr/>
        </p:nvSpPr>
        <p:spPr>
          <a:xfrm>
            <a:off x="8470892" y="3073495"/>
            <a:ext cx="1254965" cy="1214141"/>
          </a:xfrm>
          <a:prstGeom prst="hexagon">
            <a:avLst>
              <a:gd name="adj" fmla="val 26761"/>
              <a:gd name="vf" fmla="val 115470"/>
            </a:avLst>
          </a:prstGeom>
          <a:noFill/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EA920BA-8A61-4E33-89EE-C08FBB6B088E}"/>
              </a:ext>
            </a:extLst>
          </p:cNvPr>
          <p:cNvGrpSpPr/>
          <p:nvPr/>
        </p:nvGrpSpPr>
        <p:grpSpPr>
          <a:xfrm>
            <a:off x="9034558" y="3255517"/>
            <a:ext cx="471940" cy="529861"/>
            <a:chOff x="6769985" y="4937487"/>
            <a:chExt cx="1288965" cy="1447161"/>
          </a:xfrm>
        </p:grpSpPr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250097F1-0E90-41EA-BFE1-562C79ED3FA0}"/>
                </a:ext>
              </a:extLst>
            </p:cNvPr>
            <p:cNvSpPr/>
            <p:nvPr/>
          </p:nvSpPr>
          <p:spPr>
            <a:xfrm>
              <a:off x="6844190" y="525081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B99E504C-CD7C-4B28-8777-D61821999C1A}"/>
                </a:ext>
              </a:extLst>
            </p:cNvPr>
            <p:cNvSpPr/>
            <p:nvPr/>
          </p:nvSpPr>
          <p:spPr>
            <a:xfrm>
              <a:off x="6952244" y="4975773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FCD392BF-B0EC-4DF4-907C-0B1528A6B1CC}"/>
                </a:ext>
              </a:extLst>
            </p:cNvPr>
            <p:cNvSpPr/>
            <p:nvPr/>
          </p:nvSpPr>
          <p:spPr>
            <a:xfrm>
              <a:off x="7604077" y="510347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Oval 154">
              <a:extLst>
                <a:ext uri="{FF2B5EF4-FFF2-40B4-BE49-F238E27FC236}">
                  <a16:creationId xmlns:a16="http://schemas.microsoft.com/office/drawing/2014/main" id="{3E7B3FA2-0D85-4D87-A43F-43C899D2865E}"/>
                </a:ext>
              </a:extLst>
            </p:cNvPr>
            <p:cNvSpPr/>
            <p:nvPr/>
          </p:nvSpPr>
          <p:spPr>
            <a:xfrm>
              <a:off x="7967268" y="528539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E3F66915-4D1F-49A0-ADCC-49DECAF43E7A}"/>
                </a:ext>
              </a:extLst>
            </p:cNvPr>
            <p:cNvSpPr/>
            <p:nvPr/>
          </p:nvSpPr>
          <p:spPr>
            <a:xfrm>
              <a:off x="7910046" y="556043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574638C9-479A-439A-809A-9CE98E4153C6}"/>
                </a:ext>
              </a:extLst>
            </p:cNvPr>
            <p:cNvSpPr/>
            <p:nvPr/>
          </p:nvSpPr>
          <p:spPr>
            <a:xfrm>
              <a:off x="6789618" y="552586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42E56137-A3DC-4F11-87A9-62FF0289628E}"/>
                </a:ext>
              </a:extLst>
            </p:cNvPr>
            <p:cNvSpPr/>
            <p:nvPr/>
          </p:nvSpPr>
          <p:spPr>
            <a:xfrm>
              <a:off x="6769985" y="575749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1D80907F-D687-4FD2-926F-2B9E46D4C106}"/>
                </a:ext>
              </a:extLst>
            </p:cNvPr>
            <p:cNvSpPr/>
            <p:nvPr/>
          </p:nvSpPr>
          <p:spPr>
            <a:xfrm>
              <a:off x="7064467" y="585572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E2E1AF44-A748-492E-9462-C05E6B90E62D}"/>
                </a:ext>
              </a:extLst>
            </p:cNvPr>
            <p:cNvSpPr/>
            <p:nvPr/>
          </p:nvSpPr>
          <p:spPr>
            <a:xfrm>
              <a:off x="7716300" y="605873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33FD94E7-743C-466E-A382-DB3F0B4BA967}"/>
                </a:ext>
              </a:extLst>
            </p:cNvPr>
            <p:cNvSpPr/>
            <p:nvPr/>
          </p:nvSpPr>
          <p:spPr>
            <a:xfrm>
              <a:off x="7913357" y="574295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2BF55299-E09C-49D5-8345-28249F9D7B91}"/>
                </a:ext>
              </a:extLst>
            </p:cNvPr>
            <p:cNvSpPr/>
            <p:nvPr/>
          </p:nvSpPr>
          <p:spPr>
            <a:xfrm>
              <a:off x="7292569" y="493748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00B0B233-0018-4A73-A9EA-DF0C0167B272}"/>
                </a:ext>
              </a:extLst>
            </p:cNvPr>
            <p:cNvSpPr/>
            <p:nvPr/>
          </p:nvSpPr>
          <p:spPr>
            <a:xfrm>
              <a:off x="7826446" y="507029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51F6C144-99EA-428C-810E-3DD08A6811DB}"/>
                </a:ext>
              </a:extLst>
            </p:cNvPr>
            <p:cNvSpPr/>
            <p:nvPr/>
          </p:nvSpPr>
          <p:spPr>
            <a:xfrm>
              <a:off x="7068019" y="5331156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79D74D58-A8DC-4CAF-9C96-0DB561A6444D}"/>
                </a:ext>
              </a:extLst>
            </p:cNvPr>
            <p:cNvSpPr/>
            <p:nvPr/>
          </p:nvSpPr>
          <p:spPr>
            <a:xfrm>
              <a:off x="7651923" y="547850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45D16E55-1546-4975-B7B8-B9FF89217B5C}"/>
                </a:ext>
              </a:extLst>
            </p:cNvPr>
            <p:cNvSpPr/>
            <p:nvPr/>
          </p:nvSpPr>
          <p:spPr>
            <a:xfrm>
              <a:off x="7594701" y="575354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D5CC9EEC-0904-467F-BA05-357D294B62E2}"/>
                </a:ext>
              </a:extLst>
            </p:cNvPr>
            <p:cNvSpPr/>
            <p:nvPr/>
          </p:nvSpPr>
          <p:spPr>
            <a:xfrm>
              <a:off x="7180242" y="628641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C3CA105E-938D-48DE-8F50-98F1C21D74E2}"/>
                </a:ext>
              </a:extLst>
            </p:cNvPr>
            <p:cNvSpPr/>
            <p:nvPr/>
          </p:nvSpPr>
          <p:spPr>
            <a:xfrm>
              <a:off x="7598012" y="593606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1706AF6B-EAF8-4F98-BFD5-02D1AF442237}"/>
                </a:ext>
              </a:extLst>
            </p:cNvPr>
            <p:cNvSpPr/>
            <p:nvPr/>
          </p:nvSpPr>
          <p:spPr>
            <a:xfrm>
              <a:off x="7511101" y="526340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410CE187-4474-45B0-96BA-6B24EB939493}"/>
                </a:ext>
              </a:extLst>
            </p:cNvPr>
            <p:cNvSpPr/>
            <p:nvPr/>
          </p:nvSpPr>
          <p:spPr>
            <a:xfrm>
              <a:off x="7410201" y="5720506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Oval 177">
              <a:extLst>
                <a:ext uri="{FF2B5EF4-FFF2-40B4-BE49-F238E27FC236}">
                  <a16:creationId xmlns:a16="http://schemas.microsoft.com/office/drawing/2014/main" id="{0B501D21-E352-4EA0-A969-674742B0035B}"/>
                </a:ext>
              </a:extLst>
            </p:cNvPr>
            <p:cNvSpPr/>
            <p:nvPr/>
          </p:nvSpPr>
          <p:spPr>
            <a:xfrm>
              <a:off x="7373520" y="583425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CDDAD5A6-A62B-4016-B831-600563968B50}"/>
                </a:ext>
              </a:extLst>
            </p:cNvPr>
            <p:cNvSpPr/>
            <p:nvPr/>
          </p:nvSpPr>
          <p:spPr>
            <a:xfrm>
              <a:off x="7356290" y="6178065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5D2443AB-DE1D-4F36-8F61-F6C2ECF476F1}"/>
                </a:ext>
              </a:extLst>
            </p:cNvPr>
            <p:cNvSpPr/>
            <p:nvPr/>
          </p:nvSpPr>
          <p:spPr>
            <a:xfrm>
              <a:off x="7269379" y="5505405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20EDF07-ABEC-4D99-AFD3-F4A653C25825}"/>
              </a:ext>
            </a:extLst>
          </p:cNvPr>
          <p:cNvGrpSpPr/>
          <p:nvPr/>
        </p:nvGrpSpPr>
        <p:grpSpPr>
          <a:xfrm>
            <a:off x="4392672" y="4974910"/>
            <a:ext cx="1007494" cy="939822"/>
            <a:chOff x="5330919" y="4897904"/>
            <a:chExt cx="1007494" cy="939822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0AB0F92-3A99-4434-AFE3-A89672E662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0919" y="5133416"/>
              <a:ext cx="648998" cy="704310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16B5D48B-17D4-409E-B487-966E14BC1A06}"/>
                </a:ext>
              </a:extLst>
            </p:cNvPr>
            <p:cNvGrpSpPr/>
            <p:nvPr/>
          </p:nvGrpSpPr>
          <p:grpSpPr>
            <a:xfrm rot="16533413">
              <a:off x="5722767" y="4873085"/>
              <a:ext cx="590827" cy="640465"/>
              <a:chOff x="4052911" y="4937513"/>
              <a:chExt cx="1077055" cy="1167544"/>
            </a:xfrm>
          </p:grpSpPr>
          <p:pic>
            <p:nvPicPr>
              <p:cNvPr id="91" name="Picture 2" descr="Lance Icon #332107 - Free Icons Library">
                <a:extLst>
                  <a:ext uri="{FF2B5EF4-FFF2-40B4-BE49-F238E27FC236}">
                    <a16:creationId xmlns:a16="http://schemas.microsoft.com/office/drawing/2014/main" id="{36600687-4174-4ED9-8200-D2DF3400D1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2" name="Picture 2" descr="Lance Icon #332107 - Free Icons Library">
                <a:extLst>
                  <a:ext uri="{FF2B5EF4-FFF2-40B4-BE49-F238E27FC236}">
                    <a16:creationId xmlns:a16="http://schemas.microsoft.com/office/drawing/2014/main" id="{CA2AC811-6885-4824-9757-72E31174BD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2" descr="Lance Icon #332107 - Free Icons Library">
                <a:extLst>
                  <a:ext uri="{FF2B5EF4-FFF2-40B4-BE49-F238E27FC236}">
                    <a16:creationId xmlns:a16="http://schemas.microsoft.com/office/drawing/2014/main" id="{5C8EB19D-B0ED-4943-8AB4-926D556F17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101" name="Picture 100">
            <a:extLst>
              <a:ext uri="{FF2B5EF4-FFF2-40B4-BE49-F238E27FC236}">
                <a16:creationId xmlns:a16="http://schemas.microsoft.com/office/drawing/2014/main" id="{4F4F9E8C-0A55-4F21-A3DC-4B3F679081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500" y="2935761"/>
            <a:ext cx="1022493" cy="1113198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023F660A-8776-4259-B59B-F460203E82E7}"/>
              </a:ext>
            </a:extLst>
          </p:cNvPr>
          <p:cNvGrpSpPr/>
          <p:nvPr/>
        </p:nvGrpSpPr>
        <p:grpSpPr>
          <a:xfrm>
            <a:off x="686320" y="3101642"/>
            <a:ext cx="961295" cy="845164"/>
            <a:chOff x="6194169" y="5424303"/>
            <a:chExt cx="961295" cy="845164"/>
          </a:xfrm>
        </p:grpSpPr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C398983D-9324-4EA2-AB41-F7189A151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94169" y="5424303"/>
              <a:ext cx="321197" cy="845164"/>
            </a:xfrm>
            <a:prstGeom prst="rect">
              <a:avLst/>
            </a:prstGeom>
          </p:spPr>
        </p:pic>
        <p:pic>
          <p:nvPicPr>
            <p:cNvPr id="83" name="Picture 82" descr="Icon&#10;&#10;Description automatically generated">
              <a:extLst>
                <a:ext uri="{FF2B5EF4-FFF2-40B4-BE49-F238E27FC236}">
                  <a16:creationId xmlns:a16="http://schemas.microsoft.com/office/drawing/2014/main" id="{F67915E7-8EF8-45F4-9D1B-63252046C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88"/>
            <a:stretch/>
          </p:blipFill>
          <p:spPr>
            <a:xfrm>
              <a:off x="6507956" y="5567381"/>
              <a:ext cx="647508" cy="681505"/>
            </a:xfrm>
            <a:prstGeom prst="rect">
              <a:avLst/>
            </a:prstGeom>
          </p:spPr>
        </p:pic>
      </p:grpSp>
      <p:pic>
        <p:nvPicPr>
          <p:cNvPr id="80" name="Picture 79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54B2D537-8E47-4FBA-9C27-C9FB91C8501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512" y="4932274"/>
            <a:ext cx="1024584" cy="1024584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36168C40-9624-44D9-AD50-633421B20C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096" y="1254902"/>
            <a:ext cx="929088" cy="7358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DBF4AE1-086C-43B1-BBA1-7F1558D6099D}"/>
              </a:ext>
            </a:extLst>
          </p:cNvPr>
          <p:cNvGrpSpPr/>
          <p:nvPr/>
        </p:nvGrpSpPr>
        <p:grpSpPr>
          <a:xfrm>
            <a:off x="352772" y="769658"/>
            <a:ext cx="1530220" cy="1504560"/>
            <a:chOff x="352772" y="769658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CACF6B-01BF-4CF6-B10C-B69DC97EA4B0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ardrop 11">
              <a:extLst>
                <a:ext uri="{FF2B5EF4-FFF2-40B4-BE49-F238E27FC236}">
                  <a16:creationId xmlns:a16="http://schemas.microsoft.com/office/drawing/2014/main" id="{E311E711-EDA8-429A-817D-3323BD141562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095E676-6F86-466E-B850-E997863AC062}"/>
              </a:ext>
            </a:extLst>
          </p:cNvPr>
          <p:cNvGrpSpPr/>
          <p:nvPr/>
        </p:nvGrpSpPr>
        <p:grpSpPr>
          <a:xfrm>
            <a:off x="2228464" y="769658"/>
            <a:ext cx="1530220" cy="1504560"/>
            <a:chOff x="2228464" y="769658"/>
            <a:chExt cx="1530220" cy="15045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117E808-8A94-408E-80C8-021AD555741D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ardrop 13">
              <a:extLst>
                <a:ext uri="{FF2B5EF4-FFF2-40B4-BE49-F238E27FC236}">
                  <a16:creationId xmlns:a16="http://schemas.microsoft.com/office/drawing/2014/main" id="{9F841645-CDC5-4F2C-8C9B-7576F2C8600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5979848" y="769658"/>
            <a:ext cx="1530220" cy="1533204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9731232" y="769658"/>
            <a:ext cx="1530220" cy="1504560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82F898E-F156-4070-AB85-FC8678F5EFDF}"/>
              </a:ext>
            </a:extLst>
          </p:cNvPr>
          <p:cNvGrpSpPr/>
          <p:nvPr/>
        </p:nvGrpSpPr>
        <p:grpSpPr>
          <a:xfrm>
            <a:off x="352772" y="2676720"/>
            <a:ext cx="1530220" cy="1504560"/>
            <a:chOff x="352772" y="769658"/>
            <a:chExt cx="1530220" cy="1504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542BF9A-11F8-469D-9C67-C3449A292604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ardrop 48">
              <a:extLst>
                <a:ext uri="{FF2B5EF4-FFF2-40B4-BE49-F238E27FC236}">
                  <a16:creationId xmlns:a16="http://schemas.microsoft.com/office/drawing/2014/main" id="{D7D4067E-0164-496A-AB4E-DB612D0BB968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214B4DB-A2DB-4D04-910F-874B7A08C0C3}"/>
              </a:ext>
            </a:extLst>
          </p:cNvPr>
          <p:cNvGrpSpPr/>
          <p:nvPr/>
        </p:nvGrpSpPr>
        <p:grpSpPr>
          <a:xfrm>
            <a:off x="2228464" y="2676720"/>
            <a:ext cx="1530220" cy="1504560"/>
            <a:chOff x="2228464" y="769658"/>
            <a:chExt cx="1530220" cy="150456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22B8026-19AD-4F2F-9B42-E3B7C115014A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eardrop 51">
              <a:extLst>
                <a:ext uri="{FF2B5EF4-FFF2-40B4-BE49-F238E27FC236}">
                  <a16:creationId xmlns:a16="http://schemas.microsoft.com/office/drawing/2014/main" id="{7B6F327F-D7CC-49B0-BEA8-019AEE1B276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FC00529-23CE-4FCF-A50C-AA3AC5589DB0}"/>
              </a:ext>
            </a:extLst>
          </p:cNvPr>
          <p:cNvGrpSpPr/>
          <p:nvPr/>
        </p:nvGrpSpPr>
        <p:grpSpPr>
          <a:xfrm>
            <a:off x="2222070" y="4572232"/>
            <a:ext cx="1530220" cy="1504560"/>
            <a:chOff x="352772" y="769658"/>
            <a:chExt cx="1530220" cy="1504560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CBDC72C-4EFD-4B41-832D-96B950A562D1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ardrop 54">
              <a:extLst>
                <a:ext uri="{FF2B5EF4-FFF2-40B4-BE49-F238E27FC236}">
                  <a16:creationId xmlns:a16="http://schemas.microsoft.com/office/drawing/2014/main" id="{811C71B9-307D-4216-BB63-5F451D2640CD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CD8C3D4-B16E-415E-A11E-86B7F408E189}"/>
              </a:ext>
            </a:extLst>
          </p:cNvPr>
          <p:cNvGrpSpPr/>
          <p:nvPr/>
        </p:nvGrpSpPr>
        <p:grpSpPr>
          <a:xfrm>
            <a:off x="4097762" y="4572232"/>
            <a:ext cx="1530220" cy="1504560"/>
            <a:chOff x="2228464" y="769658"/>
            <a:chExt cx="1530220" cy="1504560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A6F9E373-F494-4A64-94D4-A1978CB86B0F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Teardrop 57">
              <a:extLst>
                <a:ext uri="{FF2B5EF4-FFF2-40B4-BE49-F238E27FC236}">
                  <a16:creationId xmlns:a16="http://schemas.microsoft.com/office/drawing/2014/main" id="{137246EC-676C-4426-8DB7-D3C1758B6189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1F0D551-45BF-4CDD-8F99-E2B349392D24}"/>
              </a:ext>
            </a:extLst>
          </p:cNvPr>
          <p:cNvGrpSpPr/>
          <p:nvPr/>
        </p:nvGrpSpPr>
        <p:grpSpPr>
          <a:xfrm>
            <a:off x="7637944" y="2676720"/>
            <a:ext cx="1530220" cy="1504560"/>
            <a:chOff x="352772" y="769658"/>
            <a:chExt cx="1530220" cy="150456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E351B2A-3565-44BD-9E25-E72A95F711CA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Teardrop 60">
              <a:extLst>
                <a:ext uri="{FF2B5EF4-FFF2-40B4-BE49-F238E27FC236}">
                  <a16:creationId xmlns:a16="http://schemas.microsoft.com/office/drawing/2014/main" id="{C2727429-F34B-476D-AB34-AD9E65C36467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8292B91-F03C-4590-94F5-41F22747A8E2}"/>
              </a:ext>
            </a:extLst>
          </p:cNvPr>
          <p:cNvGrpSpPr/>
          <p:nvPr/>
        </p:nvGrpSpPr>
        <p:grpSpPr>
          <a:xfrm>
            <a:off x="9731232" y="2676720"/>
            <a:ext cx="1530220" cy="1504560"/>
            <a:chOff x="2228464" y="769658"/>
            <a:chExt cx="1530220" cy="1504560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FE2E93B-D854-4C4B-968B-14061D22E4B3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ardrop 63">
              <a:extLst>
                <a:ext uri="{FF2B5EF4-FFF2-40B4-BE49-F238E27FC236}">
                  <a16:creationId xmlns:a16="http://schemas.microsoft.com/office/drawing/2014/main" id="{C9FB5D00-DE57-4CCA-B2A9-F0D18C3345C3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6F4695A-992C-43DE-8DF7-95F632AF5AF5}"/>
              </a:ext>
            </a:extLst>
          </p:cNvPr>
          <p:cNvGrpSpPr/>
          <p:nvPr/>
        </p:nvGrpSpPr>
        <p:grpSpPr>
          <a:xfrm>
            <a:off x="352772" y="4591705"/>
            <a:ext cx="1530220" cy="1504560"/>
            <a:chOff x="352772" y="769658"/>
            <a:chExt cx="1530220" cy="150456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4E743758-DB4C-4612-9354-CD469FCDA466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ardrop 66">
              <a:extLst>
                <a:ext uri="{FF2B5EF4-FFF2-40B4-BE49-F238E27FC236}">
                  <a16:creationId xmlns:a16="http://schemas.microsoft.com/office/drawing/2014/main" id="{5561F6FA-6BDB-4004-8EB6-FA354CC9D255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0DD3B4B-C93D-48CE-843C-42D1BFAFABE7}"/>
              </a:ext>
            </a:extLst>
          </p:cNvPr>
          <p:cNvGrpSpPr/>
          <p:nvPr/>
        </p:nvGrpSpPr>
        <p:grpSpPr>
          <a:xfrm>
            <a:off x="2501689" y="1177784"/>
            <a:ext cx="976948" cy="812944"/>
            <a:chOff x="3594680" y="5038390"/>
            <a:chExt cx="976948" cy="812944"/>
          </a:xfrm>
        </p:grpSpPr>
        <p:pic>
          <p:nvPicPr>
            <p:cNvPr id="69" name="Picture 2" descr="Lance Icon #332107 - Free Icons Library">
              <a:extLst>
                <a:ext uri="{FF2B5EF4-FFF2-40B4-BE49-F238E27FC236}">
                  <a16:creationId xmlns:a16="http://schemas.microsoft.com/office/drawing/2014/main" id="{0DBF0E08-A868-4346-BE3C-20FD81F6CF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94680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2" descr="Lance Icon #332107 - Free Icons Library">
              <a:extLst>
                <a:ext uri="{FF2B5EF4-FFF2-40B4-BE49-F238E27FC236}">
                  <a16:creationId xmlns:a16="http://schemas.microsoft.com/office/drawing/2014/main" id="{E6DC9AD1-0D15-4FA7-A657-FD8C601FF5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758684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B3E87B3-5A12-4019-BB45-079F9DD001BC}"/>
              </a:ext>
            </a:extLst>
          </p:cNvPr>
          <p:cNvGrpSpPr/>
          <p:nvPr/>
        </p:nvGrpSpPr>
        <p:grpSpPr>
          <a:xfrm>
            <a:off x="4104156" y="769658"/>
            <a:ext cx="1530220" cy="1504560"/>
            <a:chOff x="352772" y="769658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6D75A91-62F4-43D2-AA77-781AA4CAF8C2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C78D89A9-F8D3-4771-A077-65787E4FC40E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1793951-60EE-416E-97BC-FD54A857293F}"/>
              </a:ext>
            </a:extLst>
          </p:cNvPr>
          <p:cNvGrpSpPr/>
          <p:nvPr/>
        </p:nvGrpSpPr>
        <p:grpSpPr>
          <a:xfrm>
            <a:off x="4392672" y="1011115"/>
            <a:ext cx="1077055" cy="1167544"/>
            <a:chOff x="4052911" y="4937513"/>
            <a:chExt cx="1077055" cy="1167544"/>
          </a:xfrm>
        </p:grpSpPr>
        <p:pic>
          <p:nvPicPr>
            <p:cNvPr id="72" name="Picture 2" descr="Lance Icon #332107 - Free Icons Library">
              <a:extLst>
                <a:ext uri="{FF2B5EF4-FFF2-40B4-BE49-F238E27FC236}">
                  <a16:creationId xmlns:a16="http://schemas.microsoft.com/office/drawing/2014/main" id="{062F49E8-C7DE-4EE5-A04D-0ED6178CC0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911" y="49375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Lance Icon #332107 - Free Icons Library">
              <a:extLst>
                <a:ext uri="{FF2B5EF4-FFF2-40B4-BE49-F238E27FC236}">
                  <a16:creationId xmlns:a16="http://schemas.microsoft.com/office/drawing/2014/main" id="{F50473B2-6B1C-4B02-B6F0-2FBF1E6F75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7022" y="5010105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Lance Icon #332107 - Free Icons Library">
              <a:extLst>
                <a:ext uri="{FF2B5EF4-FFF2-40B4-BE49-F238E27FC236}">
                  <a16:creationId xmlns:a16="http://schemas.microsoft.com/office/drawing/2014/main" id="{780F8B70-19B5-4C7A-83FC-87DA55D4CE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11343" y="52921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7855540" y="769658"/>
            <a:ext cx="1530220" cy="1504560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pic>
        <p:nvPicPr>
          <p:cNvPr id="102" name="Picture 101">
            <a:extLst>
              <a:ext uri="{FF2B5EF4-FFF2-40B4-BE49-F238E27FC236}">
                <a16:creationId xmlns:a16="http://schemas.microsoft.com/office/drawing/2014/main" id="{C8E909E2-06E2-4FA9-A98F-BB951140B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9270" y="5092666"/>
            <a:ext cx="648998" cy="704310"/>
          </a:xfrm>
          <a:prstGeom prst="rect">
            <a:avLst/>
          </a:prstGeom>
        </p:spPr>
      </p:pic>
      <p:pic>
        <p:nvPicPr>
          <p:cNvPr id="105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29834DED-EA34-43D8-88DA-BED7F90B65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7972096" y="3289583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1E8B8732-C418-4E1B-A18A-C4A0FB0470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428205" y="3015261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FAEE4A56-EE82-47C1-9109-8574C46EAD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10000658" y="3391528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9" name="Group 88">
            <a:extLst>
              <a:ext uri="{FF2B5EF4-FFF2-40B4-BE49-F238E27FC236}">
                <a16:creationId xmlns:a16="http://schemas.microsoft.com/office/drawing/2014/main" id="{FA2C1872-4D5B-4ED1-9410-6D70FAA115FC}"/>
              </a:ext>
            </a:extLst>
          </p:cNvPr>
          <p:cNvGrpSpPr/>
          <p:nvPr/>
        </p:nvGrpSpPr>
        <p:grpSpPr>
          <a:xfrm>
            <a:off x="5544656" y="2694908"/>
            <a:ext cx="1530220" cy="1504560"/>
            <a:chOff x="352772" y="769658"/>
            <a:chExt cx="1530220" cy="1504560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AD017239-42A7-4AB2-B856-5E513DBE9043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Teardrop 96">
              <a:extLst>
                <a:ext uri="{FF2B5EF4-FFF2-40B4-BE49-F238E27FC236}">
                  <a16:creationId xmlns:a16="http://schemas.microsoft.com/office/drawing/2014/main" id="{5C0D4A88-0239-40BD-9B0C-CBA7BDD41D77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8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310AFD29-02F3-454D-8BB6-CD109FF333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5878807" y="3196702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9C3B3DA8-C68F-419E-B57D-AEA41DA598D6}"/>
              </a:ext>
            </a:extLst>
          </p:cNvPr>
          <p:cNvGrpSpPr/>
          <p:nvPr/>
        </p:nvGrpSpPr>
        <p:grpSpPr>
          <a:xfrm>
            <a:off x="8153264" y="3019446"/>
            <a:ext cx="356803" cy="366090"/>
            <a:chOff x="5679550" y="3756554"/>
            <a:chExt cx="1025561" cy="1052253"/>
          </a:xfrm>
        </p:grpSpPr>
        <p:sp>
          <p:nvSpPr>
            <p:cNvPr id="100" name="Cross 99">
              <a:extLst>
                <a:ext uri="{FF2B5EF4-FFF2-40B4-BE49-F238E27FC236}">
                  <a16:creationId xmlns:a16="http://schemas.microsoft.com/office/drawing/2014/main" id="{B88D9770-7D38-49BC-8EA6-5A23CA2044CB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Cross 105">
              <a:extLst>
                <a:ext uri="{FF2B5EF4-FFF2-40B4-BE49-F238E27FC236}">
                  <a16:creationId xmlns:a16="http://schemas.microsoft.com/office/drawing/2014/main" id="{278EDF28-2D31-4678-A971-D3DD001DEEAB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514</TotalTime>
  <Words>10</Words>
  <Application>Microsoft Office PowerPoint</Application>
  <PresentationFormat>Widescreen</PresentationFormat>
  <Paragraphs>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62</cp:revision>
  <dcterms:created xsi:type="dcterms:W3CDTF">2022-01-10T19:03:27Z</dcterms:created>
  <dcterms:modified xsi:type="dcterms:W3CDTF">2022-03-30T17:26:45Z</dcterms:modified>
</cp:coreProperties>
</file>