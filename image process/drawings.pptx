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jpe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5.jpe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5.png"/><Relationship Id="rId3" Type="http://schemas.openxmlformats.org/officeDocument/2006/relationships/image" Target="../media/image19.png"/><Relationship Id="rId7" Type="http://schemas.openxmlformats.org/officeDocument/2006/relationships/image" Target="../media/image60.png"/><Relationship Id="rId12" Type="http://schemas.openxmlformats.org/officeDocument/2006/relationships/image" Target="../media/image6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63.png"/><Relationship Id="rId5" Type="http://schemas.openxmlformats.org/officeDocument/2006/relationships/image" Target="../media/image32.jpeg"/><Relationship Id="rId15" Type="http://schemas.openxmlformats.org/officeDocument/2006/relationships/image" Target="../media/image66.png"/><Relationship Id="rId10" Type="http://schemas.openxmlformats.org/officeDocument/2006/relationships/image" Target="../media/image26.jpeg"/><Relationship Id="rId4" Type="http://schemas.openxmlformats.org/officeDocument/2006/relationships/image" Target="../media/image58.png"/><Relationship Id="rId9" Type="http://schemas.openxmlformats.org/officeDocument/2006/relationships/image" Target="../media/image62.png"/><Relationship Id="rId14" Type="http://schemas.openxmlformats.org/officeDocument/2006/relationships/image" Target="../media/image4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14.png"/><Relationship Id="rId3" Type="http://schemas.openxmlformats.org/officeDocument/2006/relationships/image" Target="../media/image46.jpeg"/><Relationship Id="rId7" Type="http://schemas.openxmlformats.org/officeDocument/2006/relationships/image" Target="../media/image69.png"/><Relationship Id="rId12" Type="http://schemas.openxmlformats.org/officeDocument/2006/relationships/image" Target="../media/image72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1.png"/><Relationship Id="rId5" Type="http://schemas.openxmlformats.org/officeDocument/2006/relationships/image" Target="../media/image67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66.png"/><Relationship Id="rId7" Type="http://schemas.openxmlformats.org/officeDocument/2006/relationships/image" Target="../media/image75.png"/><Relationship Id="rId12" Type="http://schemas.openxmlformats.org/officeDocument/2006/relationships/image" Target="../media/image79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4.jpeg"/><Relationship Id="rId5" Type="http://schemas.openxmlformats.org/officeDocument/2006/relationships/image" Target="../media/image74.png"/><Relationship Id="rId10" Type="http://schemas.openxmlformats.org/officeDocument/2006/relationships/image" Target="../media/image78.png"/><Relationship Id="rId4" Type="http://schemas.openxmlformats.org/officeDocument/2006/relationships/image" Target="../media/image73.png"/><Relationship Id="rId9" Type="http://schemas.openxmlformats.org/officeDocument/2006/relationships/image" Target="../media/image7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4.png"/><Relationship Id="rId18" Type="http://schemas.openxmlformats.org/officeDocument/2006/relationships/image" Target="../media/image77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4.png"/><Relationship Id="rId7" Type="http://schemas.openxmlformats.org/officeDocument/2006/relationships/image" Target="../media/image50.jpeg"/><Relationship Id="rId12" Type="http://schemas.openxmlformats.org/officeDocument/2006/relationships/image" Target="../media/image66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6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0.jpeg"/><Relationship Id="rId10" Type="http://schemas.openxmlformats.org/officeDocument/2006/relationships/image" Target="../media/image52.png"/><Relationship Id="rId19" Type="http://schemas.openxmlformats.org/officeDocument/2006/relationships/image" Target="../media/image78.png"/><Relationship Id="rId4" Type="http://schemas.openxmlformats.org/officeDocument/2006/relationships/image" Target="../media/image8.png"/><Relationship Id="rId9" Type="http://schemas.openxmlformats.org/officeDocument/2006/relationships/image" Target="../media/image55.png"/><Relationship Id="rId14" Type="http://schemas.openxmlformats.org/officeDocument/2006/relationships/image" Target="../media/image72.png"/><Relationship Id="rId22" Type="http://schemas.openxmlformats.org/officeDocument/2006/relationships/image" Target="../media/image79.png"/><Relationship Id="rId27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67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2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5.png"/><Relationship Id="rId2" Type="http://schemas.openxmlformats.org/officeDocument/2006/relationships/image" Target="../media/image81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46.jpeg"/><Relationship Id="rId24" Type="http://schemas.openxmlformats.org/officeDocument/2006/relationships/image" Target="../media/image84.png"/><Relationship Id="rId5" Type="http://schemas.openxmlformats.org/officeDocument/2006/relationships/image" Target="../media/image6.png"/><Relationship Id="rId15" Type="http://schemas.openxmlformats.org/officeDocument/2006/relationships/image" Target="../media/image68.png"/><Relationship Id="rId23" Type="http://schemas.openxmlformats.org/officeDocument/2006/relationships/image" Target="../media/image83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69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9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4.jpeg"/><Relationship Id="rId7" Type="http://schemas.openxmlformats.org/officeDocument/2006/relationships/image" Target="../media/image46.jpeg"/><Relationship Id="rId12" Type="http://schemas.openxmlformats.org/officeDocument/2006/relationships/image" Target="../media/image48.jpeg"/><Relationship Id="rId17" Type="http://schemas.openxmlformats.org/officeDocument/2006/relationships/image" Target="../media/image62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49.png"/><Relationship Id="rId24" Type="http://schemas.openxmlformats.org/officeDocument/2006/relationships/image" Target="../media/image1.png"/><Relationship Id="rId5" Type="http://schemas.openxmlformats.org/officeDocument/2006/relationships/image" Target="../media/image53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6.png"/><Relationship Id="rId19" Type="http://schemas.openxmlformats.org/officeDocument/2006/relationships/image" Target="../media/image63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0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7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89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88.png"/><Relationship Id="rId14" Type="http://schemas.openxmlformats.org/officeDocument/2006/relationships/image" Target="../media/image90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6209422" y="553741"/>
            <a:ext cx="1042416" cy="1024128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399919" y="553741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2775445" y="4449637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4036227" y="4449637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27504" y="553741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5273576" y="4437618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DC691-8FDE-845F-79E6-8B47F008D5A6}"/>
              </a:ext>
            </a:extLst>
          </p:cNvPr>
          <p:cNvGrpSpPr/>
          <p:nvPr/>
        </p:nvGrpSpPr>
        <p:grpSpPr>
          <a:xfrm>
            <a:off x="11021787" y="529903"/>
            <a:ext cx="1042416" cy="1024128"/>
            <a:chOff x="4287906" y="2832151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0E3770D6-52E0-4BF6-A05D-0185C64CC232}"/>
                </a:ext>
              </a:extLst>
            </p:cNvPr>
            <p:cNvGrpSpPr/>
            <p:nvPr/>
          </p:nvGrpSpPr>
          <p:grpSpPr>
            <a:xfrm>
              <a:off x="4287906" y="2832151"/>
              <a:ext cx="1530220" cy="1504560"/>
              <a:chOff x="475862" y="905612"/>
              <a:chExt cx="1530220" cy="1504560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D9AD8E21-7247-4DA8-B8B3-9E38911BA60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Flowchart: Display 130">
                <a:extLst>
                  <a:ext uri="{FF2B5EF4-FFF2-40B4-BE49-F238E27FC236}">
                    <a16:creationId xmlns:a16="http://schemas.microsoft.com/office/drawing/2014/main" id="{C43ED343-9F84-4C40-A658-854EA7CA8B7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712813" y="3325626"/>
              <a:ext cx="673522" cy="691053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936FF3-9FF1-8189-B530-74BF45435E34}"/>
              </a:ext>
            </a:extLst>
          </p:cNvPr>
          <p:cNvGrpSpPr/>
          <p:nvPr/>
        </p:nvGrpSpPr>
        <p:grpSpPr>
          <a:xfrm>
            <a:off x="9842124" y="548344"/>
            <a:ext cx="1042416" cy="1024128"/>
            <a:chOff x="6162940" y="2832151"/>
            <a:chExt cx="1530220" cy="1504560"/>
          </a:xfrm>
        </p:grpSpPr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6162940" y="2832151"/>
              <a:ext cx="1530220" cy="15045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315" y="3246853"/>
              <a:ext cx="983365" cy="9833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4889601" y="568879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6096000" y="568938"/>
            <a:ext cx="1042416" cy="1024128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7292975" y="567285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3682169" y="5702669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2492704" y="5713915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8533636" y="568938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4932822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6135455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3730189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7363474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2470206" y="5719571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ADF9CF-5AF3-07EC-C3A9-C58A9E609851}"/>
              </a:ext>
            </a:extLst>
          </p:cNvPr>
          <p:cNvGrpSpPr/>
          <p:nvPr/>
        </p:nvGrpSpPr>
        <p:grpSpPr>
          <a:xfrm>
            <a:off x="1311012" y="4565546"/>
            <a:ext cx="1042416" cy="1024128"/>
            <a:chOff x="10061567" y="2832151"/>
            <a:chExt cx="1530220" cy="150456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21EBD27-AF65-4554-9EB9-B322F8533F8C}"/>
                </a:ext>
              </a:extLst>
            </p:cNvPr>
            <p:cNvGrpSpPr/>
            <p:nvPr/>
          </p:nvGrpSpPr>
          <p:grpSpPr>
            <a:xfrm>
              <a:off x="10061567" y="2832151"/>
              <a:ext cx="1530220" cy="1504560"/>
              <a:chOff x="423110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1F4F65-7D55-41B1-9682-B31F202C24C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Plaque 61">
                <a:extLst>
                  <a:ext uri="{FF2B5EF4-FFF2-40B4-BE49-F238E27FC236}">
                    <a16:creationId xmlns:a16="http://schemas.microsoft.com/office/drawing/2014/main" id="{BFE119F4-3E54-434A-814B-B5CDD73CB8B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12B9024-1641-48F2-AD39-280539B0F9CA}"/>
                </a:ext>
              </a:extLst>
            </p:cNvPr>
            <p:cNvGrpSpPr/>
            <p:nvPr/>
          </p:nvGrpSpPr>
          <p:grpSpPr>
            <a:xfrm>
              <a:off x="10489301" y="3242430"/>
              <a:ext cx="675956" cy="886492"/>
              <a:chOff x="2900763" y="3463813"/>
              <a:chExt cx="1793182" cy="2351694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53F73F2-5BEB-4E86-B3C3-09932DC0A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3923115" y="3523031"/>
                <a:ext cx="770830" cy="132840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Medusa Icon - Download in Glyph Style">
                <a:extLst>
                  <a:ext uri="{FF2B5EF4-FFF2-40B4-BE49-F238E27FC236}">
                    <a16:creationId xmlns:a16="http://schemas.microsoft.com/office/drawing/2014/main" id="{B7461A29-BED2-4157-B7D0-005502E084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2900763" y="3463813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202E33-DA61-7B8B-51B6-2BF2BC9A3511}"/>
              </a:ext>
            </a:extLst>
          </p:cNvPr>
          <p:cNvGrpSpPr/>
          <p:nvPr/>
        </p:nvGrpSpPr>
        <p:grpSpPr>
          <a:xfrm>
            <a:off x="8562693" y="572002"/>
            <a:ext cx="1042416" cy="1024128"/>
            <a:chOff x="4297586" y="2832151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A02C0A3-9116-4286-9F17-EE14CB8793E8}"/>
                </a:ext>
              </a:extLst>
            </p:cNvPr>
            <p:cNvGrpSpPr/>
            <p:nvPr/>
          </p:nvGrpSpPr>
          <p:grpSpPr>
            <a:xfrm>
              <a:off x="4297586" y="2832151"/>
              <a:ext cx="1530220" cy="1504560"/>
              <a:chOff x="423110" y="905612"/>
              <a:chExt cx="1530220" cy="150456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C1E63172-60E9-4D07-BE27-FFFB45BA31C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Plaque 115">
                <a:extLst>
                  <a:ext uri="{FF2B5EF4-FFF2-40B4-BE49-F238E27FC236}">
                    <a16:creationId xmlns:a16="http://schemas.microsoft.com/office/drawing/2014/main" id="{FDE7A714-5044-4BDD-B215-A1E259FECFF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2A7778-2660-43FD-953C-D119E5B2B02F}"/>
                </a:ext>
              </a:extLst>
            </p:cNvPr>
            <p:cNvGrpSpPr/>
            <p:nvPr/>
          </p:nvGrpSpPr>
          <p:grpSpPr>
            <a:xfrm>
              <a:off x="4564390" y="3326685"/>
              <a:ext cx="972452" cy="688004"/>
              <a:chOff x="4520430" y="3326685"/>
              <a:chExt cx="972452" cy="688004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5CBE0EA-DE92-4CCB-8F95-0770ED5F6E28}"/>
                  </a:ext>
                </a:extLst>
              </p:cNvPr>
              <p:cNvGrpSpPr/>
              <p:nvPr/>
            </p:nvGrpSpPr>
            <p:grpSpPr>
              <a:xfrm>
                <a:off x="4700095" y="3326685"/>
                <a:ext cx="627265" cy="688004"/>
                <a:chOff x="808309" y="3250400"/>
                <a:chExt cx="704125" cy="772306"/>
              </a:xfrm>
            </p:grpSpPr>
            <p:pic>
              <p:nvPicPr>
                <p:cNvPr id="118" name="Picture 117">
                  <a:extLst>
                    <a:ext uri="{FF2B5EF4-FFF2-40B4-BE49-F238E27FC236}">
                      <a16:creationId xmlns:a16="http://schemas.microsoft.com/office/drawing/2014/main" id="{081C82B8-7DAE-427F-9FA6-E099CA9FFE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19689919">
                  <a:off x="808309" y="3344622"/>
                  <a:ext cx="198963" cy="369503"/>
                </a:xfrm>
                <a:prstGeom prst="rect">
                  <a:avLst/>
                </a:prstGeom>
              </p:spPr>
            </p:pic>
            <p:pic>
              <p:nvPicPr>
                <p:cNvPr id="119" name="Picture 118">
                  <a:extLst>
                    <a:ext uri="{FF2B5EF4-FFF2-40B4-BE49-F238E27FC236}">
                      <a16:creationId xmlns:a16="http://schemas.microsoft.com/office/drawing/2014/main" id="{89FA610E-DCA3-4D68-95C5-A21191620D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239" y="3250400"/>
                  <a:ext cx="549195" cy="772306"/>
                </a:xfrm>
                <a:prstGeom prst="rect">
                  <a:avLst/>
                </a:prstGeom>
              </p:spPr>
            </p:pic>
          </p:grpSp>
          <p:sp>
            <p:nvSpPr>
              <p:cNvPr id="7" name="Moon 6">
                <a:extLst>
                  <a:ext uri="{FF2B5EF4-FFF2-40B4-BE49-F238E27FC236}">
                    <a16:creationId xmlns:a16="http://schemas.microsoft.com/office/drawing/2014/main" id="{03ADCD43-7DA3-4341-B579-7556AEB34C82}"/>
                  </a:ext>
                </a:extLst>
              </p:cNvPr>
              <p:cNvSpPr/>
              <p:nvPr/>
            </p:nvSpPr>
            <p:spPr>
              <a:xfrm>
                <a:off x="4520430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Moon 119">
                <a:extLst>
                  <a:ext uri="{FF2B5EF4-FFF2-40B4-BE49-F238E27FC236}">
                    <a16:creationId xmlns:a16="http://schemas.microsoft.com/office/drawing/2014/main" id="{F9958FE2-7D55-4230-BB1C-15CB03966843}"/>
                  </a:ext>
                </a:extLst>
              </p:cNvPr>
              <p:cNvSpPr/>
              <p:nvPr/>
            </p:nvSpPr>
            <p:spPr>
              <a:xfrm rot="10800000">
                <a:off x="5358958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1131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86</cp:revision>
  <dcterms:created xsi:type="dcterms:W3CDTF">2022-01-10T19:03:27Z</dcterms:created>
  <dcterms:modified xsi:type="dcterms:W3CDTF">2022-05-03T21:25:55Z</dcterms:modified>
</cp:coreProperties>
</file>