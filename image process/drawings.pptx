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63" r:id="rId2"/>
    <p:sldId id="259" r:id="rId3"/>
    <p:sldId id="256" r:id="rId4"/>
    <p:sldId id="258" r:id="rId5"/>
    <p:sldId id="265" r:id="rId6"/>
    <p:sldId id="261" r:id="rId7"/>
    <p:sldId id="262" r:id="rId8"/>
    <p:sldId id="266" r:id="rId9"/>
    <p:sldId id="268" r:id="rId10"/>
    <p:sldId id="267" r:id="rId11"/>
    <p:sldId id="264" r:id="rId12"/>
    <p:sldId id="260" r:id="rId13"/>
    <p:sldId id="257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40" autoAdjust="0"/>
    <p:restoredTop sz="96196" autoAdjust="0"/>
  </p:normalViewPr>
  <p:slideViewPr>
    <p:cSldViewPr snapToGrid="0">
      <p:cViewPr varScale="1">
        <p:scale>
          <a:sx n="109" d="100"/>
          <a:sy n="109" d="100"/>
        </p:scale>
        <p:origin x="6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0C406-2328-4788-AE79-437B6607AD2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2C596-00D0-4993-8773-99A1673F4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9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2C596-00D0-4993-8773-99A1673F4C3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2366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0EA7-1F49-40F9-8B63-1AA99AB66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903D45-BFBD-45DB-91DA-BFB2FF3FE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56146-97AF-4206-9D98-3D8706F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040E-F45D-4CAA-828E-497F8815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3B49E-8573-43A8-883F-1DA3CFBF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5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9B88-58FD-4855-8D1A-B76D115E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1BF81-2C2E-43A7-A3B8-AFC76DC6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6996-D32A-4891-AF96-F8F54412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6A8AA-7E1D-42D6-9FED-9977312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DBECF-3366-4386-837D-70B2741A4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09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B3A67-E172-4D94-BFF2-A6087DEB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CAE05E-EF9A-4423-A725-AA446E7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26D0-FD54-4721-A1FB-0542C6CE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F8EEA-7D69-4A4E-B0FB-781553F7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2D0F-609C-48E6-9535-19F49C8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18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1783-5355-4037-9325-0A7E89B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AB144-DB51-42E5-BD6B-D0C1C3633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F9B1D-45CD-4824-92E8-91DBA4D4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8E8CD-77DE-4644-9B47-F920C812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C164D-1BA2-4D55-B2C5-50304357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2DE75-11CB-4CB5-AD0C-DD025658C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5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D64F-BE50-4A8F-B1BD-F955A663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B16F5-027D-4DD1-A36C-8AA09683B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FC258-38D8-43AD-837F-627EC4663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BF400-37B1-4AC3-BD13-63B4FA038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6E233-6152-4355-91FC-6808426B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4278AC-2B47-41AF-997B-6D997321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31924-40AF-441C-B432-15A570629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D1CF1-05F1-49D2-B211-B2BDC6A0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3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0B60-AD74-4C80-B09E-6558D0F99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7FFE5-7F40-4DF2-B98C-D023BE08D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6E81-74D5-403E-81FF-CC8BB726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C0E4E3-A560-4FFF-BCED-EBF9E9CE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E2FF2E-A5B0-4C5F-AB12-0F9E2EED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9AA2A7-EBCB-4C19-BDA4-8AD6D2A9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0B90-18DC-466E-BAE2-B7792C5B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3875-AA0F-491F-9B7E-8C763CE0F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0BF-9225-40D5-A0D9-407DA9B3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84990-0AF2-4884-99F3-189F7FBE6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99B39-077A-41A5-8EBD-474087FC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6F91A-201B-4B82-B0CD-0208540FF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1E6BF-EA0F-4FA4-B6AD-6565888F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8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F21A8-9718-4422-B689-16C03D2E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C4486-4B36-4347-8735-00386B5F24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1D3BA-D9FF-4044-BBE6-FF680E072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EF3D3-52C7-4164-84C9-0ADB5DF28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11582-7287-413C-8962-BDC961B4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4152E-12F8-4C17-953A-817D6915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34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171-9630-407B-961A-7DFEA4F7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30EEA-5BC6-4F03-B4C6-CCC13BEE7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91BE-118D-4696-9B10-FB8E30EA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C0A61-FD59-4833-8A94-A5ED9298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18F1B-593B-4E6E-8E49-C434F18B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8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BAEFD8-04A0-4B23-A36C-4FA3A217B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6F6D9-49EB-42AF-BB7B-AC5A070C4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11D6C-8582-4743-8DEE-F75F89B10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74E38-69CF-4C9B-9F58-D525E832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E9BBE-178F-488A-B793-DF9A42EC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1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380C-3B66-4DD0-B214-7EEF23D7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D241-3E92-452A-9669-2091E7B9F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8C1BE-4C33-4CD2-80C3-5DEB61C94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8CD53-0620-48F2-A3BB-2B10BDA60E5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AF98F-A66A-4AC7-A617-F5F9A8455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CF5DB-CA13-4D9B-A6C5-F754E496F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jpeg"/><Relationship Id="rId4" Type="http://schemas.openxmlformats.org/officeDocument/2006/relationships/image" Target="../media/image3.jpe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image" Target="../media/image24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jpe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9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jpeg"/><Relationship Id="rId10" Type="http://schemas.openxmlformats.org/officeDocument/2006/relationships/image" Target="../media/image30.png"/><Relationship Id="rId4" Type="http://schemas.openxmlformats.org/officeDocument/2006/relationships/image" Target="../media/image25.png"/><Relationship Id="rId9" Type="http://schemas.openxmlformats.org/officeDocument/2006/relationships/image" Target="../media/image2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19.png"/><Relationship Id="rId7" Type="http://schemas.openxmlformats.org/officeDocument/2006/relationships/image" Target="../media/image2.png"/><Relationship Id="rId12" Type="http://schemas.openxmlformats.org/officeDocument/2006/relationships/image" Target="../media/image35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jpeg"/><Relationship Id="rId11" Type="http://schemas.openxmlformats.org/officeDocument/2006/relationships/image" Target="../media/image16.png"/><Relationship Id="rId5" Type="http://schemas.openxmlformats.org/officeDocument/2006/relationships/image" Target="../media/image31.png"/><Relationship Id="rId10" Type="http://schemas.openxmlformats.org/officeDocument/2006/relationships/image" Target="../media/image27.png"/><Relationship Id="rId4" Type="http://schemas.openxmlformats.org/officeDocument/2006/relationships/image" Target="../media/image14.png"/><Relationship Id="rId9" Type="http://schemas.openxmlformats.org/officeDocument/2006/relationships/image" Target="../media/image34.jpe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openxmlformats.org/officeDocument/2006/relationships/image" Target="../media/image43.png"/><Relationship Id="rId3" Type="http://schemas.openxmlformats.org/officeDocument/2006/relationships/image" Target="../media/image6.png"/><Relationship Id="rId7" Type="http://schemas.openxmlformats.org/officeDocument/2006/relationships/image" Target="../media/image20.png"/><Relationship Id="rId12" Type="http://schemas.openxmlformats.org/officeDocument/2006/relationships/image" Target="../media/image21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jpeg"/><Relationship Id="rId11" Type="http://schemas.openxmlformats.org/officeDocument/2006/relationships/image" Target="../media/image42.jpeg"/><Relationship Id="rId5" Type="http://schemas.openxmlformats.org/officeDocument/2006/relationships/image" Target="../media/image38.png"/><Relationship Id="rId10" Type="http://schemas.openxmlformats.org/officeDocument/2006/relationships/image" Target="../media/image41.png"/><Relationship Id="rId4" Type="http://schemas.openxmlformats.org/officeDocument/2006/relationships/image" Target="../media/image37.jpeg"/><Relationship Id="rId9" Type="http://schemas.openxmlformats.org/officeDocument/2006/relationships/image" Target="../media/image19.png"/><Relationship Id="rId14" Type="http://schemas.openxmlformats.org/officeDocument/2006/relationships/image" Target="../media/image4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13" Type="http://schemas.openxmlformats.org/officeDocument/2006/relationships/image" Target="../media/image54.png"/><Relationship Id="rId3" Type="http://schemas.openxmlformats.org/officeDocument/2006/relationships/image" Target="../media/image19.png"/><Relationship Id="rId7" Type="http://schemas.openxmlformats.org/officeDocument/2006/relationships/image" Target="../media/image49.jpeg"/><Relationship Id="rId12" Type="http://schemas.openxmlformats.org/officeDocument/2006/relationships/image" Target="../media/image42.jpeg"/><Relationship Id="rId17" Type="http://schemas.openxmlformats.org/officeDocument/2006/relationships/image" Target="../media/image58.png"/><Relationship Id="rId2" Type="http://schemas.openxmlformats.org/officeDocument/2006/relationships/image" Target="../media/image45.jpeg"/><Relationship Id="rId16" Type="http://schemas.openxmlformats.org/officeDocument/2006/relationships/image" Target="../media/image5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11" Type="http://schemas.openxmlformats.org/officeDocument/2006/relationships/image" Target="../media/image53.png"/><Relationship Id="rId5" Type="http://schemas.openxmlformats.org/officeDocument/2006/relationships/image" Target="../media/image47.jpeg"/><Relationship Id="rId15" Type="http://schemas.openxmlformats.org/officeDocument/2006/relationships/image" Target="../media/image56.png"/><Relationship Id="rId10" Type="http://schemas.openxmlformats.org/officeDocument/2006/relationships/image" Target="../media/image52.png"/><Relationship Id="rId4" Type="http://schemas.openxmlformats.org/officeDocument/2006/relationships/image" Target="../media/image46.jpeg"/><Relationship Id="rId9" Type="http://schemas.openxmlformats.org/officeDocument/2006/relationships/image" Target="../media/image51.png"/><Relationship Id="rId14" Type="http://schemas.openxmlformats.org/officeDocument/2006/relationships/image" Target="../media/image5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13" Type="http://schemas.openxmlformats.org/officeDocument/2006/relationships/image" Target="../media/image42.jpeg"/><Relationship Id="rId3" Type="http://schemas.openxmlformats.org/officeDocument/2006/relationships/image" Target="../media/image19.png"/><Relationship Id="rId7" Type="http://schemas.openxmlformats.org/officeDocument/2006/relationships/image" Target="../media/image61.png"/><Relationship Id="rId12" Type="http://schemas.openxmlformats.org/officeDocument/2006/relationships/image" Target="../media/image6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11" Type="http://schemas.openxmlformats.org/officeDocument/2006/relationships/image" Target="../media/image65.jpeg"/><Relationship Id="rId5" Type="http://schemas.openxmlformats.org/officeDocument/2006/relationships/image" Target="../media/image32.jpeg"/><Relationship Id="rId15" Type="http://schemas.openxmlformats.org/officeDocument/2006/relationships/image" Target="../media/image26.jpeg"/><Relationship Id="rId10" Type="http://schemas.openxmlformats.org/officeDocument/2006/relationships/image" Target="../media/image64.png"/><Relationship Id="rId4" Type="http://schemas.openxmlformats.org/officeDocument/2006/relationships/image" Target="../media/image59.png"/><Relationship Id="rId9" Type="http://schemas.openxmlformats.org/officeDocument/2006/relationships/image" Target="../media/image63.png"/><Relationship Id="rId14" Type="http://schemas.openxmlformats.org/officeDocument/2006/relationships/image" Target="../media/image6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14.png"/><Relationship Id="rId3" Type="http://schemas.openxmlformats.org/officeDocument/2006/relationships/image" Target="../media/image57.jpeg"/><Relationship Id="rId7" Type="http://schemas.openxmlformats.org/officeDocument/2006/relationships/image" Target="../media/image70.png"/><Relationship Id="rId12" Type="http://schemas.openxmlformats.org/officeDocument/2006/relationships/image" Target="../media/image73.png"/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11" Type="http://schemas.openxmlformats.org/officeDocument/2006/relationships/image" Target="../media/image72.png"/><Relationship Id="rId5" Type="http://schemas.openxmlformats.org/officeDocument/2006/relationships/image" Target="../media/image68.png"/><Relationship Id="rId10" Type="http://schemas.openxmlformats.org/officeDocument/2006/relationships/image" Target="../media/image4.png"/><Relationship Id="rId4" Type="http://schemas.openxmlformats.org/officeDocument/2006/relationships/image" Target="../media/image15.png"/><Relationship Id="rId9" Type="http://schemas.openxmlformats.org/officeDocument/2006/relationships/image" Target="../media/image26.jpe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67.png"/><Relationship Id="rId7" Type="http://schemas.openxmlformats.org/officeDocument/2006/relationships/image" Target="../media/image76.png"/><Relationship Id="rId12" Type="http://schemas.openxmlformats.org/officeDocument/2006/relationships/image" Target="../media/image80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11" Type="http://schemas.openxmlformats.org/officeDocument/2006/relationships/image" Target="../media/image34.jpeg"/><Relationship Id="rId5" Type="http://schemas.openxmlformats.org/officeDocument/2006/relationships/image" Target="../media/image75.png"/><Relationship Id="rId10" Type="http://schemas.openxmlformats.org/officeDocument/2006/relationships/image" Target="../media/image79.png"/><Relationship Id="rId4" Type="http://schemas.openxmlformats.org/officeDocument/2006/relationships/image" Target="../media/image74.png"/><Relationship Id="rId9" Type="http://schemas.openxmlformats.org/officeDocument/2006/relationships/image" Target="../media/image78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13" Type="http://schemas.openxmlformats.org/officeDocument/2006/relationships/image" Target="../media/image4.png"/><Relationship Id="rId18" Type="http://schemas.openxmlformats.org/officeDocument/2006/relationships/image" Target="../media/image78.png"/><Relationship Id="rId26" Type="http://schemas.openxmlformats.org/officeDocument/2006/relationships/image" Target="../media/image35.png"/><Relationship Id="rId3" Type="http://schemas.openxmlformats.org/officeDocument/2006/relationships/image" Target="../media/image25.png"/><Relationship Id="rId21" Type="http://schemas.openxmlformats.org/officeDocument/2006/relationships/image" Target="../media/image75.png"/><Relationship Id="rId7" Type="http://schemas.openxmlformats.org/officeDocument/2006/relationships/image" Target="../media/image49.jpeg"/><Relationship Id="rId12" Type="http://schemas.openxmlformats.org/officeDocument/2006/relationships/image" Target="../media/image67.png"/><Relationship Id="rId17" Type="http://schemas.openxmlformats.org/officeDocument/2006/relationships/image" Target="../media/image21.png"/><Relationship Id="rId25" Type="http://schemas.openxmlformats.org/officeDocument/2006/relationships/image" Target="../media/image34.jpeg"/><Relationship Id="rId2" Type="http://schemas.openxmlformats.org/officeDocument/2006/relationships/image" Target="../media/image29.png"/><Relationship Id="rId16" Type="http://schemas.openxmlformats.org/officeDocument/2006/relationships/image" Target="../media/image41.png"/><Relationship Id="rId20" Type="http://schemas.openxmlformats.org/officeDocument/2006/relationships/image" Target="../media/image7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11" Type="http://schemas.openxmlformats.org/officeDocument/2006/relationships/image" Target="../media/image42.jpeg"/><Relationship Id="rId24" Type="http://schemas.openxmlformats.org/officeDocument/2006/relationships/image" Target="../media/image77.png"/><Relationship Id="rId5" Type="http://schemas.openxmlformats.org/officeDocument/2006/relationships/image" Target="../media/image19.png"/><Relationship Id="rId15" Type="http://schemas.openxmlformats.org/officeDocument/2006/relationships/image" Target="../media/image14.png"/><Relationship Id="rId23" Type="http://schemas.openxmlformats.org/officeDocument/2006/relationships/image" Target="../media/image81.jpeg"/><Relationship Id="rId10" Type="http://schemas.openxmlformats.org/officeDocument/2006/relationships/image" Target="../media/image51.png"/><Relationship Id="rId19" Type="http://schemas.openxmlformats.org/officeDocument/2006/relationships/image" Target="../media/image79.png"/><Relationship Id="rId4" Type="http://schemas.openxmlformats.org/officeDocument/2006/relationships/image" Target="../media/image8.png"/><Relationship Id="rId9" Type="http://schemas.openxmlformats.org/officeDocument/2006/relationships/image" Target="../media/image54.png"/><Relationship Id="rId14" Type="http://schemas.openxmlformats.org/officeDocument/2006/relationships/image" Target="../media/image73.png"/><Relationship Id="rId22" Type="http://schemas.openxmlformats.org/officeDocument/2006/relationships/image" Target="../media/image80.png"/><Relationship Id="rId27" Type="http://schemas.openxmlformats.org/officeDocument/2006/relationships/image" Target="../media/image55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68.png"/><Relationship Id="rId18" Type="http://schemas.openxmlformats.org/officeDocument/2006/relationships/image" Target="../media/image40.png"/><Relationship Id="rId3" Type="http://schemas.openxmlformats.org/officeDocument/2006/relationships/image" Target="../media/image10.png"/><Relationship Id="rId21" Type="http://schemas.openxmlformats.org/officeDocument/2006/relationships/image" Target="../media/image38.png"/><Relationship Id="rId7" Type="http://schemas.openxmlformats.org/officeDocument/2006/relationships/image" Target="../media/image83.jpeg"/><Relationship Id="rId12" Type="http://schemas.openxmlformats.org/officeDocument/2006/relationships/image" Target="../media/image15.png"/><Relationship Id="rId17" Type="http://schemas.openxmlformats.org/officeDocument/2006/relationships/image" Target="../media/image20.png"/><Relationship Id="rId25" Type="http://schemas.openxmlformats.org/officeDocument/2006/relationships/image" Target="../media/image86.png"/><Relationship Id="rId2" Type="http://schemas.openxmlformats.org/officeDocument/2006/relationships/image" Target="../media/image82.jpeg"/><Relationship Id="rId16" Type="http://schemas.openxmlformats.org/officeDocument/2006/relationships/image" Target="../media/image4.png"/><Relationship Id="rId20" Type="http://schemas.openxmlformats.org/officeDocument/2006/relationships/image" Target="../media/image3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11" Type="http://schemas.openxmlformats.org/officeDocument/2006/relationships/image" Target="../media/image57.jpeg"/><Relationship Id="rId24" Type="http://schemas.openxmlformats.org/officeDocument/2006/relationships/image" Target="../media/image85.png"/><Relationship Id="rId5" Type="http://schemas.openxmlformats.org/officeDocument/2006/relationships/image" Target="../media/image6.png"/><Relationship Id="rId15" Type="http://schemas.openxmlformats.org/officeDocument/2006/relationships/image" Target="../media/image69.png"/><Relationship Id="rId23" Type="http://schemas.openxmlformats.org/officeDocument/2006/relationships/image" Target="../media/image84.png"/><Relationship Id="rId10" Type="http://schemas.openxmlformats.org/officeDocument/2006/relationships/image" Target="../media/image45.jpeg"/><Relationship Id="rId19" Type="http://schemas.openxmlformats.org/officeDocument/2006/relationships/image" Target="../media/image36.png"/><Relationship Id="rId4" Type="http://schemas.openxmlformats.org/officeDocument/2006/relationships/image" Target="../media/image3.jpeg"/><Relationship Id="rId9" Type="http://schemas.openxmlformats.org/officeDocument/2006/relationships/image" Target="../media/image26.jpeg"/><Relationship Id="rId14" Type="http://schemas.openxmlformats.org/officeDocument/2006/relationships/image" Target="../media/image70.png"/><Relationship Id="rId22" Type="http://schemas.openxmlformats.org/officeDocument/2006/relationships/image" Target="../media/image39.jpe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jpeg"/><Relationship Id="rId13" Type="http://schemas.openxmlformats.org/officeDocument/2006/relationships/image" Target="../media/image60.png"/><Relationship Id="rId18" Type="http://schemas.openxmlformats.org/officeDocument/2006/relationships/image" Target="../media/image32.jpeg"/><Relationship Id="rId26" Type="http://schemas.openxmlformats.org/officeDocument/2006/relationships/image" Target="../media/image9.jpeg"/><Relationship Id="rId3" Type="http://schemas.openxmlformats.org/officeDocument/2006/relationships/image" Target="../media/image45.jpeg"/><Relationship Id="rId21" Type="http://schemas.openxmlformats.org/officeDocument/2006/relationships/image" Target="../media/image65.jpeg"/><Relationship Id="rId7" Type="http://schemas.openxmlformats.org/officeDocument/2006/relationships/image" Target="../media/image57.jpeg"/><Relationship Id="rId12" Type="http://schemas.openxmlformats.org/officeDocument/2006/relationships/image" Target="../media/image47.jpeg"/><Relationship Id="rId17" Type="http://schemas.openxmlformats.org/officeDocument/2006/relationships/image" Target="../media/image63.png"/><Relationship Id="rId25" Type="http://schemas.openxmlformats.org/officeDocument/2006/relationships/image" Target="../media/image7.png"/><Relationship Id="rId2" Type="http://schemas.openxmlformats.org/officeDocument/2006/relationships/image" Target="../media/image18.jpeg"/><Relationship Id="rId16" Type="http://schemas.openxmlformats.org/officeDocument/2006/relationships/image" Target="../media/image62.png"/><Relationship Id="rId20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11" Type="http://schemas.openxmlformats.org/officeDocument/2006/relationships/image" Target="../media/image48.png"/><Relationship Id="rId24" Type="http://schemas.openxmlformats.org/officeDocument/2006/relationships/image" Target="../media/image1.png"/><Relationship Id="rId5" Type="http://schemas.openxmlformats.org/officeDocument/2006/relationships/image" Target="../media/image52.png"/><Relationship Id="rId15" Type="http://schemas.openxmlformats.org/officeDocument/2006/relationships/image" Target="../media/image28.png"/><Relationship Id="rId23" Type="http://schemas.openxmlformats.org/officeDocument/2006/relationships/image" Target="../media/image8.png"/><Relationship Id="rId10" Type="http://schemas.openxmlformats.org/officeDocument/2006/relationships/image" Target="../media/image87.png"/><Relationship Id="rId19" Type="http://schemas.openxmlformats.org/officeDocument/2006/relationships/image" Target="../media/image64.png"/><Relationship Id="rId4" Type="http://schemas.openxmlformats.org/officeDocument/2006/relationships/image" Target="../media/image19.png"/><Relationship Id="rId9" Type="http://schemas.openxmlformats.org/officeDocument/2006/relationships/image" Target="../media/image42.jpeg"/><Relationship Id="rId14" Type="http://schemas.openxmlformats.org/officeDocument/2006/relationships/image" Target="../media/image61.png"/><Relationship Id="rId22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29.png"/><Relationship Id="rId18" Type="http://schemas.openxmlformats.org/officeDocument/2006/relationships/image" Target="../media/image34.jpeg"/><Relationship Id="rId3" Type="http://schemas.openxmlformats.org/officeDocument/2006/relationships/image" Target="../media/image27.png"/><Relationship Id="rId21" Type="http://schemas.openxmlformats.org/officeDocument/2006/relationships/image" Target="../media/image15.png"/><Relationship Id="rId7" Type="http://schemas.openxmlformats.org/officeDocument/2006/relationships/image" Target="../media/image88.jpeg"/><Relationship Id="rId12" Type="http://schemas.openxmlformats.org/officeDocument/2006/relationships/image" Target="../media/image30.png"/><Relationship Id="rId17" Type="http://schemas.openxmlformats.org/officeDocument/2006/relationships/image" Target="../media/image33.png"/><Relationship Id="rId2" Type="http://schemas.openxmlformats.org/officeDocument/2006/relationships/image" Target="../media/image28.png"/><Relationship Id="rId16" Type="http://schemas.openxmlformats.org/officeDocument/2006/relationships/image" Target="../media/image31.png"/><Relationship Id="rId20" Type="http://schemas.openxmlformats.org/officeDocument/2006/relationships/image" Target="../media/image9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8.png"/><Relationship Id="rId24" Type="http://schemas.openxmlformats.org/officeDocument/2006/relationships/image" Target="../media/image21.png"/><Relationship Id="rId5" Type="http://schemas.openxmlformats.org/officeDocument/2006/relationships/image" Target="../media/image32.jpeg"/><Relationship Id="rId15" Type="http://schemas.openxmlformats.org/officeDocument/2006/relationships/image" Target="../media/image14.png"/><Relationship Id="rId23" Type="http://schemas.openxmlformats.org/officeDocument/2006/relationships/image" Target="../media/image17.png"/><Relationship Id="rId10" Type="http://schemas.openxmlformats.org/officeDocument/2006/relationships/image" Target="../media/image90.png"/><Relationship Id="rId19" Type="http://schemas.openxmlformats.org/officeDocument/2006/relationships/image" Target="../media/image20.png"/><Relationship Id="rId4" Type="http://schemas.openxmlformats.org/officeDocument/2006/relationships/image" Target="../media/image26.jpeg"/><Relationship Id="rId9" Type="http://schemas.openxmlformats.org/officeDocument/2006/relationships/image" Target="../media/image89.png"/><Relationship Id="rId14" Type="http://schemas.openxmlformats.org/officeDocument/2006/relationships/image" Target="../media/image91.jpeg"/><Relationship Id="rId2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3697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Burningterra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BE0F9DE-E78D-4334-B90D-42DA42E73004}"/>
              </a:ext>
            </a:extLst>
          </p:cNvPr>
          <p:cNvGrpSpPr/>
          <p:nvPr/>
        </p:nvGrpSpPr>
        <p:grpSpPr>
          <a:xfrm>
            <a:off x="6046712" y="480632"/>
            <a:ext cx="1042416" cy="1024128"/>
            <a:chOff x="6313955" y="905612"/>
            <a:chExt cx="1530220" cy="1504560"/>
          </a:xfrm>
        </p:grpSpPr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17AB0FAF-CC50-4712-8D5D-55753C9BE520}"/>
                </a:ext>
              </a:extLst>
            </p:cNvPr>
            <p:cNvGrpSpPr/>
            <p:nvPr/>
          </p:nvGrpSpPr>
          <p:grpSpPr>
            <a:xfrm>
              <a:off x="6665597" y="1400394"/>
              <a:ext cx="936045" cy="861873"/>
              <a:chOff x="1312656" y="4916258"/>
              <a:chExt cx="1131044" cy="1033613"/>
            </a:xfrm>
          </p:grpSpPr>
          <p:pic>
            <p:nvPicPr>
              <p:cNvPr id="129" name="Picture 128">
                <a:extLst>
                  <a:ext uri="{FF2B5EF4-FFF2-40B4-BE49-F238E27FC236}">
                    <a16:creationId xmlns:a16="http://schemas.microsoft.com/office/drawing/2014/main" id="{760A0310-7F9A-4FA9-A8C5-F7C99186D5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20631382">
                <a:off x="1312656" y="4916258"/>
                <a:ext cx="579620" cy="908129"/>
              </a:xfrm>
              <a:prstGeom prst="rect">
                <a:avLst/>
              </a:prstGeom>
            </p:spPr>
          </p:pic>
          <p:pic>
            <p:nvPicPr>
              <p:cNvPr id="130" name="Picture 129">
                <a:extLst>
                  <a:ext uri="{FF2B5EF4-FFF2-40B4-BE49-F238E27FC236}">
                    <a16:creationId xmlns:a16="http://schemas.microsoft.com/office/drawing/2014/main" id="{F1A52BF6-EDF5-43CA-B8C5-6908056DD2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77114" y="527663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C076D8F0-11F0-4806-A34E-DF94D0614703}"/>
                </a:ext>
              </a:extLst>
            </p:cNvPr>
            <p:cNvGrpSpPr/>
            <p:nvPr/>
          </p:nvGrpSpPr>
          <p:grpSpPr>
            <a:xfrm>
              <a:off x="6313955" y="905612"/>
              <a:ext cx="1530220" cy="1504560"/>
              <a:chOff x="475862" y="905612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A57C8056-2A17-4636-AFBF-69B6212DB0A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Flowchart: Delay 95">
                <a:extLst>
                  <a:ext uri="{FF2B5EF4-FFF2-40B4-BE49-F238E27FC236}">
                    <a16:creationId xmlns:a16="http://schemas.microsoft.com/office/drawing/2014/main" id="{002336D1-B0BF-4D9D-B65C-A1C786F2D332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0393C02-E293-1B6E-48FB-C36552C37D06}"/>
              </a:ext>
            </a:extLst>
          </p:cNvPr>
          <p:cNvGrpSpPr/>
          <p:nvPr/>
        </p:nvGrpSpPr>
        <p:grpSpPr>
          <a:xfrm>
            <a:off x="1309673" y="4566897"/>
            <a:ext cx="1042416" cy="1024128"/>
            <a:chOff x="2386725" y="2832151"/>
            <a:chExt cx="1530220" cy="150456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76FDA59-DAF8-4B8A-BCBE-685EDD401000}"/>
                </a:ext>
              </a:extLst>
            </p:cNvPr>
            <p:cNvGrpSpPr/>
            <p:nvPr/>
          </p:nvGrpSpPr>
          <p:grpSpPr>
            <a:xfrm>
              <a:off x="2760075" y="3205807"/>
              <a:ext cx="808763" cy="1075418"/>
              <a:chOff x="2760075" y="3205807"/>
              <a:chExt cx="808763" cy="1075418"/>
            </a:xfrm>
          </p:grpSpPr>
          <p:pic>
            <p:nvPicPr>
              <p:cNvPr id="161" name="Picture 6" descr="Black demon mask Royalty Free Vector Image - VectorStock">
                <a:extLst>
                  <a:ext uri="{FF2B5EF4-FFF2-40B4-BE49-F238E27FC236}">
                    <a16:creationId xmlns:a16="http://schemas.microsoft.com/office/drawing/2014/main" id="{3A3DBDA0-FE74-4006-BA59-8D12B759E69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58" t="3076" r="5741" b="21026"/>
              <a:stretch/>
            </p:blipFill>
            <p:spPr bwMode="auto">
              <a:xfrm>
                <a:off x="2775208" y="3205807"/>
                <a:ext cx="772224" cy="7554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83">
                <a:extLst>
                  <a:ext uri="{FF2B5EF4-FFF2-40B4-BE49-F238E27FC236}">
                    <a16:creationId xmlns:a16="http://schemas.microsoft.com/office/drawing/2014/main" id="{388AD41F-0CC6-45AD-9966-9468A607A6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 rot="20444518">
                <a:off x="2760075" y="3449665"/>
                <a:ext cx="209279" cy="831560"/>
              </a:xfrm>
              <a:prstGeom prst="rect">
                <a:avLst/>
              </a:prstGeom>
            </p:spPr>
          </p:pic>
          <p:pic>
            <p:nvPicPr>
              <p:cNvPr id="85" name="Picture 84">
                <a:extLst>
                  <a:ext uri="{FF2B5EF4-FFF2-40B4-BE49-F238E27FC236}">
                    <a16:creationId xmlns:a16="http://schemas.microsoft.com/office/drawing/2014/main" id="{A63CBD60-FFD1-4ECE-B592-E52629CD56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 rot="1211519">
                <a:off x="3359559" y="3448983"/>
                <a:ext cx="209279" cy="831560"/>
              </a:xfrm>
              <a:prstGeom prst="rect">
                <a:avLst/>
              </a:prstGeom>
            </p:spPr>
          </p:pic>
        </p:grpSp>
        <p:sp>
          <p:nvSpPr>
            <p:cNvPr id="163" name="Isosceles Triangle 162">
              <a:extLst>
                <a:ext uri="{FF2B5EF4-FFF2-40B4-BE49-F238E27FC236}">
                  <a16:creationId xmlns:a16="http://schemas.microsoft.com/office/drawing/2014/main" id="{2CD755F3-1B12-4190-93EF-5085BFB77C89}"/>
                </a:ext>
              </a:extLst>
            </p:cNvPr>
            <p:cNvSpPr/>
            <p:nvPr/>
          </p:nvSpPr>
          <p:spPr>
            <a:xfrm rot="10800000">
              <a:off x="3064987" y="3856148"/>
              <a:ext cx="192666" cy="105091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016087B6-63C5-4491-B568-6118E328015E}"/>
                </a:ext>
              </a:extLst>
            </p:cNvPr>
            <p:cNvGrpSpPr/>
            <p:nvPr/>
          </p:nvGrpSpPr>
          <p:grpSpPr>
            <a:xfrm>
              <a:off x="2386725" y="2832151"/>
              <a:ext cx="1530220" cy="1504560"/>
              <a:chOff x="475862" y="905612"/>
              <a:chExt cx="1530220" cy="1504560"/>
            </a:xfrm>
          </p:grpSpPr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A73F48FC-AEC9-4F06-A5CF-150FF2F920E7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Flowchart: Delay 107">
                <a:extLst>
                  <a:ext uri="{FF2B5EF4-FFF2-40B4-BE49-F238E27FC236}">
                    <a16:creationId xmlns:a16="http://schemas.microsoft.com/office/drawing/2014/main" id="{7D2D4F3A-6584-4213-8B0A-A58B14DB7853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FE62D8BB-10A2-4496-90E7-1B65120DB191}"/>
              </a:ext>
            </a:extLst>
          </p:cNvPr>
          <p:cNvGrpSpPr/>
          <p:nvPr/>
        </p:nvGrpSpPr>
        <p:grpSpPr>
          <a:xfrm>
            <a:off x="90967" y="5728490"/>
            <a:ext cx="1042416" cy="1024128"/>
            <a:chOff x="6313955" y="2832151"/>
            <a:chExt cx="1530220" cy="1504560"/>
          </a:xfrm>
        </p:grpSpPr>
        <p:pic>
          <p:nvPicPr>
            <p:cNvPr id="156" name="Picture 8" descr="Demon silhouette Images, Stock Photos &amp;amp; Vectors | Shutterstock">
              <a:extLst>
                <a:ext uri="{FF2B5EF4-FFF2-40B4-BE49-F238E27FC236}">
                  <a16:creationId xmlns:a16="http://schemas.microsoft.com/office/drawing/2014/main" id="{A90EB8AE-FC1C-4A88-9BDA-5661FE0243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6" t="3846" r="2458" b="10440"/>
            <a:stretch/>
          </p:blipFill>
          <p:spPr bwMode="auto">
            <a:xfrm>
              <a:off x="6573507" y="3194801"/>
              <a:ext cx="1011115" cy="104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F5E22000-02E0-440D-A7D2-FD9C75E5B394}"/>
                </a:ext>
              </a:extLst>
            </p:cNvPr>
            <p:cNvGrpSpPr/>
            <p:nvPr/>
          </p:nvGrpSpPr>
          <p:grpSpPr>
            <a:xfrm>
              <a:off x="6313955" y="2832151"/>
              <a:ext cx="1530220" cy="1504560"/>
              <a:chOff x="475862" y="905612"/>
              <a:chExt cx="1530220" cy="1504560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E6E8A38A-7AF2-499E-B5D7-B9F08AA76BA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lowchart: Delay 113">
                <a:extLst>
                  <a:ext uri="{FF2B5EF4-FFF2-40B4-BE49-F238E27FC236}">
                    <a16:creationId xmlns:a16="http://schemas.microsoft.com/office/drawing/2014/main" id="{C029024A-7132-4F10-A189-115696913AF4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D2EC1C2-3068-0E73-5C74-88402A5878FE}"/>
              </a:ext>
            </a:extLst>
          </p:cNvPr>
          <p:cNvGrpSpPr/>
          <p:nvPr/>
        </p:nvGrpSpPr>
        <p:grpSpPr>
          <a:xfrm>
            <a:off x="1298360" y="5728490"/>
            <a:ext cx="1042416" cy="1024128"/>
            <a:chOff x="8277570" y="2832151"/>
            <a:chExt cx="1530220" cy="1504560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7DDB62A-8D3F-448E-AA0A-687D64814F7C}"/>
                </a:ext>
              </a:extLst>
            </p:cNvPr>
            <p:cNvGrpSpPr/>
            <p:nvPr/>
          </p:nvGrpSpPr>
          <p:grpSpPr>
            <a:xfrm>
              <a:off x="8550171" y="3123679"/>
              <a:ext cx="1020186" cy="1107622"/>
              <a:chOff x="8532587" y="3123679"/>
              <a:chExt cx="1020186" cy="1107622"/>
            </a:xfrm>
          </p:grpSpPr>
          <p:pic>
            <p:nvPicPr>
              <p:cNvPr id="87" name="Picture 8" descr="Demon silhouette Images, Stock Photos &amp;amp; Vectors | Shutterstock">
                <a:extLst>
                  <a:ext uri="{FF2B5EF4-FFF2-40B4-BE49-F238E27FC236}">
                    <a16:creationId xmlns:a16="http://schemas.microsoft.com/office/drawing/2014/main" id="{913D5721-AF0C-4746-8F74-08E72FD737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586" t="3846" r="2458" b="10440"/>
              <a:stretch/>
            </p:blipFill>
            <p:spPr bwMode="auto">
              <a:xfrm>
                <a:off x="8532587" y="3123679"/>
                <a:ext cx="1011115" cy="104737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1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B0BE63AF-9A20-4CB6-A803-50ABA7E11F2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550171" y="3847782"/>
                <a:ext cx="383520" cy="38351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2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3D0FA0FC-4AB9-407B-A47B-B217A9208F9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169253" y="3661065"/>
                <a:ext cx="383520" cy="38351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C2AC7FB2-C5C6-4641-BE5F-8CFAB9DA0AC4}"/>
                </a:ext>
              </a:extLst>
            </p:cNvPr>
            <p:cNvGrpSpPr/>
            <p:nvPr/>
          </p:nvGrpSpPr>
          <p:grpSpPr>
            <a:xfrm>
              <a:off x="8277570" y="2832151"/>
              <a:ext cx="1530220" cy="1504560"/>
              <a:chOff x="475862" y="905612"/>
              <a:chExt cx="1530220" cy="1504560"/>
            </a:xfrm>
          </p:grpSpPr>
          <p:sp>
            <p:nvSpPr>
              <p:cNvPr id="116" name="Rectangle 115">
                <a:extLst>
                  <a:ext uri="{FF2B5EF4-FFF2-40B4-BE49-F238E27FC236}">
                    <a16:creationId xmlns:a16="http://schemas.microsoft.com/office/drawing/2014/main" id="{DDE3293A-BD30-467C-BA25-8E94EF766F2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7" name="Flowchart: Delay 116">
                <a:extLst>
                  <a:ext uri="{FF2B5EF4-FFF2-40B4-BE49-F238E27FC236}">
                    <a16:creationId xmlns:a16="http://schemas.microsoft.com/office/drawing/2014/main" id="{FD3CA57D-EB85-423F-AA24-3C00D9553BD9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97E677A2-9B2B-44F3-811D-8CC1FE4DC804}"/>
              </a:ext>
            </a:extLst>
          </p:cNvPr>
          <p:cNvGrpSpPr/>
          <p:nvPr/>
        </p:nvGrpSpPr>
        <p:grpSpPr>
          <a:xfrm>
            <a:off x="3658381" y="474712"/>
            <a:ext cx="1042416" cy="1024128"/>
            <a:chOff x="2386725" y="905612"/>
            <a:chExt cx="1530220" cy="1504560"/>
          </a:xfrm>
        </p:grpSpPr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F29EFC34-B182-4E36-BB4F-CEFE672B0410}"/>
                </a:ext>
              </a:extLst>
            </p:cNvPr>
            <p:cNvGrpSpPr/>
            <p:nvPr/>
          </p:nvGrpSpPr>
          <p:grpSpPr>
            <a:xfrm>
              <a:off x="2386725" y="905612"/>
              <a:ext cx="1530220" cy="1504560"/>
              <a:chOff x="475862" y="905612"/>
              <a:chExt cx="1530220" cy="1504560"/>
            </a:xfrm>
          </p:grpSpPr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20A6246-E34A-403A-81C4-44CEBDFB1B16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Flowchart: Delay 89">
                <a:extLst>
                  <a:ext uri="{FF2B5EF4-FFF2-40B4-BE49-F238E27FC236}">
                    <a16:creationId xmlns:a16="http://schemas.microsoft.com/office/drawing/2014/main" id="{678D0650-155F-45C0-8BDE-E5DBA1621DFA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1AC0AAD9-66BC-4AD5-87FC-CB5A1C36010C}"/>
                </a:ext>
              </a:extLst>
            </p:cNvPr>
            <p:cNvGrpSpPr/>
            <p:nvPr/>
          </p:nvGrpSpPr>
          <p:grpSpPr>
            <a:xfrm>
              <a:off x="2767388" y="1404479"/>
              <a:ext cx="768894" cy="787329"/>
              <a:chOff x="6107494" y="5006299"/>
              <a:chExt cx="921479" cy="943572"/>
            </a:xfrm>
          </p:grpSpPr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B6CFA505-8FE5-4099-93D6-EA3043CE17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0800000" flipH="1">
                <a:off x="6107494" y="5006299"/>
                <a:ext cx="254893" cy="943572"/>
              </a:xfrm>
              <a:prstGeom prst="rect">
                <a:avLst/>
              </a:prstGeom>
            </p:spPr>
          </p:pic>
          <p:pic>
            <p:nvPicPr>
              <p:cNvPr id="136" name="Picture 135">
                <a:extLst>
                  <a:ext uri="{FF2B5EF4-FFF2-40B4-BE49-F238E27FC236}">
                    <a16:creationId xmlns:a16="http://schemas.microsoft.com/office/drawing/2014/main" id="{484ED30A-EB1F-4551-8263-F099E3263E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362387" y="5238678"/>
                <a:ext cx="666586" cy="673235"/>
              </a:xfrm>
              <a:prstGeom prst="rect">
                <a:avLst/>
              </a:prstGeom>
            </p:spPr>
          </p:pic>
        </p:grp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AEB599FC-6737-440C-B3F6-484057C13712}"/>
              </a:ext>
            </a:extLst>
          </p:cNvPr>
          <p:cNvGrpSpPr/>
          <p:nvPr/>
        </p:nvGrpSpPr>
        <p:grpSpPr>
          <a:xfrm>
            <a:off x="4845684" y="469402"/>
            <a:ext cx="1042416" cy="1024128"/>
            <a:chOff x="4350340" y="905612"/>
            <a:chExt cx="1530220" cy="1504560"/>
          </a:xfrm>
        </p:grpSpPr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FA5BDE47-FB2B-4ECE-A54F-023668C8A1FC}"/>
                </a:ext>
              </a:extLst>
            </p:cNvPr>
            <p:cNvGrpSpPr/>
            <p:nvPr/>
          </p:nvGrpSpPr>
          <p:grpSpPr>
            <a:xfrm>
              <a:off x="4350340" y="905612"/>
              <a:ext cx="1530220" cy="1504560"/>
              <a:chOff x="475862" y="905612"/>
              <a:chExt cx="1530220" cy="1504560"/>
            </a:xfrm>
          </p:grpSpPr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69D72811-2871-4211-BCE6-FC563C18841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Flowchart: Delay 92">
                <a:extLst>
                  <a:ext uri="{FF2B5EF4-FFF2-40B4-BE49-F238E27FC236}">
                    <a16:creationId xmlns:a16="http://schemas.microsoft.com/office/drawing/2014/main" id="{E0130715-A8CD-4D37-B8B7-FBAD36387F4D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EE583C76-E5B8-4F9B-A577-4676A6BAFEF8}"/>
                </a:ext>
              </a:extLst>
            </p:cNvPr>
            <p:cNvGrpSpPr/>
            <p:nvPr/>
          </p:nvGrpSpPr>
          <p:grpSpPr>
            <a:xfrm>
              <a:off x="4540030" y="1454589"/>
              <a:ext cx="982011" cy="754920"/>
              <a:chOff x="3133547" y="5458317"/>
              <a:chExt cx="982011" cy="754920"/>
            </a:xfrm>
          </p:grpSpPr>
          <p:pic>
            <p:nvPicPr>
              <p:cNvPr id="138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6D052038-3F5E-4E50-BB41-3491244AEA3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506181">
                <a:off x="3133547" y="5458317"/>
                <a:ext cx="666079" cy="66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39" name="Picture 138">
                <a:extLst>
                  <a:ext uri="{FF2B5EF4-FFF2-40B4-BE49-F238E27FC236}">
                    <a16:creationId xmlns:a16="http://schemas.microsoft.com/office/drawing/2014/main" id="{ED2B1335-D62A-4A9A-845D-FD8E3655C7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552362" y="5644423"/>
                <a:ext cx="563196" cy="568814"/>
              </a:xfrm>
              <a:prstGeom prst="rect">
                <a:avLst/>
              </a:prstGeom>
            </p:spPr>
          </p:pic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007D6B23-CF21-4EE3-844C-0CBC168C3F0F}"/>
              </a:ext>
            </a:extLst>
          </p:cNvPr>
          <p:cNvGrpSpPr/>
          <p:nvPr/>
        </p:nvGrpSpPr>
        <p:grpSpPr>
          <a:xfrm>
            <a:off x="77132" y="1664314"/>
            <a:ext cx="1042416" cy="1024128"/>
            <a:chOff x="8277570" y="905612"/>
            <a:chExt cx="1530220" cy="1504560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E7FBF151-3374-45AE-91AB-E4D1962CC4AF}"/>
                </a:ext>
              </a:extLst>
            </p:cNvPr>
            <p:cNvGrpSpPr/>
            <p:nvPr/>
          </p:nvGrpSpPr>
          <p:grpSpPr>
            <a:xfrm>
              <a:off x="8277570" y="905612"/>
              <a:ext cx="1530220" cy="1504560"/>
              <a:chOff x="475862" y="905612"/>
              <a:chExt cx="1530220" cy="1504560"/>
            </a:xfrm>
          </p:grpSpPr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F56E5E2-8DA7-4EEE-8DF3-8FEE59A3B01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9" name="Flowchart: Delay 98">
                <a:extLst>
                  <a:ext uri="{FF2B5EF4-FFF2-40B4-BE49-F238E27FC236}">
                    <a16:creationId xmlns:a16="http://schemas.microsoft.com/office/drawing/2014/main" id="{6556B566-2B44-4959-AB3E-ECEB47F0E6D5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C06BA4D7-4478-4CCC-84BB-29F36EBF643A}"/>
                </a:ext>
              </a:extLst>
            </p:cNvPr>
            <p:cNvGrpSpPr/>
            <p:nvPr/>
          </p:nvGrpSpPr>
          <p:grpSpPr>
            <a:xfrm>
              <a:off x="8676445" y="1409933"/>
              <a:ext cx="772701" cy="807486"/>
              <a:chOff x="8522163" y="4632794"/>
              <a:chExt cx="772701" cy="807486"/>
            </a:xfrm>
          </p:grpSpPr>
          <p:pic>
            <p:nvPicPr>
              <p:cNvPr id="141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58BAA9A4-235F-4BC8-B651-0655A37FAD6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38655" y="4642000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2" name="Picture 141">
                <a:extLst>
                  <a:ext uri="{FF2B5EF4-FFF2-40B4-BE49-F238E27FC236}">
                    <a16:creationId xmlns:a16="http://schemas.microsoft.com/office/drawing/2014/main" id="{3715E377-9C22-4475-A680-8340F17099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0800000" flipH="1">
                <a:off x="8522163" y="4632794"/>
                <a:ext cx="212686" cy="787329"/>
              </a:xfrm>
              <a:prstGeom prst="rect">
                <a:avLst/>
              </a:prstGeom>
            </p:spPr>
          </p:pic>
        </p:grp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771F0D6-B4DD-B289-DD28-4A8E2AAE8A7D}"/>
              </a:ext>
            </a:extLst>
          </p:cNvPr>
          <p:cNvGrpSpPr/>
          <p:nvPr/>
        </p:nvGrpSpPr>
        <p:grpSpPr>
          <a:xfrm>
            <a:off x="1258163" y="1673146"/>
            <a:ext cx="1042416" cy="1024128"/>
            <a:chOff x="10241185" y="905612"/>
            <a:chExt cx="1530220" cy="1504560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5A562F10-40ED-4832-B7AA-80355FF6A8CB}"/>
                </a:ext>
              </a:extLst>
            </p:cNvPr>
            <p:cNvGrpSpPr/>
            <p:nvPr/>
          </p:nvGrpSpPr>
          <p:grpSpPr>
            <a:xfrm>
              <a:off x="10241185" y="905612"/>
              <a:ext cx="1530220" cy="1504560"/>
              <a:chOff x="475862" y="905612"/>
              <a:chExt cx="1530220" cy="1504560"/>
            </a:xfrm>
          </p:grpSpPr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3CBE2B16-CAA8-4EDE-8F29-815EB94D147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Flowchart: Delay 101">
                <a:extLst>
                  <a:ext uri="{FF2B5EF4-FFF2-40B4-BE49-F238E27FC236}">
                    <a16:creationId xmlns:a16="http://schemas.microsoft.com/office/drawing/2014/main" id="{EF958B4B-95E6-43F9-B3CD-D1B504D03EF5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3" name="Group 142">
              <a:extLst>
                <a:ext uri="{FF2B5EF4-FFF2-40B4-BE49-F238E27FC236}">
                  <a16:creationId xmlns:a16="http://schemas.microsoft.com/office/drawing/2014/main" id="{15A46B07-8571-40F5-8B5A-EE6555885763}"/>
                </a:ext>
              </a:extLst>
            </p:cNvPr>
            <p:cNvGrpSpPr/>
            <p:nvPr/>
          </p:nvGrpSpPr>
          <p:grpSpPr>
            <a:xfrm>
              <a:off x="10427081" y="1329633"/>
              <a:ext cx="1068217" cy="977291"/>
              <a:chOff x="8272684" y="5594533"/>
              <a:chExt cx="1068217" cy="977291"/>
            </a:xfrm>
          </p:grpSpPr>
          <p:pic>
            <p:nvPicPr>
              <p:cNvPr id="144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6CBEDB11-9C6A-4E10-A38D-283879428C6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414192">
                <a:off x="8272684" y="5594533"/>
                <a:ext cx="788355" cy="7883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5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7E6DB78F-1303-4BEC-8A87-981352F0B0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84692" y="5773544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7C043D9-CBFB-6476-5100-0376B4C0CA7F}"/>
              </a:ext>
            </a:extLst>
          </p:cNvPr>
          <p:cNvGrpSpPr/>
          <p:nvPr/>
        </p:nvGrpSpPr>
        <p:grpSpPr>
          <a:xfrm>
            <a:off x="8465121" y="495625"/>
            <a:ext cx="1042416" cy="1024128"/>
            <a:chOff x="423110" y="2832151"/>
            <a:chExt cx="1530220" cy="1504560"/>
          </a:xfrm>
        </p:grpSpPr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979DEAE5-6E14-407C-A86F-98A433213310}"/>
                </a:ext>
              </a:extLst>
            </p:cNvPr>
            <p:cNvGrpSpPr/>
            <p:nvPr/>
          </p:nvGrpSpPr>
          <p:grpSpPr>
            <a:xfrm>
              <a:off x="423110" y="2832151"/>
              <a:ext cx="1530220" cy="1504560"/>
              <a:chOff x="475862" y="905612"/>
              <a:chExt cx="1530220" cy="1504560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9D49AF67-709C-4794-A704-00E286336DA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Flowchart: Delay 104">
                <a:extLst>
                  <a:ext uri="{FF2B5EF4-FFF2-40B4-BE49-F238E27FC236}">
                    <a16:creationId xmlns:a16="http://schemas.microsoft.com/office/drawing/2014/main" id="{39116025-6C59-41F9-846F-B511923FA6A4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6" name="Group 145">
              <a:extLst>
                <a:ext uri="{FF2B5EF4-FFF2-40B4-BE49-F238E27FC236}">
                  <a16:creationId xmlns:a16="http://schemas.microsoft.com/office/drawing/2014/main" id="{7BF92B7A-95B8-4804-BB05-4458432DA89A}"/>
                </a:ext>
              </a:extLst>
            </p:cNvPr>
            <p:cNvGrpSpPr/>
            <p:nvPr/>
          </p:nvGrpSpPr>
          <p:grpSpPr>
            <a:xfrm rot="284745">
              <a:off x="695667" y="3607952"/>
              <a:ext cx="1002690" cy="412380"/>
              <a:chOff x="2676525" y="1935534"/>
              <a:chExt cx="6838950" cy="2812678"/>
            </a:xfrm>
          </p:grpSpPr>
          <p:pic>
            <p:nvPicPr>
              <p:cNvPr id="147" name="Picture 146">
                <a:extLst>
                  <a:ext uri="{FF2B5EF4-FFF2-40B4-BE49-F238E27FC236}">
                    <a16:creationId xmlns:a16="http://schemas.microsoft.com/office/drawing/2014/main" id="{2186AED3-F72E-4F81-B417-817709B70D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676525" y="2109787"/>
                <a:ext cx="6838950" cy="2638425"/>
              </a:xfrm>
              <a:prstGeom prst="rect">
                <a:avLst/>
              </a:prstGeom>
            </p:spPr>
          </p:pic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A0F0D975-810A-4977-B2CB-966E75AB40BF}"/>
                  </a:ext>
                </a:extLst>
              </p:cNvPr>
              <p:cNvSpPr/>
              <p:nvPr/>
            </p:nvSpPr>
            <p:spPr>
              <a:xfrm rot="21316495" flipH="1">
                <a:off x="7325852" y="1935534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780D4893-3911-4CED-8F0C-51835A65E845}"/>
                  </a:ext>
                </a:extLst>
              </p:cNvPr>
              <p:cNvSpPr/>
              <p:nvPr/>
            </p:nvSpPr>
            <p:spPr>
              <a:xfrm rot="21173588" flipH="1">
                <a:off x="6964047" y="2008805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E72E44E2-130F-46DF-A900-1D0DA12286D5}"/>
                  </a:ext>
                </a:extLst>
              </p:cNvPr>
              <p:cNvSpPr/>
              <p:nvPr/>
            </p:nvSpPr>
            <p:spPr>
              <a:xfrm rot="21047560" flipH="1">
                <a:off x="6669360" y="2162000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979DB762-19AA-455D-ADF4-842CC5D9ACAC}"/>
                  </a:ext>
                </a:extLst>
              </p:cNvPr>
              <p:cNvSpPr/>
              <p:nvPr/>
            </p:nvSpPr>
            <p:spPr>
              <a:xfrm rot="21103619" flipH="1">
                <a:off x="6450315" y="2349899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9A031069-D30A-4F42-ADFB-930F1B920D3F}"/>
                  </a:ext>
                </a:extLst>
              </p:cNvPr>
              <p:cNvSpPr/>
              <p:nvPr/>
            </p:nvSpPr>
            <p:spPr>
              <a:xfrm rot="20920544" flipH="1">
                <a:off x="5473029" y="2505529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0F4319B3-77A5-4A2A-BD98-93473198447B}"/>
                  </a:ext>
                </a:extLst>
              </p:cNvPr>
              <p:cNvSpPr/>
              <p:nvPr/>
            </p:nvSpPr>
            <p:spPr>
              <a:xfrm rot="20920544" flipH="1">
                <a:off x="5249968" y="2584232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F6C687B7-8127-413A-BEAD-47227B5D620E}"/>
                  </a:ext>
                </a:extLst>
              </p:cNvPr>
              <p:cNvSpPr/>
              <p:nvPr/>
            </p:nvSpPr>
            <p:spPr>
              <a:xfrm rot="20920544" flipH="1">
                <a:off x="5006555" y="2663340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E297AA6C-F7FB-47EA-AF41-007B9CBB2B6B}"/>
                  </a:ext>
                </a:extLst>
              </p:cNvPr>
              <p:cNvSpPr/>
              <p:nvPr/>
            </p:nvSpPr>
            <p:spPr>
              <a:xfrm rot="20920544" flipH="1">
                <a:off x="4803466" y="2742448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FB32CF0-E456-F9D7-F6DB-787718A08946}"/>
              </a:ext>
            </a:extLst>
          </p:cNvPr>
          <p:cNvGrpSpPr/>
          <p:nvPr/>
        </p:nvGrpSpPr>
        <p:grpSpPr>
          <a:xfrm>
            <a:off x="2513155" y="4575899"/>
            <a:ext cx="1042416" cy="1024128"/>
            <a:chOff x="4350340" y="2832151"/>
            <a:chExt cx="1530220" cy="1504560"/>
          </a:xfrm>
        </p:grpSpPr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EC3A682D-FE74-4775-9AEB-7CA1492D50F1}"/>
                </a:ext>
              </a:extLst>
            </p:cNvPr>
            <p:cNvGrpSpPr/>
            <p:nvPr/>
          </p:nvGrpSpPr>
          <p:grpSpPr>
            <a:xfrm>
              <a:off x="4350340" y="2832151"/>
              <a:ext cx="1530220" cy="1504560"/>
              <a:chOff x="475862" y="905612"/>
              <a:chExt cx="1530220" cy="1504560"/>
            </a:xfrm>
          </p:grpSpPr>
          <p:sp>
            <p:nvSpPr>
              <p:cNvPr id="110" name="Rectangle 109">
                <a:extLst>
                  <a:ext uri="{FF2B5EF4-FFF2-40B4-BE49-F238E27FC236}">
                    <a16:creationId xmlns:a16="http://schemas.microsoft.com/office/drawing/2014/main" id="{EFB53592-DA4D-40B8-A61E-459E7AB749D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1" name="Flowchart: Delay 110">
                <a:extLst>
                  <a:ext uri="{FF2B5EF4-FFF2-40B4-BE49-F238E27FC236}">
                    <a16:creationId xmlns:a16="http://schemas.microsoft.com/office/drawing/2014/main" id="{72315CED-2F79-4B3D-9557-9C003D57EF00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7" name="Group 156">
              <a:extLst>
                <a:ext uri="{FF2B5EF4-FFF2-40B4-BE49-F238E27FC236}">
                  <a16:creationId xmlns:a16="http://schemas.microsoft.com/office/drawing/2014/main" id="{0AF359B4-4871-468B-A7F5-48117EF57CC1}"/>
                </a:ext>
              </a:extLst>
            </p:cNvPr>
            <p:cNvGrpSpPr/>
            <p:nvPr/>
          </p:nvGrpSpPr>
          <p:grpSpPr>
            <a:xfrm>
              <a:off x="4717937" y="3085612"/>
              <a:ext cx="795025" cy="1156559"/>
              <a:chOff x="1586781" y="1894202"/>
              <a:chExt cx="1077723" cy="1567813"/>
            </a:xfrm>
          </p:grpSpPr>
          <p:pic>
            <p:nvPicPr>
              <p:cNvPr id="158" name="Picture 6" descr="Black demon mask Royalty Free Vector Image - VectorStock">
                <a:extLst>
                  <a:ext uri="{FF2B5EF4-FFF2-40B4-BE49-F238E27FC236}">
                    <a16:creationId xmlns:a16="http://schemas.microsoft.com/office/drawing/2014/main" id="{4AB29A07-9E31-4E4B-8E00-D2912626548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58" t="3076" r="5741" b="21026"/>
              <a:stretch/>
            </p:blipFill>
            <p:spPr bwMode="auto">
              <a:xfrm>
                <a:off x="1586781" y="2407728"/>
                <a:ext cx="1077723" cy="105428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59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9FF496F5-BE64-47E7-A995-A94FE3F7708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746321" y="1894202"/>
                <a:ext cx="758641" cy="75864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0DB0FF3-EE5B-83B0-77F6-380CEC4FF886}"/>
              </a:ext>
            </a:extLst>
          </p:cNvPr>
          <p:cNvGrpSpPr/>
          <p:nvPr/>
        </p:nvGrpSpPr>
        <p:grpSpPr>
          <a:xfrm>
            <a:off x="90967" y="4575899"/>
            <a:ext cx="1042416" cy="1024128"/>
            <a:chOff x="411733" y="4663882"/>
            <a:chExt cx="1530220" cy="1504560"/>
          </a:xfrm>
        </p:grpSpPr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D13454CE-1D7E-4189-BF5E-7E7C8DD42ED3}"/>
                </a:ext>
              </a:extLst>
            </p:cNvPr>
            <p:cNvGrpSpPr/>
            <p:nvPr/>
          </p:nvGrpSpPr>
          <p:grpSpPr>
            <a:xfrm>
              <a:off x="411733" y="4663882"/>
              <a:ext cx="1530220" cy="1504560"/>
              <a:chOff x="475862" y="905612"/>
              <a:chExt cx="1530220" cy="1504560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25507081-176F-43E8-9571-0BC20CFF8944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Flowchart: Delay 81">
                <a:extLst>
                  <a:ext uri="{FF2B5EF4-FFF2-40B4-BE49-F238E27FC236}">
                    <a16:creationId xmlns:a16="http://schemas.microsoft.com/office/drawing/2014/main" id="{D6DE53C2-DF5B-4C3D-9135-5BEBD7C658EF}"/>
                  </a:ext>
                </a:extLst>
              </p:cNvPr>
              <p:cNvSpPr/>
              <p:nvPr/>
            </p:nvSpPr>
            <p:spPr>
              <a:xfrm rot="16200000">
                <a:off x="642694" y="1166596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3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E27AD9EC-A3B8-4533-BE88-67093A61349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809843" y="5227676"/>
              <a:ext cx="772224" cy="7554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0461182-DDEF-07CC-B272-AADB4BCDD8FC}"/>
              </a:ext>
            </a:extLst>
          </p:cNvPr>
          <p:cNvGrpSpPr/>
          <p:nvPr/>
        </p:nvGrpSpPr>
        <p:grpSpPr>
          <a:xfrm>
            <a:off x="2470447" y="1673146"/>
            <a:ext cx="1042416" cy="1024128"/>
            <a:chOff x="10241185" y="2832151"/>
            <a:chExt cx="1530220" cy="1504560"/>
          </a:xfrm>
        </p:grpSpPr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49253AF4-A6E7-4B53-AF58-F829D71C0E55}"/>
                </a:ext>
              </a:extLst>
            </p:cNvPr>
            <p:cNvGrpSpPr/>
            <p:nvPr/>
          </p:nvGrpSpPr>
          <p:grpSpPr>
            <a:xfrm>
              <a:off x="10241185" y="2832151"/>
              <a:ext cx="1530220" cy="1504560"/>
              <a:chOff x="475862" y="905612"/>
              <a:chExt cx="1530220" cy="1504560"/>
            </a:xfrm>
          </p:grpSpPr>
          <p:sp>
            <p:nvSpPr>
              <p:cNvPr id="119" name="Rectangle 118">
                <a:extLst>
                  <a:ext uri="{FF2B5EF4-FFF2-40B4-BE49-F238E27FC236}">
                    <a16:creationId xmlns:a16="http://schemas.microsoft.com/office/drawing/2014/main" id="{C06C206C-4D51-487D-A645-B5F7241E0EF2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" name="Flowchart: Delay 119">
                <a:extLst>
                  <a:ext uri="{FF2B5EF4-FFF2-40B4-BE49-F238E27FC236}">
                    <a16:creationId xmlns:a16="http://schemas.microsoft.com/office/drawing/2014/main" id="{E7CCF54A-0562-4122-A4D6-09F99A58250C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2FD54935-4BF2-486A-9347-1F5D9C867740}"/>
                </a:ext>
              </a:extLst>
            </p:cNvPr>
            <p:cNvGrpSpPr/>
            <p:nvPr/>
          </p:nvGrpSpPr>
          <p:grpSpPr>
            <a:xfrm>
              <a:off x="10519355" y="3372769"/>
              <a:ext cx="973879" cy="798280"/>
              <a:chOff x="6037055" y="5227676"/>
              <a:chExt cx="973879" cy="798280"/>
            </a:xfrm>
          </p:grpSpPr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65D40851-0E7C-41C7-832E-109554C09479}"/>
                  </a:ext>
                </a:extLst>
              </p:cNvPr>
              <p:cNvGrpSpPr/>
              <p:nvPr/>
            </p:nvGrpSpPr>
            <p:grpSpPr>
              <a:xfrm>
                <a:off x="6037055" y="5407084"/>
                <a:ext cx="973879" cy="576023"/>
                <a:chOff x="5831367" y="5410440"/>
                <a:chExt cx="1211934" cy="576023"/>
              </a:xfrm>
            </p:grpSpPr>
            <p:pic>
              <p:nvPicPr>
                <p:cNvPr id="11" name="Picture 10">
                  <a:extLst>
                    <a:ext uri="{FF2B5EF4-FFF2-40B4-BE49-F238E27FC236}">
                      <a16:creationId xmlns:a16="http://schemas.microsoft.com/office/drawing/2014/main" id="{8B6997B1-491B-46BE-871E-CD6F6342953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 rot="4869810">
                  <a:off x="6357807" y="4952295"/>
                  <a:ext cx="227350" cy="1143639"/>
                </a:xfrm>
                <a:prstGeom prst="rect">
                  <a:avLst/>
                </a:prstGeom>
              </p:spPr>
            </p:pic>
            <p:pic>
              <p:nvPicPr>
                <p:cNvPr id="126" name="Picture 125">
                  <a:extLst>
                    <a:ext uri="{FF2B5EF4-FFF2-40B4-BE49-F238E27FC236}">
                      <a16:creationId xmlns:a16="http://schemas.microsoft.com/office/drawing/2014/main" id="{CBD240CA-B514-4D9B-B1D1-E9CC39E5882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 rot="4869810">
                  <a:off x="6289512" y="5300968"/>
                  <a:ext cx="227350" cy="1143639"/>
                </a:xfrm>
                <a:prstGeom prst="rect">
                  <a:avLst/>
                </a:prstGeom>
              </p:spPr>
            </p:pic>
          </p:grpSp>
          <p:pic>
            <p:nvPicPr>
              <p:cNvPr id="125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9B77922C-45CA-42C7-808F-B97F22D15AC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037055" y="5227676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17590C5C-CCB0-B66C-1E82-95ABE10CA195}"/>
              </a:ext>
            </a:extLst>
          </p:cNvPr>
          <p:cNvGrpSpPr/>
          <p:nvPr/>
        </p:nvGrpSpPr>
        <p:grpSpPr>
          <a:xfrm>
            <a:off x="9662760" y="492200"/>
            <a:ext cx="1042416" cy="1024128"/>
            <a:chOff x="423110" y="905612"/>
            <a:chExt cx="1530220" cy="150456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C390F56-075B-409A-82A1-E0B09CCEA445}"/>
                </a:ext>
              </a:extLst>
            </p:cNvPr>
            <p:cNvGrpSpPr/>
            <p:nvPr/>
          </p:nvGrpSpPr>
          <p:grpSpPr>
            <a:xfrm>
              <a:off x="423110" y="905612"/>
              <a:ext cx="1530220" cy="1504560"/>
              <a:chOff x="475862" y="905612"/>
              <a:chExt cx="1530220" cy="150456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9A06361-F844-4531-A029-5CDF5D2E6E19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" name="Flowchart: Delay 1">
                <a:extLst>
                  <a:ext uri="{FF2B5EF4-FFF2-40B4-BE49-F238E27FC236}">
                    <a16:creationId xmlns:a16="http://schemas.microsoft.com/office/drawing/2014/main" id="{8257CD2E-EC55-4CEE-8E87-537B73D1B257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2B6C8A58-4764-4364-8302-AB8B525FF333}"/>
                </a:ext>
              </a:extLst>
            </p:cNvPr>
            <p:cNvGrpSpPr/>
            <p:nvPr/>
          </p:nvGrpSpPr>
          <p:grpSpPr>
            <a:xfrm>
              <a:off x="656989" y="1287281"/>
              <a:ext cx="1140155" cy="944387"/>
              <a:chOff x="4090995" y="5062200"/>
              <a:chExt cx="1140155" cy="944387"/>
            </a:xfrm>
          </p:grpSpPr>
          <p:grpSp>
            <p:nvGrpSpPr>
              <p:cNvPr id="127" name="Group 126">
                <a:extLst>
                  <a:ext uri="{FF2B5EF4-FFF2-40B4-BE49-F238E27FC236}">
                    <a16:creationId xmlns:a16="http://schemas.microsoft.com/office/drawing/2014/main" id="{9D9EFD8B-339D-486E-BCE9-6E56E3543B4F}"/>
                  </a:ext>
                </a:extLst>
              </p:cNvPr>
              <p:cNvGrpSpPr/>
              <p:nvPr/>
            </p:nvGrpSpPr>
            <p:grpSpPr>
              <a:xfrm rot="284745">
                <a:off x="4111529" y="5456934"/>
                <a:ext cx="1002690" cy="412380"/>
                <a:chOff x="2676525" y="1935534"/>
                <a:chExt cx="6838950" cy="2812678"/>
              </a:xfrm>
            </p:grpSpPr>
            <p:pic>
              <p:nvPicPr>
                <p:cNvPr id="131" name="Picture 130">
                  <a:extLst>
                    <a:ext uri="{FF2B5EF4-FFF2-40B4-BE49-F238E27FC236}">
                      <a16:creationId xmlns:a16="http://schemas.microsoft.com/office/drawing/2014/main" id="{5DBF9683-7BC4-47CF-A7B3-89C15A1B4A8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676525" y="2109787"/>
                  <a:ext cx="6838950" cy="2638425"/>
                </a:xfrm>
                <a:prstGeom prst="rect">
                  <a:avLst/>
                </a:prstGeom>
              </p:spPr>
            </p:pic>
            <p:sp>
              <p:nvSpPr>
                <p:cNvPr id="132" name="Freeform: Shape 131">
                  <a:extLst>
                    <a:ext uri="{FF2B5EF4-FFF2-40B4-BE49-F238E27FC236}">
                      <a16:creationId xmlns:a16="http://schemas.microsoft.com/office/drawing/2014/main" id="{05446D75-BF51-48EE-A497-2F3D188DF60B}"/>
                    </a:ext>
                  </a:extLst>
                </p:cNvPr>
                <p:cNvSpPr/>
                <p:nvPr/>
              </p:nvSpPr>
              <p:spPr>
                <a:xfrm rot="21316495" flipH="1">
                  <a:off x="7325852" y="1935534"/>
                  <a:ext cx="676290" cy="602327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3" name="Freeform: Shape 132">
                  <a:extLst>
                    <a:ext uri="{FF2B5EF4-FFF2-40B4-BE49-F238E27FC236}">
                      <a16:creationId xmlns:a16="http://schemas.microsoft.com/office/drawing/2014/main" id="{99723C97-833F-4CCD-8833-BC4E4D6B29FA}"/>
                    </a:ext>
                  </a:extLst>
                </p:cNvPr>
                <p:cNvSpPr/>
                <p:nvPr/>
              </p:nvSpPr>
              <p:spPr>
                <a:xfrm rot="21173588" flipH="1">
                  <a:off x="6964047" y="2008805"/>
                  <a:ext cx="676290" cy="602327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" name="Freeform: Shape 164">
                  <a:extLst>
                    <a:ext uri="{FF2B5EF4-FFF2-40B4-BE49-F238E27FC236}">
                      <a16:creationId xmlns:a16="http://schemas.microsoft.com/office/drawing/2014/main" id="{AFE94B2F-91C3-4114-BCE3-F70A7E18F7C4}"/>
                    </a:ext>
                  </a:extLst>
                </p:cNvPr>
                <p:cNvSpPr/>
                <p:nvPr/>
              </p:nvSpPr>
              <p:spPr>
                <a:xfrm rot="21047560" flipH="1">
                  <a:off x="6669360" y="2162000"/>
                  <a:ext cx="676290" cy="602327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6" name="Freeform: Shape 165">
                  <a:extLst>
                    <a:ext uri="{FF2B5EF4-FFF2-40B4-BE49-F238E27FC236}">
                      <a16:creationId xmlns:a16="http://schemas.microsoft.com/office/drawing/2014/main" id="{C645638B-8ED0-4EA1-AE49-759F08640460}"/>
                    </a:ext>
                  </a:extLst>
                </p:cNvPr>
                <p:cNvSpPr/>
                <p:nvPr/>
              </p:nvSpPr>
              <p:spPr>
                <a:xfrm rot="21103619" flipH="1">
                  <a:off x="6450315" y="2349899"/>
                  <a:ext cx="676290" cy="602327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67" name="Freeform: Shape 166">
                  <a:extLst>
                    <a:ext uri="{FF2B5EF4-FFF2-40B4-BE49-F238E27FC236}">
                      <a16:creationId xmlns:a16="http://schemas.microsoft.com/office/drawing/2014/main" id="{258B5E6F-0FCB-41D9-8593-D9494E76508D}"/>
                    </a:ext>
                  </a:extLst>
                </p:cNvPr>
                <p:cNvSpPr/>
                <p:nvPr/>
              </p:nvSpPr>
              <p:spPr>
                <a:xfrm rot="20920544" flipH="1">
                  <a:off x="5473029" y="2505529"/>
                  <a:ext cx="473891" cy="427431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" name="Freeform: Shape 167">
                  <a:extLst>
                    <a:ext uri="{FF2B5EF4-FFF2-40B4-BE49-F238E27FC236}">
                      <a16:creationId xmlns:a16="http://schemas.microsoft.com/office/drawing/2014/main" id="{C62C8BA4-C36B-4C43-B51A-45D5DEF87DAB}"/>
                    </a:ext>
                  </a:extLst>
                </p:cNvPr>
                <p:cNvSpPr/>
                <p:nvPr/>
              </p:nvSpPr>
              <p:spPr>
                <a:xfrm rot="20920544" flipH="1">
                  <a:off x="5249968" y="2584232"/>
                  <a:ext cx="473891" cy="427431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" name="Freeform: Shape 168">
                  <a:extLst>
                    <a:ext uri="{FF2B5EF4-FFF2-40B4-BE49-F238E27FC236}">
                      <a16:creationId xmlns:a16="http://schemas.microsoft.com/office/drawing/2014/main" id="{0D9E5DEB-7C1D-4A64-BEEF-796ED1F66A7F}"/>
                    </a:ext>
                  </a:extLst>
                </p:cNvPr>
                <p:cNvSpPr/>
                <p:nvPr/>
              </p:nvSpPr>
              <p:spPr>
                <a:xfrm rot="20920544" flipH="1">
                  <a:off x="5006555" y="2663340"/>
                  <a:ext cx="473891" cy="427431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0" name="Freeform: Shape 169">
                  <a:extLst>
                    <a:ext uri="{FF2B5EF4-FFF2-40B4-BE49-F238E27FC236}">
                      <a16:creationId xmlns:a16="http://schemas.microsoft.com/office/drawing/2014/main" id="{31766E0A-E826-435D-A0C1-050152A025BE}"/>
                    </a:ext>
                  </a:extLst>
                </p:cNvPr>
                <p:cNvSpPr/>
                <p:nvPr/>
              </p:nvSpPr>
              <p:spPr>
                <a:xfrm rot="20920544" flipH="1">
                  <a:off x="4803466" y="2742448"/>
                  <a:ext cx="473891" cy="427431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171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5D6A81F4-F26A-4996-B329-71242037673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90995" y="5197757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3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DA7D9E30-FF1B-489A-A59D-EB312D965EE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404070" y="5062200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4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13656C8E-C2C2-4B9A-922A-80B9E33D2A1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722698" y="5155814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5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FBE26DDD-492E-44AB-A052-C3A65F3667A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11078" y="5702108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6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3A658E3B-7D4A-4E11-9186-8DF29FD33A1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926670" y="5659710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F72A27A4-30AE-3F96-74E8-4E00C58E37EB}"/>
              </a:ext>
            </a:extLst>
          </p:cNvPr>
          <p:cNvGrpSpPr/>
          <p:nvPr/>
        </p:nvGrpSpPr>
        <p:grpSpPr>
          <a:xfrm>
            <a:off x="2467144" y="478696"/>
            <a:ext cx="1042416" cy="1024128"/>
            <a:chOff x="10403953" y="4059286"/>
            <a:chExt cx="1527048" cy="1508760"/>
          </a:xfrm>
        </p:grpSpPr>
        <p:pic>
          <p:nvPicPr>
            <p:cNvPr id="172" name="Picture 171">
              <a:extLst>
                <a:ext uri="{FF2B5EF4-FFF2-40B4-BE49-F238E27FC236}">
                  <a16:creationId xmlns:a16="http://schemas.microsoft.com/office/drawing/2014/main" id="{C66B7F71-22A1-E840-6270-54A3FB77D8A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20631382">
              <a:off x="10877820" y="4453518"/>
              <a:ext cx="637327" cy="1010989"/>
            </a:xfrm>
            <a:prstGeom prst="rect">
              <a:avLst/>
            </a:prstGeom>
          </p:spPr>
        </p:pic>
        <p:grpSp>
          <p:nvGrpSpPr>
            <p:cNvPr id="160" name="Group 159">
              <a:extLst>
                <a:ext uri="{FF2B5EF4-FFF2-40B4-BE49-F238E27FC236}">
                  <a16:creationId xmlns:a16="http://schemas.microsoft.com/office/drawing/2014/main" id="{370826AD-BE13-AF66-27BA-7DFCC02469B2}"/>
                </a:ext>
              </a:extLst>
            </p:cNvPr>
            <p:cNvGrpSpPr/>
            <p:nvPr/>
          </p:nvGrpSpPr>
          <p:grpSpPr>
            <a:xfrm>
              <a:off x="10403953" y="4059286"/>
              <a:ext cx="1527048" cy="1508760"/>
              <a:chOff x="475862" y="905612"/>
              <a:chExt cx="1530220" cy="1504560"/>
            </a:xfrm>
          </p:grpSpPr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5CD45D72-474D-0F4A-7497-B885D0D29392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4" name="Flowchart: Delay 163">
                <a:extLst>
                  <a:ext uri="{FF2B5EF4-FFF2-40B4-BE49-F238E27FC236}">
                    <a16:creationId xmlns:a16="http://schemas.microsoft.com/office/drawing/2014/main" id="{630B8509-5B0C-EC3D-E3AC-33C5D26E7ECF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567DEB3D-C4D3-ACE2-3708-642D10679789}"/>
              </a:ext>
            </a:extLst>
          </p:cNvPr>
          <p:cNvGrpSpPr/>
          <p:nvPr/>
        </p:nvGrpSpPr>
        <p:grpSpPr>
          <a:xfrm>
            <a:off x="95772" y="478696"/>
            <a:ext cx="1042416" cy="1024128"/>
            <a:chOff x="4203656" y="3104446"/>
            <a:chExt cx="1527048" cy="1508760"/>
          </a:xfrm>
        </p:grpSpPr>
        <p:grpSp>
          <p:nvGrpSpPr>
            <p:cNvPr id="179" name="Group 178">
              <a:extLst>
                <a:ext uri="{FF2B5EF4-FFF2-40B4-BE49-F238E27FC236}">
                  <a16:creationId xmlns:a16="http://schemas.microsoft.com/office/drawing/2014/main" id="{01EA14CD-2E87-4E62-9261-794D26E8B734}"/>
                </a:ext>
              </a:extLst>
            </p:cNvPr>
            <p:cNvGrpSpPr/>
            <p:nvPr/>
          </p:nvGrpSpPr>
          <p:grpSpPr>
            <a:xfrm>
              <a:off x="4203656" y="3104446"/>
              <a:ext cx="1527048" cy="1508760"/>
              <a:chOff x="475862" y="905612"/>
              <a:chExt cx="1530220" cy="1504560"/>
            </a:xfrm>
          </p:grpSpPr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E5C950D4-AABC-9742-26EC-0B663D609CD4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Flowchart: Delay 183">
                <a:extLst>
                  <a:ext uri="{FF2B5EF4-FFF2-40B4-BE49-F238E27FC236}">
                    <a16:creationId xmlns:a16="http://schemas.microsoft.com/office/drawing/2014/main" id="{A6688122-17B5-BFF2-09A1-7B856604462D}"/>
                  </a:ext>
                </a:extLst>
              </p:cNvPr>
              <p:cNvSpPr/>
              <p:nvPr/>
            </p:nvSpPr>
            <p:spPr>
              <a:xfrm rot="16200000">
                <a:off x="642694" y="1175339"/>
                <a:ext cx="1214140" cy="1176013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81" name="Picture 180">
              <a:extLst>
                <a:ext uri="{FF2B5EF4-FFF2-40B4-BE49-F238E27FC236}">
                  <a16:creationId xmlns:a16="http://schemas.microsoft.com/office/drawing/2014/main" id="{6E997806-0BAB-C7F6-54C7-0DD90A8CE81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0800000" flipH="1">
              <a:off x="4650022" y="3595321"/>
              <a:ext cx="212245" cy="789526"/>
            </a:xfrm>
            <a:prstGeom prst="rect">
              <a:avLst/>
            </a:prstGeom>
          </p:spPr>
        </p:pic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9B27A3F6-7C1A-585C-2A52-77ECFA712738}"/>
                </a:ext>
              </a:extLst>
            </p:cNvPr>
            <p:cNvGrpSpPr/>
            <p:nvPr/>
          </p:nvGrpSpPr>
          <p:grpSpPr>
            <a:xfrm>
              <a:off x="4862267" y="3816745"/>
              <a:ext cx="442103" cy="549642"/>
              <a:chOff x="6391816" y="829908"/>
              <a:chExt cx="1389375" cy="1727331"/>
            </a:xfrm>
          </p:grpSpPr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5E46F39E-DB85-3867-1DAC-F5C213C701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391816" y="829908"/>
                <a:ext cx="1389375" cy="1727331"/>
              </a:xfrm>
              <a:prstGeom prst="rect">
                <a:avLst/>
              </a:prstGeom>
            </p:spPr>
          </p:pic>
          <p:pic>
            <p:nvPicPr>
              <p:cNvPr id="177" name="Picture 6" descr="Black demon mask Royalty Free Vector Image - VectorStock">
                <a:extLst>
                  <a:ext uri="{FF2B5EF4-FFF2-40B4-BE49-F238E27FC236}">
                    <a16:creationId xmlns:a16="http://schemas.microsoft.com/office/drawing/2014/main" id="{11C25E92-15C3-0E7D-47C6-6E795DC768C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58" t="3076" r="5741" b="21026"/>
              <a:stretch/>
            </p:blipFill>
            <p:spPr bwMode="auto">
              <a:xfrm>
                <a:off x="6708796" y="1308587"/>
                <a:ext cx="735728" cy="7191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7191974-7C20-72E2-1112-15F667E9E91C}"/>
              </a:ext>
            </a:extLst>
          </p:cNvPr>
          <p:cNvGrpSpPr/>
          <p:nvPr/>
        </p:nvGrpSpPr>
        <p:grpSpPr>
          <a:xfrm>
            <a:off x="1281458" y="478696"/>
            <a:ext cx="1042416" cy="1024128"/>
            <a:chOff x="7096667" y="3979652"/>
            <a:chExt cx="1527048" cy="1508760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16B5A9A9-A1EA-F450-EF04-6FAA05327F02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 rot="1751473">
              <a:off x="7488695" y="4322742"/>
              <a:ext cx="392895" cy="1089538"/>
            </a:xfrm>
            <a:prstGeom prst="rect">
              <a:avLst/>
            </a:prstGeom>
          </p:spPr>
        </p:pic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B1EC21E5-0D41-56C4-1919-B2DCCA1CB561}"/>
                </a:ext>
              </a:extLst>
            </p:cNvPr>
            <p:cNvGrpSpPr/>
            <p:nvPr/>
          </p:nvGrpSpPr>
          <p:grpSpPr>
            <a:xfrm>
              <a:off x="7096667" y="3979652"/>
              <a:ext cx="1527048" cy="1508760"/>
              <a:chOff x="475862" y="905612"/>
              <a:chExt cx="1530220" cy="1504560"/>
            </a:xfrm>
          </p:grpSpPr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D66915FF-F1CD-244D-A93D-64AC4C469057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Flowchart: Delay 190">
                <a:extLst>
                  <a:ext uri="{FF2B5EF4-FFF2-40B4-BE49-F238E27FC236}">
                    <a16:creationId xmlns:a16="http://schemas.microsoft.com/office/drawing/2014/main" id="{8204C701-119D-8841-B51A-018FBBC19C9F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8" name="Group 177">
              <a:extLst>
                <a:ext uri="{FF2B5EF4-FFF2-40B4-BE49-F238E27FC236}">
                  <a16:creationId xmlns:a16="http://schemas.microsoft.com/office/drawing/2014/main" id="{D10675BD-22C5-8C47-8191-A172C3E3A7E9}"/>
                </a:ext>
              </a:extLst>
            </p:cNvPr>
            <p:cNvGrpSpPr/>
            <p:nvPr/>
          </p:nvGrpSpPr>
          <p:grpSpPr>
            <a:xfrm>
              <a:off x="7760713" y="4742630"/>
              <a:ext cx="442103" cy="549642"/>
              <a:chOff x="6391816" y="829908"/>
              <a:chExt cx="1389375" cy="1727331"/>
            </a:xfrm>
          </p:grpSpPr>
          <p:pic>
            <p:nvPicPr>
              <p:cNvPr id="180" name="Picture 179">
                <a:extLst>
                  <a:ext uri="{FF2B5EF4-FFF2-40B4-BE49-F238E27FC236}">
                    <a16:creationId xmlns:a16="http://schemas.microsoft.com/office/drawing/2014/main" id="{B09D23CD-6DB8-587D-B8E5-337EE03F39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391816" y="829908"/>
                <a:ext cx="1389375" cy="1727331"/>
              </a:xfrm>
              <a:prstGeom prst="rect">
                <a:avLst/>
              </a:prstGeom>
            </p:spPr>
          </p:pic>
          <p:pic>
            <p:nvPicPr>
              <p:cNvPr id="182" name="Picture 6" descr="Black demon mask Royalty Free Vector Image - VectorStock">
                <a:extLst>
                  <a:ext uri="{FF2B5EF4-FFF2-40B4-BE49-F238E27FC236}">
                    <a16:creationId xmlns:a16="http://schemas.microsoft.com/office/drawing/2014/main" id="{79645FBE-3233-4FD8-7489-C8AD8F8A7B8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58" t="3076" r="5741" b="21026"/>
              <a:stretch/>
            </p:blipFill>
            <p:spPr bwMode="auto">
              <a:xfrm>
                <a:off x="6708796" y="1308587"/>
                <a:ext cx="735728" cy="7191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C3533DC-8F1E-5846-EACE-92178FD5EF58}"/>
              </a:ext>
            </a:extLst>
          </p:cNvPr>
          <p:cNvGrpSpPr/>
          <p:nvPr/>
        </p:nvGrpSpPr>
        <p:grpSpPr>
          <a:xfrm>
            <a:off x="3658381" y="1657526"/>
            <a:ext cx="1042416" cy="1024128"/>
            <a:chOff x="5955132" y="1374713"/>
            <a:chExt cx="1600200" cy="1508760"/>
          </a:xfrm>
        </p:grpSpPr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63539E5F-1B8F-FF87-28AD-51C319B5437C}"/>
                </a:ext>
              </a:extLst>
            </p:cNvPr>
            <p:cNvGrpSpPr/>
            <p:nvPr/>
          </p:nvGrpSpPr>
          <p:grpSpPr>
            <a:xfrm>
              <a:off x="6357806" y="2007598"/>
              <a:ext cx="1028164" cy="808170"/>
              <a:chOff x="6037055" y="5227676"/>
              <a:chExt cx="973879" cy="798280"/>
            </a:xfrm>
          </p:grpSpPr>
          <p:grpSp>
            <p:nvGrpSpPr>
              <p:cNvPr id="192" name="Group 191">
                <a:extLst>
                  <a:ext uri="{FF2B5EF4-FFF2-40B4-BE49-F238E27FC236}">
                    <a16:creationId xmlns:a16="http://schemas.microsoft.com/office/drawing/2014/main" id="{4631CD73-1E04-2604-7690-FD94E0267213}"/>
                  </a:ext>
                </a:extLst>
              </p:cNvPr>
              <p:cNvGrpSpPr/>
              <p:nvPr/>
            </p:nvGrpSpPr>
            <p:grpSpPr>
              <a:xfrm>
                <a:off x="6037055" y="5407084"/>
                <a:ext cx="973879" cy="576023"/>
                <a:chOff x="5831367" y="5410440"/>
                <a:chExt cx="1211934" cy="576023"/>
              </a:xfrm>
            </p:grpSpPr>
            <p:pic>
              <p:nvPicPr>
                <p:cNvPr id="194" name="Picture 193">
                  <a:extLst>
                    <a:ext uri="{FF2B5EF4-FFF2-40B4-BE49-F238E27FC236}">
                      <a16:creationId xmlns:a16="http://schemas.microsoft.com/office/drawing/2014/main" id="{F10C47F4-027A-2448-3944-CFD323D9749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 rot="4869810">
                  <a:off x="6357807" y="4952295"/>
                  <a:ext cx="227350" cy="1143639"/>
                </a:xfrm>
                <a:prstGeom prst="rect">
                  <a:avLst/>
                </a:prstGeom>
              </p:spPr>
            </p:pic>
            <p:pic>
              <p:nvPicPr>
                <p:cNvPr id="195" name="Picture 194">
                  <a:extLst>
                    <a:ext uri="{FF2B5EF4-FFF2-40B4-BE49-F238E27FC236}">
                      <a16:creationId xmlns:a16="http://schemas.microsoft.com/office/drawing/2014/main" id="{359C8AF1-FB45-1E1A-1796-741A2FB3454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 rot="4869810">
                  <a:off x="6289512" y="5300968"/>
                  <a:ext cx="227350" cy="1143639"/>
                </a:xfrm>
                <a:prstGeom prst="rect">
                  <a:avLst/>
                </a:prstGeom>
              </p:spPr>
            </p:pic>
          </p:grpSp>
          <p:pic>
            <p:nvPicPr>
              <p:cNvPr id="193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17C694FE-62D4-C51A-DAE0-DA77FFC1A88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037055" y="5227676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87" name="Group 186">
              <a:extLst>
                <a:ext uri="{FF2B5EF4-FFF2-40B4-BE49-F238E27FC236}">
                  <a16:creationId xmlns:a16="http://schemas.microsoft.com/office/drawing/2014/main" id="{24FDBCB9-A4D0-CF40-F076-7546F6BF80A0}"/>
                </a:ext>
              </a:extLst>
            </p:cNvPr>
            <p:cNvGrpSpPr/>
            <p:nvPr/>
          </p:nvGrpSpPr>
          <p:grpSpPr>
            <a:xfrm>
              <a:off x="5955132" y="1374713"/>
              <a:ext cx="1600200" cy="1508760"/>
              <a:chOff x="475862" y="905612"/>
              <a:chExt cx="1530220" cy="1504560"/>
            </a:xfrm>
          </p:grpSpPr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28711FD2-EA24-86A4-CAB9-1754F430683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Flowchart: Delay 196">
                <a:extLst>
                  <a:ext uri="{FF2B5EF4-FFF2-40B4-BE49-F238E27FC236}">
                    <a16:creationId xmlns:a16="http://schemas.microsoft.com/office/drawing/2014/main" id="{D28B7C2F-8E62-3B10-4A25-256F987EAFA3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98" name="Star: 6 Points 197">
              <a:extLst>
                <a:ext uri="{FF2B5EF4-FFF2-40B4-BE49-F238E27FC236}">
                  <a16:creationId xmlns:a16="http://schemas.microsoft.com/office/drawing/2014/main" id="{91A01053-719B-B0E7-21F3-10E4CA8C5B2D}"/>
                </a:ext>
              </a:extLst>
            </p:cNvPr>
            <p:cNvSpPr/>
            <p:nvPr/>
          </p:nvSpPr>
          <p:spPr>
            <a:xfrm>
              <a:off x="6621533" y="1680998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4377766-2B58-5B43-C1B1-3925540A9C09}"/>
              </a:ext>
            </a:extLst>
          </p:cNvPr>
          <p:cNvGrpSpPr/>
          <p:nvPr/>
        </p:nvGrpSpPr>
        <p:grpSpPr>
          <a:xfrm>
            <a:off x="7264212" y="492215"/>
            <a:ext cx="1042416" cy="1024128"/>
            <a:chOff x="4733373" y="806850"/>
            <a:chExt cx="1532864" cy="1505972"/>
          </a:xfrm>
        </p:grpSpPr>
        <p:grpSp>
          <p:nvGrpSpPr>
            <p:cNvPr id="200" name="Group 199">
              <a:extLst>
                <a:ext uri="{FF2B5EF4-FFF2-40B4-BE49-F238E27FC236}">
                  <a16:creationId xmlns:a16="http://schemas.microsoft.com/office/drawing/2014/main" id="{4BE5C897-DE4C-6D89-420F-899615642A8E}"/>
                </a:ext>
              </a:extLst>
            </p:cNvPr>
            <p:cNvGrpSpPr/>
            <p:nvPr/>
          </p:nvGrpSpPr>
          <p:grpSpPr>
            <a:xfrm>
              <a:off x="5111438" y="1454528"/>
              <a:ext cx="837508" cy="770537"/>
              <a:chOff x="1312656" y="4916258"/>
              <a:chExt cx="1131044" cy="1033613"/>
            </a:xfrm>
          </p:grpSpPr>
          <p:pic>
            <p:nvPicPr>
              <p:cNvPr id="204" name="Picture 203">
                <a:extLst>
                  <a:ext uri="{FF2B5EF4-FFF2-40B4-BE49-F238E27FC236}">
                    <a16:creationId xmlns:a16="http://schemas.microsoft.com/office/drawing/2014/main" id="{FE49B388-5DEB-5A4C-CABA-698358EA58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20631382">
                <a:off x="1312656" y="4916258"/>
                <a:ext cx="579620" cy="908129"/>
              </a:xfrm>
              <a:prstGeom prst="rect">
                <a:avLst/>
              </a:prstGeom>
            </p:spPr>
          </p:pic>
          <p:pic>
            <p:nvPicPr>
              <p:cNvPr id="205" name="Picture 204">
                <a:extLst>
                  <a:ext uri="{FF2B5EF4-FFF2-40B4-BE49-F238E27FC236}">
                    <a16:creationId xmlns:a16="http://schemas.microsoft.com/office/drawing/2014/main" id="{5B0BBFC5-4170-AB96-0B81-BDFE64E250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77114" y="527663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201" name="Group 200">
              <a:extLst>
                <a:ext uri="{FF2B5EF4-FFF2-40B4-BE49-F238E27FC236}">
                  <a16:creationId xmlns:a16="http://schemas.microsoft.com/office/drawing/2014/main" id="{EFF9A808-7803-2B8D-E1B8-3B558B569B06}"/>
                </a:ext>
              </a:extLst>
            </p:cNvPr>
            <p:cNvGrpSpPr/>
            <p:nvPr/>
          </p:nvGrpSpPr>
          <p:grpSpPr>
            <a:xfrm>
              <a:off x="4733373" y="806850"/>
              <a:ext cx="1532864" cy="1505972"/>
              <a:chOff x="475862" y="905612"/>
              <a:chExt cx="1530220" cy="1504560"/>
            </a:xfrm>
          </p:grpSpPr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AA00A9FB-3DDA-34A6-3843-0561F4FC581B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3" name="Flowchart: Delay 202">
                <a:extLst>
                  <a:ext uri="{FF2B5EF4-FFF2-40B4-BE49-F238E27FC236}">
                    <a16:creationId xmlns:a16="http://schemas.microsoft.com/office/drawing/2014/main" id="{CFE8FA15-2805-E2BB-F166-CAD68F71399C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06" name="Star: 6 Points 205">
              <a:extLst>
                <a:ext uri="{FF2B5EF4-FFF2-40B4-BE49-F238E27FC236}">
                  <a16:creationId xmlns:a16="http://schemas.microsoft.com/office/drawing/2014/main" id="{E618B7A1-9D2C-25D6-4889-5D0131A8F401}"/>
                </a:ext>
              </a:extLst>
            </p:cNvPr>
            <p:cNvSpPr/>
            <p:nvPr/>
          </p:nvSpPr>
          <p:spPr>
            <a:xfrm>
              <a:off x="5360826" y="1096331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0274803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D68B64-A440-4586-873A-2C018D9A54B1}"/>
              </a:ext>
            </a:extLst>
          </p:cNvPr>
          <p:cNvSpPr txBox="1"/>
          <p:nvPr/>
        </p:nvSpPr>
        <p:spPr>
          <a:xfrm>
            <a:off x="188462" y="114301"/>
            <a:ext cx="1181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Dimwoods</a:t>
            </a:r>
            <a:endParaRPr lang="en-US" dirty="0"/>
          </a:p>
        </p:txBody>
      </p: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C6CF029E-87C0-601A-2959-AC8B9EB5A903}"/>
              </a:ext>
            </a:extLst>
          </p:cNvPr>
          <p:cNvGrpSpPr/>
          <p:nvPr/>
        </p:nvGrpSpPr>
        <p:grpSpPr>
          <a:xfrm>
            <a:off x="7198312" y="548088"/>
            <a:ext cx="1042416" cy="1024128"/>
            <a:chOff x="7510982" y="905612"/>
            <a:chExt cx="1530220" cy="1504560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893A3407-9AB8-46F8-A1DD-3D52F4AF752D}"/>
                </a:ext>
              </a:extLst>
            </p:cNvPr>
            <p:cNvGrpSpPr/>
            <p:nvPr/>
          </p:nvGrpSpPr>
          <p:grpSpPr>
            <a:xfrm>
              <a:off x="7785498" y="1295721"/>
              <a:ext cx="1032257" cy="1031680"/>
              <a:chOff x="7785498" y="1295721"/>
              <a:chExt cx="1032257" cy="1031680"/>
            </a:xfrm>
          </p:grpSpPr>
          <p:grpSp>
            <p:nvGrpSpPr>
              <p:cNvPr id="67" name="Group 66">
                <a:extLst>
                  <a:ext uri="{FF2B5EF4-FFF2-40B4-BE49-F238E27FC236}">
                    <a16:creationId xmlns:a16="http://schemas.microsoft.com/office/drawing/2014/main" id="{627CB458-9343-4653-AA17-183B47D793FC}"/>
                  </a:ext>
                </a:extLst>
              </p:cNvPr>
              <p:cNvGrpSpPr/>
              <p:nvPr/>
            </p:nvGrpSpPr>
            <p:grpSpPr>
              <a:xfrm>
                <a:off x="7785498" y="1295721"/>
                <a:ext cx="224894" cy="458529"/>
                <a:chOff x="1671579" y="3879426"/>
                <a:chExt cx="609600" cy="896782"/>
              </a:xfrm>
            </p:grpSpPr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48A568DB-8D87-4C4E-A330-9B47BD5A5D30}"/>
                    </a:ext>
                  </a:extLst>
                </p:cNvPr>
                <p:cNvSpPr/>
                <p:nvPr/>
              </p:nvSpPr>
              <p:spPr>
                <a:xfrm rot="2311362">
                  <a:off x="1817486" y="3879426"/>
                  <a:ext cx="132212" cy="31143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3BEB9838-ABB0-4514-B995-B5F9DED8ED2D}"/>
                    </a:ext>
                  </a:extLst>
                </p:cNvPr>
                <p:cNvSpPr/>
                <p:nvPr/>
              </p:nvSpPr>
              <p:spPr>
                <a:xfrm rot="19763709">
                  <a:off x="1792679" y="4464272"/>
                  <a:ext cx="126736" cy="31193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0" name="Arrow: Right 69">
                  <a:extLst>
                    <a:ext uri="{FF2B5EF4-FFF2-40B4-BE49-F238E27FC236}">
                      <a16:creationId xmlns:a16="http://schemas.microsoft.com/office/drawing/2014/main" id="{EE069AC4-4DD3-4C5B-AF84-52A91E3D5655}"/>
                    </a:ext>
                  </a:extLst>
                </p:cNvPr>
                <p:cNvSpPr/>
                <p:nvPr/>
              </p:nvSpPr>
              <p:spPr>
                <a:xfrm rot="10800000">
                  <a:off x="1671579" y="4268791"/>
                  <a:ext cx="609600" cy="114300"/>
                </a:xfrm>
                <a:prstGeom prst="rightArrow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63" name="Group 62">
                <a:extLst>
                  <a:ext uri="{FF2B5EF4-FFF2-40B4-BE49-F238E27FC236}">
                    <a16:creationId xmlns:a16="http://schemas.microsoft.com/office/drawing/2014/main" id="{6503DDC9-0A72-45C6-BB39-0BDCC2D0880B}"/>
                  </a:ext>
                </a:extLst>
              </p:cNvPr>
              <p:cNvGrpSpPr/>
              <p:nvPr/>
            </p:nvGrpSpPr>
            <p:grpSpPr>
              <a:xfrm>
                <a:off x="8027533" y="1417306"/>
                <a:ext cx="790222" cy="910095"/>
                <a:chOff x="4336171" y="5052482"/>
                <a:chExt cx="790222" cy="910095"/>
              </a:xfrm>
            </p:grpSpPr>
            <p:pic>
              <p:nvPicPr>
                <p:cNvPr id="55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CB3C43D7-6DEF-41E9-9CF3-01DF164E926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56" name="Picture 55">
                  <a:extLst>
                    <a:ext uri="{FF2B5EF4-FFF2-40B4-BE49-F238E27FC236}">
                      <a16:creationId xmlns:a16="http://schemas.microsoft.com/office/drawing/2014/main" id="{D9F364BE-64F0-488C-A3DB-B391646B96B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37E50526-039C-4E3F-B938-804D47D169BD}"/>
                </a:ext>
              </a:extLst>
            </p:cNvPr>
            <p:cNvGrpSpPr/>
            <p:nvPr/>
          </p:nvGrpSpPr>
          <p:grpSpPr>
            <a:xfrm>
              <a:off x="7510982" y="905612"/>
              <a:ext cx="1530220" cy="1504560"/>
              <a:chOff x="516782" y="905612"/>
              <a:chExt cx="1530220" cy="1504560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999B2617-3C1D-4396-91B2-976B412E0B1C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Wave 18">
                <a:extLst>
                  <a:ext uri="{FF2B5EF4-FFF2-40B4-BE49-F238E27FC236}">
                    <a16:creationId xmlns:a16="http://schemas.microsoft.com/office/drawing/2014/main" id="{DBE0BAB5-3B92-4A6F-B968-22F035954E9E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6CAD9B0A-11F3-4F8F-9F5E-53E165597B6D}"/>
              </a:ext>
            </a:extLst>
          </p:cNvPr>
          <p:cNvGrpSpPr/>
          <p:nvPr/>
        </p:nvGrpSpPr>
        <p:grpSpPr>
          <a:xfrm>
            <a:off x="9582996" y="548088"/>
            <a:ext cx="1042416" cy="1024128"/>
            <a:chOff x="9259532" y="905612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2EBF910C-A5F4-42C6-A1B3-3ECD318DE684}"/>
                </a:ext>
              </a:extLst>
            </p:cNvPr>
            <p:cNvGrpSpPr/>
            <p:nvPr/>
          </p:nvGrpSpPr>
          <p:grpSpPr>
            <a:xfrm>
              <a:off x="9526786" y="1303522"/>
              <a:ext cx="1057780" cy="1019709"/>
              <a:chOff x="9526786" y="1303522"/>
              <a:chExt cx="1057780" cy="1019709"/>
            </a:xfrm>
          </p:grpSpPr>
          <p:pic>
            <p:nvPicPr>
              <p:cNvPr id="62" name="Picture 61">
                <a:extLst>
                  <a:ext uri="{FF2B5EF4-FFF2-40B4-BE49-F238E27FC236}">
                    <a16:creationId xmlns:a16="http://schemas.microsoft.com/office/drawing/2014/main" id="{EFC14780-D566-4105-94DC-B61A02662B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526786" y="1303522"/>
                <a:ext cx="218634" cy="346258"/>
              </a:xfrm>
              <a:prstGeom prst="rect">
                <a:avLst/>
              </a:prstGeom>
            </p:spPr>
          </p:pic>
          <p:grpSp>
            <p:nvGrpSpPr>
              <p:cNvPr id="64" name="Group 63">
                <a:extLst>
                  <a:ext uri="{FF2B5EF4-FFF2-40B4-BE49-F238E27FC236}">
                    <a16:creationId xmlns:a16="http://schemas.microsoft.com/office/drawing/2014/main" id="{4482C53A-0405-42B9-9E3A-D4C91CA5410F}"/>
                  </a:ext>
                </a:extLst>
              </p:cNvPr>
              <p:cNvGrpSpPr/>
              <p:nvPr/>
            </p:nvGrpSpPr>
            <p:grpSpPr>
              <a:xfrm>
                <a:off x="9794344" y="1413136"/>
                <a:ext cx="790222" cy="910095"/>
                <a:chOff x="4336171" y="5052482"/>
                <a:chExt cx="790222" cy="910095"/>
              </a:xfrm>
            </p:grpSpPr>
            <p:pic>
              <p:nvPicPr>
                <p:cNvPr id="65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DB809AC8-5F2A-4550-9BC9-AF456C9D45B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6" name="Picture 65">
                  <a:extLst>
                    <a:ext uri="{FF2B5EF4-FFF2-40B4-BE49-F238E27FC236}">
                      <a16:creationId xmlns:a16="http://schemas.microsoft.com/office/drawing/2014/main" id="{EDEE3D23-0651-4FC6-9AF2-766946FC287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E987376-0FF5-4B65-925E-1988B86BA66F}"/>
                </a:ext>
              </a:extLst>
            </p:cNvPr>
            <p:cNvGrpSpPr/>
            <p:nvPr/>
          </p:nvGrpSpPr>
          <p:grpSpPr>
            <a:xfrm>
              <a:off x="9259532" y="905612"/>
              <a:ext cx="1530220" cy="1504560"/>
              <a:chOff x="516782" y="905612"/>
              <a:chExt cx="1530220" cy="15045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A931B5E4-CB38-4171-8210-3A4D014C64C9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Wave 21">
                <a:extLst>
                  <a:ext uri="{FF2B5EF4-FFF2-40B4-BE49-F238E27FC236}">
                    <a16:creationId xmlns:a16="http://schemas.microsoft.com/office/drawing/2014/main" id="{DF6E50B0-7350-4DC9-A4DC-A3F62CA33C0E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88298384-E5C3-451F-BD03-DA651C0A5E6E}"/>
              </a:ext>
            </a:extLst>
          </p:cNvPr>
          <p:cNvGrpSpPr/>
          <p:nvPr/>
        </p:nvGrpSpPr>
        <p:grpSpPr>
          <a:xfrm>
            <a:off x="10796625" y="548088"/>
            <a:ext cx="1042416" cy="1024128"/>
            <a:chOff x="516782" y="2676720"/>
            <a:chExt cx="1530220" cy="1504560"/>
          </a:xfrm>
        </p:grpSpPr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2B9CC2A7-5D31-447C-AE74-A97628B06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509512">
              <a:off x="861746" y="3173824"/>
              <a:ext cx="840292" cy="844536"/>
            </a:xfrm>
            <a:prstGeom prst="rect">
              <a:avLst/>
            </a:prstGeom>
          </p:spPr>
        </p:pic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BE6EA34E-52DA-4FA7-8F7F-544AE39543BA}"/>
                </a:ext>
              </a:extLst>
            </p:cNvPr>
            <p:cNvGrpSpPr/>
            <p:nvPr/>
          </p:nvGrpSpPr>
          <p:grpSpPr>
            <a:xfrm>
              <a:off x="516782" y="2676720"/>
              <a:ext cx="1530220" cy="1504560"/>
              <a:chOff x="516782" y="905612"/>
              <a:chExt cx="1530220" cy="150456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120A4C9-C26E-471E-8848-FAC84822D77D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Wave 24">
                <a:extLst>
                  <a:ext uri="{FF2B5EF4-FFF2-40B4-BE49-F238E27FC236}">
                    <a16:creationId xmlns:a16="http://schemas.microsoft.com/office/drawing/2014/main" id="{1752D5F5-16E6-4357-88D2-D8747F65991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6736E5A8-496D-9B93-0266-7400099AD302}"/>
              </a:ext>
            </a:extLst>
          </p:cNvPr>
          <p:cNvGrpSpPr/>
          <p:nvPr/>
        </p:nvGrpSpPr>
        <p:grpSpPr>
          <a:xfrm>
            <a:off x="144305" y="5695779"/>
            <a:ext cx="1042416" cy="1024128"/>
            <a:chOff x="5762432" y="4685144"/>
            <a:chExt cx="1530220" cy="1504560"/>
          </a:xfrm>
        </p:grpSpPr>
        <p:pic>
          <p:nvPicPr>
            <p:cNvPr id="143" name="Picture 2" descr="Ent tree silhouette ancient legend fantasy Vector Image">
              <a:extLst>
                <a:ext uri="{FF2B5EF4-FFF2-40B4-BE49-F238E27FC236}">
                  <a16:creationId xmlns:a16="http://schemas.microsoft.com/office/drawing/2014/main" id="{957DBCEE-E94F-4045-BEEA-9F981B7341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384" r="8889" b="7436"/>
            <a:stretch/>
          </p:blipFill>
          <p:spPr bwMode="auto">
            <a:xfrm>
              <a:off x="6298342" y="5187381"/>
              <a:ext cx="398345" cy="69608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63ED80F5-9281-4F7B-8F4E-7E22D5A249F2}"/>
                </a:ext>
              </a:extLst>
            </p:cNvPr>
            <p:cNvGrpSpPr/>
            <p:nvPr/>
          </p:nvGrpSpPr>
          <p:grpSpPr>
            <a:xfrm>
              <a:off x="5762432" y="4685144"/>
              <a:ext cx="1530220" cy="1504560"/>
              <a:chOff x="516782" y="905612"/>
              <a:chExt cx="1530220" cy="1504560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E6D9145D-A2D8-4845-BA25-B5BD5186CDB7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Wave 33">
                <a:extLst>
                  <a:ext uri="{FF2B5EF4-FFF2-40B4-BE49-F238E27FC236}">
                    <a16:creationId xmlns:a16="http://schemas.microsoft.com/office/drawing/2014/main" id="{64A8C90C-F75E-4934-899D-8E87624B0F1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5088058-4A7D-4197-8E60-BACB8FCB9BF9}"/>
              </a:ext>
            </a:extLst>
          </p:cNvPr>
          <p:cNvGrpSpPr/>
          <p:nvPr/>
        </p:nvGrpSpPr>
        <p:grpSpPr>
          <a:xfrm>
            <a:off x="1251358" y="552446"/>
            <a:ext cx="1042416" cy="1024128"/>
            <a:chOff x="2265332" y="905612"/>
            <a:chExt cx="1530220" cy="15045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C9C8909-6C6B-495A-8C46-F633F8D429EB}"/>
                </a:ext>
              </a:extLst>
            </p:cNvPr>
            <p:cNvGrpSpPr/>
            <p:nvPr/>
          </p:nvGrpSpPr>
          <p:grpSpPr>
            <a:xfrm>
              <a:off x="2265332" y="905612"/>
              <a:ext cx="1530220" cy="1504560"/>
              <a:chOff x="516782" y="905612"/>
              <a:chExt cx="1530220" cy="150456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824FA7E-83EC-4EE3-B208-5EA29EE7D572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Wave 9">
                <a:extLst>
                  <a:ext uri="{FF2B5EF4-FFF2-40B4-BE49-F238E27FC236}">
                    <a16:creationId xmlns:a16="http://schemas.microsoft.com/office/drawing/2014/main" id="{C9466D9E-3FFF-4DCF-A715-3D99542C1BF3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18E4D359-C3B8-4D50-89CF-6B5B42B6D5E6}"/>
                </a:ext>
              </a:extLst>
            </p:cNvPr>
            <p:cNvGrpSpPr/>
            <p:nvPr/>
          </p:nvGrpSpPr>
          <p:grpSpPr>
            <a:xfrm rot="365845">
              <a:off x="2800851" y="1258948"/>
              <a:ext cx="581947" cy="903393"/>
              <a:chOff x="2783265" y="1230283"/>
              <a:chExt cx="581947" cy="903393"/>
            </a:xfrm>
          </p:grpSpPr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140EC468-F243-46F4-96AF-C92457D0F7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924077" y="1467096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9D502434-2D0E-456A-AF7C-4D53D1788B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20309845" flipH="1">
                <a:off x="2783265" y="1230283"/>
                <a:ext cx="84554" cy="903393"/>
              </a:xfrm>
              <a:prstGeom prst="rect">
                <a:avLst/>
              </a:prstGeom>
            </p:spPr>
          </p:pic>
        </p:grpSp>
      </p:grpSp>
      <p:grpSp>
        <p:nvGrpSpPr>
          <p:cNvPr id="228" name="Group 227">
            <a:extLst>
              <a:ext uri="{FF2B5EF4-FFF2-40B4-BE49-F238E27FC236}">
                <a16:creationId xmlns:a16="http://schemas.microsoft.com/office/drawing/2014/main" id="{71CA8E32-8336-27E7-E2E0-AB4768F13E53}"/>
              </a:ext>
            </a:extLst>
          </p:cNvPr>
          <p:cNvGrpSpPr/>
          <p:nvPr/>
        </p:nvGrpSpPr>
        <p:grpSpPr>
          <a:xfrm>
            <a:off x="2424480" y="552446"/>
            <a:ext cx="1042416" cy="1024128"/>
            <a:chOff x="4013882" y="905612"/>
            <a:chExt cx="1530220" cy="150456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1C1DA88-3D9E-41A1-ACEF-502ED9E212B4}"/>
                </a:ext>
              </a:extLst>
            </p:cNvPr>
            <p:cNvGrpSpPr/>
            <p:nvPr/>
          </p:nvGrpSpPr>
          <p:grpSpPr>
            <a:xfrm>
              <a:off x="4013882" y="905612"/>
              <a:ext cx="1530220" cy="1504560"/>
              <a:chOff x="516782" y="905612"/>
              <a:chExt cx="1530220" cy="1504560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D1A1861-F8E9-4C56-8FDD-137BEE3D3081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Wave 12">
                <a:extLst>
                  <a:ext uri="{FF2B5EF4-FFF2-40B4-BE49-F238E27FC236}">
                    <a16:creationId xmlns:a16="http://schemas.microsoft.com/office/drawing/2014/main" id="{D0E1AB78-1DE4-44DF-BF6D-71C5C3C06B65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9B3AA3D2-78EA-477F-BB78-8C8BC959C2D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18182">
              <a:off x="4460433" y="1432035"/>
              <a:ext cx="652055" cy="617171"/>
            </a:xfrm>
            <a:prstGeom prst="rect">
              <a:avLst/>
            </a:prstGeom>
          </p:spPr>
        </p:pic>
      </p:grpSp>
      <p:grpSp>
        <p:nvGrpSpPr>
          <p:cNvPr id="229" name="Group 228">
            <a:extLst>
              <a:ext uri="{FF2B5EF4-FFF2-40B4-BE49-F238E27FC236}">
                <a16:creationId xmlns:a16="http://schemas.microsoft.com/office/drawing/2014/main" id="{6E4F944D-FF5A-8E7A-0490-84853338BFBA}"/>
              </a:ext>
            </a:extLst>
          </p:cNvPr>
          <p:cNvGrpSpPr/>
          <p:nvPr/>
        </p:nvGrpSpPr>
        <p:grpSpPr>
          <a:xfrm>
            <a:off x="8383607" y="548088"/>
            <a:ext cx="1042416" cy="1024128"/>
            <a:chOff x="5762432" y="905612"/>
            <a:chExt cx="1530220" cy="1504560"/>
          </a:xfrm>
        </p:grpSpPr>
        <p:grpSp>
          <p:nvGrpSpPr>
            <p:cNvPr id="144" name="Group 143">
              <a:extLst>
                <a:ext uri="{FF2B5EF4-FFF2-40B4-BE49-F238E27FC236}">
                  <a16:creationId xmlns:a16="http://schemas.microsoft.com/office/drawing/2014/main" id="{65D0CFA8-969B-4A4A-A080-DB11DF70591B}"/>
                </a:ext>
              </a:extLst>
            </p:cNvPr>
            <p:cNvGrpSpPr/>
            <p:nvPr/>
          </p:nvGrpSpPr>
          <p:grpSpPr>
            <a:xfrm>
              <a:off x="6035574" y="1239332"/>
              <a:ext cx="1020651" cy="1083899"/>
              <a:chOff x="7778607" y="5522158"/>
              <a:chExt cx="1020651" cy="1083899"/>
            </a:xfrm>
          </p:grpSpPr>
          <p:grpSp>
            <p:nvGrpSpPr>
              <p:cNvPr id="145" name="Group 144">
                <a:extLst>
                  <a:ext uri="{FF2B5EF4-FFF2-40B4-BE49-F238E27FC236}">
                    <a16:creationId xmlns:a16="http://schemas.microsoft.com/office/drawing/2014/main" id="{3F19C9B4-602E-4B35-A755-919E73AED95E}"/>
                  </a:ext>
                </a:extLst>
              </p:cNvPr>
              <p:cNvGrpSpPr/>
              <p:nvPr/>
            </p:nvGrpSpPr>
            <p:grpSpPr>
              <a:xfrm>
                <a:off x="8009036" y="5695962"/>
                <a:ext cx="790222" cy="910095"/>
                <a:chOff x="4336171" y="5052482"/>
                <a:chExt cx="790222" cy="910095"/>
              </a:xfrm>
            </p:grpSpPr>
            <p:pic>
              <p:nvPicPr>
                <p:cNvPr id="147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1A9F4705-3132-4090-8910-CEAD553DA41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48" name="Picture 147">
                  <a:extLst>
                    <a:ext uri="{FF2B5EF4-FFF2-40B4-BE49-F238E27FC236}">
                      <a16:creationId xmlns:a16="http://schemas.microsoft.com/office/drawing/2014/main" id="{BA0D8A06-EA6B-4F83-B690-628AF0D5948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  <p:pic>
            <p:nvPicPr>
              <p:cNvPr id="146" name="Picture 145" descr="Shape&#10;&#10;Description automatically generated">
                <a:extLst>
                  <a:ext uri="{FF2B5EF4-FFF2-40B4-BE49-F238E27FC236}">
                    <a16:creationId xmlns:a16="http://schemas.microsoft.com/office/drawing/2014/main" id="{13D9FFEF-154B-4836-8228-6715B91FAA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778607" y="5522158"/>
                <a:ext cx="262768" cy="326052"/>
              </a:xfrm>
              <a:prstGeom prst="rect">
                <a:avLst/>
              </a:prstGeom>
            </p:spPr>
          </p:pic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E5580C30-D949-4B03-8339-C613812A7ECB}"/>
                </a:ext>
              </a:extLst>
            </p:cNvPr>
            <p:cNvGrpSpPr/>
            <p:nvPr/>
          </p:nvGrpSpPr>
          <p:grpSpPr>
            <a:xfrm>
              <a:off x="5762432" y="905612"/>
              <a:ext cx="1530220" cy="1504560"/>
              <a:chOff x="516782" y="905612"/>
              <a:chExt cx="1530220" cy="1504560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0298BAC6-9E70-46B3-9F36-A3426A74CF37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Wave 15">
                <a:extLst>
                  <a:ext uri="{FF2B5EF4-FFF2-40B4-BE49-F238E27FC236}">
                    <a16:creationId xmlns:a16="http://schemas.microsoft.com/office/drawing/2014/main" id="{E87B33DD-44C8-4274-86E7-5AC7D7FA6624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42325284-D80D-87AB-BC77-76760D5A9A64}"/>
              </a:ext>
            </a:extLst>
          </p:cNvPr>
          <p:cNvGrpSpPr/>
          <p:nvPr/>
        </p:nvGrpSpPr>
        <p:grpSpPr>
          <a:xfrm>
            <a:off x="3642378" y="1774883"/>
            <a:ext cx="1042416" cy="1024128"/>
            <a:chOff x="2265332" y="2676720"/>
            <a:chExt cx="1530220" cy="1504560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E199A3C7-3CA7-431A-954E-06489406F458}"/>
                </a:ext>
              </a:extLst>
            </p:cNvPr>
            <p:cNvGrpSpPr/>
            <p:nvPr/>
          </p:nvGrpSpPr>
          <p:grpSpPr>
            <a:xfrm>
              <a:off x="2265332" y="2676720"/>
              <a:ext cx="1530220" cy="1504560"/>
              <a:chOff x="516782" y="905612"/>
              <a:chExt cx="1530220" cy="1504560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C2073451-0AD3-41CD-B111-FF8556DCF1FC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Wave 27">
                <a:extLst>
                  <a:ext uri="{FF2B5EF4-FFF2-40B4-BE49-F238E27FC236}">
                    <a16:creationId xmlns:a16="http://schemas.microsoft.com/office/drawing/2014/main" id="{2562BFAB-009E-4052-B786-4D2EBD51A142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8E82492D-D10C-4348-99C9-2441744EDD55}"/>
                </a:ext>
              </a:extLst>
            </p:cNvPr>
            <p:cNvGrpSpPr/>
            <p:nvPr/>
          </p:nvGrpSpPr>
          <p:grpSpPr>
            <a:xfrm>
              <a:off x="2739830" y="3244362"/>
              <a:ext cx="530908" cy="624530"/>
              <a:chOff x="919169" y="747323"/>
              <a:chExt cx="1079599" cy="1520540"/>
            </a:xfrm>
          </p:grpSpPr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1FC80D72-EAA2-4ADF-87D9-1FCEB3FCE14D}"/>
                  </a:ext>
                </a:extLst>
              </p:cNvPr>
              <p:cNvSpPr/>
              <p:nvPr/>
            </p:nvSpPr>
            <p:spPr>
              <a:xfrm>
                <a:off x="1296850" y="1081087"/>
                <a:ext cx="352191" cy="50006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5ACA41C4-5E1F-4291-B4F8-525CD872E350}"/>
                  </a:ext>
                </a:extLst>
              </p:cNvPr>
              <p:cNvSpPr/>
              <p:nvPr/>
            </p:nvSpPr>
            <p:spPr>
              <a:xfrm>
                <a:off x="1076326" y="819150"/>
                <a:ext cx="195262" cy="314325"/>
              </a:xfrm>
              <a:custGeom>
                <a:avLst/>
                <a:gdLst>
                  <a:gd name="connsiteX0" fmla="*/ 0 w 152400"/>
                  <a:gd name="connsiteY0" fmla="*/ 0 h 238125"/>
                  <a:gd name="connsiteX1" fmla="*/ 95250 w 152400"/>
                  <a:gd name="connsiteY1" fmla="*/ 23812 h 238125"/>
                  <a:gd name="connsiteX2" fmla="*/ 123825 w 152400"/>
                  <a:gd name="connsiteY2" fmla="*/ 47625 h 238125"/>
                  <a:gd name="connsiteX3" fmla="*/ 133350 w 152400"/>
                  <a:gd name="connsiteY3" fmla="*/ 95250 h 238125"/>
                  <a:gd name="connsiteX4" fmla="*/ 128587 w 152400"/>
                  <a:gd name="connsiteY4" fmla="*/ 171450 h 238125"/>
                  <a:gd name="connsiteX5" fmla="*/ 133350 w 152400"/>
                  <a:gd name="connsiteY5" fmla="*/ 195262 h 238125"/>
                  <a:gd name="connsiteX6" fmla="*/ 142875 w 152400"/>
                  <a:gd name="connsiteY6" fmla="*/ 214312 h 238125"/>
                  <a:gd name="connsiteX7" fmla="*/ 152400 w 152400"/>
                  <a:gd name="connsiteY7" fmla="*/ 238125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2400" h="238125">
                    <a:moveTo>
                      <a:pt x="0" y="0"/>
                    </a:moveTo>
                    <a:cubicBezTo>
                      <a:pt x="44168" y="4416"/>
                      <a:pt x="54750" y="1030"/>
                      <a:pt x="95250" y="23812"/>
                    </a:cubicBezTo>
                    <a:cubicBezTo>
                      <a:pt x="106057" y="29891"/>
                      <a:pt x="114300" y="39687"/>
                      <a:pt x="123825" y="47625"/>
                    </a:cubicBezTo>
                    <a:cubicBezTo>
                      <a:pt x="126971" y="60210"/>
                      <a:pt x="133350" y="83578"/>
                      <a:pt x="133350" y="95250"/>
                    </a:cubicBezTo>
                    <a:cubicBezTo>
                      <a:pt x="133350" y="120700"/>
                      <a:pt x="130175" y="146050"/>
                      <a:pt x="128587" y="171450"/>
                    </a:cubicBezTo>
                    <a:cubicBezTo>
                      <a:pt x="130175" y="179387"/>
                      <a:pt x="130790" y="187583"/>
                      <a:pt x="133350" y="195262"/>
                    </a:cubicBezTo>
                    <a:cubicBezTo>
                      <a:pt x="135595" y="201997"/>
                      <a:pt x="140078" y="207786"/>
                      <a:pt x="142875" y="214312"/>
                    </a:cubicBezTo>
                    <a:cubicBezTo>
                      <a:pt x="160522" y="255491"/>
                      <a:pt x="137074" y="207477"/>
                      <a:pt x="152400" y="238125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1BE0866F-D40E-4C31-BCE0-7BF517B8A0A5}"/>
                  </a:ext>
                </a:extLst>
              </p:cNvPr>
              <p:cNvSpPr/>
              <p:nvPr/>
            </p:nvSpPr>
            <p:spPr>
              <a:xfrm rot="19830825">
                <a:off x="1108942" y="747323"/>
                <a:ext cx="234084" cy="376627"/>
              </a:xfrm>
              <a:custGeom>
                <a:avLst/>
                <a:gdLst>
                  <a:gd name="connsiteX0" fmla="*/ 34059 w 234084"/>
                  <a:gd name="connsiteY0" fmla="*/ 376627 h 376627"/>
                  <a:gd name="connsiteX1" fmla="*/ 10246 w 234084"/>
                  <a:gd name="connsiteY1" fmla="*/ 362339 h 376627"/>
                  <a:gd name="connsiteX2" fmla="*/ 10246 w 234084"/>
                  <a:gd name="connsiteY2" fmla="*/ 295664 h 376627"/>
                  <a:gd name="connsiteX3" fmla="*/ 57871 w 234084"/>
                  <a:gd name="connsiteY3" fmla="*/ 281377 h 376627"/>
                  <a:gd name="connsiteX4" fmla="*/ 105496 w 234084"/>
                  <a:gd name="connsiteY4" fmla="*/ 262327 h 376627"/>
                  <a:gd name="connsiteX5" fmla="*/ 162646 w 234084"/>
                  <a:gd name="connsiteY5" fmla="*/ 176602 h 376627"/>
                  <a:gd name="connsiteX6" fmla="*/ 172171 w 234084"/>
                  <a:gd name="connsiteY6" fmla="*/ 138502 h 376627"/>
                  <a:gd name="connsiteX7" fmla="*/ 191221 w 234084"/>
                  <a:gd name="connsiteY7" fmla="*/ 5152 h 376627"/>
                  <a:gd name="connsiteX8" fmla="*/ 210271 w 234084"/>
                  <a:gd name="connsiteY8" fmla="*/ 389 h 376627"/>
                  <a:gd name="connsiteX9" fmla="*/ 234084 w 234084"/>
                  <a:gd name="connsiteY9" fmla="*/ 389 h 376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34084" h="376627">
                    <a:moveTo>
                      <a:pt x="34059" y="376627"/>
                    </a:moveTo>
                    <a:cubicBezTo>
                      <a:pt x="26121" y="371864"/>
                      <a:pt x="16342" y="369305"/>
                      <a:pt x="10246" y="362339"/>
                    </a:cubicBezTo>
                    <a:cubicBezTo>
                      <a:pt x="-3334" y="346820"/>
                      <a:pt x="-3498" y="309408"/>
                      <a:pt x="10246" y="295664"/>
                    </a:cubicBezTo>
                    <a:cubicBezTo>
                      <a:pt x="21966" y="283944"/>
                      <a:pt x="42051" y="286320"/>
                      <a:pt x="57871" y="281377"/>
                    </a:cubicBezTo>
                    <a:cubicBezTo>
                      <a:pt x="89257" y="271569"/>
                      <a:pt x="80241" y="274955"/>
                      <a:pt x="105496" y="262327"/>
                    </a:cubicBezTo>
                    <a:cubicBezTo>
                      <a:pt x="153628" y="192803"/>
                      <a:pt x="135445" y="221938"/>
                      <a:pt x="162646" y="176602"/>
                    </a:cubicBezTo>
                    <a:cubicBezTo>
                      <a:pt x="165821" y="163902"/>
                      <a:pt x="171020" y="151542"/>
                      <a:pt x="172171" y="138502"/>
                    </a:cubicBezTo>
                    <a:cubicBezTo>
                      <a:pt x="176188" y="92973"/>
                      <a:pt x="142700" y="25948"/>
                      <a:pt x="191221" y="5152"/>
                    </a:cubicBezTo>
                    <a:cubicBezTo>
                      <a:pt x="197237" y="2574"/>
                      <a:pt x="203766" y="1112"/>
                      <a:pt x="210271" y="389"/>
                    </a:cubicBezTo>
                    <a:cubicBezTo>
                      <a:pt x="218160" y="-488"/>
                      <a:pt x="226146" y="389"/>
                      <a:pt x="234084" y="389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E208FE03-2A14-4E1C-A800-C7966CD23561}"/>
                  </a:ext>
                </a:extLst>
              </p:cNvPr>
              <p:cNvSpPr/>
              <p:nvPr/>
            </p:nvSpPr>
            <p:spPr>
              <a:xfrm>
                <a:off x="1362076" y="785812"/>
                <a:ext cx="152406" cy="290513"/>
              </a:xfrm>
              <a:custGeom>
                <a:avLst/>
                <a:gdLst>
                  <a:gd name="connsiteX0" fmla="*/ 0 w 152406"/>
                  <a:gd name="connsiteY0" fmla="*/ 204788 h 290513"/>
                  <a:gd name="connsiteX1" fmla="*/ 66675 w 152406"/>
                  <a:gd name="connsiteY1" fmla="*/ 280988 h 290513"/>
                  <a:gd name="connsiteX2" fmla="*/ 85725 w 152406"/>
                  <a:gd name="connsiteY2" fmla="*/ 290513 h 290513"/>
                  <a:gd name="connsiteX3" fmla="*/ 142875 w 152406"/>
                  <a:gd name="connsiteY3" fmla="*/ 266700 h 290513"/>
                  <a:gd name="connsiteX4" fmla="*/ 142875 w 152406"/>
                  <a:gd name="connsiteY4" fmla="*/ 185738 h 290513"/>
                  <a:gd name="connsiteX5" fmla="*/ 114300 w 152406"/>
                  <a:gd name="connsiteY5" fmla="*/ 161925 h 290513"/>
                  <a:gd name="connsiteX6" fmla="*/ 71437 w 152406"/>
                  <a:gd name="connsiteY6" fmla="*/ 114300 h 290513"/>
                  <a:gd name="connsiteX7" fmla="*/ 61912 w 152406"/>
                  <a:gd name="connsiteY7" fmla="*/ 100013 h 290513"/>
                  <a:gd name="connsiteX8" fmla="*/ 71437 w 152406"/>
                  <a:gd name="connsiteY8" fmla="*/ 33338 h 290513"/>
                  <a:gd name="connsiteX9" fmla="*/ 85725 w 152406"/>
                  <a:gd name="connsiteY9" fmla="*/ 19050 h 290513"/>
                  <a:gd name="connsiteX10" fmla="*/ 100012 w 152406"/>
                  <a:gd name="connsiteY10" fmla="*/ 0 h 290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2406" h="290513">
                    <a:moveTo>
                      <a:pt x="0" y="204788"/>
                    </a:moveTo>
                    <a:cubicBezTo>
                      <a:pt x="28237" y="241496"/>
                      <a:pt x="34182" y="260679"/>
                      <a:pt x="66675" y="280988"/>
                    </a:cubicBezTo>
                    <a:cubicBezTo>
                      <a:pt x="72695" y="284751"/>
                      <a:pt x="79375" y="287338"/>
                      <a:pt x="85725" y="290513"/>
                    </a:cubicBezTo>
                    <a:cubicBezTo>
                      <a:pt x="104775" y="282575"/>
                      <a:pt x="126647" y="279450"/>
                      <a:pt x="142875" y="266700"/>
                    </a:cubicBezTo>
                    <a:cubicBezTo>
                      <a:pt x="161999" y="251674"/>
                      <a:pt x="147149" y="194287"/>
                      <a:pt x="142875" y="185738"/>
                    </a:cubicBezTo>
                    <a:cubicBezTo>
                      <a:pt x="137330" y="174648"/>
                      <a:pt x="123516" y="170219"/>
                      <a:pt x="114300" y="161925"/>
                    </a:cubicBezTo>
                    <a:cubicBezTo>
                      <a:pt x="98453" y="147662"/>
                      <a:pt x="84472" y="131059"/>
                      <a:pt x="71437" y="114300"/>
                    </a:cubicBezTo>
                    <a:cubicBezTo>
                      <a:pt x="67923" y="109782"/>
                      <a:pt x="65087" y="104775"/>
                      <a:pt x="61912" y="100013"/>
                    </a:cubicBezTo>
                    <a:cubicBezTo>
                      <a:pt x="65087" y="77788"/>
                      <a:pt x="65102" y="54876"/>
                      <a:pt x="71437" y="33338"/>
                    </a:cubicBezTo>
                    <a:cubicBezTo>
                      <a:pt x="73338" y="26876"/>
                      <a:pt x="81989" y="24654"/>
                      <a:pt x="85725" y="19050"/>
                    </a:cubicBezTo>
                    <a:cubicBezTo>
                      <a:pt x="100438" y="-3019"/>
                      <a:pt x="79754" y="10130"/>
                      <a:pt x="100012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388F2888-3B64-4A50-9D87-16E88B6E9676}"/>
                  </a:ext>
                </a:extLst>
              </p:cNvPr>
              <p:cNvSpPr/>
              <p:nvPr/>
            </p:nvSpPr>
            <p:spPr>
              <a:xfrm>
                <a:off x="1333501" y="847725"/>
                <a:ext cx="285750" cy="300208"/>
              </a:xfrm>
              <a:custGeom>
                <a:avLst/>
                <a:gdLst>
                  <a:gd name="connsiteX0" fmla="*/ 285750 w 285750"/>
                  <a:gd name="connsiteY0" fmla="*/ 0 h 300208"/>
                  <a:gd name="connsiteX1" fmla="*/ 257175 w 285750"/>
                  <a:gd name="connsiteY1" fmla="*/ 4762 h 300208"/>
                  <a:gd name="connsiteX2" fmla="*/ 161925 w 285750"/>
                  <a:gd name="connsiteY2" fmla="*/ 57150 h 300208"/>
                  <a:gd name="connsiteX3" fmla="*/ 138112 w 285750"/>
                  <a:gd name="connsiteY3" fmla="*/ 80962 h 300208"/>
                  <a:gd name="connsiteX4" fmla="*/ 119062 w 285750"/>
                  <a:gd name="connsiteY4" fmla="*/ 114300 h 300208"/>
                  <a:gd name="connsiteX5" fmla="*/ 95250 w 285750"/>
                  <a:gd name="connsiteY5" fmla="*/ 142875 h 300208"/>
                  <a:gd name="connsiteX6" fmla="*/ 90487 w 285750"/>
                  <a:gd name="connsiteY6" fmla="*/ 161925 h 300208"/>
                  <a:gd name="connsiteX7" fmla="*/ 57150 w 285750"/>
                  <a:gd name="connsiteY7" fmla="*/ 223837 h 300208"/>
                  <a:gd name="connsiteX8" fmla="*/ 47625 w 285750"/>
                  <a:gd name="connsiteY8" fmla="*/ 252412 h 300208"/>
                  <a:gd name="connsiteX9" fmla="*/ 28575 w 285750"/>
                  <a:gd name="connsiteY9" fmla="*/ 276225 h 300208"/>
                  <a:gd name="connsiteX10" fmla="*/ 4762 w 285750"/>
                  <a:gd name="connsiteY10" fmla="*/ 300037 h 300208"/>
                  <a:gd name="connsiteX11" fmla="*/ 0 w 285750"/>
                  <a:gd name="connsiteY11" fmla="*/ 300037 h 300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85750" h="300208">
                    <a:moveTo>
                      <a:pt x="285750" y="0"/>
                    </a:moveTo>
                    <a:cubicBezTo>
                      <a:pt x="276225" y="1587"/>
                      <a:pt x="266392" y="1882"/>
                      <a:pt x="257175" y="4762"/>
                    </a:cubicBezTo>
                    <a:cubicBezTo>
                      <a:pt x="214489" y="18101"/>
                      <a:pt x="197568" y="28636"/>
                      <a:pt x="161925" y="57150"/>
                    </a:cubicBezTo>
                    <a:cubicBezTo>
                      <a:pt x="153159" y="64162"/>
                      <a:pt x="144847" y="71982"/>
                      <a:pt x="138112" y="80962"/>
                    </a:cubicBezTo>
                    <a:cubicBezTo>
                      <a:pt x="130433" y="91201"/>
                      <a:pt x="126347" y="103777"/>
                      <a:pt x="119062" y="114300"/>
                    </a:cubicBezTo>
                    <a:cubicBezTo>
                      <a:pt x="112005" y="124494"/>
                      <a:pt x="103187" y="133350"/>
                      <a:pt x="95250" y="142875"/>
                    </a:cubicBezTo>
                    <a:cubicBezTo>
                      <a:pt x="93662" y="149225"/>
                      <a:pt x="93274" y="156003"/>
                      <a:pt x="90487" y="161925"/>
                    </a:cubicBezTo>
                    <a:cubicBezTo>
                      <a:pt x="80507" y="183133"/>
                      <a:pt x="64562" y="201601"/>
                      <a:pt x="57150" y="223837"/>
                    </a:cubicBezTo>
                    <a:cubicBezTo>
                      <a:pt x="53975" y="233362"/>
                      <a:pt x="52433" y="243598"/>
                      <a:pt x="47625" y="252412"/>
                    </a:cubicBezTo>
                    <a:cubicBezTo>
                      <a:pt x="42757" y="261336"/>
                      <a:pt x="34214" y="267767"/>
                      <a:pt x="28575" y="276225"/>
                    </a:cubicBezTo>
                    <a:cubicBezTo>
                      <a:pt x="14079" y="297970"/>
                      <a:pt x="27713" y="294300"/>
                      <a:pt x="4762" y="300037"/>
                    </a:cubicBezTo>
                    <a:cubicBezTo>
                      <a:pt x="3222" y="300422"/>
                      <a:pt x="1587" y="300037"/>
                      <a:pt x="0" y="300037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7F8E6ABA-20BB-4586-99FA-B016C1BCA701}"/>
                  </a:ext>
                </a:extLst>
              </p:cNvPr>
              <p:cNvSpPr/>
              <p:nvPr/>
            </p:nvSpPr>
            <p:spPr>
              <a:xfrm>
                <a:off x="1514476" y="771525"/>
                <a:ext cx="90487" cy="333375"/>
              </a:xfrm>
              <a:custGeom>
                <a:avLst/>
                <a:gdLst>
                  <a:gd name="connsiteX0" fmla="*/ 90487 w 90487"/>
                  <a:gd name="connsiteY0" fmla="*/ 333375 h 333375"/>
                  <a:gd name="connsiteX1" fmla="*/ 52387 w 90487"/>
                  <a:gd name="connsiteY1" fmla="*/ 190500 h 333375"/>
                  <a:gd name="connsiteX2" fmla="*/ 57150 w 90487"/>
                  <a:gd name="connsiteY2" fmla="*/ 152400 h 333375"/>
                  <a:gd name="connsiteX3" fmla="*/ 76200 w 90487"/>
                  <a:gd name="connsiteY3" fmla="*/ 128587 h 333375"/>
                  <a:gd name="connsiteX4" fmla="*/ 66675 w 90487"/>
                  <a:gd name="connsiteY4" fmla="*/ 42862 h 333375"/>
                  <a:gd name="connsiteX5" fmla="*/ 42862 w 90487"/>
                  <a:gd name="connsiteY5" fmla="*/ 23812 h 333375"/>
                  <a:gd name="connsiteX6" fmla="*/ 14287 w 90487"/>
                  <a:gd name="connsiteY6" fmla="*/ 0 h 333375"/>
                  <a:gd name="connsiteX7" fmla="*/ 0 w 90487"/>
                  <a:gd name="connsiteY7" fmla="*/ 952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0487" h="333375">
                    <a:moveTo>
                      <a:pt x="90487" y="333375"/>
                    </a:moveTo>
                    <a:cubicBezTo>
                      <a:pt x="67609" y="224705"/>
                      <a:pt x="81971" y="271855"/>
                      <a:pt x="52387" y="190500"/>
                    </a:cubicBezTo>
                    <a:cubicBezTo>
                      <a:pt x="53975" y="177800"/>
                      <a:pt x="52555" y="164346"/>
                      <a:pt x="57150" y="152400"/>
                    </a:cubicBezTo>
                    <a:cubicBezTo>
                      <a:pt x="60799" y="142912"/>
                      <a:pt x="75319" y="138714"/>
                      <a:pt x="76200" y="128587"/>
                    </a:cubicBezTo>
                    <a:cubicBezTo>
                      <a:pt x="78691" y="99944"/>
                      <a:pt x="75392" y="70259"/>
                      <a:pt x="66675" y="42862"/>
                    </a:cubicBezTo>
                    <a:cubicBezTo>
                      <a:pt x="63593" y="33175"/>
                      <a:pt x="50512" y="30506"/>
                      <a:pt x="42862" y="23812"/>
                    </a:cubicBezTo>
                    <a:cubicBezTo>
                      <a:pt x="13526" y="-1856"/>
                      <a:pt x="43529" y="19494"/>
                      <a:pt x="14287" y="0"/>
                    </a:cubicBezTo>
                    <a:lnTo>
                      <a:pt x="0" y="9525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89252F3F-EF66-4E04-B917-FD39106C6629}"/>
                  </a:ext>
                </a:extLst>
              </p:cNvPr>
              <p:cNvSpPr/>
              <p:nvPr/>
            </p:nvSpPr>
            <p:spPr>
              <a:xfrm>
                <a:off x="1332899" y="871537"/>
                <a:ext cx="24414" cy="228600"/>
              </a:xfrm>
              <a:custGeom>
                <a:avLst/>
                <a:gdLst>
                  <a:gd name="connsiteX0" fmla="*/ 5364 w 24414"/>
                  <a:gd name="connsiteY0" fmla="*/ 228600 h 228600"/>
                  <a:gd name="connsiteX1" fmla="*/ 5364 w 24414"/>
                  <a:gd name="connsiteY1" fmla="*/ 42863 h 228600"/>
                  <a:gd name="connsiteX2" fmla="*/ 14889 w 24414"/>
                  <a:gd name="connsiteY2" fmla="*/ 28575 h 228600"/>
                  <a:gd name="connsiteX3" fmla="*/ 24414 w 24414"/>
                  <a:gd name="connsiteY3" fmla="*/ 0 h 228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414" h="228600">
                    <a:moveTo>
                      <a:pt x="5364" y="228600"/>
                    </a:moveTo>
                    <a:cubicBezTo>
                      <a:pt x="697" y="153917"/>
                      <a:pt x="-3913" y="123266"/>
                      <a:pt x="5364" y="42863"/>
                    </a:cubicBezTo>
                    <a:cubicBezTo>
                      <a:pt x="6020" y="37177"/>
                      <a:pt x="12564" y="33806"/>
                      <a:pt x="14889" y="28575"/>
                    </a:cubicBezTo>
                    <a:cubicBezTo>
                      <a:pt x="18967" y="19400"/>
                      <a:pt x="24414" y="0"/>
                      <a:pt x="24414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312904B7-B80E-4AAB-B0B4-F06474BE7932}"/>
                  </a:ext>
                </a:extLst>
              </p:cNvPr>
              <p:cNvSpPr/>
              <p:nvPr/>
            </p:nvSpPr>
            <p:spPr>
              <a:xfrm>
                <a:off x="1666336" y="766762"/>
                <a:ext cx="124459" cy="376238"/>
              </a:xfrm>
              <a:custGeom>
                <a:avLst/>
                <a:gdLst>
                  <a:gd name="connsiteX0" fmla="*/ 14827 w 124459"/>
                  <a:gd name="connsiteY0" fmla="*/ 376238 h 376238"/>
                  <a:gd name="connsiteX1" fmla="*/ 43402 w 124459"/>
                  <a:gd name="connsiteY1" fmla="*/ 319088 h 376238"/>
                  <a:gd name="connsiteX2" fmla="*/ 100552 w 124459"/>
                  <a:gd name="connsiteY2" fmla="*/ 233363 h 376238"/>
                  <a:gd name="connsiteX3" fmla="*/ 124365 w 124459"/>
                  <a:gd name="connsiteY3" fmla="*/ 219075 h 376238"/>
                  <a:gd name="connsiteX4" fmla="*/ 119602 w 124459"/>
                  <a:gd name="connsiteY4" fmla="*/ 185738 h 376238"/>
                  <a:gd name="connsiteX5" fmla="*/ 48165 w 124459"/>
                  <a:gd name="connsiteY5" fmla="*/ 147638 h 376238"/>
                  <a:gd name="connsiteX6" fmla="*/ 33877 w 124459"/>
                  <a:gd name="connsiteY6" fmla="*/ 138113 h 376238"/>
                  <a:gd name="connsiteX7" fmla="*/ 14827 w 124459"/>
                  <a:gd name="connsiteY7" fmla="*/ 133350 h 376238"/>
                  <a:gd name="connsiteX8" fmla="*/ 540 w 124459"/>
                  <a:gd name="connsiteY8" fmla="*/ 123825 h 376238"/>
                  <a:gd name="connsiteX9" fmla="*/ 29115 w 124459"/>
                  <a:gd name="connsiteY9" fmla="*/ 66675 h 376238"/>
                  <a:gd name="connsiteX10" fmla="*/ 43402 w 124459"/>
                  <a:gd name="connsiteY10" fmla="*/ 47625 h 376238"/>
                  <a:gd name="connsiteX11" fmla="*/ 86265 w 124459"/>
                  <a:gd name="connsiteY11" fmla="*/ 42863 h 376238"/>
                  <a:gd name="connsiteX12" fmla="*/ 95790 w 124459"/>
                  <a:gd name="connsiteY12" fmla="*/ 0 h 376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459" h="376238">
                    <a:moveTo>
                      <a:pt x="14827" y="376238"/>
                    </a:moveTo>
                    <a:cubicBezTo>
                      <a:pt x="58122" y="322118"/>
                      <a:pt x="11728" y="386395"/>
                      <a:pt x="43402" y="319088"/>
                    </a:cubicBezTo>
                    <a:cubicBezTo>
                      <a:pt x="51464" y="301957"/>
                      <a:pt x="85463" y="248452"/>
                      <a:pt x="100552" y="233363"/>
                    </a:cubicBezTo>
                    <a:cubicBezTo>
                      <a:pt x="107098" y="226817"/>
                      <a:pt x="116427" y="223838"/>
                      <a:pt x="124365" y="219075"/>
                    </a:cubicBezTo>
                    <a:cubicBezTo>
                      <a:pt x="122777" y="207963"/>
                      <a:pt x="127791" y="193415"/>
                      <a:pt x="119602" y="185738"/>
                    </a:cubicBezTo>
                    <a:cubicBezTo>
                      <a:pt x="99914" y="167280"/>
                      <a:pt x="70620" y="162608"/>
                      <a:pt x="48165" y="147638"/>
                    </a:cubicBezTo>
                    <a:cubicBezTo>
                      <a:pt x="43402" y="144463"/>
                      <a:pt x="39138" y="140368"/>
                      <a:pt x="33877" y="138113"/>
                    </a:cubicBezTo>
                    <a:cubicBezTo>
                      <a:pt x="27861" y="135535"/>
                      <a:pt x="21177" y="134938"/>
                      <a:pt x="14827" y="133350"/>
                    </a:cubicBezTo>
                    <a:cubicBezTo>
                      <a:pt x="10065" y="130175"/>
                      <a:pt x="1109" y="129520"/>
                      <a:pt x="540" y="123825"/>
                    </a:cubicBezTo>
                    <a:cubicBezTo>
                      <a:pt x="-2990" y="88526"/>
                      <a:pt x="11258" y="87084"/>
                      <a:pt x="29115" y="66675"/>
                    </a:cubicBezTo>
                    <a:cubicBezTo>
                      <a:pt x="34342" y="60701"/>
                      <a:pt x="36075" y="50678"/>
                      <a:pt x="43402" y="47625"/>
                    </a:cubicBezTo>
                    <a:cubicBezTo>
                      <a:pt x="56672" y="42096"/>
                      <a:pt x="71977" y="44450"/>
                      <a:pt x="86265" y="42863"/>
                    </a:cubicBezTo>
                    <a:cubicBezTo>
                      <a:pt x="99340" y="16713"/>
                      <a:pt x="95790" y="30913"/>
                      <a:pt x="95790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EC9D80C9-0CFA-4AA9-8065-85B4A5D76428}"/>
                  </a:ext>
                </a:extLst>
              </p:cNvPr>
              <p:cNvSpPr/>
              <p:nvPr/>
            </p:nvSpPr>
            <p:spPr>
              <a:xfrm>
                <a:off x="1657352" y="785812"/>
                <a:ext cx="252412" cy="304800"/>
              </a:xfrm>
              <a:custGeom>
                <a:avLst/>
                <a:gdLst>
                  <a:gd name="connsiteX0" fmla="*/ 0 w 344403"/>
                  <a:gd name="connsiteY0" fmla="*/ 300564 h 300564"/>
                  <a:gd name="connsiteX1" fmla="*/ 85725 w 344403"/>
                  <a:gd name="connsiteY1" fmla="*/ 205314 h 300564"/>
                  <a:gd name="connsiteX2" fmla="*/ 214312 w 344403"/>
                  <a:gd name="connsiteY2" fmla="*/ 81489 h 300564"/>
                  <a:gd name="connsiteX3" fmla="*/ 285750 w 344403"/>
                  <a:gd name="connsiteY3" fmla="*/ 33864 h 300564"/>
                  <a:gd name="connsiteX4" fmla="*/ 323850 w 344403"/>
                  <a:gd name="connsiteY4" fmla="*/ 10052 h 300564"/>
                  <a:gd name="connsiteX5" fmla="*/ 342900 w 344403"/>
                  <a:gd name="connsiteY5" fmla="*/ 527 h 300564"/>
                  <a:gd name="connsiteX6" fmla="*/ 276225 w 344403"/>
                  <a:gd name="connsiteY6" fmla="*/ 5289 h 300564"/>
                  <a:gd name="connsiteX7" fmla="*/ 185737 w 344403"/>
                  <a:gd name="connsiteY7" fmla="*/ 19577 h 300564"/>
                  <a:gd name="connsiteX8" fmla="*/ 166687 w 344403"/>
                  <a:gd name="connsiteY8" fmla="*/ 24339 h 300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4403" h="300564">
                    <a:moveTo>
                      <a:pt x="0" y="300564"/>
                    </a:moveTo>
                    <a:cubicBezTo>
                      <a:pt x="61522" y="269804"/>
                      <a:pt x="11886" y="300251"/>
                      <a:pt x="85725" y="205314"/>
                    </a:cubicBezTo>
                    <a:cubicBezTo>
                      <a:pt x="114469" y="168357"/>
                      <a:pt x="183680" y="101910"/>
                      <a:pt x="214312" y="81489"/>
                    </a:cubicBezTo>
                    <a:lnTo>
                      <a:pt x="285750" y="33864"/>
                    </a:lnTo>
                    <a:cubicBezTo>
                      <a:pt x="298294" y="25683"/>
                      <a:pt x="310455" y="16750"/>
                      <a:pt x="323850" y="10052"/>
                    </a:cubicBezTo>
                    <a:cubicBezTo>
                      <a:pt x="330200" y="6877"/>
                      <a:pt x="349964" y="1234"/>
                      <a:pt x="342900" y="527"/>
                    </a:cubicBezTo>
                    <a:cubicBezTo>
                      <a:pt x="320729" y="-1690"/>
                      <a:pt x="298450" y="3702"/>
                      <a:pt x="276225" y="5289"/>
                    </a:cubicBezTo>
                    <a:cubicBezTo>
                      <a:pt x="214504" y="17633"/>
                      <a:pt x="244690" y="13026"/>
                      <a:pt x="185737" y="19577"/>
                    </a:cubicBezTo>
                    <a:lnTo>
                      <a:pt x="166687" y="24339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7A871B1E-14CA-4ED8-B9D7-A39835D4E743}"/>
                  </a:ext>
                </a:extLst>
              </p:cNvPr>
              <p:cNvSpPr/>
              <p:nvPr/>
            </p:nvSpPr>
            <p:spPr>
              <a:xfrm>
                <a:off x="1181663" y="1412263"/>
                <a:ext cx="567967" cy="356823"/>
              </a:xfrm>
              <a:custGeom>
                <a:avLst/>
                <a:gdLst>
                  <a:gd name="connsiteX0" fmla="*/ 34540 w 567967"/>
                  <a:gd name="connsiteY0" fmla="*/ 76200 h 356823"/>
                  <a:gd name="connsiteX1" fmla="*/ 34540 w 567967"/>
                  <a:gd name="connsiteY1" fmla="*/ 76200 h 356823"/>
                  <a:gd name="connsiteX2" fmla="*/ 10728 w 567967"/>
                  <a:gd name="connsiteY2" fmla="*/ 180975 h 356823"/>
                  <a:gd name="connsiteX3" fmla="*/ 20253 w 567967"/>
                  <a:gd name="connsiteY3" fmla="*/ 195262 h 356823"/>
                  <a:gd name="connsiteX4" fmla="*/ 25015 w 567967"/>
                  <a:gd name="connsiteY4" fmla="*/ 261937 h 356823"/>
                  <a:gd name="connsiteX5" fmla="*/ 29778 w 567967"/>
                  <a:gd name="connsiteY5" fmla="*/ 280987 h 356823"/>
                  <a:gd name="connsiteX6" fmla="*/ 44065 w 567967"/>
                  <a:gd name="connsiteY6" fmla="*/ 290512 h 356823"/>
                  <a:gd name="connsiteX7" fmla="*/ 77403 w 567967"/>
                  <a:gd name="connsiteY7" fmla="*/ 295275 h 356823"/>
                  <a:gd name="connsiteX8" fmla="*/ 163128 w 567967"/>
                  <a:gd name="connsiteY8" fmla="*/ 247650 h 356823"/>
                  <a:gd name="connsiteX9" fmla="*/ 177415 w 567967"/>
                  <a:gd name="connsiteY9" fmla="*/ 223837 h 356823"/>
                  <a:gd name="connsiteX10" fmla="*/ 205990 w 567967"/>
                  <a:gd name="connsiteY10" fmla="*/ 214312 h 356823"/>
                  <a:gd name="connsiteX11" fmla="*/ 210753 w 567967"/>
                  <a:gd name="connsiteY11" fmla="*/ 228600 h 356823"/>
                  <a:gd name="connsiteX12" fmla="*/ 215515 w 567967"/>
                  <a:gd name="connsiteY12" fmla="*/ 247650 h 356823"/>
                  <a:gd name="connsiteX13" fmla="*/ 229803 w 567967"/>
                  <a:gd name="connsiteY13" fmla="*/ 290512 h 356823"/>
                  <a:gd name="connsiteX14" fmla="*/ 263140 w 567967"/>
                  <a:gd name="connsiteY14" fmla="*/ 319087 h 356823"/>
                  <a:gd name="connsiteX15" fmla="*/ 272665 w 567967"/>
                  <a:gd name="connsiteY15" fmla="*/ 347662 h 356823"/>
                  <a:gd name="connsiteX16" fmla="*/ 329815 w 567967"/>
                  <a:gd name="connsiteY16" fmla="*/ 338137 h 356823"/>
                  <a:gd name="connsiteX17" fmla="*/ 344103 w 567967"/>
                  <a:gd name="connsiteY17" fmla="*/ 252412 h 356823"/>
                  <a:gd name="connsiteX18" fmla="*/ 439353 w 567967"/>
                  <a:gd name="connsiteY18" fmla="*/ 261937 h 356823"/>
                  <a:gd name="connsiteX19" fmla="*/ 467928 w 567967"/>
                  <a:gd name="connsiteY19" fmla="*/ 290512 h 356823"/>
                  <a:gd name="connsiteX20" fmla="*/ 515553 w 567967"/>
                  <a:gd name="connsiteY20" fmla="*/ 276225 h 356823"/>
                  <a:gd name="connsiteX21" fmla="*/ 544128 w 567967"/>
                  <a:gd name="connsiteY21" fmla="*/ 271462 h 356823"/>
                  <a:gd name="connsiteX22" fmla="*/ 558415 w 567967"/>
                  <a:gd name="connsiteY22" fmla="*/ 266700 h 356823"/>
                  <a:gd name="connsiteX23" fmla="*/ 563178 w 567967"/>
                  <a:gd name="connsiteY23" fmla="*/ 228600 h 356823"/>
                  <a:gd name="connsiteX24" fmla="*/ 567940 w 567967"/>
                  <a:gd name="connsiteY24" fmla="*/ 200025 h 356823"/>
                  <a:gd name="connsiteX25" fmla="*/ 558415 w 567967"/>
                  <a:gd name="connsiteY25" fmla="*/ 109537 h 356823"/>
                  <a:gd name="connsiteX26" fmla="*/ 539365 w 567967"/>
                  <a:gd name="connsiteY26" fmla="*/ 100012 h 356823"/>
                  <a:gd name="connsiteX27" fmla="*/ 515553 w 567967"/>
                  <a:gd name="connsiteY27" fmla="*/ 61912 h 356823"/>
                  <a:gd name="connsiteX28" fmla="*/ 486978 w 567967"/>
                  <a:gd name="connsiteY28" fmla="*/ 47625 h 356823"/>
                  <a:gd name="connsiteX29" fmla="*/ 315528 w 567967"/>
                  <a:gd name="connsiteY29" fmla="*/ 42862 h 356823"/>
                  <a:gd name="connsiteX30" fmla="*/ 253615 w 567967"/>
                  <a:gd name="connsiteY30" fmla="*/ 4762 h 356823"/>
                  <a:gd name="connsiteX31" fmla="*/ 215515 w 567967"/>
                  <a:gd name="connsiteY31" fmla="*/ 0 h 356823"/>
                  <a:gd name="connsiteX32" fmla="*/ 172653 w 567967"/>
                  <a:gd name="connsiteY32" fmla="*/ 14287 h 356823"/>
                  <a:gd name="connsiteX33" fmla="*/ 144078 w 567967"/>
                  <a:gd name="connsiteY33" fmla="*/ 28575 h 356823"/>
                  <a:gd name="connsiteX34" fmla="*/ 125028 w 567967"/>
                  <a:gd name="connsiteY34" fmla="*/ 33337 h 356823"/>
                  <a:gd name="connsiteX35" fmla="*/ 110740 w 567967"/>
                  <a:gd name="connsiteY35" fmla="*/ 38100 h 356823"/>
                  <a:gd name="connsiteX36" fmla="*/ 77403 w 567967"/>
                  <a:gd name="connsiteY36" fmla="*/ 47625 h 356823"/>
                  <a:gd name="connsiteX37" fmla="*/ 34540 w 567967"/>
                  <a:gd name="connsiteY37" fmla="*/ 76200 h 356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7967" h="356823">
                    <a:moveTo>
                      <a:pt x="34540" y="76200"/>
                    </a:moveTo>
                    <a:lnTo>
                      <a:pt x="34540" y="76200"/>
                    </a:lnTo>
                    <a:cubicBezTo>
                      <a:pt x="-4331" y="131731"/>
                      <a:pt x="-7505" y="112600"/>
                      <a:pt x="10728" y="180975"/>
                    </a:cubicBezTo>
                    <a:cubicBezTo>
                      <a:pt x="12203" y="186505"/>
                      <a:pt x="17078" y="190500"/>
                      <a:pt x="20253" y="195262"/>
                    </a:cubicBezTo>
                    <a:cubicBezTo>
                      <a:pt x="21840" y="217487"/>
                      <a:pt x="22554" y="239792"/>
                      <a:pt x="25015" y="261937"/>
                    </a:cubicBezTo>
                    <a:cubicBezTo>
                      <a:pt x="25738" y="268442"/>
                      <a:pt x="26147" y="275541"/>
                      <a:pt x="29778" y="280987"/>
                    </a:cubicBezTo>
                    <a:cubicBezTo>
                      <a:pt x="32953" y="285749"/>
                      <a:pt x="38583" y="288867"/>
                      <a:pt x="44065" y="290512"/>
                    </a:cubicBezTo>
                    <a:cubicBezTo>
                      <a:pt x="54817" y="293738"/>
                      <a:pt x="66290" y="293687"/>
                      <a:pt x="77403" y="295275"/>
                    </a:cubicBezTo>
                    <a:cubicBezTo>
                      <a:pt x="139352" y="284950"/>
                      <a:pt x="131892" y="299712"/>
                      <a:pt x="163128" y="247650"/>
                    </a:cubicBezTo>
                    <a:cubicBezTo>
                      <a:pt x="167890" y="239712"/>
                      <a:pt x="170108" y="229520"/>
                      <a:pt x="177415" y="223837"/>
                    </a:cubicBezTo>
                    <a:cubicBezTo>
                      <a:pt x="185340" y="217673"/>
                      <a:pt x="205990" y="214312"/>
                      <a:pt x="205990" y="214312"/>
                    </a:cubicBezTo>
                    <a:cubicBezTo>
                      <a:pt x="207578" y="219075"/>
                      <a:pt x="209374" y="223773"/>
                      <a:pt x="210753" y="228600"/>
                    </a:cubicBezTo>
                    <a:cubicBezTo>
                      <a:pt x="212551" y="234894"/>
                      <a:pt x="213590" y="241394"/>
                      <a:pt x="215515" y="247650"/>
                    </a:cubicBezTo>
                    <a:cubicBezTo>
                      <a:pt x="219944" y="262044"/>
                      <a:pt x="217755" y="281476"/>
                      <a:pt x="229803" y="290512"/>
                    </a:cubicBezTo>
                    <a:cubicBezTo>
                      <a:pt x="254241" y="308841"/>
                      <a:pt x="243240" y="299187"/>
                      <a:pt x="263140" y="319087"/>
                    </a:cubicBezTo>
                    <a:cubicBezTo>
                      <a:pt x="266315" y="328612"/>
                      <a:pt x="264440" y="341904"/>
                      <a:pt x="272665" y="347662"/>
                    </a:cubicBezTo>
                    <a:cubicBezTo>
                      <a:pt x="300410" y="367084"/>
                      <a:pt x="311833" y="351624"/>
                      <a:pt x="329815" y="338137"/>
                    </a:cubicBezTo>
                    <a:cubicBezTo>
                      <a:pt x="334578" y="309562"/>
                      <a:pt x="326918" y="275734"/>
                      <a:pt x="344103" y="252412"/>
                    </a:cubicBezTo>
                    <a:cubicBezTo>
                      <a:pt x="361013" y="229462"/>
                      <a:pt x="423209" y="256556"/>
                      <a:pt x="439353" y="261937"/>
                    </a:cubicBezTo>
                    <a:cubicBezTo>
                      <a:pt x="448878" y="271462"/>
                      <a:pt x="455494" y="285331"/>
                      <a:pt x="467928" y="290512"/>
                    </a:cubicBezTo>
                    <a:cubicBezTo>
                      <a:pt x="485057" y="297649"/>
                      <a:pt x="501430" y="280462"/>
                      <a:pt x="515553" y="276225"/>
                    </a:cubicBezTo>
                    <a:cubicBezTo>
                      <a:pt x="524802" y="273450"/>
                      <a:pt x="534702" y="273557"/>
                      <a:pt x="544128" y="271462"/>
                    </a:cubicBezTo>
                    <a:cubicBezTo>
                      <a:pt x="549028" y="270373"/>
                      <a:pt x="553653" y="268287"/>
                      <a:pt x="558415" y="266700"/>
                    </a:cubicBezTo>
                    <a:cubicBezTo>
                      <a:pt x="560003" y="254000"/>
                      <a:pt x="561368" y="241270"/>
                      <a:pt x="563178" y="228600"/>
                    </a:cubicBezTo>
                    <a:cubicBezTo>
                      <a:pt x="564544" y="219041"/>
                      <a:pt x="568326" y="209674"/>
                      <a:pt x="567940" y="200025"/>
                    </a:cubicBezTo>
                    <a:cubicBezTo>
                      <a:pt x="566728" y="169720"/>
                      <a:pt x="566747" y="138699"/>
                      <a:pt x="558415" y="109537"/>
                    </a:cubicBezTo>
                    <a:cubicBezTo>
                      <a:pt x="556465" y="102711"/>
                      <a:pt x="545715" y="103187"/>
                      <a:pt x="539365" y="100012"/>
                    </a:cubicBezTo>
                    <a:cubicBezTo>
                      <a:pt x="531821" y="84923"/>
                      <a:pt x="527917" y="74276"/>
                      <a:pt x="515553" y="61912"/>
                    </a:cubicBezTo>
                    <a:cubicBezTo>
                      <a:pt x="510260" y="56619"/>
                      <a:pt x="495144" y="48044"/>
                      <a:pt x="486978" y="47625"/>
                    </a:cubicBezTo>
                    <a:cubicBezTo>
                      <a:pt x="429881" y="44697"/>
                      <a:pt x="372678" y="44450"/>
                      <a:pt x="315528" y="42862"/>
                    </a:cubicBezTo>
                    <a:cubicBezTo>
                      <a:pt x="299397" y="29958"/>
                      <a:pt x="274588" y="7383"/>
                      <a:pt x="253615" y="4762"/>
                    </a:cubicBezTo>
                    <a:lnTo>
                      <a:pt x="215515" y="0"/>
                    </a:lnTo>
                    <a:cubicBezTo>
                      <a:pt x="201228" y="4762"/>
                      <a:pt x="186636" y="8694"/>
                      <a:pt x="172653" y="14287"/>
                    </a:cubicBezTo>
                    <a:cubicBezTo>
                      <a:pt x="162765" y="18242"/>
                      <a:pt x="153966" y="24620"/>
                      <a:pt x="144078" y="28575"/>
                    </a:cubicBezTo>
                    <a:cubicBezTo>
                      <a:pt x="138001" y="31006"/>
                      <a:pt x="131322" y="31539"/>
                      <a:pt x="125028" y="33337"/>
                    </a:cubicBezTo>
                    <a:cubicBezTo>
                      <a:pt x="120201" y="34716"/>
                      <a:pt x="115549" y="36657"/>
                      <a:pt x="110740" y="38100"/>
                    </a:cubicBezTo>
                    <a:cubicBezTo>
                      <a:pt x="99670" y="41421"/>
                      <a:pt x="88515" y="44450"/>
                      <a:pt x="77403" y="47625"/>
                    </a:cubicBezTo>
                    <a:cubicBezTo>
                      <a:pt x="71930" y="64042"/>
                      <a:pt x="41684" y="71438"/>
                      <a:pt x="34540" y="7620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7" name="Freeform: Shape 86">
                <a:extLst>
                  <a:ext uri="{FF2B5EF4-FFF2-40B4-BE49-F238E27FC236}">
                    <a16:creationId xmlns:a16="http://schemas.microsoft.com/office/drawing/2014/main" id="{E39E9FB0-9823-4258-97ED-EE5D3BEB4827}"/>
                  </a:ext>
                </a:extLst>
              </p:cNvPr>
              <p:cNvSpPr/>
              <p:nvPr/>
            </p:nvSpPr>
            <p:spPr>
              <a:xfrm>
                <a:off x="1151482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6D57613D-4588-4BB1-B103-F58B1BAE54B4}"/>
                  </a:ext>
                </a:extLst>
              </p:cNvPr>
              <p:cNvSpPr/>
              <p:nvPr/>
            </p:nvSpPr>
            <p:spPr>
              <a:xfrm flipH="1">
                <a:off x="1516830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89" name="Group 88">
                <a:extLst>
                  <a:ext uri="{FF2B5EF4-FFF2-40B4-BE49-F238E27FC236}">
                    <a16:creationId xmlns:a16="http://schemas.microsoft.com/office/drawing/2014/main" id="{D994E608-F821-4FC5-B3AF-863DBD7EA7EC}"/>
                  </a:ext>
                </a:extLst>
              </p:cNvPr>
              <p:cNvGrpSpPr/>
              <p:nvPr/>
            </p:nvGrpSpPr>
            <p:grpSpPr>
              <a:xfrm>
                <a:off x="1066185" y="2005920"/>
                <a:ext cx="266714" cy="238616"/>
                <a:chOff x="1047750" y="2033588"/>
                <a:chExt cx="266714" cy="238616"/>
              </a:xfrm>
            </p:grpSpPr>
            <p:sp>
              <p:nvSpPr>
                <p:cNvPr id="104" name="Freeform: Shape 103">
                  <a:extLst>
                    <a:ext uri="{FF2B5EF4-FFF2-40B4-BE49-F238E27FC236}">
                      <a16:creationId xmlns:a16="http://schemas.microsoft.com/office/drawing/2014/main" id="{BA58C8AB-0BFA-4F19-86AF-8E2DE36DC402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5" name="Freeform: Shape 104">
                  <a:extLst>
                    <a:ext uri="{FF2B5EF4-FFF2-40B4-BE49-F238E27FC236}">
                      <a16:creationId xmlns:a16="http://schemas.microsoft.com/office/drawing/2014/main" id="{AFCE3A13-040E-432F-8F77-CDA42FC5FE7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6" name="Freeform: Shape 105">
                  <a:extLst>
                    <a:ext uri="{FF2B5EF4-FFF2-40B4-BE49-F238E27FC236}">
                      <a16:creationId xmlns:a16="http://schemas.microsoft.com/office/drawing/2014/main" id="{8F4A15BA-7168-49E5-8559-3600CA5CCA22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0" name="Group 89">
                <a:extLst>
                  <a:ext uri="{FF2B5EF4-FFF2-40B4-BE49-F238E27FC236}">
                    <a16:creationId xmlns:a16="http://schemas.microsoft.com/office/drawing/2014/main" id="{45E4A0D4-7BF3-4E48-9C8B-407109ACC69E}"/>
                  </a:ext>
                </a:extLst>
              </p:cNvPr>
              <p:cNvGrpSpPr/>
              <p:nvPr/>
            </p:nvGrpSpPr>
            <p:grpSpPr>
              <a:xfrm rot="18623538">
                <a:off x="1627698" y="2015198"/>
                <a:ext cx="266714" cy="238616"/>
                <a:chOff x="1047750" y="2033588"/>
                <a:chExt cx="266714" cy="238616"/>
              </a:xfrm>
            </p:grpSpPr>
            <p:sp>
              <p:nvSpPr>
                <p:cNvPr id="101" name="Freeform: Shape 100">
                  <a:extLst>
                    <a:ext uri="{FF2B5EF4-FFF2-40B4-BE49-F238E27FC236}">
                      <a16:creationId xmlns:a16="http://schemas.microsoft.com/office/drawing/2014/main" id="{F6AE8E7A-4DBD-4E15-A6BA-438A2706F302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" name="Freeform: Shape 101">
                  <a:extLst>
                    <a:ext uri="{FF2B5EF4-FFF2-40B4-BE49-F238E27FC236}">
                      <a16:creationId xmlns:a16="http://schemas.microsoft.com/office/drawing/2014/main" id="{A45EFDD2-1DAB-481D-9CD6-2BA43DE1D1F1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Freeform: Shape 102">
                  <a:extLst>
                    <a:ext uri="{FF2B5EF4-FFF2-40B4-BE49-F238E27FC236}">
                      <a16:creationId xmlns:a16="http://schemas.microsoft.com/office/drawing/2014/main" id="{608F515E-29A7-4044-862D-D55B2768A1C2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C8169C30-FA52-49F7-A0BD-765D4DD7E0C4}"/>
                  </a:ext>
                </a:extLst>
              </p:cNvPr>
              <p:cNvSpPr/>
              <p:nvPr/>
            </p:nvSpPr>
            <p:spPr>
              <a:xfrm rot="20219117">
                <a:off x="971370" y="1188230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9735755A-465D-40B2-A849-DA00E2B5B1B6}"/>
                  </a:ext>
                </a:extLst>
              </p:cNvPr>
              <p:cNvSpPr/>
              <p:nvPr/>
            </p:nvSpPr>
            <p:spPr>
              <a:xfrm rot="15953926">
                <a:off x="1586692" y="1209728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93" name="Group 92">
                <a:extLst>
                  <a:ext uri="{FF2B5EF4-FFF2-40B4-BE49-F238E27FC236}">
                    <a16:creationId xmlns:a16="http://schemas.microsoft.com/office/drawing/2014/main" id="{580DD8CA-4B21-471A-AA6B-1EBCF032EFCE}"/>
                  </a:ext>
                </a:extLst>
              </p:cNvPr>
              <p:cNvGrpSpPr/>
              <p:nvPr/>
            </p:nvGrpSpPr>
            <p:grpSpPr>
              <a:xfrm rot="20861058">
                <a:off x="919169" y="1370990"/>
                <a:ext cx="266714" cy="238616"/>
                <a:chOff x="1047750" y="2033588"/>
                <a:chExt cx="266714" cy="238616"/>
              </a:xfrm>
            </p:grpSpPr>
            <p:sp>
              <p:nvSpPr>
                <p:cNvPr id="98" name="Freeform: Shape 97">
                  <a:extLst>
                    <a:ext uri="{FF2B5EF4-FFF2-40B4-BE49-F238E27FC236}">
                      <a16:creationId xmlns:a16="http://schemas.microsoft.com/office/drawing/2014/main" id="{31520D39-9799-46FA-808A-CAEAFE48C41E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" name="Freeform: Shape 98">
                  <a:extLst>
                    <a:ext uri="{FF2B5EF4-FFF2-40B4-BE49-F238E27FC236}">
                      <a16:creationId xmlns:a16="http://schemas.microsoft.com/office/drawing/2014/main" id="{C56B5DDE-37B8-44FF-B9CE-13266579B71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0" name="Freeform: Shape 99">
                  <a:extLst>
                    <a:ext uri="{FF2B5EF4-FFF2-40B4-BE49-F238E27FC236}">
                      <a16:creationId xmlns:a16="http://schemas.microsoft.com/office/drawing/2014/main" id="{E9D8BDC0-7DBC-4739-A1EA-4544E59F8ABA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4" name="Group 93">
                <a:extLst>
                  <a:ext uri="{FF2B5EF4-FFF2-40B4-BE49-F238E27FC236}">
                    <a16:creationId xmlns:a16="http://schemas.microsoft.com/office/drawing/2014/main" id="{212DDC4A-2B34-4C9D-89B4-7DBAC2B97B16}"/>
                  </a:ext>
                </a:extLst>
              </p:cNvPr>
              <p:cNvGrpSpPr/>
              <p:nvPr/>
            </p:nvGrpSpPr>
            <p:grpSpPr>
              <a:xfrm rot="18623538">
                <a:off x="1746103" y="1401464"/>
                <a:ext cx="266714" cy="238616"/>
                <a:chOff x="1047750" y="2033588"/>
                <a:chExt cx="266714" cy="238616"/>
              </a:xfrm>
            </p:grpSpPr>
            <p:sp>
              <p:nvSpPr>
                <p:cNvPr id="95" name="Freeform: Shape 94">
                  <a:extLst>
                    <a:ext uri="{FF2B5EF4-FFF2-40B4-BE49-F238E27FC236}">
                      <a16:creationId xmlns:a16="http://schemas.microsoft.com/office/drawing/2014/main" id="{BA7A6D74-78C2-4252-A5F5-0D144F793F88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Freeform: Shape 95">
                  <a:extLst>
                    <a:ext uri="{FF2B5EF4-FFF2-40B4-BE49-F238E27FC236}">
                      <a16:creationId xmlns:a16="http://schemas.microsoft.com/office/drawing/2014/main" id="{31DD16DA-922E-4D02-BB29-E30E44F66DCD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" name="Freeform: Shape 96">
                  <a:extLst>
                    <a:ext uri="{FF2B5EF4-FFF2-40B4-BE49-F238E27FC236}">
                      <a16:creationId xmlns:a16="http://schemas.microsoft.com/office/drawing/2014/main" id="{9B5EBDEA-C2C1-4EDB-84B6-283D677C7EE6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E9BE1070-DEC1-4278-9652-B2610893FC28}"/>
              </a:ext>
            </a:extLst>
          </p:cNvPr>
          <p:cNvGrpSpPr/>
          <p:nvPr/>
        </p:nvGrpSpPr>
        <p:grpSpPr>
          <a:xfrm>
            <a:off x="6055049" y="1766979"/>
            <a:ext cx="1042416" cy="1024128"/>
            <a:chOff x="4013882" y="2676720"/>
            <a:chExt cx="1530220" cy="1504560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F256A19-692B-4C6F-BE20-DD52F38C6E7E}"/>
                </a:ext>
              </a:extLst>
            </p:cNvPr>
            <p:cNvGrpSpPr/>
            <p:nvPr/>
          </p:nvGrpSpPr>
          <p:grpSpPr>
            <a:xfrm>
              <a:off x="4013882" y="2676720"/>
              <a:ext cx="1530220" cy="1504560"/>
              <a:chOff x="516782" y="905612"/>
              <a:chExt cx="1530220" cy="1504560"/>
            </a:xfrm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EF006DA-663D-4298-BFF3-A93E106E2D54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Wave 30">
                <a:extLst>
                  <a:ext uri="{FF2B5EF4-FFF2-40B4-BE49-F238E27FC236}">
                    <a16:creationId xmlns:a16="http://schemas.microsoft.com/office/drawing/2014/main" id="{E498F51C-E555-43E1-A2B1-BE10744732A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F024BFF3-86E3-4084-A8E3-6A5F19FE85AA}"/>
                </a:ext>
              </a:extLst>
            </p:cNvPr>
            <p:cNvGrpSpPr/>
            <p:nvPr/>
          </p:nvGrpSpPr>
          <p:grpSpPr>
            <a:xfrm>
              <a:off x="4318798" y="3060033"/>
              <a:ext cx="869561" cy="888211"/>
              <a:chOff x="4318798" y="3060033"/>
              <a:chExt cx="869561" cy="888211"/>
            </a:xfrm>
          </p:grpSpPr>
          <p:grpSp>
            <p:nvGrpSpPr>
              <p:cNvPr id="107" name="Group 106">
                <a:extLst>
                  <a:ext uri="{FF2B5EF4-FFF2-40B4-BE49-F238E27FC236}">
                    <a16:creationId xmlns:a16="http://schemas.microsoft.com/office/drawing/2014/main" id="{E7BAF345-EF43-46AA-82DB-83B6BFFAC51B}"/>
                  </a:ext>
                </a:extLst>
              </p:cNvPr>
              <p:cNvGrpSpPr/>
              <p:nvPr/>
            </p:nvGrpSpPr>
            <p:grpSpPr>
              <a:xfrm>
                <a:off x="4657451" y="3323714"/>
                <a:ext cx="530908" cy="624530"/>
                <a:chOff x="919169" y="747323"/>
                <a:chExt cx="1079599" cy="1520540"/>
              </a:xfrm>
            </p:grpSpPr>
            <p:sp>
              <p:nvSpPr>
                <p:cNvPr id="108" name="Rectangle 107">
                  <a:extLst>
                    <a:ext uri="{FF2B5EF4-FFF2-40B4-BE49-F238E27FC236}">
                      <a16:creationId xmlns:a16="http://schemas.microsoft.com/office/drawing/2014/main" id="{3E268BA3-00BA-4BA1-B764-BC5698CFB232}"/>
                    </a:ext>
                  </a:extLst>
                </p:cNvPr>
                <p:cNvSpPr/>
                <p:nvPr/>
              </p:nvSpPr>
              <p:spPr>
                <a:xfrm>
                  <a:off x="1296850" y="1081087"/>
                  <a:ext cx="352191" cy="500063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" name="Freeform: Shape 108">
                  <a:extLst>
                    <a:ext uri="{FF2B5EF4-FFF2-40B4-BE49-F238E27FC236}">
                      <a16:creationId xmlns:a16="http://schemas.microsoft.com/office/drawing/2014/main" id="{30AA1B69-BAAD-4F13-BB3A-2C6809B84E17}"/>
                    </a:ext>
                  </a:extLst>
                </p:cNvPr>
                <p:cNvSpPr/>
                <p:nvPr/>
              </p:nvSpPr>
              <p:spPr>
                <a:xfrm>
                  <a:off x="1076326" y="819150"/>
                  <a:ext cx="195262" cy="314325"/>
                </a:xfrm>
                <a:custGeom>
                  <a:avLst/>
                  <a:gdLst>
                    <a:gd name="connsiteX0" fmla="*/ 0 w 152400"/>
                    <a:gd name="connsiteY0" fmla="*/ 0 h 238125"/>
                    <a:gd name="connsiteX1" fmla="*/ 95250 w 152400"/>
                    <a:gd name="connsiteY1" fmla="*/ 23812 h 238125"/>
                    <a:gd name="connsiteX2" fmla="*/ 123825 w 152400"/>
                    <a:gd name="connsiteY2" fmla="*/ 47625 h 238125"/>
                    <a:gd name="connsiteX3" fmla="*/ 133350 w 152400"/>
                    <a:gd name="connsiteY3" fmla="*/ 95250 h 238125"/>
                    <a:gd name="connsiteX4" fmla="*/ 128587 w 152400"/>
                    <a:gd name="connsiteY4" fmla="*/ 171450 h 238125"/>
                    <a:gd name="connsiteX5" fmla="*/ 133350 w 152400"/>
                    <a:gd name="connsiteY5" fmla="*/ 195262 h 238125"/>
                    <a:gd name="connsiteX6" fmla="*/ 142875 w 152400"/>
                    <a:gd name="connsiteY6" fmla="*/ 214312 h 238125"/>
                    <a:gd name="connsiteX7" fmla="*/ 152400 w 152400"/>
                    <a:gd name="connsiteY7" fmla="*/ 238125 h 2381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52400" h="238125">
                      <a:moveTo>
                        <a:pt x="0" y="0"/>
                      </a:moveTo>
                      <a:cubicBezTo>
                        <a:pt x="44168" y="4416"/>
                        <a:pt x="54750" y="1030"/>
                        <a:pt x="95250" y="23812"/>
                      </a:cubicBezTo>
                      <a:cubicBezTo>
                        <a:pt x="106057" y="29891"/>
                        <a:pt x="114300" y="39687"/>
                        <a:pt x="123825" y="47625"/>
                      </a:cubicBezTo>
                      <a:cubicBezTo>
                        <a:pt x="126971" y="60210"/>
                        <a:pt x="133350" y="83578"/>
                        <a:pt x="133350" y="95250"/>
                      </a:cubicBezTo>
                      <a:cubicBezTo>
                        <a:pt x="133350" y="120700"/>
                        <a:pt x="130175" y="146050"/>
                        <a:pt x="128587" y="171450"/>
                      </a:cubicBezTo>
                      <a:cubicBezTo>
                        <a:pt x="130175" y="179387"/>
                        <a:pt x="130790" y="187583"/>
                        <a:pt x="133350" y="195262"/>
                      </a:cubicBezTo>
                      <a:cubicBezTo>
                        <a:pt x="135595" y="201997"/>
                        <a:pt x="140078" y="207786"/>
                        <a:pt x="142875" y="214312"/>
                      </a:cubicBezTo>
                      <a:cubicBezTo>
                        <a:pt x="160522" y="255491"/>
                        <a:pt x="137074" y="207477"/>
                        <a:pt x="152400" y="238125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" name="Freeform: Shape 109">
                  <a:extLst>
                    <a:ext uri="{FF2B5EF4-FFF2-40B4-BE49-F238E27FC236}">
                      <a16:creationId xmlns:a16="http://schemas.microsoft.com/office/drawing/2014/main" id="{36240467-8B00-4E9B-A8A4-F3AFC1A422E6}"/>
                    </a:ext>
                  </a:extLst>
                </p:cNvPr>
                <p:cNvSpPr/>
                <p:nvPr/>
              </p:nvSpPr>
              <p:spPr>
                <a:xfrm rot="19830825">
                  <a:off x="1108942" y="747323"/>
                  <a:ext cx="234084" cy="376627"/>
                </a:xfrm>
                <a:custGeom>
                  <a:avLst/>
                  <a:gdLst>
                    <a:gd name="connsiteX0" fmla="*/ 34059 w 234084"/>
                    <a:gd name="connsiteY0" fmla="*/ 376627 h 376627"/>
                    <a:gd name="connsiteX1" fmla="*/ 10246 w 234084"/>
                    <a:gd name="connsiteY1" fmla="*/ 362339 h 376627"/>
                    <a:gd name="connsiteX2" fmla="*/ 10246 w 234084"/>
                    <a:gd name="connsiteY2" fmla="*/ 295664 h 376627"/>
                    <a:gd name="connsiteX3" fmla="*/ 57871 w 234084"/>
                    <a:gd name="connsiteY3" fmla="*/ 281377 h 376627"/>
                    <a:gd name="connsiteX4" fmla="*/ 105496 w 234084"/>
                    <a:gd name="connsiteY4" fmla="*/ 262327 h 376627"/>
                    <a:gd name="connsiteX5" fmla="*/ 162646 w 234084"/>
                    <a:gd name="connsiteY5" fmla="*/ 176602 h 376627"/>
                    <a:gd name="connsiteX6" fmla="*/ 172171 w 234084"/>
                    <a:gd name="connsiteY6" fmla="*/ 138502 h 376627"/>
                    <a:gd name="connsiteX7" fmla="*/ 191221 w 234084"/>
                    <a:gd name="connsiteY7" fmla="*/ 5152 h 376627"/>
                    <a:gd name="connsiteX8" fmla="*/ 210271 w 234084"/>
                    <a:gd name="connsiteY8" fmla="*/ 389 h 376627"/>
                    <a:gd name="connsiteX9" fmla="*/ 234084 w 234084"/>
                    <a:gd name="connsiteY9" fmla="*/ 389 h 3766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234084" h="376627">
                      <a:moveTo>
                        <a:pt x="34059" y="376627"/>
                      </a:moveTo>
                      <a:cubicBezTo>
                        <a:pt x="26121" y="371864"/>
                        <a:pt x="16342" y="369305"/>
                        <a:pt x="10246" y="362339"/>
                      </a:cubicBezTo>
                      <a:cubicBezTo>
                        <a:pt x="-3334" y="346820"/>
                        <a:pt x="-3498" y="309408"/>
                        <a:pt x="10246" y="295664"/>
                      </a:cubicBezTo>
                      <a:cubicBezTo>
                        <a:pt x="21966" y="283944"/>
                        <a:pt x="42051" y="286320"/>
                        <a:pt x="57871" y="281377"/>
                      </a:cubicBezTo>
                      <a:cubicBezTo>
                        <a:pt x="89257" y="271569"/>
                        <a:pt x="80241" y="274955"/>
                        <a:pt x="105496" y="262327"/>
                      </a:cubicBezTo>
                      <a:cubicBezTo>
                        <a:pt x="153628" y="192803"/>
                        <a:pt x="135445" y="221938"/>
                        <a:pt x="162646" y="176602"/>
                      </a:cubicBezTo>
                      <a:cubicBezTo>
                        <a:pt x="165821" y="163902"/>
                        <a:pt x="171020" y="151542"/>
                        <a:pt x="172171" y="138502"/>
                      </a:cubicBezTo>
                      <a:cubicBezTo>
                        <a:pt x="176188" y="92973"/>
                        <a:pt x="142700" y="25948"/>
                        <a:pt x="191221" y="5152"/>
                      </a:cubicBezTo>
                      <a:cubicBezTo>
                        <a:pt x="197237" y="2574"/>
                        <a:pt x="203766" y="1112"/>
                        <a:pt x="210271" y="389"/>
                      </a:cubicBezTo>
                      <a:cubicBezTo>
                        <a:pt x="218160" y="-488"/>
                        <a:pt x="226146" y="389"/>
                        <a:pt x="234084" y="389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1" name="Freeform: Shape 110">
                  <a:extLst>
                    <a:ext uri="{FF2B5EF4-FFF2-40B4-BE49-F238E27FC236}">
                      <a16:creationId xmlns:a16="http://schemas.microsoft.com/office/drawing/2014/main" id="{9509D09E-AB89-4A60-AA57-18954880B24C}"/>
                    </a:ext>
                  </a:extLst>
                </p:cNvPr>
                <p:cNvSpPr/>
                <p:nvPr/>
              </p:nvSpPr>
              <p:spPr>
                <a:xfrm>
                  <a:off x="1362076" y="785812"/>
                  <a:ext cx="152406" cy="290513"/>
                </a:xfrm>
                <a:custGeom>
                  <a:avLst/>
                  <a:gdLst>
                    <a:gd name="connsiteX0" fmla="*/ 0 w 152406"/>
                    <a:gd name="connsiteY0" fmla="*/ 204788 h 290513"/>
                    <a:gd name="connsiteX1" fmla="*/ 66675 w 152406"/>
                    <a:gd name="connsiteY1" fmla="*/ 280988 h 290513"/>
                    <a:gd name="connsiteX2" fmla="*/ 85725 w 152406"/>
                    <a:gd name="connsiteY2" fmla="*/ 290513 h 290513"/>
                    <a:gd name="connsiteX3" fmla="*/ 142875 w 152406"/>
                    <a:gd name="connsiteY3" fmla="*/ 266700 h 290513"/>
                    <a:gd name="connsiteX4" fmla="*/ 142875 w 152406"/>
                    <a:gd name="connsiteY4" fmla="*/ 185738 h 290513"/>
                    <a:gd name="connsiteX5" fmla="*/ 114300 w 152406"/>
                    <a:gd name="connsiteY5" fmla="*/ 161925 h 290513"/>
                    <a:gd name="connsiteX6" fmla="*/ 71437 w 152406"/>
                    <a:gd name="connsiteY6" fmla="*/ 114300 h 290513"/>
                    <a:gd name="connsiteX7" fmla="*/ 61912 w 152406"/>
                    <a:gd name="connsiteY7" fmla="*/ 100013 h 290513"/>
                    <a:gd name="connsiteX8" fmla="*/ 71437 w 152406"/>
                    <a:gd name="connsiteY8" fmla="*/ 33338 h 290513"/>
                    <a:gd name="connsiteX9" fmla="*/ 85725 w 152406"/>
                    <a:gd name="connsiteY9" fmla="*/ 19050 h 290513"/>
                    <a:gd name="connsiteX10" fmla="*/ 100012 w 152406"/>
                    <a:gd name="connsiteY10" fmla="*/ 0 h 2905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52406" h="290513">
                      <a:moveTo>
                        <a:pt x="0" y="204788"/>
                      </a:moveTo>
                      <a:cubicBezTo>
                        <a:pt x="28237" y="241496"/>
                        <a:pt x="34182" y="260679"/>
                        <a:pt x="66675" y="280988"/>
                      </a:cubicBezTo>
                      <a:cubicBezTo>
                        <a:pt x="72695" y="284751"/>
                        <a:pt x="79375" y="287338"/>
                        <a:pt x="85725" y="290513"/>
                      </a:cubicBezTo>
                      <a:cubicBezTo>
                        <a:pt x="104775" y="282575"/>
                        <a:pt x="126647" y="279450"/>
                        <a:pt x="142875" y="266700"/>
                      </a:cubicBezTo>
                      <a:cubicBezTo>
                        <a:pt x="161999" y="251674"/>
                        <a:pt x="147149" y="194287"/>
                        <a:pt x="142875" y="185738"/>
                      </a:cubicBezTo>
                      <a:cubicBezTo>
                        <a:pt x="137330" y="174648"/>
                        <a:pt x="123516" y="170219"/>
                        <a:pt x="114300" y="161925"/>
                      </a:cubicBezTo>
                      <a:cubicBezTo>
                        <a:pt x="98453" y="147662"/>
                        <a:pt x="84472" y="131059"/>
                        <a:pt x="71437" y="114300"/>
                      </a:cubicBezTo>
                      <a:cubicBezTo>
                        <a:pt x="67923" y="109782"/>
                        <a:pt x="65087" y="104775"/>
                        <a:pt x="61912" y="100013"/>
                      </a:cubicBezTo>
                      <a:cubicBezTo>
                        <a:pt x="65087" y="77788"/>
                        <a:pt x="65102" y="54876"/>
                        <a:pt x="71437" y="33338"/>
                      </a:cubicBezTo>
                      <a:cubicBezTo>
                        <a:pt x="73338" y="26876"/>
                        <a:pt x="81989" y="24654"/>
                        <a:pt x="85725" y="19050"/>
                      </a:cubicBezTo>
                      <a:cubicBezTo>
                        <a:pt x="100438" y="-3019"/>
                        <a:pt x="79754" y="10130"/>
                        <a:pt x="100012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" name="Freeform: Shape 111">
                  <a:extLst>
                    <a:ext uri="{FF2B5EF4-FFF2-40B4-BE49-F238E27FC236}">
                      <a16:creationId xmlns:a16="http://schemas.microsoft.com/office/drawing/2014/main" id="{3A782468-4358-4DC1-B2C3-E16FE7092734}"/>
                    </a:ext>
                  </a:extLst>
                </p:cNvPr>
                <p:cNvSpPr/>
                <p:nvPr/>
              </p:nvSpPr>
              <p:spPr>
                <a:xfrm>
                  <a:off x="1333501" y="847725"/>
                  <a:ext cx="285750" cy="300208"/>
                </a:xfrm>
                <a:custGeom>
                  <a:avLst/>
                  <a:gdLst>
                    <a:gd name="connsiteX0" fmla="*/ 285750 w 285750"/>
                    <a:gd name="connsiteY0" fmla="*/ 0 h 300208"/>
                    <a:gd name="connsiteX1" fmla="*/ 257175 w 285750"/>
                    <a:gd name="connsiteY1" fmla="*/ 4762 h 300208"/>
                    <a:gd name="connsiteX2" fmla="*/ 161925 w 285750"/>
                    <a:gd name="connsiteY2" fmla="*/ 57150 h 300208"/>
                    <a:gd name="connsiteX3" fmla="*/ 138112 w 285750"/>
                    <a:gd name="connsiteY3" fmla="*/ 80962 h 300208"/>
                    <a:gd name="connsiteX4" fmla="*/ 119062 w 285750"/>
                    <a:gd name="connsiteY4" fmla="*/ 114300 h 300208"/>
                    <a:gd name="connsiteX5" fmla="*/ 95250 w 285750"/>
                    <a:gd name="connsiteY5" fmla="*/ 142875 h 300208"/>
                    <a:gd name="connsiteX6" fmla="*/ 90487 w 285750"/>
                    <a:gd name="connsiteY6" fmla="*/ 161925 h 300208"/>
                    <a:gd name="connsiteX7" fmla="*/ 57150 w 285750"/>
                    <a:gd name="connsiteY7" fmla="*/ 223837 h 300208"/>
                    <a:gd name="connsiteX8" fmla="*/ 47625 w 285750"/>
                    <a:gd name="connsiteY8" fmla="*/ 252412 h 300208"/>
                    <a:gd name="connsiteX9" fmla="*/ 28575 w 285750"/>
                    <a:gd name="connsiteY9" fmla="*/ 276225 h 300208"/>
                    <a:gd name="connsiteX10" fmla="*/ 4762 w 285750"/>
                    <a:gd name="connsiteY10" fmla="*/ 300037 h 300208"/>
                    <a:gd name="connsiteX11" fmla="*/ 0 w 285750"/>
                    <a:gd name="connsiteY11" fmla="*/ 300037 h 300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85750" h="300208">
                      <a:moveTo>
                        <a:pt x="285750" y="0"/>
                      </a:moveTo>
                      <a:cubicBezTo>
                        <a:pt x="276225" y="1587"/>
                        <a:pt x="266392" y="1882"/>
                        <a:pt x="257175" y="4762"/>
                      </a:cubicBezTo>
                      <a:cubicBezTo>
                        <a:pt x="214489" y="18101"/>
                        <a:pt x="197568" y="28636"/>
                        <a:pt x="161925" y="57150"/>
                      </a:cubicBezTo>
                      <a:cubicBezTo>
                        <a:pt x="153159" y="64162"/>
                        <a:pt x="144847" y="71982"/>
                        <a:pt x="138112" y="80962"/>
                      </a:cubicBezTo>
                      <a:cubicBezTo>
                        <a:pt x="130433" y="91201"/>
                        <a:pt x="126347" y="103777"/>
                        <a:pt x="119062" y="114300"/>
                      </a:cubicBezTo>
                      <a:cubicBezTo>
                        <a:pt x="112005" y="124494"/>
                        <a:pt x="103187" y="133350"/>
                        <a:pt x="95250" y="142875"/>
                      </a:cubicBezTo>
                      <a:cubicBezTo>
                        <a:pt x="93662" y="149225"/>
                        <a:pt x="93274" y="156003"/>
                        <a:pt x="90487" y="161925"/>
                      </a:cubicBezTo>
                      <a:cubicBezTo>
                        <a:pt x="80507" y="183133"/>
                        <a:pt x="64562" y="201601"/>
                        <a:pt x="57150" y="223837"/>
                      </a:cubicBezTo>
                      <a:cubicBezTo>
                        <a:pt x="53975" y="233362"/>
                        <a:pt x="52433" y="243598"/>
                        <a:pt x="47625" y="252412"/>
                      </a:cubicBezTo>
                      <a:cubicBezTo>
                        <a:pt x="42757" y="261336"/>
                        <a:pt x="34214" y="267767"/>
                        <a:pt x="28575" y="276225"/>
                      </a:cubicBezTo>
                      <a:cubicBezTo>
                        <a:pt x="14079" y="297970"/>
                        <a:pt x="27713" y="294300"/>
                        <a:pt x="4762" y="300037"/>
                      </a:cubicBezTo>
                      <a:cubicBezTo>
                        <a:pt x="3222" y="300422"/>
                        <a:pt x="1587" y="300037"/>
                        <a:pt x="0" y="300037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" name="Freeform: Shape 112">
                  <a:extLst>
                    <a:ext uri="{FF2B5EF4-FFF2-40B4-BE49-F238E27FC236}">
                      <a16:creationId xmlns:a16="http://schemas.microsoft.com/office/drawing/2014/main" id="{64C2242B-0556-4FA2-9C05-41943BDC115F}"/>
                    </a:ext>
                  </a:extLst>
                </p:cNvPr>
                <p:cNvSpPr/>
                <p:nvPr/>
              </p:nvSpPr>
              <p:spPr>
                <a:xfrm>
                  <a:off x="1514476" y="771525"/>
                  <a:ext cx="90487" cy="333375"/>
                </a:xfrm>
                <a:custGeom>
                  <a:avLst/>
                  <a:gdLst>
                    <a:gd name="connsiteX0" fmla="*/ 90487 w 90487"/>
                    <a:gd name="connsiteY0" fmla="*/ 333375 h 333375"/>
                    <a:gd name="connsiteX1" fmla="*/ 52387 w 90487"/>
                    <a:gd name="connsiteY1" fmla="*/ 190500 h 333375"/>
                    <a:gd name="connsiteX2" fmla="*/ 57150 w 90487"/>
                    <a:gd name="connsiteY2" fmla="*/ 152400 h 333375"/>
                    <a:gd name="connsiteX3" fmla="*/ 76200 w 90487"/>
                    <a:gd name="connsiteY3" fmla="*/ 128587 h 333375"/>
                    <a:gd name="connsiteX4" fmla="*/ 66675 w 90487"/>
                    <a:gd name="connsiteY4" fmla="*/ 42862 h 333375"/>
                    <a:gd name="connsiteX5" fmla="*/ 42862 w 90487"/>
                    <a:gd name="connsiteY5" fmla="*/ 23812 h 333375"/>
                    <a:gd name="connsiteX6" fmla="*/ 14287 w 90487"/>
                    <a:gd name="connsiteY6" fmla="*/ 0 h 333375"/>
                    <a:gd name="connsiteX7" fmla="*/ 0 w 90487"/>
                    <a:gd name="connsiteY7" fmla="*/ 9525 h 333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90487" h="333375">
                      <a:moveTo>
                        <a:pt x="90487" y="333375"/>
                      </a:moveTo>
                      <a:cubicBezTo>
                        <a:pt x="67609" y="224705"/>
                        <a:pt x="81971" y="271855"/>
                        <a:pt x="52387" y="190500"/>
                      </a:cubicBezTo>
                      <a:cubicBezTo>
                        <a:pt x="53975" y="177800"/>
                        <a:pt x="52555" y="164346"/>
                        <a:pt x="57150" y="152400"/>
                      </a:cubicBezTo>
                      <a:cubicBezTo>
                        <a:pt x="60799" y="142912"/>
                        <a:pt x="75319" y="138714"/>
                        <a:pt x="76200" y="128587"/>
                      </a:cubicBezTo>
                      <a:cubicBezTo>
                        <a:pt x="78691" y="99944"/>
                        <a:pt x="75392" y="70259"/>
                        <a:pt x="66675" y="42862"/>
                      </a:cubicBezTo>
                      <a:cubicBezTo>
                        <a:pt x="63593" y="33175"/>
                        <a:pt x="50512" y="30506"/>
                        <a:pt x="42862" y="23812"/>
                      </a:cubicBezTo>
                      <a:cubicBezTo>
                        <a:pt x="13526" y="-1856"/>
                        <a:pt x="43529" y="19494"/>
                        <a:pt x="14287" y="0"/>
                      </a:cubicBezTo>
                      <a:lnTo>
                        <a:pt x="0" y="9525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" name="Freeform: Shape 113">
                  <a:extLst>
                    <a:ext uri="{FF2B5EF4-FFF2-40B4-BE49-F238E27FC236}">
                      <a16:creationId xmlns:a16="http://schemas.microsoft.com/office/drawing/2014/main" id="{FA0ACA6D-E818-4306-A836-631E4B199751}"/>
                    </a:ext>
                  </a:extLst>
                </p:cNvPr>
                <p:cNvSpPr/>
                <p:nvPr/>
              </p:nvSpPr>
              <p:spPr>
                <a:xfrm>
                  <a:off x="1332899" y="871537"/>
                  <a:ext cx="24414" cy="228600"/>
                </a:xfrm>
                <a:custGeom>
                  <a:avLst/>
                  <a:gdLst>
                    <a:gd name="connsiteX0" fmla="*/ 5364 w 24414"/>
                    <a:gd name="connsiteY0" fmla="*/ 228600 h 228600"/>
                    <a:gd name="connsiteX1" fmla="*/ 5364 w 24414"/>
                    <a:gd name="connsiteY1" fmla="*/ 42863 h 228600"/>
                    <a:gd name="connsiteX2" fmla="*/ 14889 w 24414"/>
                    <a:gd name="connsiteY2" fmla="*/ 28575 h 228600"/>
                    <a:gd name="connsiteX3" fmla="*/ 24414 w 24414"/>
                    <a:gd name="connsiteY3" fmla="*/ 0 h 2286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4414" h="228600">
                      <a:moveTo>
                        <a:pt x="5364" y="228600"/>
                      </a:moveTo>
                      <a:cubicBezTo>
                        <a:pt x="697" y="153917"/>
                        <a:pt x="-3913" y="123266"/>
                        <a:pt x="5364" y="42863"/>
                      </a:cubicBezTo>
                      <a:cubicBezTo>
                        <a:pt x="6020" y="37177"/>
                        <a:pt x="12564" y="33806"/>
                        <a:pt x="14889" y="28575"/>
                      </a:cubicBezTo>
                      <a:cubicBezTo>
                        <a:pt x="18967" y="19400"/>
                        <a:pt x="24414" y="0"/>
                        <a:pt x="24414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Freeform: Shape 114">
                  <a:extLst>
                    <a:ext uri="{FF2B5EF4-FFF2-40B4-BE49-F238E27FC236}">
                      <a16:creationId xmlns:a16="http://schemas.microsoft.com/office/drawing/2014/main" id="{0875A521-E33C-4295-92C4-E4CAA9565511}"/>
                    </a:ext>
                  </a:extLst>
                </p:cNvPr>
                <p:cNvSpPr/>
                <p:nvPr/>
              </p:nvSpPr>
              <p:spPr>
                <a:xfrm>
                  <a:off x="1666336" y="766762"/>
                  <a:ext cx="124459" cy="376238"/>
                </a:xfrm>
                <a:custGeom>
                  <a:avLst/>
                  <a:gdLst>
                    <a:gd name="connsiteX0" fmla="*/ 14827 w 124459"/>
                    <a:gd name="connsiteY0" fmla="*/ 376238 h 376238"/>
                    <a:gd name="connsiteX1" fmla="*/ 43402 w 124459"/>
                    <a:gd name="connsiteY1" fmla="*/ 319088 h 376238"/>
                    <a:gd name="connsiteX2" fmla="*/ 100552 w 124459"/>
                    <a:gd name="connsiteY2" fmla="*/ 233363 h 376238"/>
                    <a:gd name="connsiteX3" fmla="*/ 124365 w 124459"/>
                    <a:gd name="connsiteY3" fmla="*/ 219075 h 376238"/>
                    <a:gd name="connsiteX4" fmla="*/ 119602 w 124459"/>
                    <a:gd name="connsiteY4" fmla="*/ 185738 h 376238"/>
                    <a:gd name="connsiteX5" fmla="*/ 48165 w 124459"/>
                    <a:gd name="connsiteY5" fmla="*/ 147638 h 376238"/>
                    <a:gd name="connsiteX6" fmla="*/ 33877 w 124459"/>
                    <a:gd name="connsiteY6" fmla="*/ 138113 h 376238"/>
                    <a:gd name="connsiteX7" fmla="*/ 14827 w 124459"/>
                    <a:gd name="connsiteY7" fmla="*/ 133350 h 376238"/>
                    <a:gd name="connsiteX8" fmla="*/ 540 w 124459"/>
                    <a:gd name="connsiteY8" fmla="*/ 123825 h 376238"/>
                    <a:gd name="connsiteX9" fmla="*/ 29115 w 124459"/>
                    <a:gd name="connsiteY9" fmla="*/ 66675 h 376238"/>
                    <a:gd name="connsiteX10" fmla="*/ 43402 w 124459"/>
                    <a:gd name="connsiteY10" fmla="*/ 47625 h 376238"/>
                    <a:gd name="connsiteX11" fmla="*/ 86265 w 124459"/>
                    <a:gd name="connsiteY11" fmla="*/ 42863 h 376238"/>
                    <a:gd name="connsiteX12" fmla="*/ 95790 w 124459"/>
                    <a:gd name="connsiteY12" fmla="*/ 0 h 3762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459" h="376238">
                      <a:moveTo>
                        <a:pt x="14827" y="376238"/>
                      </a:moveTo>
                      <a:cubicBezTo>
                        <a:pt x="58122" y="322118"/>
                        <a:pt x="11728" y="386395"/>
                        <a:pt x="43402" y="319088"/>
                      </a:cubicBezTo>
                      <a:cubicBezTo>
                        <a:pt x="51464" y="301957"/>
                        <a:pt x="85463" y="248452"/>
                        <a:pt x="100552" y="233363"/>
                      </a:cubicBezTo>
                      <a:cubicBezTo>
                        <a:pt x="107098" y="226817"/>
                        <a:pt x="116427" y="223838"/>
                        <a:pt x="124365" y="219075"/>
                      </a:cubicBezTo>
                      <a:cubicBezTo>
                        <a:pt x="122777" y="207963"/>
                        <a:pt x="127791" y="193415"/>
                        <a:pt x="119602" y="185738"/>
                      </a:cubicBezTo>
                      <a:cubicBezTo>
                        <a:pt x="99914" y="167280"/>
                        <a:pt x="70620" y="162608"/>
                        <a:pt x="48165" y="147638"/>
                      </a:cubicBezTo>
                      <a:cubicBezTo>
                        <a:pt x="43402" y="144463"/>
                        <a:pt x="39138" y="140368"/>
                        <a:pt x="33877" y="138113"/>
                      </a:cubicBezTo>
                      <a:cubicBezTo>
                        <a:pt x="27861" y="135535"/>
                        <a:pt x="21177" y="134938"/>
                        <a:pt x="14827" y="133350"/>
                      </a:cubicBezTo>
                      <a:cubicBezTo>
                        <a:pt x="10065" y="130175"/>
                        <a:pt x="1109" y="129520"/>
                        <a:pt x="540" y="123825"/>
                      </a:cubicBezTo>
                      <a:cubicBezTo>
                        <a:pt x="-2990" y="88526"/>
                        <a:pt x="11258" y="87084"/>
                        <a:pt x="29115" y="66675"/>
                      </a:cubicBezTo>
                      <a:cubicBezTo>
                        <a:pt x="34342" y="60701"/>
                        <a:pt x="36075" y="50678"/>
                        <a:pt x="43402" y="47625"/>
                      </a:cubicBezTo>
                      <a:cubicBezTo>
                        <a:pt x="56672" y="42096"/>
                        <a:pt x="71977" y="44450"/>
                        <a:pt x="86265" y="42863"/>
                      </a:cubicBezTo>
                      <a:cubicBezTo>
                        <a:pt x="99340" y="16713"/>
                        <a:pt x="95790" y="30913"/>
                        <a:pt x="95790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Freeform: Shape 115">
                  <a:extLst>
                    <a:ext uri="{FF2B5EF4-FFF2-40B4-BE49-F238E27FC236}">
                      <a16:creationId xmlns:a16="http://schemas.microsoft.com/office/drawing/2014/main" id="{4D5B843D-ED45-4CB4-A3E7-115AD43255D5}"/>
                    </a:ext>
                  </a:extLst>
                </p:cNvPr>
                <p:cNvSpPr/>
                <p:nvPr/>
              </p:nvSpPr>
              <p:spPr>
                <a:xfrm>
                  <a:off x="1657352" y="785812"/>
                  <a:ext cx="252412" cy="304800"/>
                </a:xfrm>
                <a:custGeom>
                  <a:avLst/>
                  <a:gdLst>
                    <a:gd name="connsiteX0" fmla="*/ 0 w 344403"/>
                    <a:gd name="connsiteY0" fmla="*/ 300564 h 300564"/>
                    <a:gd name="connsiteX1" fmla="*/ 85725 w 344403"/>
                    <a:gd name="connsiteY1" fmla="*/ 205314 h 300564"/>
                    <a:gd name="connsiteX2" fmla="*/ 214312 w 344403"/>
                    <a:gd name="connsiteY2" fmla="*/ 81489 h 300564"/>
                    <a:gd name="connsiteX3" fmla="*/ 285750 w 344403"/>
                    <a:gd name="connsiteY3" fmla="*/ 33864 h 300564"/>
                    <a:gd name="connsiteX4" fmla="*/ 323850 w 344403"/>
                    <a:gd name="connsiteY4" fmla="*/ 10052 h 300564"/>
                    <a:gd name="connsiteX5" fmla="*/ 342900 w 344403"/>
                    <a:gd name="connsiteY5" fmla="*/ 527 h 300564"/>
                    <a:gd name="connsiteX6" fmla="*/ 276225 w 344403"/>
                    <a:gd name="connsiteY6" fmla="*/ 5289 h 300564"/>
                    <a:gd name="connsiteX7" fmla="*/ 185737 w 344403"/>
                    <a:gd name="connsiteY7" fmla="*/ 19577 h 300564"/>
                    <a:gd name="connsiteX8" fmla="*/ 166687 w 344403"/>
                    <a:gd name="connsiteY8" fmla="*/ 24339 h 3005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44403" h="300564">
                      <a:moveTo>
                        <a:pt x="0" y="300564"/>
                      </a:moveTo>
                      <a:cubicBezTo>
                        <a:pt x="61522" y="269804"/>
                        <a:pt x="11886" y="300251"/>
                        <a:pt x="85725" y="205314"/>
                      </a:cubicBezTo>
                      <a:cubicBezTo>
                        <a:pt x="114469" y="168357"/>
                        <a:pt x="183680" y="101910"/>
                        <a:pt x="214312" y="81489"/>
                      </a:cubicBezTo>
                      <a:lnTo>
                        <a:pt x="285750" y="33864"/>
                      </a:lnTo>
                      <a:cubicBezTo>
                        <a:pt x="298294" y="25683"/>
                        <a:pt x="310455" y="16750"/>
                        <a:pt x="323850" y="10052"/>
                      </a:cubicBezTo>
                      <a:cubicBezTo>
                        <a:pt x="330200" y="6877"/>
                        <a:pt x="349964" y="1234"/>
                        <a:pt x="342900" y="527"/>
                      </a:cubicBezTo>
                      <a:cubicBezTo>
                        <a:pt x="320729" y="-1690"/>
                        <a:pt x="298450" y="3702"/>
                        <a:pt x="276225" y="5289"/>
                      </a:cubicBezTo>
                      <a:cubicBezTo>
                        <a:pt x="214504" y="17633"/>
                        <a:pt x="244690" y="13026"/>
                        <a:pt x="185737" y="19577"/>
                      </a:cubicBezTo>
                      <a:lnTo>
                        <a:pt x="166687" y="24339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Freeform: Shape 116">
                  <a:extLst>
                    <a:ext uri="{FF2B5EF4-FFF2-40B4-BE49-F238E27FC236}">
                      <a16:creationId xmlns:a16="http://schemas.microsoft.com/office/drawing/2014/main" id="{AEE6D46A-15E0-4E6B-9D7B-601400A08C43}"/>
                    </a:ext>
                  </a:extLst>
                </p:cNvPr>
                <p:cNvSpPr/>
                <p:nvPr/>
              </p:nvSpPr>
              <p:spPr>
                <a:xfrm>
                  <a:off x="1181663" y="1412263"/>
                  <a:ext cx="567967" cy="356823"/>
                </a:xfrm>
                <a:custGeom>
                  <a:avLst/>
                  <a:gdLst>
                    <a:gd name="connsiteX0" fmla="*/ 34540 w 567967"/>
                    <a:gd name="connsiteY0" fmla="*/ 76200 h 356823"/>
                    <a:gd name="connsiteX1" fmla="*/ 34540 w 567967"/>
                    <a:gd name="connsiteY1" fmla="*/ 76200 h 356823"/>
                    <a:gd name="connsiteX2" fmla="*/ 10728 w 567967"/>
                    <a:gd name="connsiteY2" fmla="*/ 180975 h 356823"/>
                    <a:gd name="connsiteX3" fmla="*/ 20253 w 567967"/>
                    <a:gd name="connsiteY3" fmla="*/ 195262 h 356823"/>
                    <a:gd name="connsiteX4" fmla="*/ 25015 w 567967"/>
                    <a:gd name="connsiteY4" fmla="*/ 261937 h 356823"/>
                    <a:gd name="connsiteX5" fmla="*/ 29778 w 567967"/>
                    <a:gd name="connsiteY5" fmla="*/ 280987 h 356823"/>
                    <a:gd name="connsiteX6" fmla="*/ 44065 w 567967"/>
                    <a:gd name="connsiteY6" fmla="*/ 290512 h 356823"/>
                    <a:gd name="connsiteX7" fmla="*/ 77403 w 567967"/>
                    <a:gd name="connsiteY7" fmla="*/ 295275 h 356823"/>
                    <a:gd name="connsiteX8" fmla="*/ 163128 w 567967"/>
                    <a:gd name="connsiteY8" fmla="*/ 247650 h 356823"/>
                    <a:gd name="connsiteX9" fmla="*/ 177415 w 567967"/>
                    <a:gd name="connsiteY9" fmla="*/ 223837 h 356823"/>
                    <a:gd name="connsiteX10" fmla="*/ 205990 w 567967"/>
                    <a:gd name="connsiteY10" fmla="*/ 214312 h 356823"/>
                    <a:gd name="connsiteX11" fmla="*/ 210753 w 567967"/>
                    <a:gd name="connsiteY11" fmla="*/ 228600 h 356823"/>
                    <a:gd name="connsiteX12" fmla="*/ 215515 w 567967"/>
                    <a:gd name="connsiteY12" fmla="*/ 247650 h 356823"/>
                    <a:gd name="connsiteX13" fmla="*/ 229803 w 567967"/>
                    <a:gd name="connsiteY13" fmla="*/ 290512 h 356823"/>
                    <a:gd name="connsiteX14" fmla="*/ 263140 w 567967"/>
                    <a:gd name="connsiteY14" fmla="*/ 319087 h 356823"/>
                    <a:gd name="connsiteX15" fmla="*/ 272665 w 567967"/>
                    <a:gd name="connsiteY15" fmla="*/ 347662 h 356823"/>
                    <a:gd name="connsiteX16" fmla="*/ 329815 w 567967"/>
                    <a:gd name="connsiteY16" fmla="*/ 338137 h 356823"/>
                    <a:gd name="connsiteX17" fmla="*/ 344103 w 567967"/>
                    <a:gd name="connsiteY17" fmla="*/ 252412 h 356823"/>
                    <a:gd name="connsiteX18" fmla="*/ 439353 w 567967"/>
                    <a:gd name="connsiteY18" fmla="*/ 261937 h 356823"/>
                    <a:gd name="connsiteX19" fmla="*/ 467928 w 567967"/>
                    <a:gd name="connsiteY19" fmla="*/ 290512 h 356823"/>
                    <a:gd name="connsiteX20" fmla="*/ 515553 w 567967"/>
                    <a:gd name="connsiteY20" fmla="*/ 276225 h 356823"/>
                    <a:gd name="connsiteX21" fmla="*/ 544128 w 567967"/>
                    <a:gd name="connsiteY21" fmla="*/ 271462 h 356823"/>
                    <a:gd name="connsiteX22" fmla="*/ 558415 w 567967"/>
                    <a:gd name="connsiteY22" fmla="*/ 266700 h 356823"/>
                    <a:gd name="connsiteX23" fmla="*/ 563178 w 567967"/>
                    <a:gd name="connsiteY23" fmla="*/ 228600 h 356823"/>
                    <a:gd name="connsiteX24" fmla="*/ 567940 w 567967"/>
                    <a:gd name="connsiteY24" fmla="*/ 200025 h 356823"/>
                    <a:gd name="connsiteX25" fmla="*/ 558415 w 567967"/>
                    <a:gd name="connsiteY25" fmla="*/ 109537 h 356823"/>
                    <a:gd name="connsiteX26" fmla="*/ 539365 w 567967"/>
                    <a:gd name="connsiteY26" fmla="*/ 100012 h 356823"/>
                    <a:gd name="connsiteX27" fmla="*/ 515553 w 567967"/>
                    <a:gd name="connsiteY27" fmla="*/ 61912 h 356823"/>
                    <a:gd name="connsiteX28" fmla="*/ 486978 w 567967"/>
                    <a:gd name="connsiteY28" fmla="*/ 47625 h 356823"/>
                    <a:gd name="connsiteX29" fmla="*/ 315528 w 567967"/>
                    <a:gd name="connsiteY29" fmla="*/ 42862 h 356823"/>
                    <a:gd name="connsiteX30" fmla="*/ 253615 w 567967"/>
                    <a:gd name="connsiteY30" fmla="*/ 4762 h 356823"/>
                    <a:gd name="connsiteX31" fmla="*/ 215515 w 567967"/>
                    <a:gd name="connsiteY31" fmla="*/ 0 h 356823"/>
                    <a:gd name="connsiteX32" fmla="*/ 172653 w 567967"/>
                    <a:gd name="connsiteY32" fmla="*/ 14287 h 356823"/>
                    <a:gd name="connsiteX33" fmla="*/ 144078 w 567967"/>
                    <a:gd name="connsiteY33" fmla="*/ 28575 h 356823"/>
                    <a:gd name="connsiteX34" fmla="*/ 125028 w 567967"/>
                    <a:gd name="connsiteY34" fmla="*/ 33337 h 356823"/>
                    <a:gd name="connsiteX35" fmla="*/ 110740 w 567967"/>
                    <a:gd name="connsiteY35" fmla="*/ 38100 h 356823"/>
                    <a:gd name="connsiteX36" fmla="*/ 77403 w 567967"/>
                    <a:gd name="connsiteY36" fmla="*/ 47625 h 356823"/>
                    <a:gd name="connsiteX37" fmla="*/ 34540 w 567967"/>
                    <a:gd name="connsiteY37" fmla="*/ 76200 h 3568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567967" h="356823">
                      <a:moveTo>
                        <a:pt x="34540" y="76200"/>
                      </a:moveTo>
                      <a:lnTo>
                        <a:pt x="34540" y="76200"/>
                      </a:lnTo>
                      <a:cubicBezTo>
                        <a:pt x="-4331" y="131731"/>
                        <a:pt x="-7505" y="112600"/>
                        <a:pt x="10728" y="180975"/>
                      </a:cubicBezTo>
                      <a:cubicBezTo>
                        <a:pt x="12203" y="186505"/>
                        <a:pt x="17078" y="190500"/>
                        <a:pt x="20253" y="195262"/>
                      </a:cubicBezTo>
                      <a:cubicBezTo>
                        <a:pt x="21840" y="217487"/>
                        <a:pt x="22554" y="239792"/>
                        <a:pt x="25015" y="261937"/>
                      </a:cubicBezTo>
                      <a:cubicBezTo>
                        <a:pt x="25738" y="268442"/>
                        <a:pt x="26147" y="275541"/>
                        <a:pt x="29778" y="280987"/>
                      </a:cubicBezTo>
                      <a:cubicBezTo>
                        <a:pt x="32953" y="285749"/>
                        <a:pt x="38583" y="288867"/>
                        <a:pt x="44065" y="290512"/>
                      </a:cubicBezTo>
                      <a:cubicBezTo>
                        <a:pt x="54817" y="293738"/>
                        <a:pt x="66290" y="293687"/>
                        <a:pt x="77403" y="295275"/>
                      </a:cubicBezTo>
                      <a:cubicBezTo>
                        <a:pt x="139352" y="284950"/>
                        <a:pt x="131892" y="299712"/>
                        <a:pt x="163128" y="247650"/>
                      </a:cubicBezTo>
                      <a:cubicBezTo>
                        <a:pt x="167890" y="239712"/>
                        <a:pt x="170108" y="229520"/>
                        <a:pt x="177415" y="223837"/>
                      </a:cubicBezTo>
                      <a:cubicBezTo>
                        <a:pt x="185340" y="217673"/>
                        <a:pt x="205990" y="214312"/>
                        <a:pt x="205990" y="214312"/>
                      </a:cubicBezTo>
                      <a:cubicBezTo>
                        <a:pt x="207578" y="219075"/>
                        <a:pt x="209374" y="223773"/>
                        <a:pt x="210753" y="228600"/>
                      </a:cubicBezTo>
                      <a:cubicBezTo>
                        <a:pt x="212551" y="234894"/>
                        <a:pt x="213590" y="241394"/>
                        <a:pt x="215515" y="247650"/>
                      </a:cubicBezTo>
                      <a:cubicBezTo>
                        <a:pt x="219944" y="262044"/>
                        <a:pt x="217755" y="281476"/>
                        <a:pt x="229803" y="290512"/>
                      </a:cubicBezTo>
                      <a:cubicBezTo>
                        <a:pt x="254241" y="308841"/>
                        <a:pt x="243240" y="299187"/>
                        <a:pt x="263140" y="319087"/>
                      </a:cubicBezTo>
                      <a:cubicBezTo>
                        <a:pt x="266315" y="328612"/>
                        <a:pt x="264440" y="341904"/>
                        <a:pt x="272665" y="347662"/>
                      </a:cubicBezTo>
                      <a:cubicBezTo>
                        <a:pt x="300410" y="367084"/>
                        <a:pt x="311833" y="351624"/>
                        <a:pt x="329815" y="338137"/>
                      </a:cubicBezTo>
                      <a:cubicBezTo>
                        <a:pt x="334578" y="309562"/>
                        <a:pt x="326918" y="275734"/>
                        <a:pt x="344103" y="252412"/>
                      </a:cubicBezTo>
                      <a:cubicBezTo>
                        <a:pt x="361013" y="229462"/>
                        <a:pt x="423209" y="256556"/>
                        <a:pt x="439353" y="261937"/>
                      </a:cubicBezTo>
                      <a:cubicBezTo>
                        <a:pt x="448878" y="271462"/>
                        <a:pt x="455494" y="285331"/>
                        <a:pt x="467928" y="290512"/>
                      </a:cubicBezTo>
                      <a:cubicBezTo>
                        <a:pt x="485057" y="297649"/>
                        <a:pt x="501430" y="280462"/>
                        <a:pt x="515553" y="276225"/>
                      </a:cubicBezTo>
                      <a:cubicBezTo>
                        <a:pt x="524802" y="273450"/>
                        <a:pt x="534702" y="273557"/>
                        <a:pt x="544128" y="271462"/>
                      </a:cubicBezTo>
                      <a:cubicBezTo>
                        <a:pt x="549028" y="270373"/>
                        <a:pt x="553653" y="268287"/>
                        <a:pt x="558415" y="266700"/>
                      </a:cubicBezTo>
                      <a:cubicBezTo>
                        <a:pt x="560003" y="254000"/>
                        <a:pt x="561368" y="241270"/>
                        <a:pt x="563178" y="228600"/>
                      </a:cubicBezTo>
                      <a:cubicBezTo>
                        <a:pt x="564544" y="219041"/>
                        <a:pt x="568326" y="209674"/>
                        <a:pt x="567940" y="200025"/>
                      </a:cubicBezTo>
                      <a:cubicBezTo>
                        <a:pt x="566728" y="169720"/>
                        <a:pt x="566747" y="138699"/>
                        <a:pt x="558415" y="109537"/>
                      </a:cubicBezTo>
                      <a:cubicBezTo>
                        <a:pt x="556465" y="102711"/>
                        <a:pt x="545715" y="103187"/>
                        <a:pt x="539365" y="100012"/>
                      </a:cubicBezTo>
                      <a:cubicBezTo>
                        <a:pt x="531821" y="84923"/>
                        <a:pt x="527917" y="74276"/>
                        <a:pt x="515553" y="61912"/>
                      </a:cubicBezTo>
                      <a:cubicBezTo>
                        <a:pt x="510260" y="56619"/>
                        <a:pt x="495144" y="48044"/>
                        <a:pt x="486978" y="47625"/>
                      </a:cubicBezTo>
                      <a:cubicBezTo>
                        <a:pt x="429881" y="44697"/>
                        <a:pt x="372678" y="44450"/>
                        <a:pt x="315528" y="42862"/>
                      </a:cubicBezTo>
                      <a:cubicBezTo>
                        <a:pt x="299397" y="29958"/>
                        <a:pt x="274588" y="7383"/>
                        <a:pt x="253615" y="4762"/>
                      </a:cubicBezTo>
                      <a:lnTo>
                        <a:pt x="215515" y="0"/>
                      </a:lnTo>
                      <a:cubicBezTo>
                        <a:pt x="201228" y="4762"/>
                        <a:pt x="186636" y="8694"/>
                        <a:pt x="172653" y="14287"/>
                      </a:cubicBezTo>
                      <a:cubicBezTo>
                        <a:pt x="162765" y="18242"/>
                        <a:pt x="153966" y="24620"/>
                        <a:pt x="144078" y="28575"/>
                      </a:cubicBezTo>
                      <a:cubicBezTo>
                        <a:pt x="138001" y="31006"/>
                        <a:pt x="131322" y="31539"/>
                        <a:pt x="125028" y="33337"/>
                      </a:cubicBezTo>
                      <a:cubicBezTo>
                        <a:pt x="120201" y="34716"/>
                        <a:pt x="115549" y="36657"/>
                        <a:pt x="110740" y="38100"/>
                      </a:cubicBezTo>
                      <a:cubicBezTo>
                        <a:pt x="99670" y="41421"/>
                        <a:pt x="88515" y="44450"/>
                        <a:pt x="77403" y="47625"/>
                      </a:cubicBezTo>
                      <a:cubicBezTo>
                        <a:pt x="71930" y="64042"/>
                        <a:pt x="41684" y="71438"/>
                        <a:pt x="34540" y="7620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Freeform: Shape 117">
                  <a:extLst>
                    <a:ext uri="{FF2B5EF4-FFF2-40B4-BE49-F238E27FC236}">
                      <a16:creationId xmlns:a16="http://schemas.microsoft.com/office/drawing/2014/main" id="{1E4ED993-5391-420D-8D19-96F46E0D6756}"/>
                    </a:ext>
                  </a:extLst>
                </p:cNvPr>
                <p:cNvSpPr/>
                <p:nvPr/>
              </p:nvSpPr>
              <p:spPr>
                <a:xfrm>
                  <a:off x="1151482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Freeform: Shape 118">
                  <a:extLst>
                    <a:ext uri="{FF2B5EF4-FFF2-40B4-BE49-F238E27FC236}">
                      <a16:creationId xmlns:a16="http://schemas.microsoft.com/office/drawing/2014/main" id="{F840644E-C851-4A52-A8F8-941268410009}"/>
                    </a:ext>
                  </a:extLst>
                </p:cNvPr>
                <p:cNvSpPr/>
                <p:nvPr/>
              </p:nvSpPr>
              <p:spPr>
                <a:xfrm flipH="1">
                  <a:off x="1516830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0" name="Group 119">
                  <a:extLst>
                    <a:ext uri="{FF2B5EF4-FFF2-40B4-BE49-F238E27FC236}">
                      <a16:creationId xmlns:a16="http://schemas.microsoft.com/office/drawing/2014/main" id="{D2FDDDAE-CB70-4FAD-B783-2F388D00E961}"/>
                    </a:ext>
                  </a:extLst>
                </p:cNvPr>
                <p:cNvGrpSpPr/>
                <p:nvPr/>
              </p:nvGrpSpPr>
              <p:grpSpPr>
                <a:xfrm>
                  <a:off x="1066185" y="200592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5" name="Freeform: Shape 134">
                    <a:extLst>
                      <a:ext uri="{FF2B5EF4-FFF2-40B4-BE49-F238E27FC236}">
                        <a16:creationId xmlns:a16="http://schemas.microsoft.com/office/drawing/2014/main" id="{CA7963AD-47E6-4106-98C4-AABDD49E7AC1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6" name="Freeform: Shape 135">
                    <a:extLst>
                      <a:ext uri="{FF2B5EF4-FFF2-40B4-BE49-F238E27FC236}">
                        <a16:creationId xmlns:a16="http://schemas.microsoft.com/office/drawing/2014/main" id="{7ED8FB28-0F22-485D-992C-FFB21E1744A8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7" name="Freeform: Shape 136">
                    <a:extLst>
                      <a:ext uri="{FF2B5EF4-FFF2-40B4-BE49-F238E27FC236}">
                        <a16:creationId xmlns:a16="http://schemas.microsoft.com/office/drawing/2014/main" id="{6CCB8A90-5C51-41DA-80BA-4BCC678D5A3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1" name="Group 120">
                  <a:extLst>
                    <a:ext uri="{FF2B5EF4-FFF2-40B4-BE49-F238E27FC236}">
                      <a16:creationId xmlns:a16="http://schemas.microsoft.com/office/drawing/2014/main" id="{61E36827-2D0B-49AD-8BD9-A89597F5614D}"/>
                    </a:ext>
                  </a:extLst>
                </p:cNvPr>
                <p:cNvGrpSpPr/>
                <p:nvPr/>
              </p:nvGrpSpPr>
              <p:grpSpPr>
                <a:xfrm rot="18623538">
                  <a:off x="1627698" y="2015198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2" name="Freeform: Shape 131">
                    <a:extLst>
                      <a:ext uri="{FF2B5EF4-FFF2-40B4-BE49-F238E27FC236}">
                        <a16:creationId xmlns:a16="http://schemas.microsoft.com/office/drawing/2014/main" id="{96C7D07A-3AC5-4C58-81FA-F55828517815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3" name="Freeform: Shape 132">
                    <a:extLst>
                      <a:ext uri="{FF2B5EF4-FFF2-40B4-BE49-F238E27FC236}">
                        <a16:creationId xmlns:a16="http://schemas.microsoft.com/office/drawing/2014/main" id="{A7DDA839-431E-47CC-9737-F82976A238CF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4" name="Freeform: Shape 133">
                    <a:extLst>
                      <a:ext uri="{FF2B5EF4-FFF2-40B4-BE49-F238E27FC236}">
                        <a16:creationId xmlns:a16="http://schemas.microsoft.com/office/drawing/2014/main" id="{40AB3B19-DD3A-4B0D-99CF-01087F11734A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22" name="Freeform: Shape 121">
                  <a:extLst>
                    <a:ext uri="{FF2B5EF4-FFF2-40B4-BE49-F238E27FC236}">
                      <a16:creationId xmlns:a16="http://schemas.microsoft.com/office/drawing/2014/main" id="{62E0BC9D-1A33-4136-8E23-5471FE696182}"/>
                    </a:ext>
                  </a:extLst>
                </p:cNvPr>
                <p:cNvSpPr/>
                <p:nvPr/>
              </p:nvSpPr>
              <p:spPr>
                <a:xfrm rot="20219117">
                  <a:off x="971370" y="1188230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Freeform: Shape 122">
                  <a:extLst>
                    <a:ext uri="{FF2B5EF4-FFF2-40B4-BE49-F238E27FC236}">
                      <a16:creationId xmlns:a16="http://schemas.microsoft.com/office/drawing/2014/main" id="{0D728AAC-8C5B-449E-9AED-E73F89D0D9FB}"/>
                    </a:ext>
                  </a:extLst>
                </p:cNvPr>
                <p:cNvSpPr/>
                <p:nvPr/>
              </p:nvSpPr>
              <p:spPr>
                <a:xfrm rot="15953926">
                  <a:off x="1586692" y="1209728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4" name="Group 123">
                  <a:extLst>
                    <a:ext uri="{FF2B5EF4-FFF2-40B4-BE49-F238E27FC236}">
                      <a16:creationId xmlns:a16="http://schemas.microsoft.com/office/drawing/2014/main" id="{CC20D7D6-9C8C-4563-B9A5-DFC47044BE24}"/>
                    </a:ext>
                  </a:extLst>
                </p:cNvPr>
                <p:cNvGrpSpPr/>
                <p:nvPr/>
              </p:nvGrpSpPr>
              <p:grpSpPr>
                <a:xfrm rot="20861058">
                  <a:off x="919169" y="137099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9" name="Freeform: Shape 128">
                    <a:extLst>
                      <a:ext uri="{FF2B5EF4-FFF2-40B4-BE49-F238E27FC236}">
                        <a16:creationId xmlns:a16="http://schemas.microsoft.com/office/drawing/2014/main" id="{FDA65569-DE25-4355-AAEC-CBF4AB33DFD7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0" name="Freeform: Shape 129">
                    <a:extLst>
                      <a:ext uri="{FF2B5EF4-FFF2-40B4-BE49-F238E27FC236}">
                        <a16:creationId xmlns:a16="http://schemas.microsoft.com/office/drawing/2014/main" id="{58AFEBF5-F8A9-4928-9032-2144616C034D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1" name="Freeform: Shape 130">
                    <a:extLst>
                      <a:ext uri="{FF2B5EF4-FFF2-40B4-BE49-F238E27FC236}">
                        <a16:creationId xmlns:a16="http://schemas.microsoft.com/office/drawing/2014/main" id="{4E91D366-8A7B-4C5A-92DA-067E52C9148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5" name="Group 124">
                  <a:extLst>
                    <a:ext uri="{FF2B5EF4-FFF2-40B4-BE49-F238E27FC236}">
                      <a16:creationId xmlns:a16="http://schemas.microsoft.com/office/drawing/2014/main" id="{2D4D4E15-7C77-4137-BDD7-FF0C12EC8B8B}"/>
                    </a:ext>
                  </a:extLst>
                </p:cNvPr>
                <p:cNvGrpSpPr/>
                <p:nvPr/>
              </p:nvGrpSpPr>
              <p:grpSpPr>
                <a:xfrm rot="18623538">
                  <a:off x="1746103" y="1401464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6" name="Freeform: Shape 125">
                    <a:extLst>
                      <a:ext uri="{FF2B5EF4-FFF2-40B4-BE49-F238E27FC236}">
                        <a16:creationId xmlns:a16="http://schemas.microsoft.com/office/drawing/2014/main" id="{02C4975D-5F47-4C68-8690-45D8AA9F530A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7" name="Freeform: Shape 126">
                    <a:extLst>
                      <a:ext uri="{FF2B5EF4-FFF2-40B4-BE49-F238E27FC236}">
                        <a16:creationId xmlns:a16="http://schemas.microsoft.com/office/drawing/2014/main" id="{F64A07B0-955F-4E21-8CB9-21D5100290A7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8" name="Freeform: Shape 127">
                    <a:extLst>
                      <a:ext uri="{FF2B5EF4-FFF2-40B4-BE49-F238E27FC236}">
                        <a16:creationId xmlns:a16="http://schemas.microsoft.com/office/drawing/2014/main" id="{D5AC62B2-8A2B-4C21-BD93-53534CD44F2B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pic>
            <p:nvPicPr>
              <p:cNvPr id="138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6DF0B692-2823-4054-AAE3-D15B6C107EF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318798" y="3060033"/>
                <a:ext cx="365219" cy="62939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E5838E5B-F383-3CC1-5788-84853D2F9438}"/>
              </a:ext>
            </a:extLst>
          </p:cNvPr>
          <p:cNvGrpSpPr/>
          <p:nvPr/>
        </p:nvGrpSpPr>
        <p:grpSpPr>
          <a:xfrm>
            <a:off x="78236" y="540765"/>
            <a:ext cx="1042416" cy="1024128"/>
            <a:chOff x="516782" y="905612"/>
            <a:chExt cx="1530220" cy="1504560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F78FAFF2-BEB2-49EE-B44B-2C67369C6E96}"/>
                </a:ext>
              </a:extLst>
            </p:cNvPr>
            <p:cNvGrpSpPr/>
            <p:nvPr/>
          </p:nvGrpSpPr>
          <p:grpSpPr>
            <a:xfrm>
              <a:off x="516782" y="905612"/>
              <a:ext cx="1530220" cy="1504560"/>
              <a:chOff x="516782" y="905612"/>
              <a:chExt cx="1530220" cy="1504560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F336C9A-2AAF-448E-86B9-EA0E8B7B9A2E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Wave 5">
                <a:extLst>
                  <a:ext uri="{FF2B5EF4-FFF2-40B4-BE49-F238E27FC236}">
                    <a16:creationId xmlns:a16="http://schemas.microsoft.com/office/drawing/2014/main" id="{D4223398-8530-45DB-B1EA-0F3E7D034CC6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52" name="Picture 151">
              <a:extLst>
                <a:ext uri="{FF2B5EF4-FFF2-40B4-BE49-F238E27FC236}">
                  <a16:creationId xmlns:a16="http://schemas.microsoft.com/office/drawing/2014/main" id="{D70B001B-8DE9-43A2-B2D7-B7C2DCDB4D0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0675690" flipH="1">
              <a:off x="1223838" y="1288034"/>
              <a:ext cx="84554" cy="903393"/>
            </a:xfrm>
            <a:prstGeom prst="rect">
              <a:avLst/>
            </a:prstGeom>
          </p:spPr>
        </p:pic>
      </p:grp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F38BE9B1-34B9-4BEF-373F-19E988F23DA2}"/>
              </a:ext>
            </a:extLst>
          </p:cNvPr>
          <p:cNvGrpSpPr/>
          <p:nvPr/>
        </p:nvGrpSpPr>
        <p:grpSpPr>
          <a:xfrm>
            <a:off x="3624461" y="540765"/>
            <a:ext cx="1042416" cy="1024128"/>
            <a:chOff x="7510982" y="2676720"/>
            <a:chExt cx="1530220" cy="1504560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AE9E4283-8D6D-43D7-9EE3-640D80EE2A80}"/>
                </a:ext>
              </a:extLst>
            </p:cNvPr>
            <p:cNvGrpSpPr/>
            <p:nvPr/>
          </p:nvGrpSpPr>
          <p:grpSpPr>
            <a:xfrm>
              <a:off x="7510982" y="2676720"/>
              <a:ext cx="1530220" cy="1504560"/>
              <a:chOff x="516782" y="905612"/>
              <a:chExt cx="1530220" cy="1504560"/>
            </a:xfrm>
          </p:grpSpPr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D8396D9D-303E-4A18-BB3C-4250BC1F64CD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Wave 36">
                <a:extLst>
                  <a:ext uri="{FF2B5EF4-FFF2-40B4-BE49-F238E27FC236}">
                    <a16:creationId xmlns:a16="http://schemas.microsoft.com/office/drawing/2014/main" id="{671D1512-AA6A-4D95-A4E0-92174DE21076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53" name="Picture 152">
              <a:extLst>
                <a:ext uri="{FF2B5EF4-FFF2-40B4-BE49-F238E27FC236}">
                  <a16:creationId xmlns:a16="http://schemas.microsoft.com/office/drawing/2014/main" id="{B451D060-F4C3-4B94-B0F1-3C531894FD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18182">
              <a:off x="8069609" y="3263585"/>
              <a:ext cx="652055" cy="617171"/>
            </a:xfrm>
            <a:prstGeom prst="rect">
              <a:avLst/>
            </a:prstGeom>
          </p:spPr>
        </p:pic>
        <p:pic>
          <p:nvPicPr>
            <p:cNvPr id="154" name="Picture 153" descr="Shape&#10;&#10;Description automatically generated">
              <a:extLst>
                <a:ext uri="{FF2B5EF4-FFF2-40B4-BE49-F238E27FC236}">
                  <a16:creationId xmlns:a16="http://schemas.microsoft.com/office/drawing/2014/main" id="{93794404-F1F6-4B6A-84D2-DC4CDE61C9C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24550" y="3231680"/>
              <a:ext cx="262768" cy="326052"/>
            </a:xfrm>
            <a:prstGeom prst="rect">
              <a:avLst/>
            </a:prstGeom>
          </p:spPr>
        </p:pic>
      </p:grpSp>
      <p:grpSp>
        <p:nvGrpSpPr>
          <p:cNvPr id="235" name="Group 234">
            <a:extLst>
              <a:ext uri="{FF2B5EF4-FFF2-40B4-BE49-F238E27FC236}">
                <a16:creationId xmlns:a16="http://schemas.microsoft.com/office/drawing/2014/main" id="{4AE712D8-DF24-0257-848A-6904DC43C518}"/>
              </a:ext>
            </a:extLst>
          </p:cNvPr>
          <p:cNvGrpSpPr/>
          <p:nvPr/>
        </p:nvGrpSpPr>
        <p:grpSpPr>
          <a:xfrm>
            <a:off x="7271265" y="1766979"/>
            <a:ext cx="1042416" cy="1024128"/>
            <a:chOff x="516782" y="4447828"/>
            <a:chExt cx="1530220" cy="1504560"/>
          </a:xfrm>
        </p:grpSpPr>
        <p:grpSp>
          <p:nvGrpSpPr>
            <p:cNvPr id="149" name="Group 148">
              <a:extLst>
                <a:ext uri="{FF2B5EF4-FFF2-40B4-BE49-F238E27FC236}">
                  <a16:creationId xmlns:a16="http://schemas.microsoft.com/office/drawing/2014/main" id="{36FC774C-6978-4D5C-A4E0-603CE09B6413}"/>
                </a:ext>
              </a:extLst>
            </p:cNvPr>
            <p:cNvGrpSpPr/>
            <p:nvPr/>
          </p:nvGrpSpPr>
          <p:grpSpPr>
            <a:xfrm>
              <a:off x="516782" y="4447828"/>
              <a:ext cx="1530220" cy="1504560"/>
              <a:chOff x="516782" y="905612"/>
              <a:chExt cx="1530220" cy="1504560"/>
            </a:xfrm>
          </p:grpSpPr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89DCDE4A-AE5C-4EFD-99B4-9F510A8C3BC9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1" name="Wave 150">
                <a:extLst>
                  <a:ext uri="{FF2B5EF4-FFF2-40B4-BE49-F238E27FC236}">
                    <a16:creationId xmlns:a16="http://schemas.microsoft.com/office/drawing/2014/main" id="{EE11B8FB-0DAD-4112-8BC4-77F59B8B9BF4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6" name="Group 155">
              <a:extLst>
                <a:ext uri="{FF2B5EF4-FFF2-40B4-BE49-F238E27FC236}">
                  <a16:creationId xmlns:a16="http://schemas.microsoft.com/office/drawing/2014/main" id="{283368C8-0FDB-4216-B5BC-86B4BA0D5D80}"/>
                </a:ext>
              </a:extLst>
            </p:cNvPr>
            <p:cNvGrpSpPr/>
            <p:nvPr/>
          </p:nvGrpSpPr>
          <p:grpSpPr>
            <a:xfrm>
              <a:off x="1187786" y="5086630"/>
              <a:ext cx="530908" cy="624530"/>
              <a:chOff x="919169" y="747323"/>
              <a:chExt cx="1079599" cy="1520540"/>
            </a:xfrm>
          </p:grpSpPr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6285128A-066C-4A63-B794-821CFBBFD10B}"/>
                  </a:ext>
                </a:extLst>
              </p:cNvPr>
              <p:cNvSpPr/>
              <p:nvPr/>
            </p:nvSpPr>
            <p:spPr>
              <a:xfrm>
                <a:off x="1296850" y="1081087"/>
                <a:ext cx="352191" cy="50006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8" name="Freeform: Shape 157">
                <a:extLst>
                  <a:ext uri="{FF2B5EF4-FFF2-40B4-BE49-F238E27FC236}">
                    <a16:creationId xmlns:a16="http://schemas.microsoft.com/office/drawing/2014/main" id="{F340EA4F-70AB-4077-B020-7856CBAFB37C}"/>
                  </a:ext>
                </a:extLst>
              </p:cNvPr>
              <p:cNvSpPr/>
              <p:nvPr/>
            </p:nvSpPr>
            <p:spPr>
              <a:xfrm>
                <a:off x="1076326" y="819150"/>
                <a:ext cx="195262" cy="314325"/>
              </a:xfrm>
              <a:custGeom>
                <a:avLst/>
                <a:gdLst>
                  <a:gd name="connsiteX0" fmla="*/ 0 w 152400"/>
                  <a:gd name="connsiteY0" fmla="*/ 0 h 238125"/>
                  <a:gd name="connsiteX1" fmla="*/ 95250 w 152400"/>
                  <a:gd name="connsiteY1" fmla="*/ 23812 h 238125"/>
                  <a:gd name="connsiteX2" fmla="*/ 123825 w 152400"/>
                  <a:gd name="connsiteY2" fmla="*/ 47625 h 238125"/>
                  <a:gd name="connsiteX3" fmla="*/ 133350 w 152400"/>
                  <a:gd name="connsiteY3" fmla="*/ 95250 h 238125"/>
                  <a:gd name="connsiteX4" fmla="*/ 128587 w 152400"/>
                  <a:gd name="connsiteY4" fmla="*/ 171450 h 238125"/>
                  <a:gd name="connsiteX5" fmla="*/ 133350 w 152400"/>
                  <a:gd name="connsiteY5" fmla="*/ 195262 h 238125"/>
                  <a:gd name="connsiteX6" fmla="*/ 142875 w 152400"/>
                  <a:gd name="connsiteY6" fmla="*/ 214312 h 238125"/>
                  <a:gd name="connsiteX7" fmla="*/ 152400 w 152400"/>
                  <a:gd name="connsiteY7" fmla="*/ 238125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2400" h="238125">
                    <a:moveTo>
                      <a:pt x="0" y="0"/>
                    </a:moveTo>
                    <a:cubicBezTo>
                      <a:pt x="44168" y="4416"/>
                      <a:pt x="54750" y="1030"/>
                      <a:pt x="95250" y="23812"/>
                    </a:cubicBezTo>
                    <a:cubicBezTo>
                      <a:pt x="106057" y="29891"/>
                      <a:pt x="114300" y="39687"/>
                      <a:pt x="123825" y="47625"/>
                    </a:cubicBezTo>
                    <a:cubicBezTo>
                      <a:pt x="126971" y="60210"/>
                      <a:pt x="133350" y="83578"/>
                      <a:pt x="133350" y="95250"/>
                    </a:cubicBezTo>
                    <a:cubicBezTo>
                      <a:pt x="133350" y="120700"/>
                      <a:pt x="130175" y="146050"/>
                      <a:pt x="128587" y="171450"/>
                    </a:cubicBezTo>
                    <a:cubicBezTo>
                      <a:pt x="130175" y="179387"/>
                      <a:pt x="130790" y="187583"/>
                      <a:pt x="133350" y="195262"/>
                    </a:cubicBezTo>
                    <a:cubicBezTo>
                      <a:pt x="135595" y="201997"/>
                      <a:pt x="140078" y="207786"/>
                      <a:pt x="142875" y="214312"/>
                    </a:cubicBezTo>
                    <a:cubicBezTo>
                      <a:pt x="160522" y="255491"/>
                      <a:pt x="137074" y="207477"/>
                      <a:pt x="152400" y="238125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Freeform: Shape 158">
                <a:extLst>
                  <a:ext uri="{FF2B5EF4-FFF2-40B4-BE49-F238E27FC236}">
                    <a16:creationId xmlns:a16="http://schemas.microsoft.com/office/drawing/2014/main" id="{43BA8711-FF87-4E39-ACD2-3B2CBFFBF6E8}"/>
                  </a:ext>
                </a:extLst>
              </p:cNvPr>
              <p:cNvSpPr/>
              <p:nvPr/>
            </p:nvSpPr>
            <p:spPr>
              <a:xfrm rot="19830825">
                <a:off x="1108942" y="747323"/>
                <a:ext cx="234084" cy="376627"/>
              </a:xfrm>
              <a:custGeom>
                <a:avLst/>
                <a:gdLst>
                  <a:gd name="connsiteX0" fmla="*/ 34059 w 234084"/>
                  <a:gd name="connsiteY0" fmla="*/ 376627 h 376627"/>
                  <a:gd name="connsiteX1" fmla="*/ 10246 w 234084"/>
                  <a:gd name="connsiteY1" fmla="*/ 362339 h 376627"/>
                  <a:gd name="connsiteX2" fmla="*/ 10246 w 234084"/>
                  <a:gd name="connsiteY2" fmla="*/ 295664 h 376627"/>
                  <a:gd name="connsiteX3" fmla="*/ 57871 w 234084"/>
                  <a:gd name="connsiteY3" fmla="*/ 281377 h 376627"/>
                  <a:gd name="connsiteX4" fmla="*/ 105496 w 234084"/>
                  <a:gd name="connsiteY4" fmla="*/ 262327 h 376627"/>
                  <a:gd name="connsiteX5" fmla="*/ 162646 w 234084"/>
                  <a:gd name="connsiteY5" fmla="*/ 176602 h 376627"/>
                  <a:gd name="connsiteX6" fmla="*/ 172171 w 234084"/>
                  <a:gd name="connsiteY6" fmla="*/ 138502 h 376627"/>
                  <a:gd name="connsiteX7" fmla="*/ 191221 w 234084"/>
                  <a:gd name="connsiteY7" fmla="*/ 5152 h 376627"/>
                  <a:gd name="connsiteX8" fmla="*/ 210271 w 234084"/>
                  <a:gd name="connsiteY8" fmla="*/ 389 h 376627"/>
                  <a:gd name="connsiteX9" fmla="*/ 234084 w 234084"/>
                  <a:gd name="connsiteY9" fmla="*/ 389 h 376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34084" h="376627">
                    <a:moveTo>
                      <a:pt x="34059" y="376627"/>
                    </a:moveTo>
                    <a:cubicBezTo>
                      <a:pt x="26121" y="371864"/>
                      <a:pt x="16342" y="369305"/>
                      <a:pt x="10246" y="362339"/>
                    </a:cubicBezTo>
                    <a:cubicBezTo>
                      <a:pt x="-3334" y="346820"/>
                      <a:pt x="-3498" y="309408"/>
                      <a:pt x="10246" y="295664"/>
                    </a:cubicBezTo>
                    <a:cubicBezTo>
                      <a:pt x="21966" y="283944"/>
                      <a:pt x="42051" y="286320"/>
                      <a:pt x="57871" y="281377"/>
                    </a:cubicBezTo>
                    <a:cubicBezTo>
                      <a:pt x="89257" y="271569"/>
                      <a:pt x="80241" y="274955"/>
                      <a:pt x="105496" y="262327"/>
                    </a:cubicBezTo>
                    <a:cubicBezTo>
                      <a:pt x="153628" y="192803"/>
                      <a:pt x="135445" y="221938"/>
                      <a:pt x="162646" y="176602"/>
                    </a:cubicBezTo>
                    <a:cubicBezTo>
                      <a:pt x="165821" y="163902"/>
                      <a:pt x="171020" y="151542"/>
                      <a:pt x="172171" y="138502"/>
                    </a:cubicBezTo>
                    <a:cubicBezTo>
                      <a:pt x="176188" y="92973"/>
                      <a:pt x="142700" y="25948"/>
                      <a:pt x="191221" y="5152"/>
                    </a:cubicBezTo>
                    <a:cubicBezTo>
                      <a:pt x="197237" y="2574"/>
                      <a:pt x="203766" y="1112"/>
                      <a:pt x="210271" y="389"/>
                    </a:cubicBezTo>
                    <a:cubicBezTo>
                      <a:pt x="218160" y="-488"/>
                      <a:pt x="226146" y="389"/>
                      <a:pt x="234084" y="389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0" name="Freeform: Shape 159">
                <a:extLst>
                  <a:ext uri="{FF2B5EF4-FFF2-40B4-BE49-F238E27FC236}">
                    <a16:creationId xmlns:a16="http://schemas.microsoft.com/office/drawing/2014/main" id="{3E88CCAB-D69B-4810-89BD-11B0E5AF60C3}"/>
                  </a:ext>
                </a:extLst>
              </p:cNvPr>
              <p:cNvSpPr/>
              <p:nvPr/>
            </p:nvSpPr>
            <p:spPr>
              <a:xfrm>
                <a:off x="1362076" y="785812"/>
                <a:ext cx="152406" cy="290513"/>
              </a:xfrm>
              <a:custGeom>
                <a:avLst/>
                <a:gdLst>
                  <a:gd name="connsiteX0" fmla="*/ 0 w 152406"/>
                  <a:gd name="connsiteY0" fmla="*/ 204788 h 290513"/>
                  <a:gd name="connsiteX1" fmla="*/ 66675 w 152406"/>
                  <a:gd name="connsiteY1" fmla="*/ 280988 h 290513"/>
                  <a:gd name="connsiteX2" fmla="*/ 85725 w 152406"/>
                  <a:gd name="connsiteY2" fmla="*/ 290513 h 290513"/>
                  <a:gd name="connsiteX3" fmla="*/ 142875 w 152406"/>
                  <a:gd name="connsiteY3" fmla="*/ 266700 h 290513"/>
                  <a:gd name="connsiteX4" fmla="*/ 142875 w 152406"/>
                  <a:gd name="connsiteY4" fmla="*/ 185738 h 290513"/>
                  <a:gd name="connsiteX5" fmla="*/ 114300 w 152406"/>
                  <a:gd name="connsiteY5" fmla="*/ 161925 h 290513"/>
                  <a:gd name="connsiteX6" fmla="*/ 71437 w 152406"/>
                  <a:gd name="connsiteY6" fmla="*/ 114300 h 290513"/>
                  <a:gd name="connsiteX7" fmla="*/ 61912 w 152406"/>
                  <a:gd name="connsiteY7" fmla="*/ 100013 h 290513"/>
                  <a:gd name="connsiteX8" fmla="*/ 71437 w 152406"/>
                  <a:gd name="connsiteY8" fmla="*/ 33338 h 290513"/>
                  <a:gd name="connsiteX9" fmla="*/ 85725 w 152406"/>
                  <a:gd name="connsiteY9" fmla="*/ 19050 h 290513"/>
                  <a:gd name="connsiteX10" fmla="*/ 100012 w 152406"/>
                  <a:gd name="connsiteY10" fmla="*/ 0 h 290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2406" h="290513">
                    <a:moveTo>
                      <a:pt x="0" y="204788"/>
                    </a:moveTo>
                    <a:cubicBezTo>
                      <a:pt x="28237" y="241496"/>
                      <a:pt x="34182" y="260679"/>
                      <a:pt x="66675" y="280988"/>
                    </a:cubicBezTo>
                    <a:cubicBezTo>
                      <a:pt x="72695" y="284751"/>
                      <a:pt x="79375" y="287338"/>
                      <a:pt x="85725" y="290513"/>
                    </a:cubicBezTo>
                    <a:cubicBezTo>
                      <a:pt x="104775" y="282575"/>
                      <a:pt x="126647" y="279450"/>
                      <a:pt x="142875" y="266700"/>
                    </a:cubicBezTo>
                    <a:cubicBezTo>
                      <a:pt x="161999" y="251674"/>
                      <a:pt x="147149" y="194287"/>
                      <a:pt x="142875" y="185738"/>
                    </a:cubicBezTo>
                    <a:cubicBezTo>
                      <a:pt x="137330" y="174648"/>
                      <a:pt x="123516" y="170219"/>
                      <a:pt x="114300" y="161925"/>
                    </a:cubicBezTo>
                    <a:cubicBezTo>
                      <a:pt x="98453" y="147662"/>
                      <a:pt x="84472" y="131059"/>
                      <a:pt x="71437" y="114300"/>
                    </a:cubicBezTo>
                    <a:cubicBezTo>
                      <a:pt x="67923" y="109782"/>
                      <a:pt x="65087" y="104775"/>
                      <a:pt x="61912" y="100013"/>
                    </a:cubicBezTo>
                    <a:cubicBezTo>
                      <a:pt x="65087" y="77788"/>
                      <a:pt x="65102" y="54876"/>
                      <a:pt x="71437" y="33338"/>
                    </a:cubicBezTo>
                    <a:cubicBezTo>
                      <a:pt x="73338" y="26876"/>
                      <a:pt x="81989" y="24654"/>
                      <a:pt x="85725" y="19050"/>
                    </a:cubicBezTo>
                    <a:cubicBezTo>
                      <a:pt x="100438" y="-3019"/>
                      <a:pt x="79754" y="10130"/>
                      <a:pt x="100012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" name="Freeform: Shape 160">
                <a:extLst>
                  <a:ext uri="{FF2B5EF4-FFF2-40B4-BE49-F238E27FC236}">
                    <a16:creationId xmlns:a16="http://schemas.microsoft.com/office/drawing/2014/main" id="{680BA56A-C8E8-4DE3-88F3-65C0AA3475F6}"/>
                  </a:ext>
                </a:extLst>
              </p:cNvPr>
              <p:cNvSpPr/>
              <p:nvPr/>
            </p:nvSpPr>
            <p:spPr>
              <a:xfrm>
                <a:off x="1333501" y="847725"/>
                <a:ext cx="285750" cy="300208"/>
              </a:xfrm>
              <a:custGeom>
                <a:avLst/>
                <a:gdLst>
                  <a:gd name="connsiteX0" fmla="*/ 285750 w 285750"/>
                  <a:gd name="connsiteY0" fmla="*/ 0 h 300208"/>
                  <a:gd name="connsiteX1" fmla="*/ 257175 w 285750"/>
                  <a:gd name="connsiteY1" fmla="*/ 4762 h 300208"/>
                  <a:gd name="connsiteX2" fmla="*/ 161925 w 285750"/>
                  <a:gd name="connsiteY2" fmla="*/ 57150 h 300208"/>
                  <a:gd name="connsiteX3" fmla="*/ 138112 w 285750"/>
                  <a:gd name="connsiteY3" fmla="*/ 80962 h 300208"/>
                  <a:gd name="connsiteX4" fmla="*/ 119062 w 285750"/>
                  <a:gd name="connsiteY4" fmla="*/ 114300 h 300208"/>
                  <a:gd name="connsiteX5" fmla="*/ 95250 w 285750"/>
                  <a:gd name="connsiteY5" fmla="*/ 142875 h 300208"/>
                  <a:gd name="connsiteX6" fmla="*/ 90487 w 285750"/>
                  <a:gd name="connsiteY6" fmla="*/ 161925 h 300208"/>
                  <a:gd name="connsiteX7" fmla="*/ 57150 w 285750"/>
                  <a:gd name="connsiteY7" fmla="*/ 223837 h 300208"/>
                  <a:gd name="connsiteX8" fmla="*/ 47625 w 285750"/>
                  <a:gd name="connsiteY8" fmla="*/ 252412 h 300208"/>
                  <a:gd name="connsiteX9" fmla="*/ 28575 w 285750"/>
                  <a:gd name="connsiteY9" fmla="*/ 276225 h 300208"/>
                  <a:gd name="connsiteX10" fmla="*/ 4762 w 285750"/>
                  <a:gd name="connsiteY10" fmla="*/ 300037 h 300208"/>
                  <a:gd name="connsiteX11" fmla="*/ 0 w 285750"/>
                  <a:gd name="connsiteY11" fmla="*/ 300037 h 300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85750" h="300208">
                    <a:moveTo>
                      <a:pt x="285750" y="0"/>
                    </a:moveTo>
                    <a:cubicBezTo>
                      <a:pt x="276225" y="1587"/>
                      <a:pt x="266392" y="1882"/>
                      <a:pt x="257175" y="4762"/>
                    </a:cubicBezTo>
                    <a:cubicBezTo>
                      <a:pt x="214489" y="18101"/>
                      <a:pt x="197568" y="28636"/>
                      <a:pt x="161925" y="57150"/>
                    </a:cubicBezTo>
                    <a:cubicBezTo>
                      <a:pt x="153159" y="64162"/>
                      <a:pt x="144847" y="71982"/>
                      <a:pt x="138112" y="80962"/>
                    </a:cubicBezTo>
                    <a:cubicBezTo>
                      <a:pt x="130433" y="91201"/>
                      <a:pt x="126347" y="103777"/>
                      <a:pt x="119062" y="114300"/>
                    </a:cubicBezTo>
                    <a:cubicBezTo>
                      <a:pt x="112005" y="124494"/>
                      <a:pt x="103187" y="133350"/>
                      <a:pt x="95250" y="142875"/>
                    </a:cubicBezTo>
                    <a:cubicBezTo>
                      <a:pt x="93662" y="149225"/>
                      <a:pt x="93274" y="156003"/>
                      <a:pt x="90487" y="161925"/>
                    </a:cubicBezTo>
                    <a:cubicBezTo>
                      <a:pt x="80507" y="183133"/>
                      <a:pt x="64562" y="201601"/>
                      <a:pt x="57150" y="223837"/>
                    </a:cubicBezTo>
                    <a:cubicBezTo>
                      <a:pt x="53975" y="233362"/>
                      <a:pt x="52433" y="243598"/>
                      <a:pt x="47625" y="252412"/>
                    </a:cubicBezTo>
                    <a:cubicBezTo>
                      <a:pt x="42757" y="261336"/>
                      <a:pt x="34214" y="267767"/>
                      <a:pt x="28575" y="276225"/>
                    </a:cubicBezTo>
                    <a:cubicBezTo>
                      <a:pt x="14079" y="297970"/>
                      <a:pt x="27713" y="294300"/>
                      <a:pt x="4762" y="300037"/>
                    </a:cubicBezTo>
                    <a:cubicBezTo>
                      <a:pt x="3222" y="300422"/>
                      <a:pt x="1587" y="300037"/>
                      <a:pt x="0" y="300037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Freeform: Shape 161">
                <a:extLst>
                  <a:ext uri="{FF2B5EF4-FFF2-40B4-BE49-F238E27FC236}">
                    <a16:creationId xmlns:a16="http://schemas.microsoft.com/office/drawing/2014/main" id="{9BB308EF-CF5E-4F3E-8DAA-991CEE4A3773}"/>
                  </a:ext>
                </a:extLst>
              </p:cNvPr>
              <p:cNvSpPr/>
              <p:nvPr/>
            </p:nvSpPr>
            <p:spPr>
              <a:xfrm>
                <a:off x="1514476" y="771525"/>
                <a:ext cx="90487" cy="333375"/>
              </a:xfrm>
              <a:custGeom>
                <a:avLst/>
                <a:gdLst>
                  <a:gd name="connsiteX0" fmla="*/ 90487 w 90487"/>
                  <a:gd name="connsiteY0" fmla="*/ 333375 h 333375"/>
                  <a:gd name="connsiteX1" fmla="*/ 52387 w 90487"/>
                  <a:gd name="connsiteY1" fmla="*/ 190500 h 333375"/>
                  <a:gd name="connsiteX2" fmla="*/ 57150 w 90487"/>
                  <a:gd name="connsiteY2" fmla="*/ 152400 h 333375"/>
                  <a:gd name="connsiteX3" fmla="*/ 76200 w 90487"/>
                  <a:gd name="connsiteY3" fmla="*/ 128587 h 333375"/>
                  <a:gd name="connsiteX4" fmla="*/ 66675 w 90487"/>
                  <a:gd name="connsiteY4" fmla="*/ 42862 h 333375"/>
                  <a:gd name="connsiteX5" fmla="*/ 42862 w 90487"/>
                  <a:gd name="connsiteY5" fmla="*/ 23812 h 333375"/>
                  <a:gd name="connsiteX6" fmla="*/ 14287 w 90487"/>
                  <a:gd name="connsiteY6" fmla="*/ 0 h 333375"/>
                  <a:gd name="connsiteX7" fmla="*/ 0 w 90487"/>
                  <a:gd name="connsiteY7" fmla="*/ 952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0487" h="333375">
                    <a:moveTo>
                      <a:pt x="90487" y="333375"/>
                    </a:moveTo>
                    <a:cubicBezTo>
                      <a:pt x="67609" y="224705"/>
                      <a:pt x="81971" y="271855"/>
                      <a:pt x="52387" y="190500"/>
                    </a:cubicBezTo>
                    <a:cubicBezTo>
                      <a:pt x="53975" y="177800"/>
                      <a:pt x="52555" y="164346"/>
                      <a:pt x="57150" y="152400"/>
                    </a:cubicBezTo>
                    <a:cubicBezTo>
                      <a:pt x="60799" y="142912"/>
                      <a:pt x="75319" y="138714"/>
                      <a:pt x="76200" y="128587"/>
                    </a:cubicBezTo>
                    <a:cubicBezTo>
                      <a:pt x="78691" y="99944"/>
                      <a:pt x="75392" y="70259"/>
                      <a:pt x="66675" y="42862"/>
                    </a:cubicBezTo>
                    <a:cubicBezTo>
                      <a:pt x="63593" y="33175"/>
                      <a:pt x="50512" y="30506"/>
                      <a:pt x="42862" y="23812"/>
                    </a:cubicBezTo>
                    <a:cubicBezTo>
                      <a:pt x="13526" y="-1856"/>
                      <a:pt x="43529" y="19494"/>
                      <a:pt x="14287" y="0"/>
                    </a:cubicBezTo>
                    <a:lnTo>
                      <a:pt x="0" y="9525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3" name="Freeform: Shape 162">
                <a:extLst>
                  <a:ext uri="{FF2B5EF4-FFF2-40B4-BE49-F238E27FC236}">
                    <a16:creationId xmlns:a16="http://schemas.microsoft.com/office/drawing/2014/main" id="{632D7A51-7109-4489-9A15-C21E013FB8BE}"/>
                  </a:ext>
                </a:extLst>
              </p:cNvPr>
              <p:cNvSpPr/>
              <p:nvPr/>
            </p:nvSpPr>
            <p:spPr>
              <a:xfrm>
                <a:off x="1332899" y="871537"/>
                <a:ext cx="24414" cy="228600"/>
              </a:xfrm>
              <a:custGeom>
                <a:avLst/>
                <a:gdLst>
                  <a:gd name="connsiteX0" fmla="*/ 5364 w 24414"/>
                  <a:gd name="connsiteY0" fmla="*/ 228600 h 228600"/>
                  <a:gd name="connsiteX1" fmla="*/ 5364 w 24414"/>
                  <a:gd name="connsiteY1" fmla="*/ 42863 h 228600"/>
                  <a:gd name="connsiteX2" fmla="*/ 14889 w 24414"/>
                  <a:gd name="connsiteY2" fmla="*/ 28575 h 228600"/>
                  <a:gd name="connsiteX3" fmla="*/ 24414 w 24414"/>
                  <a:gd name="connsiteY3" fmla="*/ 0 h 228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414" h="228600">
                    <a:moveTo>
                      <a:pt x="5364" y="228600"/>
                    </a:moveTo>
                    <a:cubicBezTo>
                      <a:pt x="697" y="153917"/>
                      <a:pt x="-3913" y="123266"/>
                      <a:pt x="5364" y="42863"/>
                    </a:cubicBezTo>
                    <a:cubicBezTo>
                      <a:pt x="6020" y="37177"/>
                      <a:pt x="12564" y="33806"/>
                      <a:pt x="14889" y="28575"/>
                    </a:cubicBezTo>
                    <a:cubicBezTo>
                      <a:pt x="18967" y="19400"/>
                      <a:pt x="24414" y="0"/>
                      <a:pt x="24414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4" name="Freeform: Shape 163">
                <a:extLst>
                  <a:ext uri="{FF2B5EF4-FFF2-40B4-BE49-F238E27FC236}">
                    <a16:creationId xmlns:a16="http://schemas.microsoft.com/office/drawing/2014/main" id="{0F4A439F-ABA2-426F-BDEB-5185AAC1FF0E}"/>
                  </a:ext>
                </a:extLst>
              </p:cNvPr>
              <p:cNvSpPr/>
              <p:nvPr/>
            </p:nvSpPr>
            <p:spPr>
              <a:xfrm>
                <a:off x="1666336" y="766762"/>
                <a:ext cx="124459" cy="376238"/>
              </a:xfrm>
              <a:custGeom>
                <a:avLst/>
                <a:gdLst>
                  <a:gd name="connsiteX0" fmla="*/ 14827 w 124459"/>
                  <a:gd name="connsiteY0" fmla="*/ 376238 h 376238"/>
                  <a:gd name="connsiteX1" fmla="*/ 43402 w 124459"/>
                  <a:gd name="connsiteY1" fmla="*/ 319088 h 376238"/>
                  <a:gd name="connsiteX2" fmla="*/ 100552 w 124459"/>
                  <a:gd name="connsiteY2" fmla="*/ 233363 h 376238"/>
                  <a:gd name="connsiteX3" fmla="*/ 124365 w 124459"/>
                  <a:gd name="connsiteY3" fmla="*/ 219075 h 376238"/>
                  <a:gd name="connsiteX4" fmla="*/ 119602 w 124459"/>
                  <a:gd name="connsiteY4" fmla="*/ 185738 h 376238"/>
                  <a:gd name="connsiteX5" fmla="*/ 48165 w 124459"/>
                  <a:gd name="connsiteY5" fmla="*/ 147638 h 376238"/>
                  <a:gd name="connsiteX6" fmla="*/ 33877 w 124459"/>
                  <a:gd name="connsiteY6" fmla="*/ 138113 h 376238"/>
                  <a:gd name="connsiteX7" fmla="*/ 14827 w 124459"/>
                  <a:gd name="connsiteY7" fmla="*/ 133350 h 376238"/>
                  <a:gd name="connsiteX8" fmla="*/ 540 w 124459"/>
                  <a:gd name="connsiteY8" fmla="*/ 123825 h 376238"/>
                  <a:gd name="connsiteX9" fmla="*/ 29115 w 124459"/>
                  <a:gd name="connsiteY9" fmla="*/ 66675 h 376238"/>
                  <a:gd name="connsiteX10" fmla="*/ 43402 w 124459"/>
                  <a:gd name="connsiteY10" fmla="*/ 47625 h 376238"/>
                  <a:gd name="connsiteX11" fmla="*/ 86265 w 124459"/>
                  <a:gd name="connsiteY11" fmla="*/ 42863 h 376238"/>
                  <a:gd name="connsiteX12" fmla="*/ 95790 w 124459"/>
                  <a:gd name="connsiteY12" fmla="*/ 0 h 376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459" h="376238">
                    <a:moveTo>
                      <a:pt x="14827" y="376238"/>
                    </a:moveTo>
                    <a:cubicBezTo>
                      <a:pt x="58122" y="322118"/>
                      <a:pt x="11728" y="386395"/>
                      <a:pt x="43402" y="319088"/>
                    </a:cubicBezTo>
                    <a:cubicBezTo>
                      <a:pt x="51464" y="301957"/>
                      <a:pt x="85463" y="248452"/>
                      <a:pt x="100552" y="233363"/>
                    </a:cubicBezTo>
                    <a:cubicBezTo>
                      <a:pt x="107098" y="226817"/>
                      <a:pt x="116427" y="223838"/>
                      <a:pt x="124365" y="219075"/>
                    </a:cubicBezTo>
                    <a:cubicBezTo>
                      <a:pt x="122777" y="207963"/>
                      <a:pt x="127791" y="193415"/>
                      <a:pt x="119602" y="185738"/>
                    </a:cubicBezTo>
                    <a:cubicBezTo>
                      <a:pt x="99914" y="167280"/>
                      <a:pt x="70620" y="162608"/>
                      <a:pt x="48165" y="147638"/>
                    </a:cubicBezTo>
                    <a:cubicBezTo>
                      <a:pt x="43402" y="144463"/>
                      <a:pt x="39138" y="140368"/>
                      <a:pt x="33877" y="138113"/>
                    </a:cubicBezTo>
                    <a:cubicBezTo>
                      <a:pt x="27861" y="135535"/>
                      <a:pt x="21177" y="134938"/>
                      <a:pt x="14827" y="133350"/>
                    </a:cubicBezTo>
                    <a:cubicBezTo>
                      <a:pt x="10065" y="130175"/>
                      <a:pt x="1109" y="129520"/>
                      <a:pt x="540" y="123825"/>
                    </a:cubicBezTo>
                    <a:cubicBezTo>
                      <a:pt x="-2990" y="88526"/>
                      <a:pt x="11258" y="87084"/>
                      <a:pt x="29115" y="66675"/>
                    </a:cubicBezTo>
                    <a:cubicBezTo>
                      <a:pt x="34342" y="60701"/>
                      <a:pt x="36075" y="50678"/>
                      <a:pt x="43402" y="47625"/>
                    </a:cubicBezTo>
                    <a:cubicBezTo>
                      <a:pt x="56672" y="42096"/>
                      <a:pt x="71977" y="44450"/>
                      <a:pt x="86265" y="42863"/>
                    </a:cubicBezTo>
                    <a:cubicBezTo>
                      <a:pt x="99340" y="16713"/>
                      <a:pt x="95790" y="30913"/>
                      <a:pt x="95790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Freeform: Shape 164">
                <a:extLst>
                  <a:ext uri="{FF2B5EF4-FFF2-40B4-BE49-F238E27FC236}">
                    <a16:creationId xmlns:a16="http://schemas.microsoft.com/office/drawing/2014/main" id="{9EE95B26-A312-4799-80D1-D0E996EEC170}"/>
                  </a:ext>
                </a:extLst>
              </p:cNvPr>
              <p:cNvSpPr/>
              <p:nvPr/>
            </p:nvSpPr>
            <p:spPr>
              <a:xfrm>
                <a:off x="1657352" y="785812"/>
                <a:ext cx="252412" cy="304800"/>
              </a:xfrm>
              <a:custGeom>
                <a:avLst/>
                <a:gdLst>
                  <a:gd name="connsiteX0" fmla="*/ 0 w 344403"/>
                  <a:gd name="connsiteY0" fmla="*/ 300564 h 300564"/>
                  <a:gd name="connsiteX1" fmla="*/ 85725 w 344403"/>
                  <a:gd name="connsiteY1" fmla="*/ 205314 h 300564"/>
                  <a:gd name="connsiteX2" fmla="*/ 214312 w 344403"/>
                  <a:gd name="connsiteY2" fmla="*/ 81489 h 300564"/>
                  <a:gd name="connsiteX3" fmla="*/ 285750 w 344403"/>
                  <a:gd name="connsiteY3" fmla="*/ 33864 h 300564"/>
                  <a:gd name="connsiteX4" fmla="*/ 323850 w 344403"/>
                  <a:gd name="connsiteY4" fmla="*/ 10052 h 300564"/>
                  <a:gd name="connsiteX5" fmla="*/ 342900 w 344403"/>
                  <a:gd name="connsiteY5" fmla="*/ 527 h 300564"/>
                  <a:gd name="connsiteX6" fmla="*/ 276225 w 344403"/>
                  <a:gd name="connsiteY6" fmla="*/ 5289 h 300564"/>
                  <a:gd name="connsiteX7" fmla="*/ 185737 w 344403"/>
                  <a:gd name="connsiteY7" fmla="*/ 19577 h 300564"/>
                  <a:gd name="connsiteX8" fmla="*/ 166687 w 344403"/>
                  <a:gd name="connsiteY8" fmla="*/ 24339 h 300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4403" h="300564">
                    <a:moveTo>
                      <a:pt x="0" y="300564"/>
                    </a:moveTo>
                    <a:cubicBezTo>
                      <a:pt x="61522" y="269804"/>
                      <a:pt x="11886" y="300251"/>
                      <a:pt x="85725" y="205314"/>
                    </a:cubicBezTo>
                    <a:cubicBezTo>
                      <a:pt x="114469" y="168357"/>
                      <a:pt x="183680" y="101910"/>
                      <a:pt x="214312" y="81489"/>
                    </a:cubicBezTo>
                    <a:lnTo>
                      <a:pt x="285750" y="33864"/>
                    </a:lnTo>
                    <a:cubicBezTo>
                      <a:pt x="298294" y="25683"/>
                      <a:pt x="310455" y="16750"/>
                      <a:pt x="323850" y="10052"/>
                    </a:cubicBezTo>
                    <a:cubicBezTo>
                      <a:pt x="330200" y="6877"/>
                      <a:pt x="349964" y="1234"/>
                      <a:pt x="342900" y="527"/>
                    </a:cubicBezTo>
                    <a:cubicBezTo>
                      <a:pt x="320729" y="-1690"/>
                      <a:pt x="298450" y="3702"/>
                      <a:pt x="276225" y="5289"/>
                    </a:cubicBezTo>
                    <a:cubicBezTo>
                      <a:pt x="214504" y="17633"/>
                      <a:pt x="244690" y="13026"/>
                      <a:pt x="185737" y="19577"/>
                    </a:cubicBezTo>
                    <a:lnTo>
                      <a:pt x="166687" y="24339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6" name="Freeform: Shape 165">
                <a:extLst>
                  <a:ext uri="{FF2B5EF4-FFF2-40B4-BE49-F238E27FC236}">
                    <a16:creationId xmlns:a16="http://schemas.microsoft.com/office/drawing/2014/main" id="{D66C2D06-BD56-4571-BC0D-EE4F97718958}"/>
                  </a:ext>
                </a:extLst>
              </p:cNvPr>
              <p:cNvSpPr/>
              <p:nvPr/>
            </p:nvSpPr>
            <p:spPr>
              <a:xfrm>
                <a:off x="1181663" y="1412263"/>
                <a:ext cx="567967" cy="356823"/>
              </a:xfrm>
              <a:custGeom>
                <a:avLst/>
                <a:gdLst>
                  <a:gd name="connsiteX0" fmla="*/ 34540 w 567967"/>
                  <a:gd name="connsiteY0" fmla="*/ 76200 h 356823"/>
                  <a:gd name="connsiteX1" fmla="*/ 34540 w 567967"/>
                  <a:gd name="connsiteY1" fmla="*/ 76200 h 356823"/>
                  <a:gd name="connsiteX2" fmla="*/ 10728 w 567967"/>
                  <a:gd name="connsiteY2" fmla="*/ 180975 h 356823"/>
                  <a:gd name="connsiteX3" fmla="*/ 20253 w 567967"/>
                  <a:gd name="connsiteY3" fmla="*/ 195262 h 356823"/>
                  <a:gd name="connsiteX4" fmla="*/ 25015 w 567967"/>
                  <a:gd name="connsiteY4" fmla="*/ 261937 h 356823"/>
                  <a:gd name="connsiteX5" fmla="*/ 29778 w 567967"/>
                  <a:gd name="connsiteY5" fmla="*/ 280987 h 356823"/>
                  <a:gd name="connsiteX6" fmla="*/ 44065 w 567967"/>
                  <a:gd name="connsiteY6" fmla="*/ 290512 h 356823"/>
                  <a:gd name="connsiteX7" fmla="*/ 77403 w 567967"/>
                  <a:gd name="connsiteY7" fmla="*/ 295275 h 356823"/>
                  <a:gd name="connsiteX8" fmla="*/ 163128 w 567967"/>
                  <a:gd name="connsiteY8" fmla="*/ 247650 h 356823"/>
                  <a:gd name="connsiteX9" fmla="*/ 177415 w 567967"/>
                  <a:gd name="connsiteY9" fmla="*/ 223837 h 356823"/>
                  <a:gd name="connsiteX10" fmla="*/ 205990 w 567967"/>
                  <a:gd name="connsiteY10" fmla="*/ 214312 h 356823"/>
                  <a:gd name="connsiteX11" fmla="*/ 210753 w 567967"/>
                  <a:gd name="connsiteY11" fmla="*/ 228600 h 356823"/>
                  <a:gd name="connsiteX12" fmla="*/ 215515 w 567967"/>
                  <a:gd name="connsiteY12" fmla="*/ 247650 h 356823"/>
                  <a:gd name="connsiteX13" fmla="*/ 229803 w 567967"/>
                  <a:gd name="connsiteY13" fmla="*/ 290512 h 356823"/>
                  <a:gd name="connsiteX14" fmla="*/ 263140 w 567967"/>
                  <a:gd name="connsiteY14" fmla="*/ 319087 h 356823"/>
                  <a:gd name="connsiteX15" fmla="*/ 272665 w 567967"/>
                  <a:gd name="connsiteY15" fmla="*/ 347662 h 356823"/>
                  <a:gd name="connsiteX16" fmla="*/ 329815 w 567967"/>
                  <a:gd name="connsiteY16" fmla="*/ 338137 h 356823"/>
                  <a:gd name="connsiteX17" fmla="*/ 344103 w 567967"/>
                  <a:gd name="connsiteY17" fmla="*/ 252412 h 356823"/>
                  <a:gd name="connsiteX18" fmla="*/ 439353 w 567967"/>
                  <a:gd name="connsiteY18" fmla="*/ 261937 h 356823"/>
                  <a:gd name="connsiteX19" fmla="*/ 467928 w 567967"/>
                  <a:gd name="connsiteY19" fmla="*/ 290512 h 356823"/>
                  <a:gd name="connsiteX20" fmla="*/ 515553 w 567967"/>
                  <a:gd name="connsiteY20" fmla="*/ 276225 h 356823"/>
                  <a:gd name="connsiteX21" fmla="*/ 544128 w 567967"/>
                  <a:gd name="connsiteY21" fmla="*/ 271462 h 356823"/>
                  <a:gd name="connsiteX22" fmla="*/ 558415 w 567967"/>
                  <a:gd name="connsiteY22" fmla="*/ 266700 h 356823"/>
                  <a:gd name="connsiteX23" fmla="*/ 563178 w 567967"/>
                  <a:gd name="connsiteY23" fmla="*/ 228600 h 356823"/>
                  <a:gd name="connsiteX24" fmla="*/ 567940 w 567967"/>
                  <a:gd name="connsiteY24" fmla="*/ 200025 h 356823"/>
                  <a:gd name="connsiteX25" fmla="*/ 558415 w 567967"/>
                  <a:gd name="connsiteY25" fmla="*/ 109537 h 356823"/>
                  <a:gd name="connsiteX26" fmla="*/ 539365 w 567967"/>
                  <a:gd name="connsiteY26" fmla="*/ 100012 h 356823"/>
                  <a:gd name="connsiteX27" fmla="*/ 515553 w 567967"/>
                  <a:gd name="connsiteY27" fmla="*/ 61912 h 356823"/>
                  <a:gd name="connsiteX28" fmla="*/ 486978 w 567967"/>
                  <a:gd name="connsiteY28" fmla="*/ 47625 h 356823"/>
                  <a:gd name="connsiteX29" fmla="*/ 315528 w 567967"/>
                  <a:gd name="connsiteY29" fmla="*/ 42862 h 356823"/>
                  <a:gd name="connsiteX30" fmla="*/ 253615 w 567967"/>
                  <a:gd name="connsiteY30" fmla="*/ 4762 h 356823"/>
                  <a:gd name="connsiteX31" fmla="*/ 215515 w 567967"/>
                  <a:gd name="connsiteY31" fmla="*/ 0 h 356823"/>
                  <a:gd name="connsiteX32" fmla="*/ 172653 w 567967"/>
                  <a:gd name="connsiteY32" fmla="*/ 14287 h 356823"/>
                  <a:gd name="connsiteX33" fmla="*/ 144078 w 567967"/>
                  <a:gd name="connsiteY33" fmla="*/ 28575 h 356823"/>
                  <a:gd name="connsiteX34" fmla="*/ 125028 w 567967"/>
                  <a:gd name="connsiteY34" fmla="*/ 33337 h 356823"/>
                  <a:gd name="connsiteX35" fmla="*/ 110740 w 567967"/>
                  <a:gd name="connsiteY35" fmla="*/ 38100 h 356823"/>
                  <a:gd name="connsiteX36" fmla="*/ 77403 w 567967"/>
                  <a:gd name="connsiteY36" fmla="*/ 47625 h 356823"/>
                  <a:gd name="connsiteX37" fmla="*/ 34540 w 567967"/>
                  <a:gd name="connsiteY37" fmla="*/ 76200 h 356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7967" h="356823">
                    <a:moveTo>
                      <a:pt x="34540" y="76200"/>
                    </a:moveTo>
                    <a:lnTo>
                      <a:pt x="34540" y="76200"/>
                    </a:lnTo>
                    <a:cubicBezTo>
                      <a:pt x="-4331" y="131731"/>
                      <a:pt x="-7505" y="112600"/>
                      <a:pt x="10728" y="180975"/>
                    </a:cubicBezTo>
                    <a:cubicBezTo>
                      <a:pt x="12203" y="186505"/>
                      <a:pt x="17078" y="190500"/>
                      <a:pt x="20253" y="195262"/>
                    </a:cubicBezTo>
                    <a:cubicBezTo>
                      <a:pt x="21840" y="217487"/>
                      <a:pt x="22554" y="239792"/>
                      <a:pt x="25015" y="261937"/>
                    </a:cubicBezTo>
                    <a:cubicBezTo>
                      <a:pt x="25738" y="268442"/>
                      <a:pt x="26147" y="275541"/>
                      <a:pt x="29778" y="280987"/>
                    </a:cubicBezTo>
                    <a:cubicBezTo>
                      <a:pt x="32953" y="285749"/>
                      <a:pt x="38583" y="288867"/>
                      <a:pt x="44065" y="290512"/>
                    </a:cubicBezTo>
                    <a:cubicBezTo>
                      <a:pt x="54817" y="293738"/>
                      <a:pt x="66290" y="293687"/>
                      <a:pt x="77403" y="295275"/>
                    </a:cubicBezTo>
                    <a:cubicBezTo>
                      <a:pt x="139352" y="284950"/>
                      <a:pt x="131892" y="299712"/>
                      <a:pt x="163128" y="247650"/>
                    </a:cubicBezTo>
                    <a:cubicBezTo>
                      <a:pt x="167890" y="239712"/>
                      <a:pt x="170108" y="229520"/>
                      <a:pt x="177415" y="223837"/>
                    </a:cubicBezTo>
                    <a:cubicBezTo>
                      <a:pt x="185340" y="217673"/>
                      <a:pt x="205990" y="214312"/>
                      <a:pt x="205990" y="214312"/>
                    </a:cubicBezTo>
                    <a:cubicBezTo>
                      <a:pt x="207578" y="219075"/>
                      <a:pt x="209374" y="223773"/>
                      <a:pt x="210753" y="228600"/>
                    </a:cubicBezTo>
                    <a:cubicBezTo>
                      <a:pt x="212551" y="234894"/>
                      <a:pt x="213590" y="241394"/>
                      <a:pt x="215515" y="247650"/>
                    </a:cubicBezTo>
                    <a:cubicBezTo>
                      <a:pt x="219944" y="262044"/>
                      <a:pt x="217755" y="281476"/>
                      <a:pt x="229803" y="290512"/>
                    </a:cubicBezTo>
                    <a:cubicBezTo>
                      <a:pt x="254241" y="308841"/>
                      <a:pt x="243240" y="299187"/>
                      <a:pt x="263140" y="319087"/>
                    </a:cubicBezTo>
                    <a:cubicBezTo>
                      <a:pt x="266315" y="328612"/>
                      <a:pt x="264440" y="341904"/>
                      <a:pt x="272665" y="347662"/>
                    </a:cubicBezTo>
                    <a:cubicBezTo>
                      <a:pt x="300410" y="367084"/>
                      <a:pt x="311833" y="351624"/>
                      <a:pt x="329815" y="338137"/>
                    </a:cubicBezTo>
                    <a:cubicBezTo>
                      <a:pt x="334578" y="309562"/>
                      <a:pt x="326918" y="275734"/>
                      <a:pt x="344103" y="252412"/>
                    </a:cubicBezTo>
                    <a:cubicBezTo>
                      <a:pt x="361013" y="229462"/>
                      <a:pt x="423209" y="256556"/>
                      <a:pt x="439353" y="261937"/>
                    </a:cubicBezTo>
                    <a:cubicBezTo>
                      <a:pt x="448878" y="271462"/>
                      <a:pt x="455494" y="285331"/>
                      <a:pt x="467928" y="290512"/>
                    </a:cubicBezTo>
                    <a:cubicBezTo>
                      <a:pt x="485057" y="297649"/>
                      <a:pt x="501430" y="280462"/>
                      <a:pt x="515553" y="276225"/>
                    </a:cubicBezTo>
                    <a:cubicBezTo>
                      <a:pt x="524802" y="273450"/>
                      <a:pt x="534702" y="273557"/>
                      <a:pt x="544128" y="271462"/>
                    </a:cubicBezTo>
                    <a:cubicBezTo>
                      <a:pt x="549028" y="270373"/>
                      <a:pt x="553653" y="268287"/>
                      <a:pt x="558415" y="266700"/>
                    </a:cubicBezTo>
                    <a:cubicBezTo>
                      <a:pt x="560003" y="254000"/>
                      <a:pt x="561368" y="241270"/>
                      <a:pt x="563178" y="228600"/>
                    </a:cubicBezTo>
                    <a:cubicBezTo>
                      <a:pt x="564544" y="219041"/>
                      <a:pt x="568326" y="209674"/>
                      <a:pt x="567940" y="200025"/>
                    </a:cubicBezTo>
                    <a:cubicBezTo>
                      <a:pt x="566728" y="169720"/>
                      <a:pt x="566747" y="138699"/>
                      <a:pt x="558415" y="109537"/>
                    </a:cubicBezTo>
                    <a:cubicBezTo>
                      <a:pt x="556465" y="102711"/>
                      <a:pt x="545715" y="103187"/>
                      <a:pt x="539365" y="100012"/>
                    </a:cubicBezTo>
                    <a:cubicBezTo>
                      <a:pt x="531821" y="84923"/>
                      <a:pt x="527917" y="74276"/>
                      <a:pt x="515553" y="61912"/>
                    </a:cubicBezTo>
                    <a:cubicBezTo>
                      <a:pt x="510260" y="56619"/>
                      <a:pt x="495144" y="48044"/>
                      <a:pt x="486978" y="47625"/>
                    </a:cubicBezTo>
                    <a:cubicBezTo>
                      <a:pt x="429881" y="44697"/>
                      <a:pt x="372678" y="44450"/>
                      <a:pt x="315528" y="42862"/>
                    </a:cubicBezTo>
                    <a:cubicBezTo>
                      <a:pt x="299397" y="29958"/>
                      <a:pt x="274588" y="7383"/>
                      <a:pt x="253615" y="4762"/>
                    </a:cubicBezTo>
                    <a:lnTo>
                      <a:pt x="215515" y="0"/>
                    </a:lnTo>
                    <a:cubicBezTo>
                      <a:pt x="201228" y="4762"/>
                      <a:pt x="186636" y="8694"/>
                      <a:pt x="172653" y="14287"/>
                    </a:cubicBezTo>
                    <a:cubicBezTo>
                      <a:pt x="162765" y="18242"/>
                      <a:pt x="153966" y="24620"/>
                      <a:pt x="144078" y="28575"/>
                    </a:cubicBezTo>
                    <a:cubicBezTo>
                      <a:pt x="138001" y="31006"/>
                      <a:pt x="131322" y="31539"/>
                      <a:pt x="125028" y="33337"/>
                    </a:cubicBezTo>
                    <a:cubicBezTo>
                      <a:pt x="120201" y="34716"/>
                      <a:pt x="115549" y="36657"/>
                      <a:pt x="110740" y="38100"/>
                    </a:cubicBezTo>
                    <a:cubicBezTo>
                      <a:pt x="99670" y="41421"/>
                      <a:pt x="88515" y="44450"/>
                      <a:pt x="77403" y="47625"/>
                    </a:cubicBezTo>
                    <a:cubicBezTo>
                      <a:pt x="71930" y="64042"/>
                      <a:pt x="41684" y="71438"/>
                      <a:pt x="34540" y="7620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7" name="Freeform: Shape 166">
                <a:extLst>
                  <a:ext uri="{FF2B5EF4-FFF2-40B4-BE49-F238E27FC236}">
                    <a16:creationId xmlns:a16="http://schemas.microsoft.com/office/drawing/2014/main" id="{F6E57D3C-452F-4077-BCEC-EDA04E10020D}"/>
                  </a:ext>
                </a:extLst>
              </p:cNvPr>
              <p:cNvSpPr/>
              <p:nvPr/>
            </p:nvSpPr>
            <p:spPr>
              <a:xfrm>
                <a:off x="1151482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Freeform: Shape 167">
                <a:extLst>
                  <a:ext uri="{FF2B5EF4-FFF2-40B4-BE49-F238E27FC236}">
                    <a16:creationId xmlns:a16="http://schemas.microsoft.com/office/drawing/2014/main" id="{74B3BB34-BCC1-4135-AF3C-0E7CD0682EA3}"/>
                  </a:ext>
                </a:extLst>
              </p:cNvPr>
              <p:cNvSpPr/>
              <p:nvPr/>
            </p:nvSpPr>
            <p:spPr>
              <a:xfrm flipH="1">
                <a:off x="1516830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69" name="Group 168">
                <a:extLst>
                  <a:ext uri="{FF2B5EF4-FFF2-40B4-BE49-F238E27FC236}">
                    <a16:creationId xmlns:a16="http://schemas.microsoft.com/office/drawing/2014/main" id="{2D8A291D-FC13-4DD9-97C1-295C4C17BC54}"/>
                  </a:ext>
                </a:extLst>
              </p:cNvPr>
              <p:cNvGrpSpPr/>
              <p:nvPr/>
            </p:nvGrpSpPr>
            <p:grpSpPr>
              <a:xfrm>
                <a:off x="1066185" y="2005920"/>
                <a:ext cx="266714" cy="238616"/>
                <a:chOff x="1047750" y="2033588"/>
                <a:chExt cx="266714" cy="238616"/>
              </a:xfrm>
            </p:grpSpPr>
            <p:sp>
              <p:nvSpPr>
                <p:cNvPr id="184" name="Freeform: Shape 183">
                  <a:extLst>
                    <a:ext uri="{FF2B5EF4-FFF2-40B4-BE49-F238E27FC236}">
                      <a16:creationId xmlns:a16="http://schemas.microsoft.com/office/drawing/2014/main" id="{595386AC-BD75-4F41-A5B1-B6BF2DD9C327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" name="Freeform: Shape 184">
                  <a:extLst>
                    <a:ext uri="{FF2B5EF4-FFF2-40B4-BE49-F238E27FC236}">
                      <a16:creationId xmlns:a16="http://schemas.microsoft.com/office/drawing/2014/main" id="{56EBA8B7-78E9-4A52-AC37-E05E6EB52625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" name="Freeform: Shape 185">
                  <a:extLst>
                    <a:ext uri="{FF2B5EF4-FFF2-40B4-BE49-F238E27FC236}">
                      <a16:creationId xmlns:a16="http://schemas.microsoft.com/office/drawing/2014/main" id="{2569BD33-9994-4CC5-AE9E-1AEB53D47E21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0" name="Group 169">
                <a:extLst>
                  <a:ext uri="{FF2B5EF4-FFF2-40B4-BE49-F238E27FC236}">
                    <a16:creationId xmlns:a16="http://schemas.microsoft.com/office/drawing/2014/main" id="{08E64895-2C34-4CEE-8BE6-673BD538634C}"/>
                  </a:ext>
                </a:extLst>
              </p:cNvPr>
              <p:cNvGrpSpPr/>
              <p:nvPr/>
            </p:nvGrpSpPr>
            <p:grpSpPr>
              <a:xfrm rot="18623538">
                <a:off x="1627698" y="2015198"/>
                <a:ext cx="266714" cy="238616"/>
                <a:chOff x="1047750" y="2033588"/>
                <a:chExt cx="266714" cy="238616"/>
              </a:xfrm>
            </p:grpSpPr>
            <p:sp>
              <p:nvSpPr>
                <p:cNvPr id="181" name="Freeform: Shape 180">
                  <a:extLst>
                    <a:ext uri="{FF2B5EF4-FFF2-40B4-BE49-F238E27FC236}">
                      <a16:creationId xmlns:a16="http://schemas.microsoft.com/office/drawing/2014/main" id="{37D1ED36-4883-4E3B-8229-EA1F26A55171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" name="Freeform: Shape 181">
                  <a:extLst>
                    <a:ext uri="{FF2B5EF4-FFF2-40B4-BE49-F238E27FC236}">
                      <a16:creationId xmlns:a16="http://schemas.microsoft.com/office/drawing/2014/main" id="{672EE307-FFE2-4139-BFAD-E22A4D6E215D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" name="Freeform: Shape 182">
                  <a:extLst>
                    <a:ext uri="{FF2B5EF4-FFF2-40B4-BE49-F238E27FC236}">
                      <a16:creationId xmlns:a16="http://schemas.microsoft.com/office/drawing/2014/main" id="{A9A2BD71-1638-42B7-8046-7F772FDD9919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71" name="Freeform: Shape 170">
                <a:extLst>
                  <a:ext uri="{FF2B5EF4-FFF2-40B4-BE49-F238E27FC236}">
                    <a16:creationId xmlns:a16="http://schemas.microsoft.com/office/drawing/2014/main" id="{25D40676-135D-46E3-B94A-23001B2AD0D0}"/>
                  </a:ext>
                </a:extLst>
              </p:cNvPr>
              <p:cNvSpPr/>
              <p:nvPr/>
            </p:nvSpPr>
            <p:spPr>
              <a:xfrm rot="20219117">
                <a:off x="971370" y="1188230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" name="Freeform: Shape 171">
                <a:extLst>
                  <a:ext uri="{FF2B5EF4-FFF2-40B4-BE49-F238E27FC236}">
                    <a16:creationId xmlns:a16="http://schemas.microsoft.com/office/drawing/2014/main" id="{5ED2F1A9-BBF8-4C06-82DC-B718FA89AB5C}"/>
                  </a:ext>
                </a:extLst>
              </p:cNvPr>
              <p:cNvSpPr/>
              <p:nvPr/>
            </p:nvSpPr>
            <p:spPr>
              <a:xfrm rot="15953926">
                <a:off x="1586692" y="1209728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73" name="Group 172">
                <a:extLst>
                  <a:ext uri="{FF2B5EF4-FFF2-40B4-BE49-F238E27FC236}">
                    <a16:creationId xmlns:a16="http://schemas.microsoft.com/office/drawing/2014/main" id="{7957910F-B6AE-431A-8B1E-53F73833EC3D}"/>
                  </a:ext>
                </a:extLst>
              </p:cNvPr>
              <p:cNvGrpSpPr/>
              <p:nvPr/>
            </p:nvGrpSpPr>
            <p:grpSpPr>
              <a:xfrm rot="20861058">
                <a:off x="919169" y="1370990"/>
                <a:ext cx="266714" cy="238616"/>
                <a:chOff x="1047750" y="2033588"/>
                <a:chExt cx="266714" cy="238616"/>
              </a:xfrm>
            </p:grpSpPr>
            <p:sp>
              <p:nvSpPr>
                <p:cNvPr id="178" name="Freeform: Shape 177">
                  <a:extLst>
                    <a:ext uri="{FF2B5EF4-FFF2-40B4-BE49-F238E27FC236}">
                      <a16:creationId xmlns:a16="http://schemas.microsoft.com/office/drawing/2014/main" id="{EB30E770-D622-4402-BDCF-D6CEFF7BA38E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" name="Freeform: Shape 178">
                  <a:extLst>
                    <a:ext uri="{FF2B5EF4-FFF2-40B4-BE49-F238E27FC236}">
                      <a16:creationId xmlns:a16="http://schemas.microsoft.com/office/drawing/2014/main" id="{FC7BA3C9-167E-4317-85E4-A959C493782B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" name="Freeform: Shape 179">
                  <a:extLst>
                    <a:ext uri="{FF2B5EF4-FFF2-40B4-BE49-F238E27FC236}">
                      <a16:creationId xmlns:a16="http://schemas.microsoft.com/office/drawing/2014/main" id="{4135489A-6EE6-49F9-A545-95C25676236E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4" name="Group 173">
                <a:extLst>
                  <a:ext uri="{FF2B5EF4-FFF2-40B4-BE49-F238E27FC236}">
                    <a16:creationId xmlns:a16="http://schemas.microsoft.com/office/drawing/2014/main" id="{A22EB478-113F-48B0-BFEF-2A6AD7901F86}"/>
                  </a:ext>
                </a:extLst>
              </p:cNvPr>
              <p:cNvGrpSpPr/>
              <p:nvPr/>
            </p:nvGrpSpPr>
            <p:grpSpPr>
              <a:xfrm rot="18623538">
                <a:off x="1746103" y="1401464"/>
                <a:ext cx="266714" cy="238616"/>
                <a:chOff x="1047750" y="2033588"/>
                <a:chExt cx="266714" cy="238616"/>
              </a:xfrm>
            </p:grpSpPr>
            <p:sp>
              <p:nvSpPr>
                <p:cNvPr id="175" name="Freeform: Shape 174">
                  <a:extLst>
                    <a:ext uri="{FF2B5EF4-FFF2-40B4-BE49-F238E27FC236}">
                      <a16:creationId xmlns:a16="http://schemas.microsoft.com/office/drawing/2014/main" id="{4A43893B-3D36-47CB-B883-C4BD4CA620BA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" name="Freeform: Shape 175">
                  <a:extLst>
                    <a:ext uri="{FF2B5EF4-FFF2-40B4-BE49-F238E27FC236}">
                      <a16:creationId xmlns:a16="http://schemas.microsoft.com/office/drawing/2014/main" id="{584ADC7F-DADE-42B7-AD87-B3A48204EFD7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7" name="Freeform: Shape 176">
                  <a:extLst>
                    <a:ext uri="{FF2B5EF4-FFF2-40B4-BE49-F238E27FC236}">
                      <a16:creationId xmlns:a16="http://schemas.microsoft.com/office/drawing/2014/main" id="{327F4B8F-30A2-4D65-A334-BB1E042B8D05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5C2015F7-2692-470E-998A-54667439534C}"/>
                </a:ext>
              </a:extLst>
            </p:cNvPr>
            <p:cNvGrpSpPr/>
            <p:nvPr/>
          </p:nvGrpSpPr>
          <p:grpSpPr>
            <a:xfrm>
              <a:off x="802307" y="4861532"/>
              <a:ext cx="419127" cy="368003"/>
              <a:chOff x="3264474" y="4874455"/>
              <a:chExt cx="1288999" cy="1131772"/>
            </a:xfrm>
          </p:grpSpPr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C075E54F-E24B-4399-A4F3-7375172EF10C}"/>
                  </a:ext>
                </a:extLst>
              </p:cNvPr>
              <p:cNvSpPr/>
              <p:nvPr/>
            </p:nvSpPr>
            <p:spPr>
              <a:xfrm>
                <a:off x="3589688" y="4874455"/>
                <a:ext cx="642523" cy="61245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Oval 186">
                <a:extLst>
                  <a:ext uri="{FF2B5EF4-FFF2-40B4-BE49-F238E27FC236}">
                    <a16:creationId xmlns:a16="http://schemas.microsoft.com/office/drawing/2014/main" id="{5B9F9C49-73E5-4ECD-8968-3F13E6517175}"/>
                  </a:ext>
                </a:extLst>
              </p:cNvPr>
              <p:cNvSpPr/>
              <p:nvPr/>
            </p:nvSpPr>
            <p:spPr>
              <a:xfrm>
                <a:off x="3264474" y="5376974"/>
                <a:ext cx="642523" cy="61245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8" name="Oval 187">
                <a:extLst>
                  <a:ext uri="{FF2B5EF4-FFF2-40B4-BE49-F238E27FC236}">
                    <a16:creationId xmlns:a16="http://schemas.microsoft.com/office/drawing/2014/main" id="{886E6CEC-337D-4DD4-867E-DC1F395F849A}"/>
                  </a:ext>
                </a:extLst>
              </p:cNvPr>
              <p:cNvSpPr/>
              <p:nvPr/>
            </p:nvSpPr>
            <p:spPr>
              <a:xfrm>
                <a:off x="3910950" y="5393774"/>
                <a:ext cx="642523" cy="61245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26" name="Group 225">
            <a:extLst>
              <a:ext uri="{FF2B5EF4-FFF2-40B4-BE49-F238E27FC236}">
                <a16:creationId xmlns:a16="http://schemas.microsoft.com/office/drawing/2014/main" id="{43484B48-EB01-47C9-B1DD-C6B35A1CD6F0}"/>
              </a:ext>
            </a:extLst>
          </p:cNvPr>
          <p:cNvGrpSpPr/>
          <p:nvPr/>
        </p:nvGrpSpPr>
        <p:grpSpPr>
          <a:xfrm>
            <a:off x="4847550" y="1766979"/>
            <a:ext cx="1042416" cy="1024128"/>
            <a:chOff x="2267471" y="4466485"/>
            <a:chExt cx="1530220" cy="1504560"/>
          </a:xfrm>
        </p:grpSpPr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4AC7001A-AD7B-4B79-A8BA-7BF1181A57C8}"/>
                </a:ext>
              </a:extLst>
            </p:cNvPr>
            <p:cNvGrpSpPr/>
            <p:nvPr/>
          </p:nvGrpSpPr>
          <p:grpSpPr>
            <a:xfrm>
              <a:off x="2267471" y="4466485"/>
              <a:ext cx="1530220" cy="1504560"/>
              <a:chOff x="516782" y="905612"/>
              <a:chExt cx="1530220" cy="1504560"/>
            </a:xfrm>
          </p:grpSpPr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DA0F2E75-99AA-4248-8B31-EDD8C1652915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Wave 190">
                <a:extLst>
                  <a:ext uri="{FF2B5EF4-FFF2-40B4-BE49-F238E27FC236}">
                    <a16:creationId xmlns:a16="http://schemas.microsoft.com/office/drawing/2014/main" id="{376D77B2-117A-4F45-A016-19353806783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92" name="Group 191">
              <a:extLst>
                <a:ext uri="{FF2B5EF4-FFF2-40B4-BE49-F238E27FC236}">
                  <a16:creationId xmlns:a16="http://schemas.microsoft.com/office/drawing/2014/main" id="{F6E5E39D-FDF4-4579-BBE6-30E196F48625}"/>
                </a:ext>
              </a:extLst>
            </p:cNvPr>
            <p:cNvGrpSpPr/>
            <p:nvPr/>
          </p:nvGrpSpPr>
          <p:grpSpPr>
            <a:xfrm>
              <a:off x="2975816" y="5115758"/>
              <a:ext cx="530908" cy="624530"/>
              <a:chOff x="919169" y="747323"/>
              <a:chExt cx="1079599" cy="1520540"/>
            </a:xfrm>
          </p:grpSpPr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DA6717EC-C7F8-4681-8B7F-E0FE343ED86A}"/>
                  </a:ext>
                </a:extLst>
              </p:cNvPr>
              <p:cNvSpPr/>
              <p:nvPr/>
            </p:nvSpPr>
            <p:spPr>
              <a:xfrm>
                <a:off x="1296850" y="1081087"/>
                <a:ext cx="352191" cy="50006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29CDC57C-C108-4D8D-99C9-B1145BD3AC4A}"/>
                  </a:ext>
                </a:extLst>
              </p:cNvPr>
              <p:cNvSpPr/>
              <p:nvPr/>
            </p:nvSpPr>
            <p:spPr>
              <a:xfrm>
                <a:off x="1076326" y="819150"/>
                <a:ext cx="195262" cy="314325"/>
              </a:xfrm>
              <a:custGeom>
                <a:avLst/>
                <a:gdLst>
                  <a:gd name="connsiteX0" fmla="*/ 0 w 152400"/>
                  <a:gd name="connsiteY0" fmla="*/ 0 h 238125"/>
                  <a:gd name="connsiteX1" fmla="*/ 95250 w 152400"/>
                  <a:gd name="connsiteY1" fmla="*/ 23812 h 238125"/>
                  <a:gd name="connsiteX2" fmla="*/ 123825 w 152400"/>
                  <a:gd name="connsiteY2" fmla="*/ 47625 h 238125"/>
                  <a:gd name="connsiteX3" fmla="*/ 133350 w 152400"/>
                  <a:gd name="connsiteY3" fmla="*/ 95250 h 238125"/>
                  <a:gd name="connsiteX4" fmla="*/ 128587 w 152400"/>
                  <a:gd name="connsiteY4" fmla="*/ 171450 h 238125"/>
                  <a:gd name="connsiteX5" fmla="*/ 133350 w 152400"/>
                  <a:gd name="connsiteY5" fmla="*/ 195262 h 238125"/>
                  <a:gd name="connsiteX6" fmla="*/ 142875 w 152400"/>
                  <a:gd name="connsiteY6" fmla="*/ 214312 h 238125"/>
                  <a:gd name="connsiteX7" fmla="*/ 152400 w 152400"/>
                  <a:gd name="connsiteY7" fmla="*/ 238125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2400" h="238125">
                    <a:moveTo>
                      <a:pt x="0" y="0"/>
                    </a:moveTo>
                    <a:cubicBezTo>
                      <a:pt x="44168" y="4416"/>
                      <a:pt x="54750" y="1030"/>
                      <a:pt x="95250" y="23812"/>
                    </a:cubicBezTo>
                    <a:cubicBezTo>
                      <a:pt x="106057" y="29891"/>
                      <a:pt x="114300" y="39687"/>
                      <a:pt x="123825" y="47625"/>
                    </a:cubicBezTo>
                    <a:cubicBezTo>
                      <a:pt x="126971" y="60210"/>
                      <a:pt x="133350" y="83578"/>
                      <a:pt x="133350" y="95250"/>
                    </a:cubicBezTo>
                    <a:cubicBezTo>
                      <a:pt x="133350" y="120700"/>
                      <a:pt x="130175" y="146050"/>
                      <a:pt x="128587" y="171450"/>
                    </a:cubicBezTo>
                    <a:cubicBezTo>
                      <a:pt x="130175" y="179387"/>
                      <a:pt x="130790" y="187583"/>
                      <a:pt x="133350" y="195262"/>
                    </a:cubicBezTo>
                    <a:cubicBezTo>
                      <a:pt x="135595" y="201997"/>
                      <a:pt x="140078" y="207786"/>
                      <a:pt x="142875" y="214312"/>
                    </a:cubicBezTo>
                    <a:cubicBezTo>
                      <a:pt x="160522" y="255491"/>
                      <a:pt x="137074" y="207477"/>
                      <a:pt x="152400" y="238125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2090A20D-81BA-47D6-BD4A-573CE3881450}"/>
                  </a:ext>
                </a:extLst>
              </p:cNvPr>
              <p:cNvSpPr/>
              <p:nvPr/>
            </p:nvSpPr>
            <p:spPr>
              <a:xfrm rot="19830825">
                <a:off x="1108942" y="747323"/>
                <a:ext cx="234084" cy="376627"/>
              </a:xfrm>
              <a:custGeom>
                <a:avLst/>
                <a:gdLst>
                  <a:gd name="connsiteX0" fmla="*/ 34059 w 234084"/>
                  <a:gd name="connsiteY0" fmla="*/ 376627 h 376627"/>
                  <a:gd name="connsiteX1" fmla="*/ 10246 w 234084"/>
                  <a:gd name="connsiteY1" fmla="*/ 362339 h 376627"/>
                  <a:gd name="connsiteX2" fmla="*/ 10246 w 234084"/>
                  <a:gd name="connsiteY2" fmla="*/ 295664 h 376627"/>
                  <a:gd name="connsiteX3" fmla="*/ 57871 w 234084"/>
                  <a:gd name="connsiteY3" fmla="*/ 281377 h 376627"/>
                  <a:gd name="connsiteX4" fmla="*/ 105496 w 234084"/>
                  <a:gd name="connsiteY4" fmla="*/ 262327 h 376627"/>
                  <a:gd name="connsiteX5" fmla="*/ 162646 w 234084"/>
                  <a:gd name="connsiteY5" fmla="*/ 176602 h 376627"/>
                  <a:gd name="connsiteX6" fmla="*/ 172171 w 234084"/>
                  <a:gd name="connsiteY6" fmla="*/ 138502 h 376627"/>
                  <a:gd name="connsiteX7" fmla="*/ 191221 w 234084"/>
                  <a:gd name="connsiteY7" fmla="*/ 5152 h 376627"/>
                  <a:gd name="connsiteX8" fmla="*/ 210271 w 234084"/>
                  <a:gd name="connsiteY8" fmla="*/ 389 h 376627"/>
                  <a:gd name="connsiteX9" fmla="*/ 234084 w 234084"/>
                  <a:gd name="connsiteY9" fmla="*/ 389 h 376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34084" h="376627">
                    <a:moveTo>
                      <a:pt x="34059" y="376627"/>
                    </a:moveTo>
                    <a:cubicBezTo>
                      <a:pt x="26121" y="371864"/>
                      <a:pt x="16342" y="369305"/>
                      <a:pt x="10246" y="362339"/>
                    </a:cubicBezTo>
                    <a:cubicBezTo>
                      <a:pt x="-3334" y="346820"/>
                      <a:pt x="-3498" y="309408"/>
                      <a:pt x="10246" y="295664"/>
                    </a:cubicBezTo>
                    <a:cubicBezTo>
                      <a:pt x="21966" y="283944"/>
                      <a:pt x="42051" y="286320"/>
                      <a:pt x="57871" y="281377"/>
                    </a:cubicBezTo>
                    <a:cubicBezTo>
                      <a:pt x="89257" y="271569"/>
                      <a:pt x="80241" y="274955"/>
                      <a:pt x="105496" y="262327"/>
                    </a:cubicBezTo>
                    <a:cubicBezTo>
                      <a:pt x="153628" y="192803"/>
                      <a:pt x="135445" y="221938"/>
                      <a:pt x="162646" y="176602"/>
                    </a:cubicBezTo>
                    <a:cubicBezTo>
                      <a:pt x="165821" y="163902"/>
                      <a:pt x="171020" y="151542"/>
                      <a:pt x="172171" y="138502"/>
                    </a:cubicBezTo>
                    <a:cubicBezTo>
                      <a:pt x="176188" y="92973"/>
                      <a:pt x="142700" y="25948"/>
                      <a:pt x="191221" y="5152"/>
                    </a:cubicBezTo>
                    <a:cubicBezTo>
                      <a:pt x="197237" y="2574"/>
                      <a:pt x="203766" y="1112"/>
                      <a:pt x="210271" y="389"/>
                    </a:cubicBezTo>
                    <a:cubicBezTo>
                      <a:pt x="218160" y="-488"/>
                      <a:pt x="226146" y="389"/>
                      <a:pt x="234084" y="389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6" name="Freeform: Shape 195">
                <a:extLst>
                  <a:ext uri="{FF2B5EF4-FFF2-40B4-BE49-F238E27FC236}">
                    <a16:creationId xmlns:a16="http://schemas.microsoft.com/office/drawing/2014/main" id="{C0881DCA-AA8F-4D9A-9BFF-449090D9EA91}"/>
                  </a:ext>
                </a:extLst>
              </p:cNvPr>
              <p:cNvSpPr/>
              <p:nvPr/>
            </p:nvSpPr>
            <p:spPr>
              <a:xfrm>
                <a:off x="1362076" y="785812"/>
                <a:ext cx="152406" cy="290513"/>
              </a:xfrm>
              <a:custGeom>
                <a:avLst/>
                <a:gdLst>
                  <a:gd name="connsiteX0" fmla="*/ 0 w 152406"/>
                  <a:gd name="connsiteY0" fmla="*/ 204788 h 290513"/>
                  <a:gd name="connsiteX1" fmla="*/ 66675 w 152406"/>
                  <a:gd name="connsiteY1" fmla="*/ 280988 h 290513"/>
                  <a:gd name="connsiteX2" fmla="*/ 85725 w 152406"/>
                  <a:gd name="connsiteY2" fmla="*/ 290513 h 290513"/>
                  <a:gd name="connsiteX3" fmla="*/ 142875 w 152406"/>
                  <a:gd name="connsiteY3" fmla="*/ 266700 h 290513"/>
                  <a:gd name="connsiteX4" fmla="*/ 142875 w 152406"/>
                  <a:gd name="connsiteY4" fmla="*/ 185738 h 290513"/>
                  <a:gd name="connsiteX5" fmla="*/ 114300 w 152406"/>
                  <a:gd name="connsiteY5" fmla="*/ 161925 h 290513"/>
                  <a:gd name="connsiteX6" fmla="*/ 71437 w 152406"/>
                  <a:gd name="connsiteY6" fmla="*/ 114300 h 290513"/>
                  <a:gd name="connsiteX7" fmla="*/ 61912 w 152406"/>
                  <a:gd name="connsiteY7" fmla="*/ 100013 h 290513"/>
                  <a:gd name="connsiteX8" fmla="*/ 71437 w 152406"/>
                  <a:gd name="connsiteY8" fmla="*/ 33338 h 290513"/>
                  <a:gd name="connsiteX9" fmla="*/ 85725 w 152406"/>
                  <a:gd name="connsiteY9" fmla="*/ 19050 h 290513"/>
                  <a:gd name="connsiteX10" fmla="*/ 100012 w 152406"/>
                  <a:gd name="connsiteY10" fmla="*/ 0 h 290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2406" h="290513">
                    <a:moveTo>
                      <a:pt x="0" y="204788"/>
                    </a:moveTo>
                    <a:cubicBezTo>
                      <a:pt x="28237" y="241496"/>
                      <a:pt x="34182" y="260679"/>
                      <a:pt x="66675" y="280988"/>
                    </a:cubicBezTo>
                    <a:cubicBezTo>
                      <a:pt x="72695" y="284751"/>
                      <a:pt x="79375" y="287338"/>
                      <a:pt x="85725" y="290513"/>
                    </a:cubicBezTo>
                    <a:cubicBezTo>
                      <a:pt x="104775" y="282575"/>
                      <a:pt x="126647" y="279450"/>
                      <a:pt x="142875" y="266700"/>
                    </a:cubicBezTo>
                    <a:cubicBezTo>
                      <a:pt x="161999" y="251674"/>
                      <a:pt x="147149" y="194287"/>
                      <a:pt x="142875" y="185738"/>
                    </a:cubicBezTo>
                    <a:cubicBezTo>
                      <a:pt x="137330" y="174648"/>
                      <a:pt x="123516" y="170219"/>
                      <a:pt x="114300" y="161925"/>
                    </a:cubicBezTo>
                    <a:cubicBezTo>
                      <a:pt x="98453" y="147662"/>
                      <a:pt x="84472" y="131059"/>
                      <a:pt x="71437" y="114300"/>
                    </a:cubicBezTo>
                    <a:cubicBezTo>
                      <a:pt x="67923" y="109782"/>
                      <a:pt x="65087" y="104775"/>
                      <a:pt x="61912" y="100013"/>
                    </a:cubicBezTo>
                    <a:cubicBezTo>
                      <a:pt x="65087" y="77788"/>
                      <a:pt x="65102" y="54876"/>
                      <a:pt x="71437" y="33338"/>
                    </a:cubicBezTo>
                    <a:cubicBezTo>
                      <a:pt x="73338" y="26876"/>
                      <a:pt x="81989" y="24654"/>
                      <a:pt x="85725" y="19050"/>
                    </a:cubicBezTo>
                    <a:cubicBezTo>
                      <a:pt x="100438" y="-3019"/>
                      <a:pt x="79754" y="10130"/>
                      <a:pt x="100012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9623B564-93A2-46D7-A542-61C6FD6A9DDE}"/>
                  </a:ext>
                </a:extLst>
              </p:cNvPr>
              <p:cNvSpPr/>
              <p:nvPr/>
            </p:nvSpPr>
            <p:spPr>
              <a:xfrm>
                <a:off x="1333501" y="847725"/>
                <a:ext cx="285750" cy="300208"/>
              </a:xfrm>
              <a:custGeom>
                <a:avLst/>
                <a:gdLst>
                  <a:gd name="connsiteX0" fmla="*/ 285750 w 285750"/>
                  <a:gd name="connsiteY0" fmla="*/ 0 h 300208"/>
                  <a:gd name="connsiteX1" fmla="*/ 257175 w 285750"/>
                  <a:gd name="connsiteY1" fmla="*/ 4762 h 300208"/>
                  <a:gd name="connsiteX2" fmla="*/ 161925 w 285750"/>
                  <a:gd name="connsiteY2" fmla="*/ 57150 h 300208"/>
                  <a:gd name="connsiteX3" fmla="*/ 138112 w 285750"/>
                  <a:gd name="connsiteY3" fmla="*/ 80962 h 300208"/>
                  <a:gd name="connsiteX4" fmla="*/ 119062 w 285750"/>
                  <a:gd name="connsiteY4" fmla="*/ 114300 h 300208"/>
                  <a:gd name="connsiteX5" fmla="*/ 95250 w 285750"/>
                  <a:gd name="connsiteY5" fmla="*/ 142875 h 300208"/>
                  <a:gd name="connsiteX6" fmla="*/ 90487 w 285750"/>
                  <a:gd name="connsiteY6" fmla="*/ 161925 h 300208"/>
                  <a:gd name="connsiteX7" fmla="*/ 57150 w 285750"/>
                  <a:gd name="connsiteY7" fmla="*/ 223837 h 300208"/>
                  <a:gd name="connsiteX8" fmla="*/ 47625 w 285750"/>
                  <a:gd name="connsiteY8" fmla="*/ 252412 h 300208"/>
                  <a:gd name="connsiteX9" fmla="*/ 28575 w 285750"/>
                  <a:gd name="connsiteY9" fmla="*/ 276225 h 300208"/>
                  <a:gd name="connsiteX10" fmla="*/ 4762 w 285750"/>
                  <a:gd name="connsiteY10" fmla="*/ 300037 h 300208"/>
                  <a:gd name="connsiteX11" fmla="*/ 0 w 285750"/>
                  <a:gd name="connsiteY11" fmla="*/ 300037 h 300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85750" h="300208">
                    <a:moveTo>
                      <a:pt x="285750" y="0"/>
                    </a:moveTo>
                    <a:cubicBezTo>
                      <a:pt x="276225" y="1587"/>
                      <a:pt x="266392" y="1882"/>
                      <a:pt x="257175" y="4762"/>
                    </a:cubicBezTo>
                    <a:cubicBezTo>
                      <a:pt x="214489" y="18101"/>
                      <a:pt x="197568" y="28636"/>
                      <a:pt x="161925" y="57150"/>
                    </a:cubicBezTo>
                    <a:cubicBezTo>
                      <a:pt x="153159" y="64162"/>
                      <a:pt x="144847" y="71982"/>
                      <a:pt x="138112" y="80962"/>
                    </a:cubicBezTo>
                    <a:cubicBezTo>
                      <a:pt x="130433" y="91201"/>
                      <a:pt x="126347" y="103777"/>
                      <a:pt x="119062" y="114300"/>
                    </a:cubicBezTo>
                    <a:cubicBezTo>
                      <a:pt x="112005" y="124494"/>
                      <a:pt x="103187" y="133350"/>
                      <a:pt x="95250" y="142875"/>
                    </a:cubicBezTo>
                    <a:cubicBezTo>
                      <a:pt x="93662" y="149225"/>
                      <a:pt x="93274" y="156003"/>
                      <a:pt x="90487" y="161925"/>
                    </a:cubicBezTo>
                    <a:cubicBezTo>
                      <a:pt x="80507" y="183133"/>
                      <a:pt x="64562" y="201601"/>
                      <a:pt x="57150" y="223837"/>
                    </a:cubicBezTo>
                    <a:cubicBezTo>
                      <a:pt x="53975" y="233362"/>
                      <a:pt x="52433" y="243598"/>
                      <a:pt x="47625" y="252412"/>
                    </a:cubicBezTo>
                    <a:cubicBezTo>
                      <a:pt x="42757" y="261336"/>
                      <a:pt x="34214" y="267767"/>
                      <a:pt x="28575" y="276225"/>
                    </a:cubicBezTo>
                    <a:cubicBezTo>
                      <a:pt x="14079" y="297970"/>
                      <a:pt x="27713" y="294300"/>
                      <a:pt x="4762" y="300037"/>
                    </a:cubicBezTo>
                    <a:cubicBezTo>
                      <a:pt x="3222" y="300422"/>
                      <a:pt x="1587" y="300037"/>
                      <a:pt x="0" y="300037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8" name="Freeform: Shape 197">
                <a:extLst>
                  <a:ext uri="{FF2B5EF4-FFF2-40B4-BE49-F238E27FC236}">
                    <a16:creationId xmlns:a16="http://schemas.microsoft.com/office/drawing/2014/main" id="{C0134B65-BF7B-43CD-B776-E62CA4FBC0E7}"/>
                  </a:ext>
                </a:extLst>
              </p:cNvPr>
              <p:cNvSpPr/>
              <p:nvPr/>
            </p:nvSpPr>
            <p:spPr>
              <a:xfrm>
                <a:off x="1514476" y="771525"/>
                <a:ext cx="90487" cy="333375"/>
              </a:xfrm>
              <a:custGeom>
                <a:avLst/>
                <a:gdLst>
                  <a:gd name="connsiteX0" fmla="*/ 90487 w 90487"/>
                  <a:gd name="connsiteY0" fmla="*/ 333375 h 333375"/>
                  <a:gd name="connsiteX1" fmla="*/ 52387 w 90487"/>
                  <a:gd name="connsiteY1" fmla="*/ 190500 h 333375"/>
                  <a:gd name="connsiteX2" fmla="*/ 57150 w 90487"/>
                  <a:gd name="connsiteY2" fmla="*/ 152400 h 333375"/>
                  <a:gd name="connsiteX3" fmla="*/ 76200 w 90487"/>
                  <a:gd name="connsiteY3" fmla="*/ 128587 h 333375"/>
                  <a:gd name="connsiteX4" fmla="*/ 66675 w 90487"/>
                  <a:gd name="connsiteY4" fmla="*/ 42862 h 333375"/>
                  <a:gd name="connsiteX5" fmla="*/ 42862 w 90487"/>
                  <a:gd name="connsiteY5" fmla="*/ 23812 h 333375"/>
                  <a:gd name="connsiteX6" fmla="*/ 14287 w 90487"/>
                  <a:gd name="connsiteY6" fmla="*/ 0 h 333375"/>
                  <a:gd name="connsiteX7" fmla="*/ 0 w 90487"/>
                  <a:gd name="connsiteY7" fmla="*/ 952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0487" h="333375">
                    <a:moveTo>
                      <a:pt x="90487" y="333375"/>
                    </a:moveTo>
                    <a:cubicBezTo>
                      <a:pt x="67609" y="224705"/>
                      <a:pt x="81971" y="271855"/>
                      <a:pt x="52387" y="190500"/>
                    </a:cubicBezTo>
                    <a:cubicBezTo>
                      <a:pt x="53975" y="177800"/>
                      <a:pt x="52555" y="164346"/>
                      <a:pt x="57150" y="152400"/>
                    </a:cubicBezTo>
                    <a:cubicBezTo>
                      <a:pt x="60799" y="142912"/>
                      <a:pt x="75319" y="138714"/>
                      <a:pt x="76200" y="128587"/>
                    </a:cubicBezTo>
                    <a:cubicBezTo>
                      <a:pt x="78691" y="99944"/>
                      <a:pt x="75392" y="70259"/>
                      <a:pt x="66675" y="42862"/>
                    </a:cubicBezTo>
                    <a:cubicBezTo>
                      <a:pt x="63593" y="33175"/>
                      <a:pt x="50512" y="30506"/>
                      <a:pt x="42862" y="23812"/>
                    </a:cubicBezTo>
                    <a:cubicBezTo>
                      <a:pt x="13526" y="-1856"/>
                      <a:pt x="43529" y="19494"/>
                      <a:pt x="14287" y="0"/>
                    </a:cubicBezTo>
                    <a:lnTo>
                      <a:pt x="0" y="9525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58ABBE40-7F26-4334-B86C-F59DDCF36F23}"/>
                  </a:ext>
                </a:extLst>
              </p:cNvPr>
              <p:cNvSpPr/>
              <p:nvPr/>
            </p:nvSpPr>
            <p:spPr>
              <a:xfrm>
                <a:off x="1332899" y="871537"/>
                <a:ext cx="24414" cy="228600"/>
              </a:xfrm>
              <a:custGeom>
                <a:avLst/>
                <a:gdLst>
                  <a:gd name="connsiteX0" fmla="*/ 5364 w 24414"/>
                  <a:gd name="connsiteY0" fmla="*/ 228600 h 228600"/>
                  <a:gd name="connsiteX1" fmla="*/ 5364 w 24414"/>
                  <a:gd name="connsiteY1" fmla="*/ 42863 h 228600"/>
                  <a:gd name="connsiteX2" fmla="*/ 14889 w 24414"/>
                  <a:gd name="connsiteY2" fmla="*/ 28575 h 228600"/>
                  <a:gd name="connsiteX3" fmla="*/ 24414 w 24414"/>
                  <a:gd name="connsiteY3" fmla="*/ 0 h 228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414" h="228600">
                    <a:moveTo>
                      <a:pt x="5364" y="228600"/>
                    </a:moveTo>
                    <a:cubicBezTo>
                      <a:pt x="697" y="153917"/>
                      <a:pt x="-3913" y="123266"/>
                      <a:pt x="5364" y="42863"/>
                    </a:cubicBezTo>
                    <a:cubicBezTo>
                      <a:pt x="6020" y="37177"/>
                      <a:pt x="12564" y="33806"/>
                      <a:pt x="14889" y="28575"/>
                    </a:cubicBezTo>
                    <a:cubicBezTo>
                      <a:pt x="18967" y="19400"/>
                      <a:pt x="24414" y="0"/>
                      <a:pt x="24414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54D1529A-4182-4D1A-B33F-AA3A1FDFB928}"/>
                  </a:ext>
                </a:extLst>
              </p:cNvPr>
              <p:cNvSpPr/>
              <p:nvPr/>
            </p:nvSpPr>
            <p:spPr>
              <a:xfrm>
                <a:off x="1666336" y="766762"/>
                <a:ext cx="124459" cy="376238"/>
              </a:xfrm>
              <a:custGeom>
                <a:avLst/>
                <a:gdLst>
                  <a:gd name="connsiteX0" fmla="*/ 14827 w 124459"/>
                  <a:gd name="connsiteY0" fmla="*/ 376238 h 376238"/>
                  <a:gd name="connsiteX1" fmla="*/ 43402 w 124459"/>
                  <a:gd name="connsiteY1" fmla="*/ 319088 h 376238"/>
                  <a:gd name="connsiteX2" fmla="*/ 100552 w 124459"/>
                  <a:gd name="connsiteY2" fmla="*/ 233363 h 376238"/>
                  <a:gd name="connsiteX3" fmla="*/ 124365 w 124459"/>
                  <a:gd name="connsiteY3" fmla="*/ 219075 h 376238"/>
                  <a:gd name="connsiteX4" fmla="*/ 119602 w 124459"/>
                  <a:gd name="connsiteY4" fmla="*/ 185738 h 376238"/>
                  <a:gd name="connsiteX5" fmla="*/ 48165 w 124459"/>
                  <a:gd name="connsiteY5" fmla="*/ 147638 h 376238"/>
                  <a:gd name="connsiteX6" fmla="*/ 33877 w 124459"/>
                  <a:gd name="connsiteY6" fmla="*/ 138113 h 376238"/>
                  <a:gd name="connsiteX7" fmla="*/ 14827 w 124459"/>
                  <a:gd name="connsiteY7" fmla="*/ 133350 h 376238"/>
                  <a:gd name="connsiteX8" fmla="*/ 540 w 124459"/>
                  <a:gd name="connsiteY8" fmla="*/ 123825 h 376238"/>
                  <a:gd name="connsiteX9" fmla="*/ 29115 w 124459"/>
                  <a:gd name="connsiteY9" fmla="*/ 66675 h 376238"/>
                  <a:gd name="connsiteX10" fmla="*/ 43402 w 124459"/>
                  <a:gd name="connsiteY10" fmla="*/ 47625 h 376238"/>
                  <a:gd name="connsiteX11" fmla="*/ 86265 w 124459"/>
                  <a:gd name="connsiteY11" fmla="*/ 42863 h 376238"/>
                  <a:gd name="connsiteX12" fmla="*/ 95790 w 124459"/>
                  <a:gd name="connsiteY12" fmla="*/ 0 h 376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459" h="376238">
                    <a:moveTo>
                      <a:pt x="14827" y="376238"/>
                    </a:moveTo>
                    <a:cubicBezTo>
                      <a:pt x="58122" y="322118"/>
                      <a:pt x="11728" y="386395"/>
                      <a:pt x="43402" y="319088"/>
                    </a:cubicBezTo>
                    <a:cubicBezTo>
                      <a:pt x="51464" y="301957"/>
                      <a:pt x="85463" y="248452"/>
                      <a:pt x="100552" y="233363"/>
                    </a:cubicBezTo>
                    <a:cubicBezTo>
                      <a:pt x="107098" y="226817"/>
                      <a:pt x="116427" y="223838"/>
                      <a:pt x="124365" y="219075"/>
                    </a:cubicBezTo>
                    <a:cubicBezTo>
                      <a:pt x="122777" y="207963"/>
                      <a:pt x="127791" y="193415"/>
                      <a:pt x="119602" y="185738"/>
                    </a:cubicBezTo>
                    <a:cubicBezTo>
                      <a:pt x="99914" y="167280"/>
                      <a:pt x="70620" y="162608"/>
                      <a:pt x="48165" y="147638"/>
                    </a:cubicBezTo>
                    <a:cubicBezTo>
                      <a:pt x="43402" y="144463"/>
                      <a:pt x="39138" y="140368"/>
                      <a:pt x="33877" y="138113"/>
                    </a:cubicBezTo>
                    <a:cubicBezTo>
                      <a:pt x="27861" y="135535"/>
                      <a:pt x="21177" y="134938"/>
                      <a:pt x="14827" y="133350"/>
                    </a:cubicBezTo>
                    <a:cubicBezTo>
                      <a:pt x="10065" y="130175"/>
                      <a:pt x="1109" y="129520"/>
                      <a:pt x="540" y="123825"/>
                    </a:cubicBezTo>
                    <a:cubicBezTo>
                      <a:pt x="-2990" y="88526"/>
                      <a:pt x="11258" y="87084"/>
                      <a:pt x="29115" y="66675"/>
                    </a:cubicBezTo>
                    <a:cubicBezTo>
                      <a:pt x="34342" y="60701"/>
                      <a:pt x="36075" y="50678"/>
                      <a:pt x="43402" y="47625"/>
                    </a:cubicBezTo>
                    <a:cubicBezTo>
                      <a:pt x="56672" y="42096"/>
                      <a:pt x="71977" y="44450"/>
                      <a:pt x="86265" y="42863"/>
                    </a:cubicBezTo>
                    <a:cubicBezTo>
                      <a:pt x="99340" y="16713"/>
                      <a:pt x="95790" y="30913"/>
                      <a:pt x="95790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F7607BB8-A369-459E-BCDB-8AEC5598AE91}"/>
                  </a:ext>
                </a:extLst>
              </p:cNvPr>
              <p:cNvSpPr/>
              <p:nvPr/>
            </p:nvSpPr>
            <p:spPr>
              <a:xfrm>
                <a:off x="1657352" y="785812"/>
                <a:ext cx="252412" cy="304800"/>
              </a:xfrm>
              <a:custGeom>
                <a:avLst/>
                <a:gdLst>
                  <a:gd name="connsiteX0" fmla="*/ 0 w 344403"/>
                  <a:gd name="connsiteY0" fmla="*/ 300564 h 300564"/>
                  <a:gd name="connsiteX1" fmla="*/ 85725 w 344403"/>
                  <a:gd name="connsiteY1" fmla="*/ 205314 h 300564"/>
                  <a:gd name="connsiteX2" fmla="*/ 214312 w 344403"/>
                  <a:gd name="connsiteY2" fmla="*/ 81489 h 300564"/>
                  <a:gd name="connsiteX3" fmla="*/ 285750 w 344403"/>
                  <a:gd name="connsiteY3" fmla="*/ 33864 h 300564"/>
                  <a:gd name="connsiteX4" fmla="*/ 323850 w 344403"/>
                  <a:gd name="connsiteY4" fmla="*/ 10052 h 300564"/>
                  <a:gd name="connsiteX5" fmla="*/ 342900 w 344403"/>
                  <a:gd name="connsiteY5" fmla="*/ 527 h 300564"/>
                  <a:gd name="connsiteX6" fmla="*/ 276225 w 344403"/>
                  <a:gd name="connsiteY6" fmla="*/ 5289 h 300564"/>
                  <a:gd name="connsiteX7" fmla="*/ 185737 w 344403"/>
                  <a:gd name="connsiteY7" fmla="*/ 19577 h 300564"/>
                  <a:gd name="connsiteX8" fmla="*/ 166687 w 344403"/>
                  <a:gd name="connsiteY8" fmla="*/ 24339 h 300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4403" h="300564">
                    <a:moveTo>
                      <a:pt x="0" y="300564"/>
                    </a:moveTo>
                    <a:cubicBezTo>
                      <a:pt x="61522" y="269804"/>
                      <a:pt x="11886" y="300251"/>
                      <a:pt x="85725" y="205314"/>
                    </a:cubicBezTo>
                    <a:cubicBezTo>
                      <a:pt x="114469" y="168357"/>
                      <a:pt x="183680" y="101910"/>
                      <a:pt x="214312" y="81489"/>
                    </a:cubicBezTo>
                    <a:lnTo>
                      <a:pt x="285750" y="33864"/>
                    </a:lnTo>
                    <a:cubicBezTo>
                      <a:pt x="298294" y="25683"/>
                      <a:pt x="310455" y="16750"/>
                      <a:pt x="323850" y="10052"/>
                    </a:cubicBezTo>
                    <a:cubicBezTo>
                      <a:pt x="330200" y="6877"/>
                      <a:pt x="349964" y="1234"/>
                      <a:pt x="342900" y="527"/>
                    </a:cubicBezTo>
                    <a:cubicBezTo>
                      <a:pt x="320729" y="-1690"/>
                      <a:pt x="298450" y="3702"/>
                      <a:pt x="276225" y="5289"/>
                    </a:cubicBezTo>
                    <a:cubicBezTo>
                      <a:pt x="214504" y="17633"/>
                      <a:pt x="244690" y="13026"/>
                      <a:pt x="185737" y="19577"/>
                    </a:cubicBezTo>
                    <a:lnTo>
                      <a:pt x="166687" y="24339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9EA9B26C-D210-4E1C-BB0F-7797F34A6D32}"/>
                  </a:ext>
                </a:extLst>
              </p:cNvPr>
              <p:cNvSpPr/>
              <p:nvPr/>
            </p:nvSpPr>
            <p:spPr>
              <a:xfrm>
                <a:off x="1181663" y="1412263"/>
                <a:ext cx="567967" cy="356823"/>
              </a:xfrm>
              <a:custGeom>
                <a:avLst/>
                <a:gdLst>
                  <a:gd name="connsiteX0" fmla="*/ 34540 w 567967"/>
                  <a:gd name="connsiteY0" fmla="*/ 76200 h 356823"/>
                  <a:gd name="connsiteX1" fmla="*/ 34540 w 567967"/>
                  <a:gd name="connsiteY1" fmla="*/ 76200 h 356823"/>
                  <a:gd name="connsiteX2" fmla="*/ 10728 w 567967"/>
                  <a:gd name="connsiteY2" fmla="*/ 180975 h 356823"/>
                  <a:gd name="connsiteX3" fmla="*/ 20253 w 567967"/>
                  <a:gd name="connsiteY3" fmla="*/ 195262 h 356823"/>
                  <a:gd name="connsiteX4" fmla="*/ 25015 w 567967"/>
                  <a:gd name="connsiteY4" fmla="*/ 261937 h 356823"/>
                  <a:gd name="connsiteX5" fmla="*/ 29778 w 567967"/>
                  <a:gd name="connsiteY5" fmla="*/ 280987 h 356823"/>
                  <a:gd name="connsiteX6" fmla="*/ 44065 w 567967"/>
                  <a:gd name="connsiteY6" fmla="*/ 290512 h 356823"/>
                  <a:gd name="connsiteX7" fmla="*/ 77403 w 567967"/>
                  <a:gd name="connsiteY7" fmla="*/ 295275 h 356823"/>
                  <a:gd name="connsiteX8" fmla="*/ 163128 w 567967"/>
                  <a:gd name="connsiteY8" fmla="*/ 247650 h 356823"/>
                  <a:gd name="connsiteX9" fmla="*/ 177415 w 567967"/>
                  <a:gd name="connsiteY9" fmla="*/ 223837 h 356823"/>
                  <a:gd name="connsiteX10" fmla="*/ 205990 w 567967"/>
                  <a:gd name="connsiteY10" fmla="*/ 214312 h 356823"/>
                  <a:gd name="connsiteX11" fmla="*/ 210753 w 567967"/>
                  <a:gd name="connsiteY11" fmla="*/ 228600 h 356823"/>
                  <a:gd name="connsiteX12" fmla="*/ 215515 w 567967"/>
                  <a:gd name="connsiteY12" fmla="*/ 247650 h 356823"/>
                  <a:gd name="connsiteX13" fmla="*/ 229803 w 567967"/>
                  <a:gd name="connsiteY13" fmla="*/ 290512 h 356823"/>
                  <a:gd name="connsiteX14" fmla="*/ 263140 w 567967"/>
                  <a:gd name="connsiteY14" fmla="*/ 319087 h 356823"/>
                  <a:gd name="connsiteX15" fmla="*/ 272665 w 567967"/>
                  <a:gd name="connsiteY15" fmla="*/ 347662 h 356823"/>
                  <a:gd name="connsiteX16" fmla="*/ 329815 w 567967"/>
                  <a:gd name="connsiteY16" fmla="*/ 338137 h 356823"/>
                  <a:gd name="connsiteX17" fmla="*/ 344103 w 567967"/>
                  <a:gd name="connsiteY17" fmla="*/ 252412 h 356823"/>
                  <a:gd name="connsiteX18" fmla="*/ 439353 w 567967"/>
                  <a:gd name="connsiteY18" fmla="*/ 261937 h 356823"/>
                  <a:gd name="connsiteX19" fmla="*/ 467928 w 567967"/>
                  <a:gd name="connsiteY19" fmla="*/ 290512 h 356823"/>
                  <a:gd name="connsiteX20" fmla="*/ 515553 w 567967"/>
                  <a:gd name="connsiteY20" fmla="*/ 276225 h 356823"/>
                  <a:gd name="connsiteX21" fmla="*/ 544128 w 567967"/>
                  <a:gd name="connsiteY21" fmla="*/ 271462 h 356823"/>
                  <a:gd name="connsiteX22" fmla="*/ 558415 w 567967"/>
                  <a:gd name="connsiteY22" fmla="*/ 266700 h 356823"/>
                  <a:gd name="connsiteX23" fmla="*/ 563178 w 567967"/>
                  <a:gd name="connsiteY23" fmla="*/ 228600 h 356823"/>
                  <a:gd name="connsiteX24" fmla="*/ 567940 w 567967"/>
                  <a:gd name="connsiteY24" fmla="*/ 200025 h 356823"/>
                  <a:gd name="connsiteX25" fmla="*/ 558415 w 567967"/>
                  <a:gd name="connsiteY25" fmla="*/ 109537 h 356823"/>
                  <a:gd name="connsiteX26" fmla="*/ 539365 w 567967"/>
                  <a:gd name="connsiteY26" fmla="*/ 100012 h 356823"/>
                  <a:gd name="connsiteX27" fmla="*/ 515553 w 567967"/>
                  <a:gd name="connsiteY27" fmla="*/ 61912 h 356823"/>
                  <a:gd name="connsiteX28" fmla="*/ 486978 w 567967"/>
                  <a:gd name="connsiteY28" fmla="*/ 47625 h 356823"/>
                  <a:gd name="connsiteX29" fmla="*/ 315528 w 567967"/>
                  <a:gd name="connsiteY29" fmla="*/ 42862 h 356823"/>
                  <a:gd name="connsiteX30" fmla="*/ 253615 w 567967"/>
                  <a:gd name="connsiteY30" fmla="*/ 4762 h 356823"/>
                  <a:gd name="connsiteX31" fmla="*/ 215515 w 567967"/>
                  <a:gd name="connsiteY31" fmla="*/ 0 h 356823"/>
                  <a:gd name="connsiteX32" fmla="*/ 172653 w 567967"/>
                  <a:gd name="connsiteY32" fmla="*/ 14287 h 356823"/>
                  <a:gd name="connsiteX33" fmla="*/ 144078 w 567967"/>
                  <a:gd name="connsiteY33" fmla="*/ 28575 h 356823"/>
                  <a:gd name="connsiteX34" fmla="*/ 125028 w 567967"/>
                  <a:gd name="connsiteY34" fmla="*/ 33337 h 356823"/>
                  <a:gd name="connsiteX35" fmla="*/ 110740 w 567967"/>
                  <a:gd name="connsiteY35" fmla="*/ 38100 h 356823"/>
                  <a:gd name="connsiteX36" fmla="*/ 77403 w 567967"/>
                  <a:gd name="connsiteY36" fmla="*/ 47625 h 356823"/>
                  <a:gd name="connsiteX37" fmla="*/ 34540 w 567967"/>
                  <a:gd name="connsiteY37" fmla="*/ 76200 h 356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7967" h="356823">
                    <a:moveTo>
                      <a:pt x="34540" y="76200"/>
                    </a:moveTo>
                    <a:lnTo>
                      <a:pt x="34540" y="76200"/>
                    </a:lnTo>
                    <a:cubicBezTo>
                      <a:pt x="-4331" y="131731"/>
                      <a:pt x="-7505" y="112600"/>
                      <a:pt x="10728" y="180975"/>
                    </a:cubicBezTo>
                    <a:cubicBezTo>
                      <a:pt x="12203" y="186505"/>
                      <a:pt x="17078" y="190500"/>
                      <a:pt x="20253" y="195262"/>
                    </a:cubicBezTo>
                    <a:cubicBezTo>
                      <a:pt x="21840" y="217487"/>
                      <a:pt x="22554" y="239792"/>
                      <a:pt x="25015" y="261937"/>
                    </a:cubicBezTo>
                    <a:cubicBezTo>
                      <a:pt x="25738" y="268442"/>
                      <a:pt x="26147" y="275541"/>
                      <a:pt x="29778" y="280987"/>
                    </a:cubicBezTo>
                    <a:cubicBezTo>
                      <a:pt x="32953" y="285749"/>
                      <a:pt x="38583" y="288867"/>
                      <a:pt x="44065" y="290512"/>
                    </a:cubicBezTo>
                    <a:cubicBezTo>
                      <a:pt x="54817" y="293738"/>
                      <a:pt x="66290" y="293687"/>
                      <a:pt x="77403" y="295275"/>
                    </a:cubicBezTo>
                    <a:cubicBezTo>
                      <a:pt x="139352" y="284950"/>
                      <a:pt x="131892" y="299712"/>
                      <a:pt x="163128" y="247650"/>
                    </a:cubicBezTo>
                    <a:cubicBezTo>
                      <a:pt x="167890" y="239712"/>
                      <a:pt x="170108" y="229520"/>
                      <a:pt x="177415" y="223837"/>
                    </a:cubicBezTo>
                    <a:cubicBezTo>
                      <a:pt x="185340" y="217673"/>
                      <a:pt x="205990" y="214312"/>
                      <a:pt x="205990" y="214312"/>
                    </a:cubicBezTo>
                    <a:cubicBezTo>
                      <a:pt x="207578" y="219075"/>
                      <a:pt x="209374" y="223773"/>
                      <a:pt x="210753" y="228600"/>
                    </a:cubicBezTo>
                    <a:cubicBezTo>
                      <a:pt x="212551" y="234894"/>
                      <a:pt x="213590" y="241394"/>
                      <a:pt x="215515" y="247650"/>
                    </a:cubicBezTo>
                    <a:cubicBezTo>
                      <a:pt x="219944" y="262044"/>
                      <a:pt x="217755" y="281476"/>
                      <a:pt x="229803" y="290512"/>
                    </a:cubicBezTo>
                    <a:cubicBezTo>
                      <a:pt x="254241" y="308841"/>
                      <a:pt x="243240" y="299187"/>
                      <a:pt x="263140" y="319087"/>
                    </a:cubicBezTo>
                    <a:cubicBezTo>
                      <a:pt x="266315" y="328612"/>
                      <a:pt x="264440" y="341904"/>
                      <a:pt x="272665" y="347662"/>
                    </a:cubicBezTo>
                    <a:cubicBezTo>
                      <a:pt x="300410" y="367084"/>
                      <a:pt x="311833" y="351624"/>
                      <a:pt x="329815" y="338137"/>
                    </a:cubicBezTo>
                    <a:cubicBezTo>
                      <a:pt x="334578" y="309562"/>
                      <a:pt x="326918" y="275734"/>
                      <a:pt x="344103" y="252412"/>
                    </a:cubicBezTo>
                    <a:cubicBezTo>
                      <a:pt x="361013" y="229462"/>
                      <a:pt x="423209" y="256556"/>
                      <a:pt x="439353" y="261937"/>
                    </a:cubicBezTo>
                    <a:cubicBezTo>
                      <a:pt x="448878" y="271462"/>
                      <a:pt x="455494" y="285331"/>
                      <a:pt x="467928" y="290512"/>
                    </a:cubicBezTo>
                    <a:cubicBezTo>
                      <a:pt x="485057" y="297649"/>
                      <a:pt x="501430" y="280462"/>
                      <a:pt x="515553" y="276225"/>
                    </a:cubicBezTo>
                    <a:cubicBezTo>
                      <a:pt x="524802" y="273450"/>
                      <a:pt x="534702" y="273557"/>
                      <a:pt x="544128" y="271462"/>
                    </a:cubicBezTo>
                    <a:cubicBezTo>
                      <a:pt x="549028" y="270373"/>
                      <a:pt x="553653" y="268287"/>
                      <a:pt x="558415" y="266700"/>
                    </a:cubicBezTo>
                    <a:cubicBezTo>
                      <a:pt x="560003" y="254000"/>
                      <a:pt x="561368" y="241270"/>
                      <a:pt x="563178" y="228600"/>
                    </a:cubicBezTo>
                    <a:cubicBezTo>
                      <a:pt x="564544" y="219041"/>
                      <a:pt x="568326" y="209674"/>
                      <a:pt x="567940" y="200025"/>
                    </a:cubicBezTo>
                    <a:cubicBezTo>
                      <a:pt x="566728" y="169720"/>
                      <a:pt x="566747" y="138699"/>
                      <a:pt x="558415" y="109537"/>
                    </a:cubicBezTo>
                    <a:cubicBezTo>
                      <a:pt x="556465" y="102711"/>
                      <a:pt x="545715" y="103187"/>
                      <a:pt x="539365" y="100012"/>
                    </a:cubicBezTo>
                    <a:cubicBezTo>
                      <a:pt x="531821" y="84923"/>
                      <a:pt x="527917" y="74276"/>
                      <a:pt x="515553" y="61912"/>
                    </a:cubicBezTo>
                    <a:cubicBezTo>
                      <a:pt x="510260" y="56619"/>
                      <a:pt x="495144" y="48044"/>
                      <a:pt x="486978" y="47625"/>
                    </a:cubicBezTo>
                    <a:cubicBezTo>
                      <a:pt x="429881" y="44697"/>
                      <a:pt x="372678" y="44450"/>
                      <a:pt x="315528" y="42862"/>
                    </a:cubicBezTo>
                    <a:cubicBezTo>
                      <a:pt x="299397" y="29958"/>
                      <a:pt x="274588" y="7383"/>
                      <a:pt x="253615" y="4762"/>
                    </a:cubicBezTo>
                    <a:lnTo>
                      <a:pt x="215515" y="0"/>
                    </a:lnTo>
                    <a:cubicBezTo>
                      <a:pt x="201228" y="4762"/>
                      <a:pt x="186636" y="8694"/>
                      <a:pt x="172653" y="14287"/>
                    </a:cubicBezTo>
                    <a:cubicBezTo>
                      <a:pt x="162765" y="18242"/>
                      <a:pt x="153966" y="24620"/>
                      <a:pt x="144078" y="28575"/>
                    </a:cubicBezTo>
                    <a:cubicBezTo>
                      <a:pt x="138001" y="31006"/>
                      <a:pt x="131322" y="31539"/>
                      <a:pt x="125028" y="33337"/>
                    </a:cubicBezTo>
                    <a:cubicBezTo>
                      <a:pt x="120201" y="34716"/>
                      <a:pt x="115549" y="36657"/>
                      <a:pt x="110740" y="38100"/>
                    </a:cubicBezTo>
                    <a:cubicBezTo>
                      <a:pt x="99670" y="41421"/>
                      <a:pt x="88515" y="44450"/>
                      <a:pt x="77403" y="47625"/>
                    </a:cubicBezTo>
                    <a:cubicBezTo>
                      <a:pt x="71930" y="64042"/>
                      <a:pt x="41684" y="71438"/>
                      <a:pt x="34540" y="7620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360CAA22-CFFE-43C5-B8A4-22526E5E5A57}"/>
                  </a:ext>
                </a:extLst>
              </p:cNvPr>
              <p:cNvSpPr/>
              <p:nvPr/>
            </p:nvSpPr>
            <p:spPr>
              <a:xfrm>
                <a:off x="1151482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4" name="Freeform: Shape 203">
                <a:extLst>
                  <a:ext uri="{FF2B5EF4-FFF2-40B4-BE49-F238E27FC236}">
                    <a16:creationId xmlns:a16="http://schemas.microsoft.com/office/drawing/2014/main" id="{F558D9F7-BBF3-434F-9891-38A612108B22}"/>
                  </a:ext>
                </a:extLst>
              </p:cNvPr>
              <p:cNvSpPr/>
              <p:nvPr/>
            </p:nvSpPr>
            <p:spPr>
              <a:xfrm flipH="1">
                <a:off x="1516830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5" name="Group 204">
                <a:extLst>
                  <a:ext uri="{FF2B5EF4-FFF2-40B4-BE49-F238E27FC236}">
                    <a16:creationId xmlns:a16="http://schemas.microsoft.com/office/drawing/2014/main" id="{B33077AA-24C5-41F4-AE39-5D8AA7590C7C}"/>
                  </a:ext>
                </a:extLst>
              </p:cNvPr>
              <p:cNvGrpSpPr/>
              <p:nvPr/>
            </p:nvGrpSpPr>
            <p:grpSpPr>
              <a:xfrm>
                <a:off x="1066185" y="2005920"/>
                <a:ext cx="266714" cy="238616"/>
                <a:chOff x="1047750" y="2033588"/>
                <a:chExt cx="266714" cy="238616"/>
              </a:xfrm>
            </p:grpSpPr>
            <p:sp>
              <p:nvSpPr>
                <p:cNvPr id="220" name="Freeform: Shape 219">
                  <a:extLst>
                    <a:ext uri="{FF2B5EF4-FFF2-40B4-BE49-F238E27FC236}">
                      <a16:creationId xmlns:a16="http://schemas.microsoft.com/office/drawing/2014/main" id="{5AA32D6F-C84B-4397-8848-04B8362511B9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1" name="Freeform: Shape 220">
                  <a:extLst>
                    <a:ext uri="{FF2B5EF4-FFF2-40B4-BE49-F238E27FC236}">
                      <a16:creationId xmlns:a16="http://schemas.microsoft.com/office/drawing/2014/main" id="{5866C3E9-076B-47CB-B82C-077AC15A7591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2" name="Freeform: Shape 221">
                  <a:extLst>
                    <a:ext uri="{FF2B5EF4-FFF2-40B4-BE49-F238E27FC236}">
                      <a16:creationId xmlns:a16="http://schemas.microsoft.com/office/drawing/2014/main" id="{73D7E92F-8246-4821-8719-B9534723604C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06" name="Group 205">
                <a:extLst>
                  <a:ext uri="{FF2B5EF4-FFF2-40B4-BE49-F238E27FC236}">
                    <a16:creationId xmlns:a16="http://schemas.microsoft.com/office/drawing/2014/main" id="{DEBA70FE-6BA3-4A15-BF2F-CD718A789C7D}"/>
                  </a:ext>
                </a:extLst>
              </p:cNvPr>
              <p:cNvGrpSpPr/>
              <p:nvPr/>
            </p:nvGrpSpPr>
            <p:grpSpPr>
              <a:xfrm rot="18623538">
                <a:off x="1627698" y="2015198"/>
                <a:ext cx="266714" cy="238616"/>
                <a:chOff x="1047750" y="2033588"/>
                <a:chExt cx="266714" cy="238616"/>
              </a:xfrm>
            </p:grpSpPr>
            <p:sp>
              <p:nvSpPr>
                <p:cNvPr id="217" name="Freeform: Shape 216">
                  <a:extLst>
                    <a:ext uri="{FF2B5EF4-FFF2-40B4-BE49-F238E27FC236}">
                      <a16:creationId xmlns:a16="http://schemas.microsoft.com/office/drawing/2014/main" id="{B6B3FCF3-573B-4DD2-870B-491F82855B01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8" name="Freeform: Shape 217">
                  <a:extLst>
                    <a:ext uri="{FF2B5EF4-FFF2-40B4-BE49-F238E27FC236}">
                      <a16:creationId xmlns:a16="http://schemas.microsoft.com/office/drawing/2014/main" id="{0BF8593D-4654-4F88-B781-658138320D4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9" name="Freeform: Shape 218">
                  <a:extLst>
                    <a:ext uri="{FF2B5EF4-FFF2-40B4-BE49-F238E27FC236}">
                      <a16:creationId xmlns:a16="http://schemas.microsoft.com/office/drawing/2014/main" id="{F2920BC2-BC04-42B6-9730-53BCDBC2D634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07" name="Freeform: Shape 206">
                <a:extLst>
                  <a:ext uri="{FF2B5EF4-FFF2-40B4-BE49-F238E27FC236}">
                    <a16:creationId xmlns:a16="http://schemas.microsoft.com/office/drawing/2014/main" id="{E1EE09C3-D005-4233-B07E-2BB8131C7442}"/>
                  </a:ext>
                </a:extLst>
              </p:cNvPr>
              <p:cNvSpPr/>
              <p:nvPr/>
            </p:nvSpPr>
            <p:spPr>
              <a:xfrm rot="20219117">
                <a:off x="971370" y="1188230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8" name="Freeform: Shape 207">
                <a:extLst>
                  <a:ext uri="{FF2B5EF4-FFF2-40B4-BE49-F238E27FC236}">
                    <a16:creationId xmlns:a16="http://schemas.microsoft.com/office/drawing/2014/main" id="{441BE618-722D-4D5A-BC45-E232E4F3297F}"/>
                  </a:ext>
                </a:extLst>
              </p:cNvPr>
              <p:cNvSpPr/>
              <p:nvPr/>
            </p:nvSpPr>
            <p:spPr>
              <a:xfrm rot="15953926">
                <a:off x="1586692" y="1209728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9" name="Group 208">
                <a:extLst>
                  <a:ext uri="{FF2B5EF4-FFF2-40B4-BE49-F238E27FC236}">
                    <a16:creationId xmlns:a16="http://schemas.microsoft.com/office/drawing/2014/main" id="{51129631-BC15-47BB-8BF7-D05506B22575}"/>
                  </a:ext>
                </a:extLst>
              </p:cNvPr>
              <p:cNvGrpSpPr/>
              <p:nvPr/>
            </p:nvGrpSpPr>
            <p:grpSpPr>
              <a:xfrm rot="20861058">
                <a:off x="919169" y="1370990"/>
                <a:ext cx="266714" cy="238616"/>
                <a:chOff x="1047750" y="2033588"/>
                <a:chExt cx="266714" cy="238616"/>
              </a:xfrm>
            </p:grpSpPr>
            <p:sp>
              <p:nvSpPr>
                <p:cNvPr id="214" name="Freeform: Shape 213">
                  <a:extLst>
                    <a:ext uri="{FF2B5EF4-FFF2-40B4-BE49-F238E27FC236}">
                      <a16:creationId xmlns:a16="http://schemas.microsoft.com/office/drawing/2014/main" id="{60B638CE-8D33-4475-8AA7-FDA1C053BD7F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5" name="Freeform: Shape 214">
                  <a:extLst>
                    <a:ext uri="{FF2B5EF4-FFF2-40B4-BE49-F238E27FC236}">
                      <a16:creationId xmlns:a16="http://schemas.microsoft.com/office/drawing/2014/main" id="{19A18A64-458D-4666-86BB-6F0946424DEB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6" name="Freeform: Shape 215">
                  <a:extLst>
                    <a:ext uri="{FF2B5EF4-FFF2-40B4-BE49-F238E27FC236}">
                      <a16:creationId xmlns:a16="http://schemas.microsoft.com/office/drawing/2014/main" id="{0137B0BF-DA84-4924-BE86-10097BE631F6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10" name="Group 209">
                <a:extLst>
                  <a:ext uri="{FF2B5EF4-FFF2-40B4-BE49-F238E27FC236}">
                    <a16:creationId xmlns:a16="http://schemas.microsoft.com/office/drawing/2014/main" id="{9AED3FC8-6212-4FD7-87E9-53E8FF16CAEA}"/>
                  </a:ext>
                </a:extLst>
              </p:cNvPr>
              <p:cNvGrpSpPr/>
              <p:nvPr/>
            </p:nvGrpSpPr>
            <p:grpSpPr>
              <a:xfrm rot="18623538">
                <a:off x="1746103" y="1401464"/>
                <a:ext cx="266714" cy="238616"/>
                <a:chOff x="1047750" y="2033588"/>
                <a:chExt cx="266714" cy="238616"/>
              </a:xfrm>
            </p:grpSpPr>
            <p:sp>
              <p:nvSpPr>
                <p:cNvPr id="211" name="Freeform: Shape 210">
                  <a:extLst>
                    <a:ext uri="{FF2B5EF4-FFF2-40B4-BE49-F238E27FC236}">
                      <a16:creationId xmlns:a16="http://schemas.microsoft.com/office/drawing/2014/main" id="{44C2AC9A-C0BB-4E8F-9E98-5DA4027E5567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" name="Freeform: Shape 211">
                  <a:extLst>
                    <a:ext uri="{FF2B5EF4-FFF2-40B4-BE49-F238E27FC236}">
                      <a16:creationId xmlns:a16="http://schemas.microsoft.com/office/drawing/2014/main" id="{80D9E3D6-F0BC-4E25-9C34-3D1D66B9A16C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" name="Freeform: Shape 212">
                  <a:extLst>
                    <a:ext uri="{FF2B5EF4-FFF2-40B4-BE49-F238E27FC236}">
                      <a16:creationId xmlns:a16="http://schemas.microsoft.com/office/drawing/2014/main" id="{C4FF9F5C-8F47-4075-9F00-4FBEC5B73A28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23" name="Group 222">
              <a:extLst>
                <a:ext uri="{FF2B5EF4-FFF2-40B4-BE49-F238E27FC236}">
                  <a16:creationId xmlns:a16="http://schemas.microsoft.com/office/drawing/2014/main" id="{BD8CD9DF-9568-4A34-A9A9-E0038F8FFDCB}"/>
                </a:ext>
              </a:extLst>
            </p:cNvPr>
            <p:cNvGrpSpPr/>
            <p:nvPr/>
          </p:nvGrpSpPr>
          <p:grpSpPr>
            <a:xfrm>
              <a:off x="2562043" y="4903517"/>
              <a:ext cx="484030" cy="496628"/>
              <a:chOff x="5679550" y="3756554"/>
              <a:chExt cx="1025561" cy="1052253"/>
            </a:xfrm>
          </p:grpSpPr>
          <p:sp>
            <p:nvSpPr>
              <p:cNvPr id="224" name="Cross 223">
                <a:extLst>
                  <a:ext uri="{FF2B5EF4-FFF2-40B4-BE49-F238E27FC236}">
                    <a16:creationId xmlns:a16="http://schemas.microsoft.com/office/drawing/2014/main" id="{950B93BC-1AF0-476B-B917-946E8D8D9978}"/>
                  </a:ext>
                </a:extLst>
              </p:cNvPr>
              <p:cNvSpPr/>
              <p:nvPr/>
            </p:nvSpPr>
            <p:spPr>
              <a:xfrm>
                <a:off x="5679550" y="4011624"/>
                <a:ext cx="797183" cy="797183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5" name="Cross 224">
                <a:extLst>
                  <a:ext uri="{FF2B5EF4-FFF2-40B4-BE49-F238E27FC236}">
                    <a16:creationId xmlns:a16="http://schemas.microsoft.com/office/drawing/2014/main" id="{69FE642A-86B3-4F6D-945A-7438FF5D763A}"/>
                  </a:ext>
                </a:extLst>
              </p:cNvPr>
              <p:cNvSpPr/>
              <p:nvPr/>
            </p:nvSpPr>
            <p:spPr>
              <a:xfrm>
                <a:off x="6248355" y="3756554"/>
                <a:ext cx="456756" cy="456756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2F167D65-DED9-018A-11B8-F259E4679762}"/>
              </a:ext>
            </a:extLst>
          </p:cNvPr>
          <p:cNvGrpSpPr/>
          <p:nvPr/>
        </p:nvGrpSpPr>
        <p:grpSpPr>
          <a:xfrm>
            <a:off x="4822909" y="541144"/>
            <a:ext cx="1036542" cy="1024128"/>
            <a:chOff x="5574792" y="2145702"/>
            <a:chExt cx="1527048" cy="1508760"/>
          </a:xfrm>
        </p:grpSpPr>
        <p:grpSp>
          <p:nvGrpSpPr>
            <p:cNvPr id="253" name="Group 252">
              <a:extLst>
                <a:ext uri="{FF2B5EF4-FFF2-40B4-BE49-F238E27FC236}">
                  <a16:creationId xmlns:a16="http://schemas.microsoft.com/office/drawing/2014/main" id="{B73EFBD7-32FB-EB83-6680-55BB6F698146}"/>
                </a:ext>
              </a:extLst>
            </p:cNvPr>
            <p:cNvGrpSpPr/>
            <p:nvPr/>
          </p:nvGrpSpPr>
          <p:grpSpPr>
            <a:xfrm>
              <a:off x="6081521" y="2537576"/>
              <a:ext cx="611734" cy="891424"/>
              <a:chOff x="6174367" y="2561804"/>
              <a:chExt cx="611734" cy="891424"/>
            </a:xfrm>
          </p:grpSpPr>
          <p:pic>
            <p:nvPicPr>
              <p:cNvPr id="245" name="Picture 244">
                <a:extLst>
                  <a:ext uri="{FF2B5EF4-FFF2-40B4-BE49-F238E27FC236}">
                    <a16:creationId xmlns:a16="http://schemas.microsoft.com/office/drawing/2014/main" id="{DD50F9A3-3C6A-2245-AF32-BC4EE371F0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21311586">
                <a:off x="6174367" y="2561804"/>
                <a:ext cx="172282" cy="735232"/>
              </a:xfrm>
              <a:prstGeom prst="rect">
                <a:avLst/>
              </a:prstGeom>
            </p:spPr>
          </p:pic>
          <p:pic>
            <p:nvPicPr>
              <p:cNvPr id="243" name="Picture 242">
                <a:extLst>
                  <a:ext uri="{FF2B5EF4-FFF2-40B4-BE49-F238E27FC236}">
                    <a16:creationId xmlns:a16="http://schemas.microsoft.com/office/drawing/2014/main" id="{CB52BC6B-068C-BB48-4AC5-0710EA0576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 rot="386384">
                <a:off x="6334628" y="2751457"/>
                <a:ext cx="451473" cy="701771"/>
              </a:xfrm>
              <a:prstGeom prst="rect">
                <a:avLst/>
              </a:prstGeom>
            </p:spPr>
          </p:pic>
        </p:grpSp>
        <p:grpSp>
          <p:nvGrpSpPr>
            <p:cNvPr id="248" name="Group 247">
              <a:extLst>
                <a:ext uri="{FF2B5EF4-FFF2-40B4-BE49-F238E27FC236}">
                  <a16:creationId xmlns:a16="http://schemas.microsoft.com/office/drawing/2014/main" id="{00F8974E-1DC0-3FA4-3A5C-5A14CB3BB044}"/>
                </a:ext>
              </a:extLst>
            </p:cNvPr>
            <p:cNvGrpSpPr/>
            <p:nvPr/>
          </p:nvGrpSpPr>
          <p:grpSpPr>
            <a:xfrm>
              <a:off x="5574792" y="2145702"/>
              <a:ext cx="1527048" cy="1508760"/>
              <a:chOff x="516782" y="905612"/>
              <a:chExt cx="1530220" cy="1504560"/>
            </a:xfrm>
          </p:grpSpPr>
          <p:sp>
            <p:nvSpPr>
              <p:cNvPr id="251" name="Rectangle 250">
                <a:extLst>
                  <a:ext uri="{FF2B5EF4-FFF2-40B4-BE49-F238E27FC236}">
                    <a16:creationId xmlns:a16="http://schemas.microsoft.com/office/drawing/2014/main" id="{26998D05-6FB9-2069-B771-98B29E80C158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2" name="Wave 251">
                <a:extLst>
                  <a:ext uri="{FF2B5EF4-FFF2-40B4-BE49-F238E27FC236}">
                    <a16:creationId xmlns:a16="http://schemas.microsoft.com/office/drawing/2014/main" id="{94FAA9ED-2B49-4E86-C049-8879A682911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F0279EDA-B1AB-C037-1C79-FA6D1C75067B}"/>
              </a:ext>
            </a:extLst>
          </p:cNvPr>
          <p:cNvGrpSpPr/>
          <p:nvPr/>
        </p:nvGrpSpPr>
        <p:grpSpPr>
          <a:xfrm>
            <a:off x="6014809" y="540765"/>
            <a:ext cx="1036542" cy="1024128"/>
            <a:chOff x="7720478" y="2145702"/>
            <a:chExt cx="1527048" cy="1508760"/>
          </a:xfrm>
        </p:grpSpPr>
        <p:grpSp>
          <p:nvGrpSpPr>
            <p:cNvPr id="254" name="Group 253">
              <a:extLst>
                <a:ext uri="{FF2B5EF4-FFF2-40B4-BE49-F238E27FC236}">
                  <a16:creationId xmlns:a16="http://schemas.microsoft.com/office/drawing/2014/main" id="{E70E1B02-B965-79A0-2292-34612FCCFAFF}"/>
                </a:ext>
              </a:extLst>
            </p:cNvPr>
            <p:cNvGrpSpPr/>
            <p:nvPr/>
          </p:nvGrpSpPr>
          <p:grpSpPr>
            <a:xfrm>
              <a:off x="8375938" y="2632402"/>
              <a:ext cx="611734" cy="891424"/>
              <a:chOff x="6174367" y="2561804"/>
              <a:chExt cx="611734" cy="891424"/>
            </a:xfrm>
          </p:grpSpPr>
          <p:pic>
            <p:nvPicPr>
              <p:cNvPr id="255" name="Picture 254">
                <a:extLst>
                  <a:ext uri="{FF2B5EF4-FFF2-40B4-BE49-F238E27FC236}">
                    <a16:creationId xmlns:a16="http://schemas.microsoft.com/office/drawing/2014/main" id="{1FB259D5-3680-9B02-B31F-C18EC029BC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21311586">
                <a:off x="6174367" y="2561804"/>
                <a:ext cx="172282" cy="735232"/>
              </a:xfrm>
              <a:prstGeom prst="rect">
                <a:avLst/>
              </a:prstGeom>
            </p:spPr>
          </p:pic>
          <p:pic>
            <p:nvPicPr>
              <p:cNvPr id="256" name="Picture 255">
                <a:extLst>
                  <a:ext uri="{FF2B5EF4-FFF2-40B4-BE49-F238E27FC236}">
                    <a16:creationId xmlns:a16="http://schemas.microsoft.com/office/drawing/2014/main" id="{A7A08CA5-E5A1-9878-9082-C1C7298E3B5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 rot="386384">
                <a:off x="6334628" y="2751457"/>
                <a:ext cx="451473" cy="701771"/>
              </a:xfrm>
              <a:prstGeom prst="rect">
                <a:avLst/>
              </a:prstGeom>
            </p:spPr>
          </p:pic>
        </p:grpSp>
        <p:grpSp>
          <p:nvGrpSpPr>
            <p:cNvPr id="257" name="Group 256">
              <a:extLst>
                <a:ext uri="{FF2B5EF4-FFF2-40B4-BE49-F238E27FC236}">
                  <a16:creationId xmlns:a16="http://schemas.microsoft.com/office/drawing/2014/main" id="{6D0AF956-E732-884E-B589-E1C4D6689C09}"/>
                </a:ext>
              </a:extLst>
            </p:cNvPr>
            <p:cNvGrpSpPr/>
            <p:nvPr/>
          </p:nvGrpSpPr>
          <p:grpSpPr>
            <a:xfrm>
              <a:off x="7720478" y="2145702"/>
              <a:ext cx="1527048" cy="1508760"/>
              <a:chOff x="516782" y="905612"/>
              <a:chExt cx="1530220" cy="1504560"/>
            </a:xfrm>
          </p:grpSpPr>
          <p:sp>
            <p:nvSpPr>
              <p:cNvPr id="258" name="Rectangle 257">
                <a:extLst>
                  <a:ext uri="{FF2B5EF4-FFF2-40B4-BE49-F238E27FC236}">
                    <a16:creationId xmlns:a16="http://schemas.microsoft.com/office/drawing/2014/main" id="{A1C7E6F5-C455-2549-4610-D0B6C199AFEE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9" name="Wave 258">
                <a:extLst>
                  <a:ext uri="{FF2B5EF4-FFF2-40B4-BE49-F238E27FC236}">
                    <a16:creationId xmlns:a16="http://schemas.microsoft.com/office/drawing/2014/main" id="{585EDCB5-3152-DDEA-6E0B-E83B6D1DD610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60" name="Star: 6 Points 259">
              <a:extLst>
                <a:ext uri="{FF2B5EF4-FFF2-40B4-BE49-F238E27FC236}">
                  <a16:creationId xmlns:a16="http://schemas.microsoft.com/office/drawing/2014/main" id="{6315C436-6649-85D7-6E05-B6B3D5626A30}"/>
                </a:ext>
              </a:extLst>
            </p:cNvPr>
            <p:cNvSpPr/>
            <p:nvPr/>
          </p:nvSpPr>
          <p:spPr>
            <a:xfrm>
              <a:off x="8011581" y="2510359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61" name="Group 260">
            <a:extLst>
              <a:ext uri="{FF2B5EF4-FFF2-40B4-BE49-F238E27FC236}">
                <a16:creationId xmlns:a16="http://schemas.microsoft.com/office/drawing/2014/main" id="{B6A45EE3-A036-C10D-0F98-7998BF9ACBA5}"/>
              </a:ext>
            </a:extLst>
          </p:cNvPr>
          <p:cNvGrpSpPr/>
          <p:nvPr/>
        </p:nvGrpSpPr>
        <p:grpSpPr>
          <a:xfrm>
            <a:off x="64394" y="1775888"/>
            <a:ext cx="1042416" cy="1024128"/>
            <a:chOff x="9259532" y="2676720"/>
            <a:chExt cx="1530220" cy="1504560"/>
          </a:xfrm>
        </p:grpSpPr>
        <p:grpSp>
          <p:nvGrpSpPr>
            <p:cNvPr id="262" name="Group 261">
              <a:extLst>
                <a:ext uri="{FF2B5EF4-FFF2-40B4-BE49-F238E27FC236}">
                  <a16:creationId xmlns:a16="http://schemas.microsoft.com/office/drawing/2014/main" id="{E2CCD5CA-538B-C7B0-5629-DF7DDA014A52}"/>
                </a:ext>
              </a:extLst>
            </p:cNvPr>
            <p:cNvGrpSpPr/>
            <p:nvPr/>
          </p:nvGrpSpPr>
          <p:grpSpPr>
            <a:xfrm>
              <a:off x="9259532" y="2676720"/>
              <a:ext cx="1530220" cy="1504560"/>
              <a:chOff x="516782" y="905612"/>
              <a:chExt cx="1530220" cy="1504560"/>
            </a:xfrm>
          </p:grpSpPr>
          <p:sp>
            <p:nvSpPr>
              <p:cNvPr id="264" name="Rectangle 263">
                <a:extLst>
                  <a:ext uri="{FF2B5EF4-FFF2-40B4-BE49-F238E27FC236}">
                    <a16:creationId xmlns:a16="http://schemas.microsoft.com/office/drawing/2014/main" id="{9FDB3617-F240-7C14-A6D5-AB40A9D98C13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5" name="Wave 264">
                <a:extLst>
                  <a:ext uri="{FF2B5EF4-FFF2-40B4-BE49-F238E27FC236}">
                    <a16:creationId xmlns:a16="http://schemas.microsoft.com/office/drawing/2014/main" id="{3930F7F3-2AAF-CF5F-962D-A15D48F290C9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63" name="Picture 2" descr="Bear Vector | FreeVectors">
              <a:extLst>
                <a:ext uri="{FF2B5EF4-FFF2-40B4-BE49-F238E27FC236}">
                  <a16:creationId xmlns:a16="http://schemas.microsoft.com/office/drawing/2014/main" id="{2D56BE71-5B00-891E-588F-54B9F3C20EE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554150" y="3281691"/>
              <a:ext cx="940984" cy="5425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DF08CD5C-4802-AE45-AD96-735E9FE73531}"/>
              </a:ext>
            </a:extLst>
          </p:cNvPr>
          <p:cNvGrpSpPr/>
          <p:nvPr/>
        </p:nvGrpSpPr>
        <p:grpSpPr>
          <a:xfrm>
            <a:off x="1252712" y="1772554"/>
            <a:ext cx="1036542" cy="1024128"/>
            <a:chOff x="4257878" y="2269979"/>
            <a:chExt cx="1527048" cy="1508760"/>
          </a:xfrm>
        </p:grpSpPr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0C2CB6EA-9347-49DE-8FBA-CAC2DB97B9CD}"/>
                </a:ext>
              </a:extLst>
            </p:cNvPr>
            <p:cNvGrpSpPr/>
            <p:nvPr/>
          </p:nvGrpSpPr>
          <p:grpSpPr>
            <a:xfrm>
              <a:off x="4257878" y="2269979"/>
              <a:ext cx="1527048" cy="1508760"/>
              <a:chOff x="516782" y="905612"/>
              <a:chExt cx="1530220" cy="1504560"/>
            </a:xfrm>
          </p:grpSpPr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EC6B4E01-8F2B-49A1-8DAA-80F367C2C1C7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Wave 39">
                <a:extLst>
                  <a:ext uri="{FF2B5EF4-FFF2-40B4-BE49-F238E27FC236}">
                    <a16:creationId xmlns:a16="http://schemas.microsoft.com/office/drawing/2014/main" id="{0A89417A-61FF-4924-8D89-216824DCD571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E30EBD19-D4EC-1CBE-13FB-9C4ED47F732A}"/>
                </a:ext>
              </a:extLst>
            </p:cNvPr>
            <p:cNvGrpSpPr/>
            <p:nvPr/>
          </p:nvGrpSpPr>
          <p:grpSpPr>
            <a:xfrm>
              <a:off x="4540378" y="2906572"/>
              <a:ext cx="975152" cy="503237"/>
              <a:chOff x="4540378" y="2906572"/>
              <a:chExt cx="975152" cy="503237"/>
            </a:xfrm>
          </p:grpSpPr>
          <p:pic>
            <p:nvPicPr>
              <p:cNvPr id="155" name="Picture 2" descr="Bear Vector | FreeVectors">
                <a:extLst>
                  <a:ext uri="{FF2B5EF4-FFF2-40B4-BE49-F238E27FC236}">
                    <a16:creationId xmlns:a16="http://schemas.microsoft.com/office/drawing/2014/main" id="{79E6EE7A-3C78-4F06-8E04-B9551A33BE8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540378" y="2906572"/>
                <a:ext cx="698022" cy="4044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66" name="Picture 265">
                <a:extLst>
                  <a:ext uri="{FF2B5EF4-FFF2-40B4-BE49-F238E27FC236}">
                    <a16:creationId xmlns:a16="http://schemas.microsoft.com/office/drawing/2014/main" id="{50DDE4A6-D08C-5696-89EF-7A554D789A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702868">
                <a:off x="5230643" y="2989711"/>
                <a:ext cx="284887" cy="420098"/>
              </a:xfrm>
              <a:prstGeom prst="rect">
                <a:avLst/>
              </a:prstGeom>
            </p:spPr>
          </p:pic>
        </p:grp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A7E793A3-17FE-C368-462A-EBA67B819BC9}"/>
              </a:ext>
            </a:extLst>
          </p:cNvPr>
          <p:cNvGrpSpPr/>
          <p:nvPr/>
        </p:nvGrpSpPr>
        <p:grpSpPr>
          <a:xfrm>
            <a:off x="2459934" y="1776143"/>
            <a:ext cx="1036542" cy="1024128"/>
            <a:chOff x="6393519" y="2255691"/>
            <a:chExt cx="1527048" cy="1508760"/>
          </a:xfrm>
        </p:grpSpPr>
        <p:grpSp>
          <p:nvGrpSpPr>
            <p:cNvPr id="268" name="Group 267">
              <a:extLst>
                <a:ext uri="{FF2B5EF4-FFF2-40B4-BE49-F238E27FC236}">
                  <a16:creationId xmlns:a16="http://schemas.microsoft.com/office/drawing/2014/main" id="{1EE5CE19-4B23-6D04-602C-C9DECAE58FA8}"/>
                </a:ext>
              </a:extLst>
            </p:cNvPr>
            <p:cNvGrpSpPr/>
            <p:nvPr/>
          </p:nvGrpSpPr>
          <p:grpSpPr>
            <a:xfrm>
              <a:off x="6393519" y="2255691"/>
              <a:ext cx="1527048" cy="1508760"/>
              <a:chOff x="516782" y="905612"/>
              <a:chExt cx="1530220" cy="1504560"/>
            </a:xfrm>
          </p:grpSpPr>
          <p:sp>
            <p:nvSpPr>
              <p:cNvPr id="272" name="Rectangle 271">
                <a:extLst>
                  <a:ext uri="{FF2B5EF4-FFF2-40B4-BE49-F238E27FC236}">
                    <a16:creationId xmlns:a16="http://schemas.microsoft.com/office/drawing/2014/main" id="{1C1F9158-AA23-EA33-10C7-AE85BC341D54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3" name="Wave 272">
                <a:extLst>
                  <a:ext uri="{FF2B5EF4-FFF2-40B4-BE49-F238E27FC236}">
                    <a16:creationId xmlns:a16="http://schemas.microsoft.com/office/drawing/2014/main" id="{AD2CD81C-C758-2953-C8E4-F46AEA46980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69" name="Group 268">
              <a:extLst>
                <a:ext uri="{FF2B5EF4-FFF2-40B4-BE49-F238E27FC236}">
                  <a16:creationId xmlns:a16="http://schemas.microsoft.com/office/drawing/2014/main" id="{7E58D3A5-A661-4AD3-CA0F-290510DFAB8E}"/>
                </a:ext>
              </a:extLst>
            </p:cNvPr>
            <p:cNvGrpSpPr/>
            <p:nvPr/>
          </p:nvGrpSpPr>
          <p:grpSpPr>
            <a:xfrm>
              <a:off x="6669467" y="2987554"/>
              <a:ext cx="975152" cy="503237"/>
              <a:chOff x="4540378" y="2906572"/>
              <a:chExt cx="975152" cy="503237"/>
            </a:xfrm>
          </p:grpSpPr>
          <p:pic>
            <p:nvPicPr>
              <p:cNvPr id="270" name="Picture 2" descr="Bear Vector | FreeVectors">
                <a:extLst>
                  <a:ext uri="{FF2B5EF4-FFF2-40B4-BE49-F238E27FC236}">
                    <a16:creationId xmlns:a16="http://schemas.microsoft.com/office/drawing/2014/main" id="{C6BD8582-94F1-5917-423B-03A3D6FEE9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540378" y="2906572"/>
                <a:ext cx="698022" cy="4044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71" name="Picture 270">
                <a:extLst>
                  <a:ext uri="{FF2B5EF4-FFF2-40B4-BE49-F238E27FC236}">
                    <a16:creationId xmlns:a16="http://schemas.microsoft.com/office/drawing/2014/main" id="{1E06583F-D28F-2929-BA94-65E15EA613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702868">
                <a:off x="5230643" y="2989711"/>
                <a:ext cx="284887" cy="420098"/>
              </a:xfrm>
              <a:prstGeom prst="rect">
                <a:avLst/>
              </a:prstGeom>
            </p:spPr>
          </p:pic>
        </p:grpSp>
        <p:sp>
          <p:nvSpPr>
            <p:cNvPr id="289" name="Star: 6 Points 288">
              <a:extLst>
                <a:ext uri="{FF2B5EF4-FFF2-40B4-BE49-F238E27FC236}">
                  <a16:creationId xmlns:a16="http://schemas.microsoft.com/office/drawing/2014/main" id="{10A6F934-96C9-951B-37C3-A8BC79A37247}"/>
                </a:ext>
              </a:extLst>
            </p:cNvPr>
            <p:cNvSpPr/>
            <p:nvPr/>
          </p:nvSpPr>
          <p:spPr>
            <a:xfrm>
              <a:off x="6710315" y="2564933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8372672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9E4A1E9C-F981-CEEB-D77A-853D4A9DBA1B}"/>
              </a:ext>
            </a:extLst>
          </p:cNvPr>
          <p:cNvGrpSpPr/>
          <p:nvPr/>
        </p:nvGrpSpPr>
        <p:grpSpPr>
          <a:xfrm>
            <a:off x="1365199" y="703390"/>
            <a:ext cx="1039477" cy="1022046"/>
            <a:chOff x="1716894" y="703390"/>
            <a:chExt cx="1039477" cy="1022046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6DDE1510-05C9-9B8A-0829-D80FFE2E7A4C}"/>
                </a:ext>
              </a:extLst>
            </p:cNvPr>
            <p:cNvGrpSpPr/>
            <p:nvPr/>
          </p:nvGrpSpPr>
          <p:grpSpPr>
            <a:xfrm>
              <a:off x="2015733" y="921542"/>
              <a:ext cx="435583" cy="561416"/>
              <a:chOff x="1837717" y="50257"/>
              <a:chExt cx="453113" cy="584010"/>
            </a:xfrm>
          </p:grpSpPr>
          <p:pic>
            <p:nvPicPr>
              <p:cNvPr id="172" name="Picture 171">
                <a:extLst>
                  <a:ext uri="{FF2B5EF4-FFF2-40B4-BE49-F238E27FC236}">
                    <a16:creationId xmlns:a16="http://schemas.microsoft.com/office/drawing/2014/main" id="{806B7A2A-58E8-E423-5EAD-2980515FDA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36679" y="238174"/>
                <a:ext cx="254151" cy="336512"/>
              </a:xfrm>
              <a:prstGeom prst="rect">
                <a:avLst/>
              </a:prstGeom>
            </p:spPr>
          </p:pic>
          <p:pic>
            <p:nvPicPr>
              <p:cNvPr id="173" name="Picture 172">
                <a:extLst>
                  <a:ext uri="{FF2B5EF4-FFF2-40B4-BE49-F238E27FC236}">
                    <a16:creationId xmlns:a16="http://schemas.microsoft.com/office/drawing/2014/main" id="{F1F5B3FF-CC03-EAF7-DEED-A570F22D02D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837717" y="50257"/>
                <a:ext cx="198962" cy="584010"/>
              </a:xfrm>
              <a:prstGeom prst="rect">
                <a:avLst/>
              </a:prstGeom>
            </p:spPr>
          </p:pic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2FCA5378-8C34-4BF7-B4F2-007BBA1CA996}"/>
                </a:ext>
              </a:extLst>
            </p:cNvPr>
            <p:cNvGrpSpPr/>
            <p:nvPr/>
          </p:nvGrpSpPr>
          <p:grpSpPr>
            <a:xfrm>
              <a:off x="1716894" y="703390"/>
              <a:ext cx="1039477" cy="1022046"/>
              <a:chOff x="2429071" y="342901"/>
              <a:chExt cx="1530220" cy="1504560"/>
            </a:xfrm>
          </p:grpSpPr>
          <p:sp>
            <p:nvSpPr>
              <p:cNvPr id="14" name="Arrow: Pentagon 13">
                <a:extLst>
                  <a:ext uri="{FF2B5EF4-FFF2-40B4-BE49-F238E27FC236}">
                    <a16:creationId xmlns:a16="http://schemas.microsoft.com/office/drawing/2014/main" id="{F6980E12-086E-4EB4-AF19-B6D38B207A09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8078BF35-302B-4B06-958E-5B2C0EB2A4C0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AA29EE4-1727-4CD0-B112-84E55A2789D8}"/>
              </a:ext>
            </a:extLst>
          </p:cNvPr>
          <p:cNvGrpSpPr/>
          <p:nvPr/>
        </p:nvGrpSpPr>
        <p:grpSpPr>
          <a:xfrm>
            <a:off x="117473" y="1902664"/>
            <a:ext cx="1039477" cy="1022046"/>
            <a:chOff x="8063562" y="905612"/>
            <a:chExt cx="1530220" cy="1504560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9FD600FA-E96C-4A77-88C3-DB831B772932}"/>
                </a:ext>
              </a:extLst>
            </p:cNvPr>
            <p:cNvGrpSpPr/>
            <p:nvPr/>
          </p:nvGrpSpPr>
          <p:grpSpPr>
            <a:xfrm>
              <a:off x="8533890" y="1167389"/>
              <a:ext cx="589562" cy="813383"/>
              <a:chOff x="4929142" y="4911371"/>
              <a:chExt cx="547660" cy="796015"/>
            </a:xfrm>
          </p:grpSpPr>
          <p:pic>
            <p:nvPicPr>
              <p:cNvPr id="56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9D948027-E8E8-4997-8825-432A765C62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3718801" flipV="1">
                <a:off x="4985759" y="5180820"/>
                <a:ext cx="760491" cy="2215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2CFC20D2-4EF4-4159-B746-DE9007540CA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929142" y="5115978"/>
                <a:ext cx="412610" cy="59140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5121D57-B15E-4AFD-B482-2A086E5F5590}"/>
                </a:ext>
              </a:extLst>
            </p:cNvPr>
            <p:cNvGrpSpPr/>
            <p:nvPr/>
          </p:nvGrpSpPr>
          <p:grpSpPr>
            <a:xfrm>
              <a:off x="8063562" y="905612"/>
              <a:ext cx="1530220" cy="1504560"/>
              <a:chOff x="2429071" y="342901"/>
              <a:chExt cx="1530220" cy="1504560"/>
            </a:xfrm>
          </p:grpSpPr>
          <p:sp>
            <p:nvSpPr>
              <p:cNvPr id="22" name="Arrow: Pentagon 21">
                <a:extLst>
                  <a:ext uri="{FF2B5EF4-FFF2-40B4-BE49-F238E27FC236}">
                    <a16:creationId xmlns:a16="http://schemas.microsoft.com/office/drawing/2014/main" id="{1BDEE7E8-E22E-4728-9E1A-CA52EE387A5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D7F90CC-9D09-42FF-9FD9-5695A9317FF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274C85F-8ADE-475E-A72F-6D61A86791C6}"/>
              </a:ext>
            </a:extLst>
          </p:cNvPr>
          <p:cNvGrpSpPr/>
          <p:nvPr/>
        </p:nvGrpSpPr>
        <p:grpSpPr>
          <a:xfrm>
            <a:off x="6249235" y="723686"/>
            <a:ext cx="1039477" cy="1022046"/>
            <a:chOff x="6222860" y="905612"/>
            <a:chExt cx="1530220" cy="1504560"/>
          </a:xfrm>
        </p:grpSpPr>
        <p:pic>
          <p:nvPicPr>
            <p:cNvPr id="1028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95266F09-CD09-40F7-8324-9FD1F2A01D4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3491343" flipV="1">
              <a:off x="6407258" y="1476963"/>
              <a:ext cx="1051892" cy="3065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72F2A1F-D87C-4527-9030-CE025D308C87}"/>
                </a:ext>
              </a:extLst>
            </p:cNvPr>
            <p:cNvGrpSpPr/>
            <p:nvPr/>
          </p:nvGrpSpPr>
          <p:grpSpPr>
            <a:xfrm>
              <a:off x="6222860" y="905612"/>
              <a:ext cx="1530220" cy="1504560"/>
              <a:chOff x="2429071" y="342901"/>
              <a:chExt cx="1530220" cy="1504560"/>
            </a:xfrm>
          </p:grpSpPr>
          <p:sp>
            <p:nvSpPr>
              <p:cNvPr id="25" name="Arrow: Pentagon 24">
                <a:extLst>
                  <a:ext uri="{FF2B5EF4-FFF2-40B4-BE49-F238E27FC236}">
                    <a16:creationId xmlns:a16="http://schemas.microsoft.com/office/drawing/2014/main" id="{99B8E121-94A3-4499-90FC-1F699FB9949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BA1D5A82-1A8C-4732-87E2-7699670ABC6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2F5972E4-5EE7-4A19-8E35-EB2777F2DBD8}"/>
              </a:ext>
            </a:extLst>
          </p:cNvPr>
          <p:cNvGrpSpPr/>
          <p:nvPr/>
        </p:nvGrpSpPr>
        <p:grpSpPr>
          <a:xfrm>
            <a:off x="2560948" y="1909660"/>
            <a:ext cx="1039477" cy="1022046"/>
            <a:chOff x="475862" y="2939566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622F25BB-3AFB-47A0-8415-36B770E93F9E}"/>
                </a:ext>
              </a:extLst>
            </p:cNvPr>
            <p:cNvGrpSpPr/>
            <p:nvPr/>
          </p:nvGrpSpPr>
          <p:grpSpPr>
            <a:xfrm>
              <a:off x="893476" y="3301216"/>
              <a:ext cx="845788" cy="720326"/>
              <a:chOff x="2025344" y="4153673"/>
              <a:chExt cx="918521" cy="782270"/>
            </a:xfrm>
          </p:grpSpPr>
          <p:pic>
            <p:nvPicPr>
              <p:cNvPr id="64" name="Picture 63">
                <a:extLst>
                  <a:ext uri="{FF2B5EF4-FFF2-40B4-BE49-F238E27FC236}">
                    <a16:creationId xmlns:a16="http://schemas.microsoft.com/office/drawing/2014/main" id="{3B8CEEFA-A726-4F6A-AB6D-860D58D799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18905671">
                <a:off x="2396158" y="4265522"/>
                <a:ext cx="547707" cy="558572"/>
              </a:xfrm>
              <a:prstGeom prst="rect">
                <a:avLst/>
              </a:prstGeom>
            </p:spPr>
          </p:pic>
          <p:pic>
            <p:nvPicPr>
              <p:cNvPr id="6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DD2919CA-B2EE-4B47-AA07-6B072F57923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2025344" y="4153673"/>
                <a:ext cx="545769" cy="78227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8F0B16A-25D2-40B8-A0C2-65550EFCE723}"/>
                </a:ext>
              </a:extLst>
            </p:cNvPr>
            <p:cNvGrpSpPr/>
            <p:nvPr/>
          </p:nvGrpSpPr>
          <p:grpSpPr>
            <a:xfrm>
              <a:off x="475862" y="2939566"/>
              <a:ext cx="1530220" cy="1504560"/>
              <a:chOff x="475862" y="342901"/>
              <a:chExt cx="1530220" cy="1504560"/>
            </a:xfrm>
          </p:grpSpPr>
          <p:sp>
            <p:nvSpPr>
              <p:cNvPr id="31" name="Arrow: Pentagon 30">
                <a:extLst>
                  <a:ext uri="{FF2B5EF4-FFF2-40B4-BE49-F238E27FC236}">
                    <a16:creationId xmlns:a16="http://schemas.microsoft.com/office/drawing/2014/main" id="{23F26AA3-3626-45D5-9CD1-4B6338114C76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F055379-5002-439B-A6FE-410507AF2249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DCD937AE-5946-49AD-A9D6-F65E07233349}"/>
              </a:ext>
            </a:extLst>
          </p:cNvPr>
          <p:cNvGrpSpPr/>
          <p:nvPr/>
        </p:nvGrpSpPr>
        <p:grpSpPr>
          <a:xfrm>
            <a:off x="5048475" y="723686"/>
            <a:ext cx="1039477" cy="1022046"/>
            <a:chOff x="8063562" y="2939566"/>
            <a:chExt cx="1530220" cy="1504560"/>
          </a:xfrm>
        </p:grpSpPr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F4726E33-DC38-452A-8331-AE533B51D085}"/>
                </a:ext>
              </a:extLst>
            </p:cNvPr>
            <p:cNvGrpSpPr/>
            <p:nvPr/>
          </p:nvGrpSpPr>
          <p:grpSpPr>
            <a:xfrm>
              <a:off x="8572226" y="3226899"/>
              <a:ext cx="581947" cy="903393"/>
              <a:chOff x="9343020" y="398689"/>
              <a:chExt cx="581947" cy="903393"/>
            </a:xfrm>
          </p:grpSpPr>
          <p:pic>
            <p:nvPicPr>
              <p:cNvPr id="100" name="Picture 99">
                <a:extLst>
                  <a:ext uri="{FF2B5EF4-FFF2-40B4-BE49-F238E27FC236}">
                    <a16:creationId xmlns:a16="http://schemas.microsoft.com/office/drawing/2014/main" id="{3664E26C-B747-4907-A6E9-8C1E33BBF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83832" y="635502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101" name="Picture 100">
                <a:extLst>
                  <a:ext uri="{FF2B5EF4-FFF2-40B4-BE49-F238E27FC236}">
                    <a16:creationId xmlns:a16="http://schemas.microsoft.com/office/drawing/2014/main" id="{2F7E47BE-B80E-41A7-96F6-116A69B70B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flipH="1">
                <a:off x="9343020" y="398689"/>
                <a:ext cx="84554" cy="903393"/>
              </a:xfrm>
              <a:prstGeom prst="rect">
                <a:avLst/>
              </a:prstGeom>
            </p:spPr>
          </p:pic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F0392447-B3D0-4BC4-874E-61FEE2472F11}"/>
                </a:ext>
              </a:extLst>
            </p:cNvPr>
            <p:cNvGrpSpPr/>
            <p:nvPr/>
          </p:nvGrpSpPr>
          <p:grpSpPr>
            <a:xfrm>
              <a:off x="8063562" y="2939566"/>
              <a:ext cx="1530220" cy="1504560"/>
              <a:chOff x="2429071" y="342901"/>
              <a:chExt cx="1530220" cy="1504560"/>
            </a:xfrm>
          </p:grpSpPr>
          <p:sp>
            <p:nvSpPr>
              <p:cNvPr id="40" name="Arrow: Pentagon 39">
                <a:extLst>
                  <a:ext uri="{FF2B5EF4-FFF2-40B4-BE49-F238E27FC236}">
                    <a16:creationId xmlns:a16="http://schemas.microsoft.com/office/drawing/2014/main" id="{DBC4AAE5-3961-4DFA-A317-7FE6EADF77B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C4D56D29-F70F-4932-831D-86D9640F2AD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123B24E-6FC1-149E-D9B4-D4ACDC49647F}"/>
              </a:ext>
            </a:extLst>
          </p:cNvPr>
          <p:cNvGrpSpPr/>
          <p:nvPr/>
        </p:nvGrpSpPr>
        <p:grpSpPr>
          <a:xfrm>
            <a:off x="375148" y="5643587"/>
            <a:ext cx="1039477" cy="1022046"/>
            <a:chOff x="6222860" y="2939566"/>
            <a:chExt cx="1530220" cy="1504560"/>
          </a:xfrm>
        </p:grpSpPr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CEFA8C13-48BE-45A2-966E-C74FDBD076BC}"/>
                </a:ext>
              </a:extLst>
            </p:cNvPr>
            <p:cNvGrpSpPr/>
            <p:nvPr/>
          </p:nvGrpSpPr>
          <p:grpSpPr>
            <a:xfrm>
              <a:off x="6485940" y="3237698"/>
              <a:ext cx="1004057" cy="694061"/>
              <a:chOff x="4408730" y="3718330"/>
              <a:chExt cx="2603249" cy="1799514"/>
            </a:xfrm>
          </p:grpSpPr>
          <p:grpSp>
            <p:nvGrpSpPr>
              <p:cNvPr id="83" name="Group 82">
                <a:extLst>
                  <a:ext uri="{FF2B5EF4-FFF2-40B4-BE49-F238E27FC236}">
                    <a16:creationId xmlns:a16="http://schemas.microsoft.com/office/drawing/2014/main" id="{1396FBAE-4EE6-4CF1-81E0-4CE6673D7414}"/>
                  </a:ext>
                </a:extLst>
              </p:cNvPr>
              <p:cNvGrpSpPr/>
              <p:nvPr/>
            </p:nvGrpSpPr>
            <p:grpSpPr>
              <a:xfrm>
                <a:off x="4595122" y="4287572"/>
                <a:ext cx="2289255" cy="720969"/>
                <a:chOff x="4247860" y="4659923"/>
                <a:chExt cx="2418618" cy="720969"/>
              </a:xfrm>
            </p:grpSpPr>
            <p:sp>
              <p:nvSpPr>
                <p:cNvPr id="91" name="Rectangle 90">
                  <a:extLst>
                    <a:ext uri="{FF2B5EF4-FFF2-40B4-BE49-F238E27FC236}">
                      <a16:creationId xmlns:a16="http://schemas.microsoft.com/office/drawing/2014/main" id="{BEF673D2-858F-40E4-8B28-F154D7054661}"/>
                    </a:ext>
                  </a:extLst>
                </p:cNvPr>
                <p:cNvSpPr/>
                <p:nvPr/>
              </p:nvSpPr>
              <p:spPr>
                <a:xfrm>
                  <a:off x="4958862" y="4659923"/>
                  <a:ext cx="959907" cy="72096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" name="Rectangle 91">
                  <a:extLst>
                    <a:ext uri="{FF2B5EF4-FFF2-40B4-BE49-F238E27FC236}">
                      <a16:creationId xmlns:a16="http://schemas.microsoft.com/office/drawing/2014/main" id="{6E9C2B30-6CAF-42D8-87F5-FDFE89E504CF}"/>
                    </a:ext>
                  </a:extLst>
                </p:cNvPr>
                <p:cNvSpPr/>
                <p:nvPr/>
              </p:nvSpPr>
              <p:spPr>
                <a:xfrm>
                  <a:off x="5905502" y="4969973"/>
                  <a:ext cx="760976" cy="4109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" name="Right Triangle 92">
                  <a:extLst>
                    <a:ext uri="{FF2B5EF4-FFF2-40B4-BE49-F238E27FC236}">
                      <a16:creationId xmlns:a16="http://schemas.microsoft.com/office/drawing/2014/main" id="{D58AF32C-6207-42F2-B3CA-F206D4FBDDAA}"/>
                    </a:ext>
                  </a:extLst>
                </p:cNvPr>
                <p:cNvSpPr/>
                <p:nvPr/>
              </p:nvSpPr>
              <p:spPr>
                <a:xfrm flipH="1">
                  <a:off x="4247860" y="4862146"/>
                  <a:ext cx="711001" cy="518745"/>
                </a:xfrm>
                <a:prstGeom prst="rtTriangle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84" name="Picture 83">
                <a:extLst>
                  <a:ext uri="{FF2B5EF4-FFF2-40B4-BE49-F238E27FC236}">
                    <a16:creationId xmlns:a16="http://schemas.microsoft.com/office/drawing/2014/main" id="{F16081ED-814C-4FA1-9A06-60B846A71B5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662435" y="5006944"/>
                <a:ext cx="2349544" cy="510900"/>
              </a:xfrm>
              <a:prstGeom prst="rect">
                <a:avLst/>
              </a:prstGeom>
            </p:spPr>
          </p:pic>
          <p:sp>
            <p:nvSpPr>
              <p:cNvPr id="85" name="Flowchart: Terminator 84">
                <a:extLst>
                  <a:ext uri="{FF2B5EF4-FFF2-40B4-BE49-F238E27FC236}">
                    <a16:creationId xmlns:a16="http://schemas.microsoft.com/office/drawing/2014/main" id="{2EEC8717-7692-467A-8526-ED76B8BF58EA}"/>
                  </a:ext>
                </a:extLst>
              </p:cNvPr>
              <p:cNvSpPr/>
              <p:nvPr/>
            </p:nvSpPr>
            <p:spPr>
              <a:xfrm>
                <a:off x="6200725" y="4257015"/>
                <a:ext cx="720274" cy="305591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35F6163F-B806-4943-985E-DDE3BDEB8B3E}"/>
                  </a:ext>
                </a:extLst>
              </p:cNvPr>
              <p:cNvSpPr/>
              <p:nvPr/>
            </p:nvSpPr>
            <p:spPr>
              <a:xfrm>
                <a:off x="5961387" y="3939540"/>
                <a:ext cx="202716" cy="3174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031B4634-A515-42B2-A967-AC2664103998}"/>
                  </a:ext>
                </a:extLst>
              </p:cNvPr>
              <p:cNvSpPr/>
              <p:nvPr/>
            </p:nvSpPr>
            <p:spPr>
              <a:xfrm rot="2402351">
                <a:off x="6038191" y="3718330"/>
                <a:ext cx="202716" cy="3174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5AF64F16-83A8-4593-BEA4-ED740D975664}"/>
                  </a:ext>
                </a:extLst>
              </p:cNvPr>
              <p:cNvSpPr/>
              <p:nvPr/>
            </p:nvSpPr>
            <p:spPr>
              <a:xfrm rot="17535441">
                <a:off x="4630679" y="4217679"/>
                <a:ext cx="202716" cy="51900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1777F4C5-D192-49DA-B6AF-EA7BB6118228}"/>
                  </a:ext>
                </a:extLst>
              </p:cNvPr>
              <p:cNvSpPr/>
              <p:nvPr/>
            </p:nvSpPr>
            <p:spPr>
              <a:xfrm>
                <a:off x="4967104" y="4398926"/>
                <a:ext cx="601980" cy="571644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3E2E4285-7C3F-4A9C-9CA1-6E47BC6B9FC2}"/>
                  </a:ext>
                </a:extLst>
              </p:cNvPr>
              <p:cNvSpPr/>
              <p:nvPr/>
            </p:nvSpPr>
            <p:spPr>
              <a:xfrm rot="12147540">
                <a:off x="4408730" y="4195605"/>
                <a:ext cx="87941" cy="3179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E9A9F587-9E0F-4233-96A8-571F13FAFFD3}"/>
                </a:ext>
              </a:extLst>
            </p:cNvPr>
            <p:cNvGrpSpPr/>
            <p:nvPr/>
          </p:nvGrpSpPr>
          <p:grpSpPr>
            <a:xfrm>
              <a:off x="6222860" y="2939566"/>
              <a:ext cx="1530220" cy="1504560"/>
              <a:chOff x="2429071" y="342901"/>
              <a:chExt cx="1530220" cy="1504560"/>
            </a:xfrm>
          </p:grpSpPr>
          <p:sp>
            <p:nvSpPr>
              <p:cNvPr id="43" name="Arrow: Pentagon 42">
                <a:extLst>
                  <a:ext uri="{FF2B5EF4-FFF2-40B4-BE49-F238E27FC236}">
                    <a16:creationId xmlns:a16="http://schemas.microsoft.com/office/drawing/2014/main" id="{7F316F00-A7E9-4622-82FC-D83E84078C7B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10F3BF44-CAFC-45C7-B90E-487320407005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30C488DD-C9B4-4B62-8442-27CB0DD57295}"/>
              </a:ext>
            </a:extLst>
          </p:cNvPr>
          <p:cNvGrpSpPr/>
          <p:nvPr/>
        </p:nvGrpSpPr>
        <p:grpSpPr>
          <a:xfrm>
            <a:off x="7467925" y="723686"/>
            <a:ext cx="1039477" cy="1022046"/>
            <a:chOff x="9853181" y="2939566"/>
            <a:chExt cx="1530220" cy="150456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109C9E2-B5C5-405E-90AB-F83699951700}"/>
                </a:ext>
              </a:extLst>
            </p:cNvPr>
            <p:cNvGrpSpPr/>
            <p:nvPr/>
          </p:nvGrpSpPr>
          <p:grpSpPr>
            <a:xfrm>
              <a:off x="10263212" y="3207806"/>
              <a:ext cx="624134" cy="926934"/>
              <a:chOff x="7320415" y="4817987"/>
              <a:chExt cx="624134" cy="926934"/>
            </a:xfrm>
          </p:grpSpPr>
          <p:pic>
            <p:nvPicPr>
              <p:cNvPr id="103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0386E2EF-CB1D-4E52-AEC1-34647FC83CE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4293273" flipV="1">
                <a:off x="7393751" y="5120225"/>
                <a:ext cx="853035" cy="24856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" name="Picture 101">
                <a:extLst>
                  <a:ext uri="{FF2B5EF4-FFF2-40B4-BE49-F238E27FC236}">
                    <a16:creationId xmlns:a16="http://schemas.microsoft.com/office/drawing/2014/main" id="{3AF60927-BE3A-4ABE-A107-7BE326B5A5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320415" y="5160830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9379CDE6-A4BB-479F-85C8-6A1CE8ECEF34}"/>
                </a:ext>
              </a:extLst>
            </p:cNvPr>
            <p:cNvGrpSpPr/>
            <p:nvPr/>
          </p:nvGrpSpPr>
          <p:grpSpPr>
            <a:xfrm>
              <a:off x="9853181" y="2939566"/>
              <a:ext cx="1530220" cy="1504560"/>
              <a:chOff x="2429071" y="342901"/>
              <a:chExt cx="1530220" cy="1504560"/>
            </a:xfrm>
          </p:grpSpPr>
          <p:sp>
            <p:nvSpPr>
              <p:cNvPr id="46" name="Arrow: Pentagon 45">
                <a:extLst>
                  <a:ext uri="{FF2B5EF4-FFF2-40B4-BE49-F238E27FC236}">
                    <a16:creationId xmlns:a16="http://schemas.microsoft.com/office/drawing/2014/main" id="{95A7A70D-B686-45AA-A648-1B5AAD1CA35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1618CA6-911E-449D-9447-3D4B1D315C58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6628C3E-D453-4993-B01C-8EC40B1466A8}"/>
              </a:ext>
            </a:extLst>
          </p:cNvPr>
          <p:cNvGrpSpPr/>
          <p:nvPr/>
        </p:nvGrpSpPr>
        <p:grpSpPr>
          <a:xfrm>
            <a:off x="1306052" y="1889364"/>
            <a:ext cx="1039477" cy="1022046"/>
            <a:chOff x="9853181" y="905612"/>
            <a:chExt cx="1530220" cy="150456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F142E77-3FAF-41CB-B273-98581B64417D}"/>
                </a:ext>
              </a:extLst>
            </p:cNvPr>
            <p:cNvGrpSpPr/>
            <p:nvPr/>
          </p:nvGrpSpPr>
          <p:grpSpPr>
            <a:xfrm>
              <a:off x="9853181" y="905612"/>
              <a:ext cx="1530220" cy="1504560"/>
              <a:chOff x="2429071" y="342901"/>
              <a:chExt cx="1530220" cy="1504560"/>
            </a:xfrm>
          </p:grpSpPr>
          <p:sp>
            <p:nvSpPr>
              <p:cNvPr id="28" name="Arrow: Pentagon 27">
                <a:extLst>
                  <a:ext uri="{FF2B5EF4-FFF2-40B4-BE49-F238E27FC236}">
                    <a16:creationId xmlns:a16="http://schemas.microsoft.com/office/drawing/2014/main" id="{569BCBFB-9BED-4407-A09D-237CFF23D5DD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154C0F95-55FC-4F67-A5C7-104C6A11B145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461686C9-CF0E-4B29-9214-98FEA8C3C1E9}"/>
                </a:ext>
              </a:extLst>
            </p:cNvPr>
            <p:cNvGrpSpPr/>
            <p:nvPr/>
          </p:nvGrpSpPr>
          <p:grpSpPr>
            <a:xfrm>
              <a:off x="10121751" y="1316670"/>
              <a:ext cx="852406" cy="662477"/>
              <a:chOff x="3741815" y="4973520"/>
              <a:chExt cx="1685668" cy="1310075"/>
            </a:xfrm>
          </p:grpSpPr>
          <p:pic>
            <p:nvPicPr>
              <p:cNvPr id="59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602D07C4-1D55-4521-BCE5-8E8B12984D4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4" name="Arrow: Up 53">
                <a:extLst>
                  <a:ext uri="{FF2B5EF4-FFF2-40B4-BE49-F238E27FC236}">
                    <a16:creationId xmlns:a16="http://schemas.microsoft.com/office/drawing/2014/main" id="{7879FE2B-9A58-45B9-9271-CB2E2D60697A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546A9A16-3F3F-4F5C-85F2-FCFFADB55B6E}"/>
              </a:ext>
            </a:extLst>
          </p:cNvPr>
          <p:cNvSpPr txBox="1"/>
          <p:nvPr/>
        </p:nvSpPr>
        <p:spPr>
          <a:xfrm>
            <a:off x="222030" y="138877"/>
            <a:ext cx="848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Empire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D699F96-7032-40F8-B808-68CDEA4CA7ED}"/>
              </a:ext>
            </a:extLst>
          </p:cNvPr>
          <p:cNvGrpSpPr/>
          <p:nvPr/>
        </p:nvGrpSpPr>
        <p:grpSpPr>
          <a:xfrm>
            <a:off x="1633909" y="5625353"/>
            <a:ext cx="1039477" cy="1022046"/>
            <a:chOff x="475862" y="4920253"/>
            <a:chExt cx="1530220" cy="1504560"/>
          </a:xfrm>
        </p:grpSpPr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5D17F56E-0D6C-47BA-8C5F-3FDDED958389}"/>
                </a:ext>
              </a:extLst>
            </p:cNvPr>
            <p:cNvGrpSpPr/>
            <p:nvPr/>
          </p:nvGrpSpPr>
          <p:grpSpPr>
            <a:xfrm>
              <a:off x="696883" y="5236769"/>
              <a:ext cx="1035424" cy="645780"/>
              <a:chOff x="2900763" y="2085703"/>
              <a:chExt cx="4705412" cy="2934705"/>
            </a:xfrm>
          </p:grpSpPr>
          <p:grpSp>
            <p:nvGrpSpPr>
              <p:cNvPr id="105" name="Group 104">
                <a:extLst>
                  <a:ext uri="{FF2B5EF4-FFF2-40B4-BE49-F238E27FC236}">
                    <a16:creationId xmlns:a16="http://schemas.microsoft.com/office/drawing/2014/main" id="{DDFED99C-282C-4272-9257-9DDDACF0B5DB}"/>
                  </a:ext>
                </a:extLst>
              </p:cNvPr>
              <p:cNvGrpSpPr/>
              <p:nvPr/>
            </p:nvGrpSpPr>
            <p:grpSpPr>
              <a:xfrm>
                <a:off x="2900763" y="2861350"/>
                <a:ext cx="4198027" cy="1265260"/>
                <a:chOff x="4247860" y="4659923"/>
                <a:chExt cx="2418618" cy="720969"/>
              </a:xfrm>
            </p:grpSpPr>
            <p:sp>
              <p:nvSpPr>
                <p:cNvPr id="121" name="Rectangle 120">
                  <a:extLst>
                    <a:ext uri="{FF2B5EF4-FFF2-40B4-BE49-F238E27FC236}">
                      <a16:creationId xmlns:a16="http://schemas.microsoft.com/office/drawing/2014/main" id="{F30E6764-24F3-4BE4-962B-E9B7BD6AAF60}"/>
                    </a:ext>
                  </a:extLst>
                </p:cNvPr>
                <p:cNvSpPr/>
                <p:nvPr/>
              </p:nvSpPr>
              <p:spPr>
                <a:xfrm>
                  <a:off x="4958862" y="4659923"/>
                  <a:ext cx="959907" cy="72096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38E2CF1E-F67D-4EF7-B0CB-85E037E2E68E}"/>
                    </a:ext>
                  </a:extLst>
                </p:cNvPr>
                <p:cNvSpPr/>
                <p:nvPr/>
              </p:nvSpPr>
              <p:spPr>
                <a:xfrm>
                  <a:off x="5905502" y="4969973"/>
                  <a:ext cx="760976" cy="4109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Right Triangle 122">
                  <a:extLst>
                    <a:ext uri="{FF2B5EF4-FFF2-40B4-BE49-F238E27FC236}">
                      <a16:creationId xmlns:a16="http://schemas.microsoft.com/office/drawing/2014/main" id="{B4E4C0E3-164A-4385-AA4D-747068A7B30E}"/>
                    </a:ext>
                  </a:extLst>
                </p:cNvPr>
                <p:cNvSpPr/>
                <p:nvPr/>
              </p:nvSpPr>
              <p:spPr>
                <a:xfrm flipH="1">
                  <a:off x="4247860" y="4862146"/>
                  <a:ext cx="711001" cy="518745"/>
                </a:xfrm>
                <a:prstGeom prst="rtTriangle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106" name="Picture 105">
                <a:extLst>
                  <a:ext uri="{FF2B5EF4-FFF2-40B4-BE49-F238E27FC236}">
                    <a16:creationId xmlns:a16="http://schemas.microsoft.com/office/drawing/2014/main" id="{EDEA89EF-DD85-44A4-9CA7-9C5B8DDC4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024199" y="4123807"/>
                <a:ext cx="4308586" cy="896601"/>
              </a:xfrm>
              <a:prstGeom prst="rect">
                <a:avLst/>
              </a:prstGeom>
            </p:spPr>
          </p:pic>
          <p:sp>
            <p:nvSpPr>
              <p:cNvPr id="107" name="Flowchart: Terminator 106">
                <a:extLst>
                  <a:ext uri="{FF2B5EF4-FFF2-40B4-BE49-F238E27FC236}">
                    <a16:creationId xmlns:a16="http://schemas.microsoft.com/office/drawing/2014/main" id="{7EF1D89A-FCDC-4634-AF24-979B77E3CFC8}"/>
                  </a:ext>
                </a:extLst>
              </p:cNvPr>
              <p:cNvSpPr/>
              <p:nvPr/>
            </p:nvSpPr>
            <p:spPr>
              <a:xfrm>
                <a:off x="5845110" y="2807720"/>
                <a:ext cx="1320835" cy="536293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79270E98-4E0B-446A-A97C-E8823F046C54}"/>
                  </a:ext>
                </a:extLst>
              </p:cNvPr>
              <p:cNvSpPr/>
              <p:nvPr/>
            </p:nvSpPr>
            <p:spPr>
              <a:xfrm>
                <a:off x="7093594" y="3503768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F280C34C-56DC-49DB-AF2F-B58F3D08C969}"/>
                  </a:ext>
                </a:extLst>
              </p:cNvPr>
              <p:cNvSpPr/>
              <p:nvPr/>
            </p:nvSpPr>
            <p:spPr>
              <a:xfrm rot="2402351">
                <a:off x="7234434" y="3115554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Oval 109">
                <a:extLst>
                  <a:ext uri="{FF2B5EF4-FFF2-40B4-BE49-F238E27FC236}">
                    <a16:creationId xmlns:a16="http://schemas.microsoft.com/office/drawing/2014/main" id="{854E55AC-F792-4F40-8E90-474AE5779033}"/>
                  </a:ext>
                </a:extLst>
              </p:cNvPr>
              <p:cNvSpPr/>
              <p:nvPr/>
            </p:nvSpPr>
            <p:spPr>
              <a:xfrm>
                <a:off x="3582903" y="3056767"/>
                <a:ext cx="1103909" cy="100320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67617432-E4AF-405B-B0D4-6A4E393D3AF9}"/>
                  </a:ext>
                </a:extLst>
              </p:cNvPr>
              <p:cNvGrpSpPr/>
              <p:nvPr/>
            </p:nvGrpSpPr>
            <p:grpSpPr>
              <a:xfrm>
                <a:off x="4134857" y="2085703"/>
                <a:ext cx="1609987" cy="1113795"/>
                <a:chOff x="7009704" y="3352146"/>
                <a:chExt cx="3690533" cy="2438650"/>
              </a:xfrm>
            </p:grpSpPr>
            <p:grpSp>
              <p:nvGrpSpPr>
                <p:cNvPr id="112" name="Group 111">
                  <a:extLst>
                    <a:ext uri="{FF2B5EF4-FFF2-40B4-BE49-F238E27FC236}">
                      <a16:creationId xmlns:a16="http://schemas.microsoft.com/office/drawing/2014/main" id="{E2CB2F8A-20F7-45FB-9CD9-7C99A25C6B17}"/>
                    </a:ext>
                  </a:extLst>
                </p:cNvPr>
                <p:cNvGrpSpPr/>
                <p:nvPr/>
              </p:nvGrpSpPr>
              <p:grpSpPr>
                <a:xfrm rot="18486280">
                  <a:off x="7600474" y="3032885"/>
                  <a:ext cx="1486513" cy="2536581"/>
                  <a:chOff x="7378980" y="3429000"/>
                  <a:chExt cx="1501251" cy="2121715"/>
                </a:xfrm>
              </p:grpSpPr>
              <p:sp>
                <p:nvSpPr>
                  <p:cNvPr id="119" name="Rectangle 118">
                    <a:extLst>
                      <a:ext uri="{FF2B5EF4-FFF2-40B4-BE49-F238E27FC236}">
                        <a16:creationId xmlns:a16="http://schemas.microsoft.com/office/drawing/2014/main" id="{4CFF352F-8B98-480A-9073-5C9D92E61D49}"/>
                      </a:ext>
                    </a:extLst>
                  </p:cNvPr>
                  <p:cNvSpPr/>
                  <p:nvPr/>
                </p:nvSpPr>
                <p:spPr>
                  <a:xfrm>
                    <a:off x="7378980" y="3429000"/>
                    <a:ext cx="1501251" cy="410919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0" name="Rectangle 119">
                    <a:extLst>
                      <a:ext uri="{FF2B5EF4-FFF2-40B4-BE49-F238E27FC236}">
                        <a16:creationId xmlns:a16="http://schemas.microsoft.com/office/drawing/2014/main" id="{E179F270-5E2A-4D63-B93D-F4306E94047A}"/>
                      </a:ext>
                    </a:extLst>
                  </p:cNvPr>
                  <p:cNvSpPr/>
                  <p:nvPr/>
                </p:nvSpPr>
                <p:spPr>
                  <a:xfrm>
                    <a:off x="7553151" y="3839919"/>
                    <a:ext cx="1152908" cy="1710796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13" name="Isosceles Triangle 112">
                  <a:extLst>
                    <a:ext uri="{FF2B5EF4-FFF2-40B4-BE49-F238E27FC236}">
                      <a16:creationId xmlns:a16="http://schemas.microsoft.com/office/drawing/2014/main" id="{61A943BD-8F51-40EA-A36B-022D5E5E121E}"/>
                    </a:ext>
                  </a:extLst>
                </p:cNvPr>
                <p:cNvSpPr/>
                <p:nvPr/>
              </p:nvSpPr>
              <p:spPr>
                <a:xfrm>
                  <a:off x="7496983" y="3444038"/>
                  <a:ext cx="3203254" cy="2346758"/>
                </a:xfrm>
                <a:prstGeom prst="triangle">
                  <a:avLst/>
                </a:prstGeom>
                <a:ln w="28575">
                  <a:solidFill>
                    <a:schemeClr val="bg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4" name="Oval 113">
                  <a:extLst>
                    <a:ext uri="{FF2B5EF4-FFF2-40B4-BE49-F238E27FC236}">
                      <a16:creationId xmlns:a16="http://schemas.microsoft.com/office/drawing/2014/main" id="{8D5FF0D8-CBC9-4EEF-AE3B-BDC45C57E99B}"/>
                    </a:ext>
                  </a:extLst>
                </p:cNvPr>
                <p:cNvSpPr/>
                <p:nvPr/>
              </p:nvSpPr>
              <p:spPr>
                <a:xfrm>
                  <a:off x="8536305" y="4179265"/>
                  <a:ext cx="1162689" cy="1179050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6684C94B-8573-444C-8096-A3413388B6BB}"/>
                    </a:ext>
                  </a:extLst>
                </p:cNvPr>
                <p:cNvSpPr/>
                <p:nvPr/>
              </p:nvSpPr>
              <p:spPr>
                <a:xfrm>
                  <a:off x="8757589" y="4428162"/>
                  <a:ext cx="720121" cy="681256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Rectangle 115">
                  <a:extLst>
                    <a:ext uri="{FF2B5EF4-FFF2-40B4-BE49-F238E27FC236}">
                      <a16:creationId xmlns:a16="http://schemas.microsoft.com/office/drawing/2014/main" id="{C0E49711-CF75-4E8E-AEE2-D3A10D5F6EC5}"/>
                    </a:ext>
                  </a:extLst>
                </p:cNvPr>
                <p:cNvSpPr/>
                <p:nvPr/>
              </p:nvSpPr>
              <p:spPr>
                <a:xfrm>
                  <a:off x="7009704" y="5043309"/>
                  <a:ext cx="1528334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Rectangle 116">
                  <a:extLst>
                    <a:ext uri="{FF2B5EF4-FFF2-40B4-BE49-F238E27FC236}">
                      <a16:creationId xmlns:a16="http://schemas.microsoft.com/office/drawing/2014/main" id="{E91D2EEF-FD73-4A91-BFDC-1A241DA7BBC7}"/>
                    </a:ext>
                  </a:extLst>
                </p:cNvPr>
                <p:cNvSpPr/>
                <p:nvPr/>
              </p:nvSpPr>
              <p:spPr>
                <a:xfrm>
                  <a:off x="9727403" y="5043309"/>
                  <a:ext cx="912686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Rectangle 117">
                  <a:extLst>
                    <a:ext uri="{FF2B5EF4-FFF2-40B4-BE49-F238E27FC236}">
                      <a16:creationId xmlns:a16="http://schemas.microsoft.com/office/drawing/2014/main" id="{CA6E41BC-042C-436B-8B19-B31B672C5E87}"/>
                    </a:ext>
                  </a:extLst>
                </p:cNvPr>
                <p:cNvSpPr/>
                <p:nvPr/>
              </p:nvSpPr>
              <p:spPr>
                <a:xfrm>
                  <a:off x="8730683" y="3352146"/>
                  <a:ext cx="773931" cy="40512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F01E00DE-0E56-4C90-9A83-0569EEADDDC9}"/>
                </a:ext>
              </a:extLst>
            </p:cNvPr>
            <p:cNvGrpSpPr/>
            <p:nvPr/>
          </p:nvGrpSpPr>
          <p:grpSpPr>
            <a:xfrm>
              <a:off x="475862" y="4920253"/>
              <a:ext cx="1530220" cy="1504560"/>
              <a:chOff x="2429071" y="342901"/>
              <a:chExt cx="1530220" cy="1504560"/>
            </a:xfrm>
          </p:grpSpPr>
          <p:sp>
            <p:nvSpPr>
              <p:cNvPr id="94" name="Arrow: Pentagon 93">
                <a:extLst>
                  <a:ext uri="{FF2B5EF4-FFF2-40B4-BE49-F238E27FC236}">
                    <a16:creationId xmlns:a16="http://schemas.microsoft.com/office/drawing/2014/main" id="{D2EAE856-3C51-41D0-A7B5-60DE21CE700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E2665A2F-48B2-4E0D-B120-EDDEA3DD4D14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1117737-F929-F4DA-B7EA-2F85EC64C801}"/>
              </a:ext>
            </a:extLst>
          </p:cNvPr>
          <p:cNvGrpSpPr/>
          <p:nvPr/>
        </p:nvGrpSpPr>
        <p:grpSpPr>
          <a:xfrm>
            <a:off x="124167" y="703390"/>
            <a:ext cx="1039477" cy="1022046"/>
            <a:chOff x="475862" y="703390"/>
            <a:chExt cx="1039477" cy="1022046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939FFC28-1B60-4BC7-BF13-2AA834DC5109}"/>
                </a:ext>
              </a:extLst>
            </p:cNvPr>
            <p:cNvGrpSpPr/>
            <p:nvPr/>
          </p:nvGrpSpPr>
          <p:grpSpPr>
            <a:xfrm>
              <a:off x="475862" y="703390"/>
              <a:ext cx="1039477" cy="1022046"/>
              <a:chOff x="475862" y="342901"/>
              <a:chExt cx="1530220" cy="1504560"/>
            </a:xfrm>
          </p:grpSpPr>
          <p:sp>
            <p:nvSpPr>
              <p:cNvPr id="4" name="Arrow: Pentagon 3">
                <a:extLst>
                  <a:ext uri="{FF2B5EF4-FFF2-40B4-BE49-F238E27FC236}">
                    <a16:creationId xmlns:a16="http://schemas.microsoft.com/office/drawing/2014/main" id="{FA655A97-2218-4107-AC84-5B475C7A3BC4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BE52B01-F7B4-422D-A02D-1BEC8BFD221E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3F04CE1A-8BE9-42ED-9871-D19ABD79874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82255" y="934349"/>
              <a:ext cx="198962" cy="584010"/>
            </a:xfrm>
            <a:prstGeom prst="rect">
              <a:avLst/>
            </a:prstGeom>
          </p:spPr>
        </p:pic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1A160F80-9853-41E8-BC49-DD12718B12DA}"/>
              </a:ext>
            </a:extLst>
          </p:cNvPr>
          <p:cNvGrpSpPr/>
          <p:nvPr/>
        </p:nvGrpSpPr>
        <p:grpSpPr>
          <a:xfrm>
            <a:off x="2876647" y="5654768"/>
            <a:ext cx="1039477" cy="1022046"/>
            <a:chOff x="2429071" y="2939566"/>
            <a:chExt cx="1530220" cy="1504560"/>
          </a:xfrm>
        </p:grpSpPr>
        <p:pic>
          <p:nvPicPr>
            <p:cNvPr id="136" name="Picture 135">
              <a:extLst>
                <a:ext uri="{FF2B5EF4-FFF2-40B4-BE49-F238E27FC236}">
                  <a16:creationId xmlns:a16="http://schemas.microsoft.com/office/drawing/2014/main" id="{1700C5FA-1D31-442F-B4DC-7D5B5119031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r="557"/>
            <a:stretch/>
          </p:blipFill>
          <p:spPr>
            <a:xfrm>
              <a:off x="2668685" y="3301216"/>
              <a:ext cx="1050069" cy="567027"/>
            </a:xfrm>
            <a:prstGeom prst="rect">
              <a:avLst/>
            </a:prstGeom>
          </p:spPr>
        </p:pic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2AFF8F27-6CD2-451D-B7AC-EFC0E0752E33}"/>
                </a:ext>
              </a:extLst>
            </p:cNvPr>
            <p:cNvGrpSpPr/>
            <p:nvPr/>
          </p:nvGrpSpPr>
          <p:grpSpPr>
            <a:xfrm>
              <a:off x="2429071" y="2939566"/>
              <a:ext cx="1530220" cy="1504560"/>
              <a:chOff x="2429071" y="342901"/>
              <a:chExt cx="1530220" cy="1504560"/>
            </a:xfrm>
          </p:grpSpPr>
          <p:sp>
            <p:nvSpPr>
              <p:cNvPr id="138" name="Arrow: Pentagon 137">
                <a:extLst>
                  <a:ext uri="{FF2B5EF4-FFF2-40B4-BE49-F238E27FC236}">
                    <a16:creationId xmlns:a16="http://schemas.microsoft.com/office/drawing/2014/main" id="{87113B03-C404-4054-B67B-9E5149466B1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4CC492D8-FC9F-4D29-B1C3-C32DDFA38438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CDA267C5-0DAE-36F8-0B47-964268E7B19E}"/>
              </a:ext>
            </a:extLst>
          </p:cNvPr>
          <p:cNvGrpSpPr/>
          <p:nvPr/>
        </p:nvGrpSpPr>
        <p:grpSpPr>
          <a:xfrm>
            <a:off x="4119385" y="5633994"/>
            <a:ext cx="1039477" cy="1022046"/>
            <a:chOff x="7042006" y="4988662"/>
            <a:chExt cx="1530220" cy="1504560"/>
          </a:xfrm>
        </p:grpSpPr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4E036C27-545F-44D4-8B11-5D4DAF37BA6C}"/>
                </a:ext>
              </a:extLst>
            </p:cNvPr>
            <p:cNvGrpSpPr/>
            <p:nvPr/>
          </p:nvGrpSpPr>
          <p:grpSpPr>
            <a:xfrm>
              <a:off x="7042006" y="4988662"/>
              <a:ext cx="1530220" cy="1504560"/>
              <a:chOff x="2429071" y="342901"/>
              <a:chExt cx="1530220" cy="1504560"/>
            </a:xfrm>
          </p:grpSpPr>
          <p:sp>
            <p:nvSpPr>
              <p:cNvPr id="141" name="Arrow: Pentagon 140">
                <a:extLst>
                  <a:ext uri="{FF2B5EF4-FFF2-40B4-BE49-F238E27FC236}">
                    <a16:creationId xmlns:a16="http://schemas.microsoft.com/office/drawing/2014/main" id="{405C458B-5A37-4183-9C88-9F4CA0902D6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9579F432-B940-43AE-AE78-F930E4D70AD1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3" name="Group 142">
              <a:extLst>
                <a:ext uri="{FF2B5EF4-FFF2-40B4-BE49-F238E27FC236}">
                  <a16:creationId xmlns:a16="http://schemas.microsoft.com/office/drawing/2014/main" id="{2B3C94F6-1FE1-4DB6-9533-B9CE007613CD}"/>
                </a:ext>
              </a:extLst>
            </p:cNvPr>
            <p:cNvGrpSpPr/>
            <p:nvPr/>
          </p:nvGrpSpPr>
          <p:grpSpPr>
            <a:xfrm>
              <a:off x="7404969" y="5447905"/>
              <a:ext cx="794720" cy="525140"/>
              <a:chOff x="7009704" y="3352146"/>
              <a:chExt cx="3690533" cy="2438650"/>
            </a:xfrm>
          </p:grpSpPr>
          <p:grpSp>
            <p:nvGrpSpPr>
              <p:cNvPr id="144" name="Group 143">
                <a:extLst>
                  <a:ext uri="{FF2B5EF4-FFF2-40B4-BE49-F238E27FC236}">
                    <a16:creationId xmlns:a16="http://schemas.microsoft.com/office/drawing/2014/main" id="{461CEC6E-8C69-49AD-8255-D0718341F27B}"/>
                  </a:ext>
                </a:extLst>
              </p:cNvPr>
              <p:cNvGrpSpPr/>
              <p:nvPr/>
            </p:nvGrpSpPr>
            <p:grpSpPr>
              <a:xfrm rot="18486280">
                <a:off x="7600474" y="3032885"/>
                <a:ext cx="1486513" cy="2536581"/>
                <a:chOff x="7378980" y="3429000"/>
                <a:chExt cx="1501251" cy="2121715"/>
              </a:xfrm>
            </p:grpSpPr>
            <p:sp>
              <p:nvSpPr>
                <p:cNvPr id="151" name="Rectangle 150">
                  <a:extLst>
                    <a:ext uri="{FF2B5EF4-FFF2-40B4-BE49-F238E27FC236}">
                      <a16:creationId xmlns:a16="http://schemas.microsoft.com/office/drawing/2014/main" id="{1ACAB2FC-278B-4223-BBF9-E023914EBB37}"/>
                    </a:ext>
                  </a:extLst>
                </p:cNvPr>
                <p:cNvSpPr/>
                <p:nvPr/>
              </p:nvSpPr>
              <p:spPr>
                <a:xfrm>
                  <a:off x="7378980" y="3429000"/>
                  <a:ext cx="1501251" cy="410919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" name="Rectangle 151">
                  <a:extLst>
                    <a:ext uri="{FF2B5EF4-FFF2-40B4-BE49-F238E27FC236}">
                      <a16:creationId xmlns:a16="http://schemas.microsoft.com/office/drawing/2014/main" id="{F1285859-786F-4BA6-BD51-499AA919CBF2}"/>
                    </a:ext>
                  </a:extLst>
                </p:cNvPr>
                <p:cNvSpPr/>
                <p:nvPr/>
              </p:nvSpPr>
              <p:spPr>
                <a:xfrm>
                  <a:off x="7553151" y="3839919"/>
                  <a:ext cx="1152908" cy="171079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45" name="Isosceles Triangle 144">
                <a:extLst>
                  <a:ext uri="{FF2B5EF4-FFF2-40B4-BE49-F238E27FC236}">
                    <a16:creationId xmlns:a16="http://schemas.microsoft.com/office/drawing/2014/main" id="{29D5DD58-16D1-4756-83CF-BF82B36B8DC9}"/>
                  </a:ext>
                </a:extLst>
              </p:cNvPr>
              <p:cNvSpPr/>
              <p:nvPr/>
            </p:nvSpPr>
            <p:spPr>
              <a:xfrm>
                <a:off x="7496983" y="3444038"/>
                <a:ext cx="3203254" cy="2346758"/>
              </a:xfrm>
              <a:prstGeom prst="triangle">
                <a:avLst/>
              </a:prstGeom>
              <a:ln w="28575"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6" name="Oval 145">
                <a:extLst>
                  <a:ext uri="{FF2B5EF4-FFF2-40B4-BE49-F238E27FC236}">
                    <a16:creationId xmlns:a16="http://schemas.microsoft.com/office/drawing/2014/main" id="{41E2DDC4-9253-4CED-BAF4-D04BD1F5000F}"/>
                  </a:ext>
                </a:extLst>
              </p:cNvPr>
              <p:cNvSpPr/>
              <p:nvPr/>
            </p:nvSpPr>
            <p:spPr>
              <a:xfrm>
                <a:off x="8536305" y="4179265"/>
                <a:ext cx="1162689" cy="1179050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7" name="Oval 146">
                <a:extLst>
                  <a:ext uri="{FF2B5EF4-FFF2-40B4-BE49-F238E27FC236}">
                    <a16:creationId xmlns:a16="http://schemas.microsoft.com/office/drawing/2014/main" id="{14DCA6CC-51AB-4024-A850-81283C6A6A0C}"/>
                  </a:ext>
                </a:extLst>
              </p:cNvPr>
              <p:cNvSpPr/>
              <p:nvPr/>
            </p:nvSpPr>
            <p:spPr>
              <a:xfrm>
                <a:off x="8757589" y="4428162"/>
                <a:ext cx="720121" cy="681256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35A3074E-201A-4DF1-8D58-36FCB4B92E9D}"/>
                  </a:ext>
                </a:extLst>
              </p:cNvPr>
              <p:cNvSpPr/>
              <p:nvPr/>
            </p:nvSpPr>
            <p:spPr>
              <a:xfrm>
                <a:off x="7009704" y="5043309"/>
                <a:ext cx="1528334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A907DEFB-79C8-484E-AA36-8B0D1DACF2D7}"/>
                  </a:ext>
                </a:extLst>
              </p:cNvPr>
              <p:cNvSpPr/>
              <p:nvPr/>
            </p:nvSpPr>
            <p:spPr>
              <a:xfrm>
                <a:off x="9727403" y="5043309"/>
                <a:ext cx="912686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CC0DB094-2470-46B7-801F-F7E884006B88}"/>
                  </a:ext>
                </a:extLst>
              </p:cNvPr>
              <p:cNvSpPr/>
              <p:nvPr/>
            </p:nvSpPr>
            <p:spPr>
              <a:xfrm>
                <a:off x="8730683" y="3352146"/>
                <a:ext cx="773931" cy="40512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7EF1436-25D2-6577-484D-4045264178C1}"/>
              </a:ext>
            </a:extLst>
          </p:cNvPr>
          <p:cNvGrpSpPr/>
          <p:nvPr/>
        </p:nvGrpSpPr>
        <p:grpSpPr>
          <a:xfrm>
            <a:off x="2595052" y="712293"/>
            <a:ext cx="1039477" cy="1022046"/>
            <a:chOff x="2946747" y="712293"/>
            <a:chExt cx="1039477" cy="1022046"/>
          </a:xfrm>
        </p:grpSpPr>
        <p:grpSp>
          <p:nvGrpSpPr>
            <p:cNvPr id="175" name="Group 174">
              <a:extLst>
                <a:ext uri="{FF2B5EF4-FFF2-40B4-BE49-F238E27FC236}">
                  <a16:creationId xmlns:a16="http://schemas.microsoft.com/office/drawing/2014/main" id="{90395E44-5578-A739-EBF2-4054B787170D}"/>
                </a:ext>
              </a:extLst>
            </p:cNvPr>
            <p:cNvGrpSpPr/>
            <p:nvPr/>
          </p:nvGrpSpPr>
          <p:grpSpPr>
            <a:xfrm>
              <a:off x="3216843" y="967871"/>
              <a:ext cx="401119" cy="516996"/>
              <a:chOff x="1837717" y="50257"/>
              <a:chExt cx="453113" cy="584010"/>
            </a:xfrm>
          </p:grpSpPr>
          <p:pic>
            <p:nvPicPr>
              <p:cNvPr id="176" name="Picture 175">
                <a:extLst>
                  <a:ext uri="{FF2B5EF4-FFF2-40B4-BE49-F238E27FC236}">
                    <a16:creationId xmlns:a16="http://schemas.microsoft.com/office/drawing/2014/main" id="{E625946E-19FC-E94D-FDD2-63EEF11A17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36679" y="238174"/>
                <a:ext cx="254151" cy="336512"/>
              </a:xfrm>
              <a:prstGeom prst="rect">
                <a:avLst/>
              </a:prstGeom>
            </p:spPr>
          </p:pic>
          <p:pic>
            <p:nvPicPr>
              <p:cNvPr id="177" name="Picture 176">
                <a:extLst>
                  <a:ext uri="{FF2B5EF4-FFF2-40B4-BE49-F238E27FC236}">
                    <a16:creationId xmlns:a16="http://schemas.microsoft.com/office/drawing/2014/main" id="{ADA6FEC9-0B5F-5869-B750-C426CD80B7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837717" y="50257"/>
                <a:ext cx="198962" cy="584010"/>
              </a:xfrm>
              <a:prstGeom prst="rect">
                <a:avLst/>
              </a:prstGeom>
            </p:spPr>
          </p:pic>
        </p:grpSp>
        <p:sp>
          <p:nvSpPr>
            <p:cNvPr id="132" name="Star: 6 Points 131">
              <a:extLst>
                <a:ext uri="{FF2B5EF4-FFF2-40B4-BE49-F238E27FC236}">
                  <a16:creationId xmlns:a16="http://schemas.microsoft.com/office/drawing/2014/main" id="{E01351FC-2BF9-4997-896B-65FA3D2A1577}"/>
                </a:ext>
              </a:extLst>
            </p:cNvPr>
            <p:cNvSpPr/>
            <p:nvPr/>
          </p:nvSpPr>
          <p:spPr>
            <a:xfrm>
              <a:off x="3581626" y="942961"/>
              <a:ext cx="212739" cy="262516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9C1F97A4-E3D1-4992-B128-897E38BB06EB}"/>
                </a:ext>
              </a:extLst>
            </p:cNvPr>
            <p:cNvGrpSpPr/>
            <p:nvPr/>
          </p:nvGrpSpPr>
          <p:grpSpPr>
            <a:xfrm>
              <a:off x="2946747" y="712293"/>
              <a:ext cx="1039477" cy="1022046"/>
              <a:chOff x="2429071" y="342901"/>
              <a:chExt cx="1530220" cy="1504560"/>
            </a:xfrm>
          </p:grpSpPr>
          <p:sp>
            <p:nvSpPr>
              <p:cNvPr id="153" name="Arrow: Pentagon 152">
                <a:extLst>
                  <a:ext uri="{FF2B5EF4-FFF2-40B4-BE49-F238E27FC236}">
                    <a16:creationId xmlns:a16="http://schemas.microsoft.com/office/drawing/2014/main" id="{67C05A93-BC5B-4859-956A-3018E06B6A5A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E49590B0-0A31-45AB-A8F9-67C483EC57F6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53F4CE4-0805-EFBB-CB1D-EED10BA5F197}"/>
              </a:ext>
            </a:extLst>
          </p:cNvPr>
          <p:cNvGrpSpPr/>
          <p:nvPr/>
        </p:nvGrpSpPr>
        <p:grpSpPr>
          <a:xfrm>
            <a:off x="8632622" y="723686"/>
            <a:ext cx="1039477" cy="1022046"/>
            <a:chOff x="6039305" y="902965"/>
            <a:chExt cx="1530220" cy="1504560"/>
          </a:xfrm>
        </p:grpSpPr>
        <p:grpSp>
          <p:nvGrpSpPr>
            <p:cNvPr id="156" name="Group 155">
              <a:extLst>
                <a:ext uri="{FF2B5EF4-FFF2-40B4-BE49-F238E27FC236}">
                  <a16:creationId xmlns:a16="http://schemas.microsoft.com/office/drawing/2014/main" id="{75FA9608-B127-4835-944D-78CA37F661CB}"/>
                </a:ext>
              </a:extLst>
            </p:cNvPr>
            <p:cNvGrpSpPr/>
            <p:nvPr/>
          </p:nvGrpSpPr>
          <p:grpSpPr>
            <a:xfrm>
              <a:off x="6439367" y="1314630"/>
              <a:ext cx="485929" cy="721679"/>
              <a:chOff x="7320415" y="4817987"/>
              <a:chExt cx="624134" cy="926934"/>
            </a:xfrm>
          </p:grpSpPr>
          <p:pic>
            <p:nvPicPr>
              <p:cNvPr id="160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ECC173EE-FEEA-4C14-95EB-1DFEEF3C000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4293273" flipV="1">
                <a:off x="7393751" y="5120225"/>
                <a:ext cx="853035" cy="24856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61" name="Picture 160">
                <a:extLst>
                  <a:ext uri="{FF2B5EF4-FFF2-40B4-BE49-F238E27FC236}">
                    <a16:creationId xmlns:a16="http://schemas.microsoft.com/office/drawing/2014/main" id="{594D9451-C76F-48E9-9A61-76F0E98A23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320415" y="5160830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57" name="Group 156">
              <a:extLst>
                <a:ext uri="{FF2B5EF4-FFF2-40B4-BE49-F238E27FC236}">
                  <a16:creationId xmlns:a16="http://schemas.microsoft.com/office/drawing/2014/main" id="{3F82ED33-036C-4A95-B571-1F3887EF6528}"/>
                </a:ext>
              </a:extLst>
            </p:cNvPr>
            <p:cNvGrpSpPr/>
            <p:nvPr/>
          </p:nvGrpSpPr>
          <p:grpSpPr>
            <a:xfrm>
              <a:off x="6039305" y="902965"/>
              <a:ext cx="1530220" cy="1504560"/>
              <a:chOff x="2429071" y="342901"/>
              <a:chExt cx="1530220" cy="1504560"/>
            </a:xfrm>
          </p:grpSpPr>
          <p:sp>
            <p:nvSpPr>
              <p:cNvPr id="158" name="Arrow: Pentagon 157">
                <a:extLst>
                  <a:ext uri="{FF2B5EF4-FFF2-40B4-BE49-F238E27FC236}">
                    <a16:creationId xmlns:a16="http://schemas.microsoft.com/office/drawing/2014/main" id="{3A12320F-9416-44D4-865F-ED0ACE89653C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A70A0EB0-39A3-45A5-A6A9-97040E8513FC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2" name="Star: 6 Points 161">
              <a:extLst>
                <a:ext uri="{FF2B5EF4-FFF2-40B4-BE49-F238E27FC236}">
                  <a16:creationId xmlns:a16="http://schemas.microsoft.com/office/drawing/2014/main" id="{A4074387-B1CC-4E9E-A33B-D7C6331A88A6}"/>
                </a:ext>
              </a:extLst>
            </p:cNvPr>
            <p:cNvSpPr/>
            <p:nvPr/>
          </p:nvSpPr>
          <p:spPr>
            <a:xfrm>
              <a:off x="6963681" y="1256517"/>
              <a:ext cx="313175" cy="386451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9E8727AF-2305-8BFD-FFCF-498EC87032D0}"/>
              </a:ext>
            </a:extLst>
          </p:cNvPr>
          <p:cNvGrpSpPr/>
          <p:nvPr/>
        </p:nvGrpSpPr>
        <p:grpSpPr>
          <a:xfrm>
            <a:off x="3795846" y="1909660"/>
            <a:ext cx="1034434" cy="1022046"/>
            <a:chOff x="2946676" y="1909660"/>
            <a:chExt cx="1039477" cy="1022046"/>
          </a:xfrm>
        </p:grpSpPr>
        <p:pic>
          <p:nvPicPr>
            <p:cNvPr id="167" name="Picture 166">
              <a:extLst>
                <a:ext uri="{FF2B5EF4-FFF2-40B4-BE49-F238E27FC236}">
                  <a16:creationId xmlns:a16="http://schemas.microsoft.com/office/drawing/2014/main" id="{8E68D8FB-9186-080F-1EB9-29B51698054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8905671">
              <a:off x="3420145" y="2301521"/>
              <a:ext cx="280318" cy="285879"/>
            </a:xfrm>
            <a:prstGeom prst="rect">
              <a:avLst/>
            </a:prstGeom>
          </p:spPr>
        </p:pic>
        <p:pic>
          <p:nvPicPr>
            <p:cNvPr id="168" name="Picture 6" descr="Chess, knight, game icon - Download on Iconfinder">
              <a:extLst>
                <a:ext uri="{FF2B5EF4-FFF2-40B4-BE49-F238E27FC236}">
                  <a16:creationId xmlns:a16="http://schemas.microsoft.com/office/drawing/2014/main" id="{7FFDA16A-E117-512A-7A80-9EA8A764727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3230361" y="2244276"/>
              <a:ext cx="279326" cy="40036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65" name="Arrow: Pentagon 164">
              <a:extLst>
                <a:ext uri="{FF2B5EF4-FFF2-40B4-BE49-F238E27FC236}">
                  <a16:creationId xmlns:a16="http://schemas.microsoft.com/office/drawing/2014/main" id="{1D3472FE-19AF-05FB-9713-C77AD47E5E11}"/>
                </a:ext>
              </a:extLst>
            </p:cNvPr>
            <p:cNvSpPr/>
            <p:nvPr/>
          </p:nvSpPr>
          <p:spPr>
            <a:xfrm rot="5400000">
              <a:off x="3054032" y="2112810"/>
              <a:ext cx="824763" cy="751322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6" name="Rectangle 165">
              <a:extLst>
                <a:ext uri="{FF2B5EF4-FFF2-40B4-BE49-F238E27FC236}">
                  <a16:creationId xmlns:a16="http://schemas.microsoft.com/office/drawing/2014/main" id="{F18123F6-4FCF-6548-75B8-63AD56AC0125}"/>
                </a:ext>
              </a:extLst>
            </p:cNvPr>
            <p:cNvSpPr/>
            <p:nvPr/>
          </p:nvSpPr>
          <p:spPr>
            <a:xfrm>
              <a:off x="2946676" y="1909660"/>
              <a:ext cx="1039477" cy="1022046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9" name="Star: 6 Points 168">
              <a:extLst>
                <a:ext uri="{FF2B5EF4-FFF2-40B4-BE49-F238E27FC236}">
                  <a16:creationId xmlns:a16="http://schemas.microsoft.com/office/drawing/2014/main" id="{21CB8A72-4B58-113E-8C76-81618A4D84A2}"/>
                </a:ext>
              </a:extLst>
            </p:cNvPr>
            <p:cNvSpPr/>
            <p:nvPr/>
          </p:nvSpPr>
          <p:spPr>
            <a:xfrm>
              <a:off x="3591127" y="2119208"/>
              <a:ext cx="212739" cy="262516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1866F0E-83E8-F67D-388E-619CCC194D23}"/>
              </a:ext>
            </a:extLst>
          </p:cNvPr>
          <p:cNvGrpSpPr/>
          <p:nvPr/>
        </p:nvGrpSpPr>
        <p:grpSpPr>
          <a:xfrm>
            <a:off x="3811561" y="703479"/>
            <a:ext cx="1039477" cy="1022046"/>
            <a:chOff x="4163256" y="703479"/>
            <a:chExt cx="1039477" cy="1022046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50EA28E-F54F-4966-9827-2154BCEFB177}"/>
                </a:ext>
              </a:extLst>
            </p:cNvPr>
            <p:cNvGrpSpPr/>
            <p:nvPr/>
          </p:nvGrpSpPr>
          <p:grpSpPr>
            <a:xfrm>
              <a:off x="4163256" y="703479"/>
              <a:ext cx="1039477" cy="1022046"/>
              <a:chOff x="2429071" y="342901"/>
              <a:chExt cx="1530220" cy="1504560"/>
            </a:xfrm>
          </p:grpSpPr>
          <p:sp>
            <p:nvSpPr>
              <p:cNvPr id="19" name="Arrow: Pentagon 18">
                <a:extLst>
                  <a:ext uri="{FF2B5EF4-FFF2-40B4-BE49-F238E27FC236}">
                    <a16:creationId xmlns:a16="http://schemas.microsoft.com/office/drawing/2014/main" id="{B390F755-E3CE-4862-B94C-222B4B11E7D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6862B01-0427-43E9-A437-31212F6DC35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1D30BD39-244C-D119-35AA-2A83DB9181BC}"/>
                </a:ext>
              </a:extLst>
            </p:cNvPr>
            <p:cNvGrpSpPr/>
            <p:nvPr/>
          </p:nvGrpSpPr>
          <p:grpSpPr>
            <a:xfrm rot="20278686">
              <a:off x="4525915" y="923104"/>
              <a:ext cx="256790" cy="607821"/>
              <a:chOff x="4551437" y="917259"/>
              <a:chExt cx="256790" cy="607821"/>
            </a:xfrm>
          </p:grpSpPr>
          <p:pic>
            <p:nvPicPr>
              <p:cNvPr id="198" name="Picture 197">
                <a:extLst>
                  <a:ext uri="{FF2B5EF4-FFF2-40B4-BE49-F238E27FC236}">
                    <a16:creationId xmlns:a16="http://schemas.microsoft.com/office/drawing/2014/main" id="{A2C44AD5-6D29-E573-DE9C-A6D17A13C1D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flipH="1">
                <a:off x="4551437" y="918871"/>
                <a:ext cx="56738" cy="606209"/>
              </a:xfrm>
              <a:prstGeom prst="rect">
                <a:avLst/>
              </a:prstGeom>
            </p:spPr>
          </p:pic>
          <p:pic>
            <p:nvPicPr>
              <p:cNvPr id="199" name="Picture 198">
                <a:extLst>
                  <a:ext uri="{FF2B5EF4-FFF2-40B4-BE49-F238E27FC236}">
                    <a16:creationId xmlns:a16="http://schemas.microsoft.com/office/drawing/2014/main" id="{6A4CDDDF-43C4-C2C1-AB11-965002FF88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flipH="1">
                <a:off x="4751489" y="917259"/>
                <a:ext cx="56738" cy="606209"/>
              </a:xfrm>
              <a:prstGeom prst="rect">
                <a:avLst/>
              </a:prstGeom>
            </p:spPr>
          </p:pic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714D7741-75E4-9DAF-3E70-0A4C213167F8}"/>
              </a:ext>
            </a:extLst>
          </p:cNvPr>
          <p:cNvGrpSpPr/>
          <p:nvPr/>
        </p:nvGrpSpPr>
        <p:grpSpPr>
          <a:xfrm>
            <a:off x="9787324" y="730303"/>
            <a:ext cx="1039477" cy="1022046"/>
            <a:chOff x="5014784" y="3394739"/>
            <a:chExt cx="1039477" cy="1022046"/>
          </a:xfrm>
        </p:grpSpPr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63B83CDD-6281-53A6-0966-72F329AFB80E}"/>
                </a:ext>
              </a:extLst>
            </p:cNvPr>
            <p:cNvGrpSpPr/>
            <p:nvPr/>
          </p:nvGrpSpPr>
          <p:grpSpPr>
            <a:xfrm>
              <a:off x="5277056" y="3648297"/>
              <a:ext cx="514930" cy="514930"/>
              <a:chOff x="6791479" y="4800533"/>
              <a:chExt cx="514930" cy="514930"/>
            </a:xfrm>
          </p:grpSpPr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F49964B4-C132-7328-3F84-DC56F8ADFF5A}"/>
                  </a:ext>
                </a:extLst>
              </p:cNvPr>
              <p:cNvSpPr/>
              <p:nvPr/>
            </p:nvSpPr>
            <p:spPr>
              <a:xfrm>
                <a:off x="6885419" y="4892733"/>
                <a:ext cx="327050" cy="327050"/>
              </a:xfrm>
              <a:prstGeom prst="ellipse">
                <a:avLst/>
              </a:pr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7" name="Oval 206">
                <a:extLst>
                  <a:ext uri="{FF2B5EF4-FFF2-40B4-BE49-F238E27FC236}">
                    <a16:creationId xmlns:a16="http://schemas.microsoft.com/office/drawing/2014/main" id="{F3B573B4-4328-3670-DF26-F12DCC1D6E8E}"/>
                  </a:ext>
                </a:extLst>
              </p:cNvPr>
              <p:cNvSpPr/>
              <p:nvPr/>
            </p:nvSpPr>
            <p:spPr>
              <a:xfrm>
                <a:off x="7026609" y="5035571"/>
                <a:ext cx="45720" cy="45720"/>
              </a:xfrm>
              <a:prstGeom prst="ellipse">
                <a:avLst/>
              </a:prstGeom>
              <a:solidFill>
                <a:schemeClr val="tx1"/>
              </a:solidFill>
              <a:ln w="31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Rectangle: Rounded Corners 68">
                <a:extLst>
                  <a:ext uri="{FF2B5EF4-FFF2-40B4-BE49-F238E27FC236}">
                    <a16:creationId xmlns:a16="http://schemas.microsoft.com/office/drawing/2014/main" id="{23D91CD4-6201-70B3-59F8-17C2ECDE7F48}"/>
                  </a:ext>
                </a:extLst>
              </p:cNvPr>
              <p:cNvSpPr/>
              <p:nvPr/>
            </p:nvSpPr>
            <p:spPr>
              <a:xfrm>
                <a:off x="7038745" y="480053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8" name="Rectangle: Rounded Corners 207">
                <a:extLst>
                  <a:ext uri="{FF2B5EF4-FFF2-40B4-BE49-F238E27FC236}">
                    <a16:creationId xmlns:a16="http://schemas.microsoft.com/office/drawing/2014/main" id="{AD241743-B58B-4742-1A40-0BC0A5A33FFB}"/>
                  </a:ext>
                </a:extLst>
              </p:cNvPr>
              <p:cNvSpPr/>
              <p:nvPr/>
            </p:nvSpPr>
            <p:spPr>
              <a:xfrm>
                <a:off x="7038745" y="513106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70" name="Group 69">
                <a:extLst>
                  <a:ext uri="{FF2B5EF4-FFF2-40B4-BE49-F238E27FC236}">
                    <a16:creationId xmlns:a16="http://schemas.microsoft.com/office/drawing/2014/main" id="{DD4AC53B-C223-9858-3D19-AC3C5B6FE838}"/>
                  </a:ext>
                </a:extLst>
              </p:cNvPr>
              <p:cNvGrpSpPr/>
              <p:nvPr/>
            </p:nvGrpSpPr>
            <p:grpSpPr>
              <a:xfrm rot="16200000">
                <a:off x="7038745" y="4798793"/>
                <a:ext cx="20398" cy="514930"/>
                <a:chOff x="5815666" y="3167062"/>
                <a:chExt cx="55844" cy="1409701"/>
              </a:xfrm>
            </p:grpSpPr>
            <p:sp>
              <p:nvSpPr>
                <p:cNvPr id="209" name="Rectangle: Rounded Corners 208">
                  <a:extLst>
                    <a:ext uri="{FF2B5EF4-FFF2-40B4-BE49-F238E27FC236}">
                      <a16:creationId xmlns:a16="http://schemas.microsoft.com/office/drawing/2014/main" id="{434CA5B1-6C66-14C0-1308-8967449C7C99}"/>
                    </a:ext>
                  </a:extLst>
                </p:cNvPr>
                <p:cNvSpPr/>
                <p:nvPr/>
              </p:nvSpPr>
              <p:spPr>
                <a:xfrm>
                  <a:off x="5815666" y="3167062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" name="Rectangle: Rounded Corners 209">
                  <a:extLst>
                    <a:ext uri="{FF2B5EF4-FFF2-40B4-BE49-F238E27FC236}">
                      <a16:creationId xmlns:a16="http://schemas.microsoft.com/office/drawing/2014/main" id="{581D0DDA-F2CF-1F94-CE18-2FE119612370}"/>
                    </a:ext>
                  </a:extLst>
                </p:cNvPr>
                <p:cNvSpPr/>
                <p:nvPr/>
              </p:nvSpPr>
              <p:spPr>
                <a:xfrm>
                  <a:off x="5815666" y="4071938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22" name="Group 221">
              <a:extLst>
                <a:ext uri="{FF2B5EF4-FFF2-40B4-BE49-F238E27FC236}">
                  <a16:creationId xmlns:a16="http://schemas.microsoft.com/office/drawing/2014/main" id="{DECEB2F9-11D0-9BF1-B6CB-1ED64E6C90ED}"/>
                </a:ext>
              </a:extLst>
            </p:cNvPr>
            <p:cNvGrpSpPr/>
            <p:nvPr/>
          </p:nvGrpSpPr>
          <p:grpSpPr>
            <a:xfrm>
              <a:off x="5014784" y="3394739"/>
              <a:ext cx="1039477" cy="1022046"/>
              <a:chOff x="475862" y="342901"/>
              <a:chExt cx="1530220" cy="1504560"/>
            </a:xfrm>
          </p:grpSpPr>
          <p:sp>
            <p:nvSpPr>
              <p:cNvPr id="224" name="Arrow: Pentagon 223">
                <a:extLst>
                  <a:ext uri="{FF2B5EF4-FFF2-40B4-BE49-F238E27FC236}">
                    <a16:creationId xmlns:a16="http://schemas.microsoft.com/office/drawing/2014/main" id="{15E9D7BA-AC6F-6E85-3517-83228317D71F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5" name="Rectangle 224">
                <a:extLst>
                  <a:ext uri="{FF2B5EF4-FFF2-40B4-BE49-F238E27FC236}">
                    <a16:creationId xmlns:a16="http://schemas.microsoft.com/office/drawing/2014/main" id="{72EF084B-F572-820E-9EAC-0B5D7B8DDD5F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7AA3A47F-08F0-30F4-8C56-3F7A05016C88}"/>
              </a:ext>
            </a:extLst>
          </p:cNvPr>
          <p:cNvGrpSpPr/>
          <p:nvPr/>
        </p:nvGrpSpPr>
        <p:grpSpPr>
          <a:xfrm>
            <a:off x="10954849" y="730303"/>
            <a:ext cx="1039477" cy="1022046"/>
            <a:chOff x="7557348" y="3418032"/>
            <a:chExt cx="1039477" cy="1022046"/>
          </a:xfrm>
        </p:grpSpPr>
        <p:pic>
          <p:nvPicPr>
            <p:cNvPr id="237" name="Picture 236">
              <a:extLst>
                <a:ext uri="{FF2B5EF4-FFF2-40B4-BE49-F238E27FC236}">
                  <a16:creationId xmlns:a16="http://schemas.microsoft.com/office/drawing/2014/main" id="{DC4A1E38-F4B8-0DD7-DBC0-4E071F936C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108611" y="3621541"/>
              <a:ext cx="299663" cy="396772"/>
            </a:xfrm>
            <a:prstGeom prst="rect">
              <a:avLst/>
            </a:prstGeom>
          </p:spPr>
        </p:pic>
        <p:grpSp>
          <p:nvGrpSpPr>
            <p:cNvPr id="226" name="Group 225">
              <a:extLst>
                <a:ext uri="{FF2B5EF4-FFF2-40B4-BE49-F238E27FC236}">
                  <a16:creationId xmlns:a16="http://schemas.microsoft.com/office/drawing/2014/main" id="{6B74AD60-E0C4-1E97-C47B-4E271B8177DE}"/>
                </a:ext>
              </a:extLst>
            </p:cNvPr>
            <p:cNvGrpSpPr/>
            <p:nvPr/>
          </p:nvGrpSpPr>
          <p:grpSpPr>
            <a:xfrm>
              <a:off x="7752391" y="3794465"/>
              <a:ext cx="460961" cy="460961"/>
              <a:chOff x="6791479" y="4800533"/>
              <a:chExt cx="514930" cy="514930"/>
            </a:xfrm>
          </p:grpSpPr>
          <p:sp>
            <p:nvSpPr>
              <p:cNvPr id="227" name="Oval 226">
                <a:extLst>
                  <a:ext uri="{FF2B5EF4-FFF2-40B4-BE49-F238E27FC236}">
                    <a16:creationId xmlns:a16="http://schemas.microsoft.com/office/drawing/2014/main" id="{ECC49C82-1E0E-0056-4A5C-E05357241B90}"/>
                  </a:ext>
                </a:extLst>
              </p:cNvPr>
              <p:cNvSpPr/>
              <p:nvPr/>
            </p:nvSpPr>
            <p:spPr>
              <a:xfrm>
                <a:off x="6885419" y="4892733"/>
                <a:ext cx="327050" cy="327050"/>
              </a:xfrm>
              <a:prstGeom prst="ellipse">
                <a:avLst/>
              </a:pr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28" name="Oval 227">
                <a:extLst>
                  <a:ext uri="{FF2B5EF4-FFF2-40B4-BE49-F238E27FC236}">
                    <a16:creationId xmlns:a16="http://schemas.microsoft.com/office/drawing/2014/main" id="{FFCAEFAA-52E6-5F8C-FA3D-2CA1BF07EA9B}"/>
                  </a:ext>
                </a:extLst>
              </p:cNvPr>
              <p:cNvSpPr/>
              <p:nvPr/>
            </p:nvSpPr>
            <p:spPr>
              <a:xfrm>
                <a:off x="7026609" y="5035571"/>
                <a:ext cx="45720" cy="45720"/>
              </a:xfrm>
              <a:prstGeom prst="ellipse">
                <a:avLst/>
              </a:prstGeom>
              <a:solidFill>
                <a:schemeClr val="tx1"/>
              </a:solidFill>
              <a:ln w="31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9" name="Rectangle: Rounded Corners 228">
                <a:extLst>
                  <a:ext uri="{FF2B5EF4-FFF2-40B4-BE49-F238E27FC236}">
                    <a16:creationId xmlns:a16="http://schemas.microsoft.com/office/drawing/2014/main" id="{29A21042-443A-F0D4-4482-0DFB4F548051}"/>
                  </a:ext>
                </a:extLst>
              </p:cNvPr>
              <p:cNvSpPr/>
              <p:nvPr/>
            </p:nvSpPr>
            <p:spPr>
              <a:xfrm>
                <a:off x="7038745" y="480053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0" name="Rectangle: Rounded Corners 229">
                <a:extLst>
                  <a:ext uri="{FF2B5EF4-FFF2-40B4-BE49-F238E27FC236}">
                    <a16:creationId xmlns:a16="http://schemas.microsoft.com/office/drawing/2014/main" id="{E3CA4EA9-B401-8EF6-7361-A0F65B8BAE2C}"/>
                  </a:ext>
                </a:extLst>
              </p:cNvPr>
              <p:cNvSpPr/>
              <p:nvPr/>
            </p:nvSpPr>
            <p:spPr>
              <a:xfrm>
                <a:off x="7038745" y="513106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31" name="Group 230">
                <a:extLst>
                  <a:ext uri="{FF2B5EF4-FFF2-40B4-BE49-F238E27FC236}">
                    <a16:creationId xmlns:a16="http://schemas.microsoft.com/office/drawing/2014/main" id="{8595BDB1-25A9-1845-108B-5EC23D20A4C9}"/>
                  </a:ext>
                </a:extLst>
              </p:cNvPr>
              <p:cNvGrpSpPr/>
              <p:nvPr/>
            </p:nvGrpSpPr>
            <p:grpSpPr>
              <a:xfrm rot="16200000">
                <a:off x="7038745" y="4798793"/>
                <a:ext cx="20398" cy="514930"/>
                <a:chOff x="5815666" y="3167062"/>
                <a:chExt cx="55844" cy="1409701"/>
              </a:xfrm>
            </p:grpSpPr>
            <p:sp>
              <p:nvSpPr>
                <p:cNvPr id="232" name="Rectangle: Rounded Corners 231">
                  <a:extLst>
                    <a:ext uri="{FF2B5EF4-FFF2-40B4-BE49-F238E27FC236}">
                      <a16:creationId xmlns:a16="http://schemas.microsoft.com/office/drawing/2014/main" id="{E854A161-D85C-465F-072A-2B5C95902F9D}"/>
                    </a:ext>
                  </a:extLst>
                </p:cNvPr>
                <p:cNvSpPr/>
                <p:nvPr/>
              </p:nvSpPr>
              <p:spPr>
                <a:xfrm>
                  <a:off x="5815666" y="3167062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3" name="Rectangle: Rounded Corners 232">
                  <a:extLst>
                    <a:ext uri="{FF2B5EF4-FFF2-40B4-BE49-F238E27FC236}">
                      <a16:creationId xmlns:a16="http://schemas.microsoft.com/office/drawing/2014/main" id="{B469763C-34CF-794D-ACC9-8277A06E6C5A}"/>
                    </a:ext>
                  </a:extLst>
                </p:cNvPr>
                <p:cNvSpPr/>
                <p:nvPr/>
              </p:nvSpPr>
              <p:spPr>
                <a:xfrm>
                  <a:off x="5815666" y="4071938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34" name="Group 233">
              <a:extLst>
                <a:ext uri="{FF2B5EF4-FFF2-40B4-BE49-F238E27FC236}">
                  <a16:creationId xmlns:a16="http://schemas.microsoft.com/office/drawing/2014/main" id="{9F92DC9F-691D-12D0-D1BD-13527A29FCEA}"/>
                </a:ext>
              </a:extLst>
            </p:cNvPr>
            <p:cNvGrpSpPr/>
            <p:nvPr/>
          </p:nvGrpSpPr>
          <p:grpSpPr>
            <a:xfrm>
              <a:off x="7557348" y="3418032"/>
              <a:ext cx="1039477" cy="1022046"/>
              <a:chOff x="475862" y="342901"/>
              <a:chExt cx="1530220" cy="1504560"/>
            </a:xfrm>
          </p:grpSpPr>
          <p:sp>
            <p:nvSpPr>
              <p:cNvPr id="235" name="Arrow: Pentagon 234">
                <a:extLst>
                  <a:ext uri="{FF2B5EF4-FFF2-40B4-BE49-F238E27FC236}">
                    <a16:creationId xmlns:a16="http://schemas.microsoft.com/office/drawing/2014/main" id="{8AA80966-2BC9-F1D0-C850-9A5A50601F92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6" name="Rectangle 235">
                <a:extLst>
                  <a:ext uri="{FF2B5EF4-FFF2-40B4-BE49-F238E27FC236}">
                    <a16:creationId xmlns:a16="http://schemas.microsoft.com/office/drawing/2014/main" id="{5FD16F00-9516-0202-11C9-432D66A9804F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092904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436DF1-2D1F-485E-B109-D75737860B0E}"/>
              </a:ext>
            </a:extLst>
          </p:cNvPr>
          <p:cNvSpPr txBox="1"/>
          <p:nvPr/>
        </p:nvSpPr>
        <p:spPr>
          <a:xfrm>
            <a:off x="188462" y="114301"/>
            <a:ext cx="9989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Nordfort</a:t>
            </a:r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7D90D1F-A768-4D39-7322-6DEE4C096919}"/>
              </a:ext>
            </a:extLst>
          </p:cNvPr>
          <p:cNvGrpSpPr/>
          <p:nvPr/>
        </p:nvGrpSpPr>
        <p:grpSpPr>
          <a:xfrm>
            <a:off x="1312090" y="555028"/>
            <a:ext cx="1042416" cy="1024128"/>
            <a:chOff x="2307593" y="905612"/>
            <a:chExt cx="1530220" cy="1504560"/>
          </a:xfrm>
        </p:grpSpPr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35FF562C-2F7B-458D-A2EB-6780F0C4DFCF}"/>
                </a:ext>
              </a:extLst>
            </p:cNvPr>
            <p:cNvGrpSpPr/>
            <p:nvPr/>
          </p:nvGrpSpPr>
          <p:grpSpPr>
            <a:xfrm>
              <a:off x="2664423" y="1244833"/>
              <a:ext cx="1003753" cy="919340"/>
              <a:chOff x="1814970" y="864745"/>
              <a:chExt cx="1085793" cy="994481"/>
            </a:xfrm>
          </p:grpSpPr>
          <p:pic>
            <p:nvPicPr>
              <p:cNvPr id="128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3E8B57BF-A170-40F3-B458-E82F05FDECC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1814970" y="864745"/>
                <a:ext cx="1085793" cy="97494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9" name="Picture 128">
                <a:extLst>
                  <a:ext uri="{FF2B5EF4-FFF2-40B4-BE49-F238E27FC236}">
                    <a16:creationId xmlns:a16="http://schemas.microsoft.com/office/drawing/2014/main" id="{BE2BB978-6C9D-41A1-82D7-424467E673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814970" y="1275135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B6EA3AC3-5746-4352-BC03-5E05B8064642}"/>
                </a:ext>
              </a:extLst>
            </p:cNvPr>
            <p:cNvGrpSpPr/>
            <p:nvPr/>
          </p:nvGrpSpPr>
          <p:grpSpPr>
            <a:xfrm>
              <a:off x="2307593" y="905612"/>
              <a:ext cx="1530220" cy="1504560"/>
              <a:chOff x="2307593" y="905612"/>
              <a:chExt cx="1530220" cy="150456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E5C3806B-EEDF-4345-A411-576DDFFF051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Rectangle: Diagonal Corners Snipped 7">
                <a:extLst>
                  <a:ext uri="{FF2B5EF4-FFF2-40B4-BE49-F238E27FC236}">
                    <a16:creationId xmlns:a16="http://schemas.microsoft.com/office/drawing/2014/main" id="{23AE6981-19EB-44B3-B1FF-1DF6F12E3AA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0BE12DDF-2D29-F573-64E6-2FBDDEFD813A}"/>
              </a:ext>
            </a:extLst>
          </p:cNvPr>
          <p:cNvGrpSpPr/>
          <p:nvPr/>
        </p:nvGrpSpPr>
        <p:grpSpPr>
          <a:xfrm>
            <a:off x="125191" y="540032"/>
            <a:ext cx="1042416" cy="1024128"/>
            <a:chOff x="516782" y="905612"/>
            <a:chExt cx="1530220" cy="1504560"/>
          </a:xfrm>
        </p:grpSpPr>
        <p:pic>
          <p:nvPicPr>
            <p:cNvPr id="41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EFF4B7A0-08F8-474B-A8FB-953EB8D249C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733267" y="1295568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A376E50D-1EEE-40DB-AEB5-2D03C5199970}"/>
                </a:ext>
              </a:extLst>
            </p:cNvPr>
            <p:cNvGrpSpPr/>
            <p:nvPr/>
          </p:nvGrpSpPr>
          <p:grpSpPr>
            <a:xfrm>
              <a:off x="516782" y="905612"/>
              <a:ext cx="1530220" cy="1504560"/>
              <a:chOff x="2307593" y="905612"/>
              <a:chExt cx="1530220" cy="1504560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DEDBE9A3-FF54-4271-A021-CFD119EA4968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: Diagonal Corners Snipped 46">
                <a:extLst>
                  <a:ext uri="{FF2B5EF4-FFF2-40B4-BE49-F238E27FC236}">
                    <a16:creationId xmlns:a16="http://schemas.microsoft.com/office/drawing/2014/main" id="{72C453EB-C0C6-4AA8-B26F-404C22BEC123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A522994B-AF50-4753-81F8-304CD5741A69}"/>
              </a:ext>
            </a:extLst>
          </p:cNvPr>
          <p:cNvGrpSpPr/>
          <p:nvPr/>
        </p:nvGrpSpPr>
        <p:grpSpPr>
          <a:xfrm>
            <a:off x="6107406" y="540032"/>
            <a:ext cx="1042416" cy="1024128"/>
            <a:chOff x="5889215" y="905612"/>
            <a:chExt cx="1530220" cy="150456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CF78992C-07A6-4F88-AD77-32CEA0657EB1}"/>
                </a:ext>
              </a:extLst>
            </p:cNvPr>
            <p:cNvGrpSpPr/>
            <p:nvPr/>
          </p:nvGrpSpPr>
          <p:grpSpPr>
            <a:xfrm>
              <a:off x="6267232" y="1354565"/>
              <a:ext cx="617144" cy="973722"/>
              <a:chOff x="5783656" y="3875645"/>
              <a:chExt cx="667104" cy="1052548"/>
            </a:xfrm>
          </p:grpSpPr>
          <p:pic>
            <p:nvPicPr>
              <p:cNvPr id="79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41278A74-7739-4192-8FE5-DD001D1302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5783656" y="3875645"/>
                <a:ext cx="588239" cy="10137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79">
                <a:extLst>
                  <a:ext uri="{FF2B5EF4-FFF2-40B4-BE49-F238E27FC236}">
                    <a16:creationId xmlns:a16="http://schemas.microsoft.com/office/drawing/2014/main" id="{107C7050-AA79-48AE-9FED-D86C1C61670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22832" r="20853"/>
              <a:stretch/>
            </p:blipFill>
            <p:spPr>
              <a:xfrm rot="659296">
                <a:off x="6371895" y="3875645"/>
                <a:ext cx="78865" cy="1052548"/>
              </a:xfrm>
              <a:prstGeom prst="rect">
                <a:avLst/>
              </a:prstGeom>
            </p:spPr>
          </p:pic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0C7BE4E3-CF20-48B8-A06F-6E7457D0EA54}"/>
                </a:ext>
              </a:extLst>
            </p:cNvPr>
            <p:cNvGrpSpPr/>
            <p:nvPr/>
          </p:nvGrpSpPr>
          <p:grpSpPr>
            <a:xfrm>
              <a:off x="5889215" y="905612"/>
              <a:ext cx="1530220" cy="1504560"/>
              <a:chOff x="2307593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6E71D84-9EC7-40BA-BB84-CAEA1392B73D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: Diagonal Corners Snipped 49">
                <a:extLst>
                  <a:ext uri="{FF2B5EF4-FFF2-40B4-BE49-F238E27FC236}">
                    <a16:creationId xmlns:a16="http://schemas.microsoft.com/office/drawing/2014/main" id="{38C9E609-A0BB-4FF7-A0E7-C3D7ADBD3099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FBA63DF1-E19E-47B6-879C-07414C900FA6}"/>
              </a:ext>
            </a:extLst>
          </p:cNvPr>
          <p:cNvGrpSpPr/>
          <p:nvPr/>
        </p:nvGrpSpPr>
        <p:grpSpPr>
          <a:xfrm>
            <a:off x="3794908" y="543733"/>
            <a:ext cx="1036542" cy="1024128"/>
            <a:chOff x="4098404" y="905612"/>
            <a:chExt cx="1530220" cy="1504560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5B2FB8E8-C927-4FBA-98AD-2BDA4F176469}"/>
                </a:ext>
              </a:extLst>
            </p:cNvPr>
            <p:cNvGrpSpPr/>
            <p:nvPr/>
          </p:nvGrpSpPr>
          <p:grpSpPr>
            <a:xfrm>
              <a:off x="4285685" y="1274196"/>
              <a:ext cx="998322" cy="897977"/>
              <a:chOff x="2281553" y="3804928"/>
              <a:chExt cx="1073093" cy="965233"/>
            </a:xfrm>
          </p:grpSpPr>
          <p:pic>
            <p:nvPicPr>
              <p:cNvPr id="4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570ED585-865F-4BE2-9398-4FD93529B34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580259">
                <a:off x="2281553" y="3804928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905A4975-E453-404F-9717-B6DE99CD92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688060" y="409692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AE5DDC6A-3C28-40A9-9BC6-3BC02ACE4BE6}"/>
                </a:ext>
              </a:extLst>
            </p:cNvPr>
            <p:cNvGrpSpPr/>
            <p:nvPr/>
          </p:nvGrpSpPr>
          <p:grpSpPr>
            <a:xfrm>
              <a:off x="4098404" y="905612"/>
              <a:ext cx="1530220" cy="1504560"/>
              <a:chOff x="2307593" y="905612"/>
              <a:chExt cx="1530220" cy="1504560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2E64607-D0B0-40D2-B9FF-E7E2E56C43C9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Rectangle: Diagonal Corners Snipped 52">
                <a:extLst>
                  <a:ext uri="{FF2B5EF4-FFF2-40B4-BE49-F238E27FC236}">
                    <a16:creationId xmlns:a16="http://schemas.microsoft.com/office/drawing/2014/main" id="{F8C66FFA-D80F-4DA0-AA83-80A0C856B49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AE96D2EF-8DE0-48DA-BF8F-6F250CD8C6CD}"/>
              </a:ext>
            </a:extLst>
          </p:cNvPr>
          <p:cNvGrpSpPr/>
          <p:nvPr/>
        </p:nvGrpSpPr>
        <p:grpSpPr>
          <a:xfrm>
            <a:off x="7305238" y="549566"/>
            <a:ext cx="1042416" cy="1024128"/>
            <a:chOff x="7746989" y="905612"/>
            <a:chExt cx="1530220" cy="1504560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6E9322E4-1163-43D9-9C64-B04337F8929E}"/>
                </a:ext>
              </a:extLst>
            </p:cNvPr>
            <p:cNvGrpSpPr/>
            <p:nvPr/>
          </p:nvGrpSpPr>
          <p:grpSpPr>
            <a:xfrm>
              <a:off x="8060717" y="1261646"/>
              <a:ext cx="902760" cy="1031585"/>
              <a:chOff x="1012829" y="2582529"/>
              <a:chExt cx="902760" cy="1031585"/>
            </a:xfrm>
          </p:grpSpPr>
          <p:pic>
            <p:nvPicPr>
              <p:cNvPr id="9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F794FF8A-1040-4670-B87E-5974FA7A13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1012829" y="2582529"/>
                <a:ext cx="505420" cy="87101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6" name="Picture 95">
                <a:extLst>
                  <a:ext uri="{FF2B5EF4-FFF2-40B4-BE49-F238E27FC236}">
                    <a16:creationId xmlns:a16="http://schemas.microsoft.com/office/drawing/2014/main" id="{B89BCAF0-F8A0-4422-BEBB-7A42538D36C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22832" r="20853"/>
              <a:stretch/>
            </p:blipFill>
            <p:spPr>
              <a:xfrm rot="659296">
                <a:off x="1518249" y="2582529"/>
                <a:ext cx="67762" cy="904359"/>
              </a:xfrm>
              <a:prstGeom prst="rect">
                <a:avLst/>
              </a:prstGeom>
            </p:spPr>
          </p:pic>
          <p:pic>
            <p:nvPicPr>
              <p:cNvPr id="97" name="Picture 96">
                <a:extLst>
                  <a:ext uri="{FF2B5EF4-FFF2-40B4-BE49-F238E27FC236}">
                    <a16:creationId xmlns:a16="http://schemas.microsoft.com/office/drawing/2014/main" id="{DCF2429E-980E-44F5-BBF3-5DF49A637B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43783" y="3121819"/>
                <a:ext cx="371806" cy="492295"/>
              </a:xfrm>
              <a:prstGeom prst="rect">
                <a:avLst/>
              </a:prstGeom>
            </p:spPr>
          </p:pic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2EBFF3D3-86C9-497F-B126-9FE3FAF83455}"/>
                </a:ext>
              </a:extLst>
            </p:cNvPr>
            <p:cNvGrpSpPr/>
            <p:nvPr/>
          </p:nvGrpSpPr>
          <p:grpSpPr>
            <a:xfrm>
              <a:off x="7746989" y="905612"/>
              <a:ext cx="1530220" cy="1504560"/>
              <a:chOff x="2307593" y="905612"/>
              <a:chExt cx="1530220" cy="1504560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AAEA1AA8-510A-4F56-A455-B11F43DC1AF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Rectangle: Diagonal Corners Snipped 58">
                <a:extLst>
                  <a:ext uri="{FF2B5EF4-FFF2-40B4-BE49-F238E27FC236}">
                    <a16:creationId xmlns:a16="http://schemas.microsoft.com/office/drawing/2014/main" id="{F8FC61E8-09A7-411A-AA4C-16BD4AF94173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FEB70B38-6872-44BC-A296-1B2CE65A469F}"/>
              </a:ext>
            </a:extLst>
          </p:cNvPr>
          <p:cNvGrpSpPr/>
          <p:nvPr/>
        </p:nvGrpSpPr>
        <p:grpSpPr>
          <a:xfrm>
            <a:off x="2569306" y="5624834"/>
            <a:ext cx="1042416" cy="1024128"/>
            <a:chOff x="4098404" y="2832151"/>
            <a:chExt cx="1530220" cy="1504560"/>
          </a:xfrm>
        </p:grpSpPr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5D5FFCB1-F08D-4CC5-AC19-D2233342E2D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410161" y="3379695"/>
              <a:ext cx="900481" cy="622531"/>
            </a:xfrm>
            <a:prstGeom prst="rect">
              <a:avLst/>
            </a:prstGeom>
          </p:spPr>
        </p:pic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0A7AD11E-82DA-4C6D-A58A-B5940E03B8CA}"/>
                </a:ext>
              </a:extLst>
            </p:cNvPr>
            <p:cNvGrpSpPr/>
            <p:nvPr/>
          </p:nvGrpSpPr>
          <p:grpSpPr>
            <a:xfrm>
              <a:off x="4098404" y="2832151"/>
              <a:ext cx="1530220" cy="1504560"/>
              <a:chOff x="2307593" y="905612"/>
              <a:chExt cx="1530220" cy="1504560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D9A83F46-203E-4302-9451-F5B1ED5ED32B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Rectangle: Diagonal Corners Snipped 70">
                <a:extLst>
                  <a:ext uri="{FF2B5EF4-FFF2-40B4-BE49-F238E27FC236}">
                    <a16:creationId xmlns:a16="http://schemas.microsoft.com/office/drawing/2014/main" id="{668E0503-7E4B-4893-AA1B-AF1D75611BD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8ACCF6D-D631-1C09-063E-16C741D426A4}"/>
              </a:ext>
            </a:extLst>
          </p:cNvPr>
          <p:cNvGrpSpPr/>
          <p:nvPr/>
        </p:nvGrpSpPr>
        <p:grpSpPr>
          <a:xfrm>
            <a:off x="8489225" y="554278"/>
            <a:ext cx="1042416" cy="1024128"/>
            <a:chOff x="7768406" y="4722741"/>
            <a:chExt cx="1530220" cy="1504560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CAA5CA15-8DF7-4782-BDBB-062A0A5FC673}"/>
                </a:ext>
              </a:extLst>
            </p:cNvPr>
            <p:cNvGrpSpPr/>
            <p:nvPr/>
          </p:nvGrpSpPr>
          <p:grpSpPr>
            <a:xfrm>
              <a:off x="7768406" y="4722741"/>
              <a:ext cx="1530220" cy="1504560"/>
              <a:chOff x="2307593" y="905612"/>
              <a:chExt cx="1530220" cy="1504560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04D5CDCC-77D0-4AEF-B79C-7A45C91144A2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Rectangle: Diagonal Corners Snipped 55">
                <a:extLst>
                  <a:ext uri="{FF2B5EF4-FFF2-40B4-BE49-F238E27FC236}">
                    <a16:creationId xmlns:a16="http://schemas.microsoft.com/office/drawing/2014/main" id="{8EA2186D-7A46-4A24-840F-95AB7BE645E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438B3787-A014-4CC3-B211-7A55122774BA}"/>
                </a:ext>
              </a:extLst>
            </p:cNvPr>
            <p:cNvGrpSpPr/>
            <p:nvPr/>
          </p:nvGrpSpPr>
          <p:grpSpPr>
            <a:xfrm>
              <a:off x="8115013" y="5121610"/>
              <a:ext cx="868585" cy="907769"/>
              <a:chOff x="2189444" y="4586095"/>
              <a:chExt cx="1002523" cy="1047750"/>
            </a:xfrm>
          </p:grpSpPr>
          <p:pic>
            <p:nvPicPr>
              <p:cNvPr id="92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329093DF-4B2E-4D50-8C71-80F84C82B8E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190643" y="4584896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3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5B4D0619-B841-4529-B1CB-3C5DDF838AE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585930" y="5027809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4B22EB7-8803-CA14-D7F5-C52B6B3A50D6}"/>
              </a:ext>
            </a:extLst>
          </p:cNvPr>
          <p:cNvGrpSpPr/>
          <p:nvPr/>
        </p:nvGrpSpPr>
        <p:grpSpPr>
          <a:xfrm>
            <a:off x="188462" y="5639830"/>
            <a:ext cx="1042416" cy="1024128"/>
            <a:chOff x="5889215" y="2832151"/>
            <a:chExt cx="1530220" cy="1504560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BB64FCA7-9810-44ED-880D-FB82A9DAEB69}"/>
                </a:ext>
              </a:extLst>
            </p:cNvPr>
            <p:cNvGrpSpPr/>
            <p:nvPr/>
          </p:nvGrpSpPr>
          <p:grpSpPr>
            <a:xfrm>
              <a:off x="5889215" y="2832151"/>
              <a:ext cx="1530220" cy="1504560"/>
              <a:chOff x="2307593" y="905612"/>
              <a:chExt cx="1530220" cy="1504560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06B710D9-B670-4FBE-8AC0-A9AAD07914A1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Rectangle: Diagonal Corners Snipped 67">
                <a:extLst>
                  <a:ext uri="{FF2B5EF4-FFF2-40B4-BE49-F238E27FC236}">
                    <a16:creationId xmlns:a16="http://schemas.microsoft.com/office/drawing/2014/main" id="{CEF10075-2F74-4A94-8349-77D619DBBA71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2F600ABF-70A4-45E1-948F-9F382B243621}"/>
                </a:ext>
              </a:extLst>
            </p:cNvPr>
            <p:cNvGrpSpPr/>
            <p:nvPr/>
          </p:nvGrpSpPr>
          <p:grpSpPr>
            <a:xfrm>
              <a:off x="6228970" y="3208212"/>
              <a:ext cx="880507" cy="949977"/>
              <a:chOff x="3478591" y="4575175"/>
              <a:chExt cx="1004261" cy="1083495"/>
            </a:xfrm>
          </p:grpSpPr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F4798580-7EA1-4AB0-BF27-EBDA252B1329}"/>
                  </a:ext>
                </a:extLst>
              </p:cNvPr>
              <p:cNvSpPr/>
              <p:nvPr/>
            </p:nvSpPr>
            <p:spPr>
              <a:xfrm>
                <a:off x="3601025" y="4851090"/>
                <a:ext cx="318597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Freeform: Shape 109">
                <a:extLst>
                  <a:ext uri="{FF2B5EF4-FFF2-40B4-BE49-F238E27FC236}">
                    <a16:creationId xmlns:a16="http://schemas.microsoft.com/office/drawing/2014/main" id="{A55C0B9A-D03E-4EF0-95C6-3CE143C4A970}"/>
                  </a:ext>
                </a:extLst>
              </p:cNvPr>
              <p:cNvSpPr/>
              <p:nvPr/>
            </p:nvSpPr>
            <p:spPr>
              <a:xfrm rot="18659026">
                <a:off x="3563220" y="4979369"/>
                <a:ext cx="182630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1" name="Freeform: Shape 110">
                <a:extLst>
                  <a:ext uri="{FF2B5EF4-FFF2-40B4-BE49-F238E27FC236}">
                    <a16:creationId xmlns:a16="http://schemas.microsoft.com/office/drawing/2014/main" id="{347EED1F-C27C-498C-87BC-16295549A435}"/>
                  </a:ext>
                </a:extLst>
              </p:cNvPr>
              <p:cNvSpPr/>
              <p:nvPr/>
            </p:nvSpPr>
            <p:spPr>
              <a:xfrm rot="14211931">
                <a:off x="3893519" y="4856856"/>
                <a:ext cx="165403" cy="154149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2" name="Freeform: Shape 111">
                <a:extLst>
                  <a:ext uri="{FF2B5EF4-FFF2-40B4-BE49-F238E27FC236}">
                    <a16:creationId xmlns:a16="http://schemas.microsoft.com/office/drawing/2014/main" id="{058E406A-EF09-45F1-BC00-6E2DD2D9881D}"/>
                  </a:ext>
                </a:extLst>
              </p:cNvPr>
              <p:cNvSpPr/>
              <p:nvPr/>
            </p:nvSpPr>
            <p:spPr>
              <a:xfrm rot="11383933">
                <a:off x="4014466" y="4829516"/>
                <a:ext cx="222248" cy="2324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" name="Freeform: Shape 112">
                <a:extLst>
                  <a:ext uri="{FF2B5EF4-FFF2-40B4-BE49-F238E27FC236}">
                    <a16:creationId xmlns:a16="http://schemas.microsoft.com/office/drawing/2014/main" id="{ED05CDFC-7600-4A6A-8954-F3F449B442C5}"/>
                  </a:ext>
                </a:extLst>
              </p:cNvPr>
              <p:cNvSpPr/>
              <p:nvPr/>
            </p:nvSpPr>
            <p:spPr>
              <a:xfrm>
                <a:off x="3736974" y="4575175"/>
                <a:ext cx="441325" cy="292100"/>
              </a:xfrm>
              <a:custGeom>
                <a:avLst/>
                <a:gdLst>
                  <a:gd name="connsiteX0" fmla="*/ 25400 w 365294"/>
                  <a:gd name="connsiteY0" fmla="*/ 206375 h 266700"/>
                  <a:gd name="connsiteX1" fmla="*/ 0 w 365294"/>
                  <a:gd name="connsiteY1" fmla="*/ 152400 h 266700"/>
                  <a:gd name="connsiteX2" fmla="*/ 28575 w 365294"/>
                  <a:gd name="connsiteY2" fmla="*/ 85725 h 266700"/>
                  <a:gd name="connsiteX3" fmla="*/ 44450 w 365294"/>
                  <a:gd name="connsiteY3" fmla="*/ 82550 h 266700"/>
                  <a:gd name="connsiteX4" fmla="*/ 76200 w 365294"/>
                  <a:gd name="connsiteY4" fmla="*/ 73025 h 266700"/>
                  <a:gd name="connsiteX5" fmla="*/ 88900 w 365294"/>
                  <a:gd name="connsiteY5" fmla="*/ 66675 h 266700"/>
                  <a:gd name="connsiteX6" fmla="*/ 111125 w 365294"/>
                  <a:gd name="connsiteY6" fmla="*/ 3175 h 266700"/>
                  <a:gd name="connsiteX7" fmla="*/ 130175 w 365294"/>
                  <a:gd name="connsiteY7" fmla="*/ 0 h 266700"/>
                  <a:gd name="connsiteX8" fmla="*/ 200025 w 365294"/>
                  <a:gd name="connsiteY8" fmla="*/ 15875 h 266700"/>
                  <a:gd name="connsiteX9" fmla="*/ 209550 w 365294"/>
                  <a:gd name="connsiteY9" fmla="*/ 34925 h 266700"/>
                  <a:gd name="connsiteX10" fmla="*/ 222250 w 365294"/>
                  <a:gd name="connsiteY10" fmla="*/ 47625 h 266700"/>
                  <a:gd name="connsiteX11" fmla="*/ 231775 w 365294"/>
                  <a:gd name="connsiteY11" fmla="*/ 50800 h 266700"/>
                  <a:gd name="connsiteX12" fmla="*/ 269875 w 365294"/>
                  <a:gd name="connsiteY12" fmla="*/ 60325 h 266700"/>
                  <a:gd name="connsiteX13" fmla="*/ 276225 w 365294"/>
                  <a:gd name="connsiteY13" fmla="*/ 69850 h 266700"/>
                  <a:gd name="connsiteX14" fmla="*/ 279400 w 365294"/>
                  <a:gd name="connsiteY14" fmla="*/ 98425 h 266700"/>
                  <a:gd name="connsiteX15" fmla="*/ 314325 w 365294"/>
                  <a:gd name="connsiteY15" fmla="*/ 104775 h 266700"/>
                  <a:gd name="connsiteX16" fmla="*/ 333375 w 365294"/>
                  <a:gd name="connsiteY16" fmla="*/ 98425 h 266700"/>
                  <a:gd name="connsiteX17" fmla="*/ 355600 w 365294"/>
                  <a:gd name="connsiteY17" fmla="*/ 92075 h 266700"/>
                  <a:gd name="connsiteX18" fmla="*/ 365125 w 365294"/>
                  <a:gd name="connsiteY18" fmla="*/ 114300 h 266700"/>
                  <a:gd name="connsiteX19" fmla="*/ 358775 w 365294"/>
                  <a:gd name="connsiteY19" fmla="*/ 190500 h 266700"/>
                  <a:gd name="connsiteX20" fmla="*/ 333375 w 365294"/>
                  <a:gd name="connsiteY20" fmla="*/ 215900 h 266700"/>
                  <a:gd name="connsiteX21" fmla="*/ 317500 w 365294"/>
                  <a:gd name="connsiteY21" fmla="*/ 219075 h 266700"/>
                  <a:gd name="connsiteX22" fmla="*/ 282575 w 365294"/>
                  <a:gd name="connsiteY22" fmla="*/ 231775 h 266700"/>
                  <a:gd name="connsiteX23" fmla="*/ 273050 w 365294"/>
                  <a:gd name="connsiteY23" fmla="*/ 247650 h 266700"/>
                  <a:gd name="connsiteX24" fmla="*/ 263525 w 365294"/>
                  <a:gd name="connsiteY24" fmla="*/ 254000 h 266700"/>
                  <a:gd name="connsiteX25" fmla="*/ 219075 w 365294"/>
                  <a:gd name="connsiteY25" fmla="*/ 263525 h 266700"/>
                  <a:gd name="connsiteX26" fmla="*/ 209550 w 365294"/>
                  <a:gd name="connsiteY26" fmla="*/ 266700 h 266700"/>
                  <a:gd name="connsiteX27" fmla="*/ 187325 w 365294"/>
                  <a:gd name="connsiteY27" fmla="*/ 257175 h 266700"/>
                  <a:gd name="connsiteX28" fmla="*/ 165100 w 365294"/>
                  <a:gd name="connsiteY28" fmla="*/ 247650 h 266700"/>
                  <a:gd name="connsiteX29" fmla="*/ 73025 w 365294"/>
                  <a:gd name="connsiteY29" fmla="*/ 238125 h 266700"/>
                  <a:gd name="connsiteX30" fmla="*/ 25400 w 365294"/>
                  <a:gd name="connsiteY30" fmla="*/ 206375 h 2667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365294" h="266700">
                    <a:moveTo>
                      <a:pt x="25400" y="206375"/>
                    </a:moveTo>
                    <a:cubicBezTo>
                      <a:pt x="13229" y="192088"/>
                      <a:pt x="9741" y="186492"/>
                      <a:pt x="0" y="152400"/>
                    </a:cubicBezTo>
                    <a:cubicBezTo>
                      <a:pt x="8302" y="102591"/>
                      <a:pt x="-6870" y="98614"/>
                      <a:pt x="28575" y="85725"/>
                    </a:cubicBezTo>
                    <a:cubicBezTo>
                      <a:pt x="33647" y="83881"/>
                      <a:pt x="39158" y="83608"/>
                      <a:pt x="44450" y="82550"/>
                    </a:cubicBezTo>
                    <a:cubicBezTo>
                      <a:pt x="74533" y="67508"/>
                      <a:pt x="36669" y="84884"/>
                      <a:pt x="76200" y="73025"/>
                    </a:cubicBezTo>
                    <a:cubicBezTo>
                      <a:pt x="80733" y="71665"/>
                      <a:pt x="84667" y="68792"/>
                      <a:pt x="88900" y="66675"/>
                    </a:cubicBezTo>
                    <a:cubicBezTo>
                      <a:pt x="91949" y="11791"/>
                      <a:pt x="74149" y="12419"/>
                      <a:pt x="111125" y="3175"/>
                    </a:cubicBezTo>
                    <a:cubicBezTo>
                      <a:pt x="117370" y="1614"/>
                      <a:pt x="123825" y="1058"/>
                      <a:pt x="130175" y="0"/>
                    </a:cubicBezTo>
                    <a:cubicBezTo>
                      <a:pt x="153458" y="5292"/>
                      <a:pt x="178170" y="6259"/>
                      <a:pt x="200025" y="15875"/>
                    </a:cubicBezTo>
                    <a:cubicBezTo>
                      <a:pt x="206523" y="18734"/>
                      <a:pt x="205479" y="29109"/>
                      <a:pt x="209550" y="34925"/>
                    </a:cubicBezTo>
                    <a:cubicBezTo>
                      <a:pt x="212983" y="39830"/>
                      <a:pt x="217378" y="44145"/>
                      <a:pt x="222250" y="47625"/>
                    </a:cubicBezTo>
                    <a:cubicBezTo>
                      <a:pt x="224973" y="49570"/>
                      <a:pt x="228541" y="49938"/>
                      <a:pt x="231775" y="50800"/>
                    </a:cubicBezTo>
                    <a:cubicBezTo>
                      <a:pt x="244424" y="54173"/>
                      <a:pt x="269875" y="60325"/>
                      <a:pt x="269875" y="60325"/>
                    </a:cubicBezTo>
                    <a:cubicBezTo>
                      <a:pt x="271992" y="63500"/>
                      <a:pt x="275300" y="66148"/>
                      <a:pt x="276225" y="69850"/>
                    </a:cubicBezTo>
                    <a:cubicBezTo>
                      <a:pt x="278549" y="79147"/>
                      <a:pt x="272335" y="91949"/>
                      <a:pt x="279400" y="98425"/>
                    </a:cubicBezTo>
                    <a:cubicBezTo>
                      <a:pt x="288122" y="106421"/>
                      <a:pt x="302683" y="102658"/>
                      <a:pt x="314325" y="104775"/>
                    </a:cubicBezTo>
                    <a:cubicBezTo>
                      <a:pt x="320675" y="102658"/>
                      <a:pt x="326964" y="100348"/>
                      <a:pt x="333375" y="98425"/>
                    </a:cubicBezTo>
                    <a:cubicBezTo>
                      <a:pt x="373242" y="86465"/>
                      <a:pt x="323589" y="102745"/>
                      <a:pt x="355600" y="92075"/>
                    </a:cubicBezTo>
                    <a:cubicBezTo>
                      <a:pt x="358775" y="99483"/>
                      <a:pt x="364865" y="106244"/>
                      <a:pt x="365125" y="114300"/>
                    </a:cubicBezTo>
                    <a:cubicBezTo>
                      <a:pt x="365947" y="139775"/>
                      <a:pt x="363774" y="165507"/>
                      <a:pt x="358775" y="190500"/>
                    </a:cubicBezTo>
                    <a:cubicBezTo>
                      <a:pt x="356068" y="204034"/>
                      <a:pt x="345075" y="212000"/>
                      <a:pt x="333375" y="215900"/>
                    </a:cubicBezTo>
                    <a:cubicBezTo>
                      <a:pt x="328255" y="217607"/>
                      <a:pt x="322735" y="217766"/>
                      <a:pt x="317500" y="219075"/>
                    </a:cubicBezTo>
                    <a:cubicBezTo>
                      <a:pt x="294549" y="224813"/>
                      <a:pt x="299817" y="223154"/>
                      <a:pt x="282575" y="231775"/>
                    </a:cubicBezTo>
                    <a:cubicBezTo>
                      <a:pt x="279400" y="237067"/>
                      <a:pt x="277066" y="242965"/>
                      <a:pt x="273050" y="247650"/>
                    </a:cubicBezTo>
                    <a:cubicBezTo>
                      <a:pt x="270567" y="250547"/>
                      <a:pt x="266938" y="252293"/>
                      <a:pt x="263525" y="254000"/>
                    </a:cubicBezTo>
                    <a:cubicBezTo>
                      <a:pt x="245122" y="263201"/>
                      <a:pt x="242603" y="260911"/>
                      <a:pt x="219075" y="263525"/>
                    </a:cubicBezTo>
                    <a:cubicBezTo>
                      <a:pt x="215900" y="264583"/>
                      <a:pt x="212897" y="266700"/>
                      <a:pt x="209550" y="266700"/>
                    </a:cubicBezTo>
                    <a:cubicBezTo>
                      <a:pt x="197817" y="266700"/>
                      <a:pt x="196398" y="262360"/>
                      <a:pt x="187325" y="257175"/>
                    </a:cubicBezTo>
                    <a:cubicBezTo>
                      <a:pt x="182342" y="254327"/>
                      <a:pt x="171542" y="248787"/>
                      <a:pt x="165100" y="247650"/>
                    </a:cubicBezTo>
                    <a:cubicBezTo>
                      <a:pt x="123328" y="240279"/>
                      <a:pt x="115994" y="240990"/>
                      <a:pt x="73025" y="238125"/>
                    </a:cubicBezTo>
                    <a:cubicBezTo>
                      <a:pt x="42516" y="224565"/>
                      <a:pt x="37571" y="220662"/>
                      <a:pt x="25400" y="20637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0BB47D4B-64F9-42A0-B012-B02D307ACB87}"/>
                  </a:ext>
                </a:extLst>
              </p:cNvPr>
              <p:cNvSpPr/>
              <p:nvPr/>
            </p:nvSpPr>
            <p:spPr>
              <a:xfrm>
                <a:off x="3757306" y="4997171"/>
                <a:ext cx="401426" cy="184150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EA2412D6-D746-4432-85C2-6915FBBA6DAF}"/>
                  </a:ext>
                </a:extLst>
              </p:cNvPr>
              <p:cNvSpPr/>
              <p:nvPr/>
            </p:nvSpPr>
            <p:spPr>
              <a:xfrm rot="10800000">
                <a:off x="3796928" y="5181521"/>
                <a:ext cx="328662" cy="121818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" name="Freeform: Shape 115">
                <a:extLst>
                  <a:ext uri="{FF2B5EF4-FFF2-40B4-BE49-F238E27FC236}">
                    <a16:creationId xmlns:a16="http://schemas.microsoft.com/office/drawing/2014/main" id="{F9F99F91-BCC1-4178-9EB6-1A32E63065C2}"/>
                  </a:ext>
                </a:extLst>
              </p:cNvPr>
              <p:cNvSpPr/>
              <p:nvPr/>
            </p:nvSpPr>
            <p:spPr>
              <a:xfrm>
                <a:off x="3763785" y="5292686"/>
                <a:ext cx="165326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7" name="Freeform: Shape 116">
                <a:extLst>
                  <a:ext uri="{FF2B5EF4-FFF2-40B4-BE49-F238E27FC236}">
                    <a16:creationId xmlns:a16="http://schemas.microsoft.com/office/drawing/2014/main" id="{80D60CCE-AF6D-4304-B03E-E33FF3342AD6}"/>
                  </a:ext>
                </a:extLst>
              </p:cNvPr>
              <p:cNvSpPr/>
              <p:nvPr/>
            </p:nvSpPr>
            <p:spPr>
              <a:xfrm>
                <a:off x="3750859" y="5439558"/>
                <a:ext cx="114493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Freeform: Shape 117">
                <a:extLst>
                  <a:ext uri="{FF2B5EF4-FFF2-40B4-BE49-F238E27FC236}">
                    <a16:creationId xmlns:a16="http://schemas.microsoft.com/office/drawing/2014/main" id="{3BD93ABD-F3CA-492B-8423-31748FD7DEFB}"/>
                  </a:ext>
                </a:extLst>
              </p:cNvPr>
              <p:cNvSpPr/>
              <p:nvPr/>
            </p:nvSpPr>
            <p:spPr>
              <a:xfrm>
                <a:off x="3696435" y="5569176"/>
                <a:ext cx="172596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9" name="Freeform: Shape 118">
                <a:extLst>
                  <a:ext uri="{FF2B5EF4-FFF2-40B4-BE49-F238E27FC236}">
                    <a16:creationId xmlns:a16="http://schemas.microsoft.com/office/drawing/2014/main" id="{0BBF8DEE-05CA-4F8C-AE41-D9F13BED9FC9}"/>
                  </a:ext>
                </a:extLst>
              </p:cNvPr>
              <p:cNvSpPr/>
              <p:nvPr/>
            </p:nvSpPr>
            <p:spPr>
              <a:xfrm flipH="1">
                <a:off x="4008439" y="5299368"/>
                <a:ext cx="164239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" name="Freeform: Shape 119">
                <a:extLst>
                  <a:ext uri="{FF2B5EF4-FFF2-40B4-BE49-F238E27FC236}">
                    <a16:creationId xmlns:a16="http://schemas.microsoft.com/office/drawing/2014/main" id="{9C199894-92FA-4D69-B03B-EE99BCD35EC0}"/>
                  </a:ext>
                </a:extLst>
              </p:cNvPr>
              <p:cNvSpPr/>
              <p:nvPr/>
            </p:nvSpPr>
            <p:spPr>
              <a:xfrm flipH="1">
                <a:off x="4071779" y="5446240"/>
                <a:ext cx="113740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DC63914F-F4D9-41D3-BCCC-AFBAB72F1251}"/>
                  </a:ext>
                </a:extLst>
              </p:cNvPr>
              <p:cNvSpPr/>
              <p:nvPr/>
            </p:nvSpPr>
            <p:spPr>
              <a:xfrm flipH="1">
                <a:off x="4068124" y="5575858"/>
                <a:ext cx="171461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85738A70-47D7-4DDF-96B4-ABBFA8BDBEF0}"/>
                  </a:ext>
                </a:extLst>
              </p:cNvPr>
              <p:cNvSpPr/>
              <p:nvPr/>
            </p:nvSpPr>
            <p:spPr>
              <a:xfrm rot="14263189">
                <a:off x="4161759" y="4989494"/>
                <a:ext cx="206241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26E41EC1-0907-41CC-854C-599FA54C5A41}"/>
                  </a:ext>
                </a:extLst>
              </p:cNvPr>
              <p:cNvSpPr/>
              <p:nvPr/>
            </p:nvSpPr>
            <p:spPr>
              <a:xfrm>
                <a:off x="3478591" y="5120130"/>
                <a:ext cx="209669" cy="263525"/>
              </a:xfrm>
              <a:custGeom>
                <a:avLst/>
                <a:gdLst>
                  <a:gd name="connsiteX0" fmla="*/ 168275 w 209669"/>
                  <a:gd name="connsiteY0" fmla="*/ 60325 h 263525"/>
                  <a:gd name="connsiteX1" fmla="*/ 133350 w 209669"/>
                  <a:gd name="connsiteY1" fmla="*/ 44450 h 263525"/>
                  <a:gd name="connsiteX2" fmla="*/ 101600 w 209669"/>
                  <a:gd name="connsiteY2" fmla="*/ 25400 h 263525"/>
                  <a:gd name="connsiteX3" fmla="*/ 85725 w 209669"/>
                  <a:gd name="connsiteY3" fmla="*/ 12700 h 263525"/>
                  <a:gd name="connsiteX4" fmla="*/ 66675 w 209669"/>
                  <a:gd name="connsiteY4" fmla="*/ 0 h 263525"/>
                  <a:gd name="connsiteX5" fmla="*/ 38100 w 209669"/>
                  <a:gd name="connsiteY5" fmla="*/ 53975 h 263525"/>
                  <a:gd name="connsiteX6" fmla="*/ 25400 w 209669"/>
                  <a:gd name="connsiteY6" fmla="*/ 79375 h 263525"/>
                  <a:gd name="connsiteX7" fmla="*/ 19050 w 209669"/>
                  <a:gd name="connsiteY7" fmla="*/ 92075 h 263525"/>
                  <a:gd name="connsiteX8" fmla="*/ 0 w 209669"/>
                  <a:gd name="connsiteY8" fmla="*/ 114300 h 263525"/>
                  <a:gd name="connsiteX9" fmla="*/ 6350 w 209669"/>
                  <a:gd name="connsiteY9" fmla="*/ 161925 h 263525"/>
                  <a:gd name="connsiteX10" fmla="*/ 25400 w 209669"/>
                  <a:gd name="connsiteY10" fmla="*/ 177800 h 263525"/>
                  <a:gd name="connsiteX11" fmla="*/ 50800 w 209669"/>
                  <a:gd name="connsiteY11" fmla="*/ 187325 h 263525"/>
                  <a:gd name="connsiteX12" fmla="*/ 88900 w 209669"/>
                  <a:gd name="connsiteY12" fmla="*/ 196850 h 263525"/>
                  <a:gd name="connsiteX13" fmla="*/ 123825 w 209669"/>
                  <a:gd name="connsiteY13" fmla="*/ 225425 h 263525"/>
                  <a:gd name="connsiteX14" fmla="*/ 139700 w 209669"/>
                  <a:gd name="connsiteY14" fmla="*/ 241300 h 263525"/>
                  <a:gd name="connsiteX15" fmla="*/ 158750 w 209669"/>
                  <a:gd name="connsiteY15" fmla="*/ 263525 h 263525"/>
                  <a:gd name="connsiteX16" fmla="*/ 168275 w 209669"/>
                  <a:gd name="connsiteY16" fmla="*/ 260350 h 263525"/>
                  <a:gd name="connsiteX17" fmla="*/ 190500 w 209669"/>
                  <a:gd name="connsiteY17" fmla="*/ 247650 h 263525"/>
                  <a:gd name="connsiteX18" fmla="*/ 203200 w 209669"/>
                  <a:gd name="connsiteY18" fmla="*/ 215900 h 263525"/>
                  <a:gd name="connsiteX19" fmla="*/ 209550 w 209669"/>
                  <a:gd name="connsiteY19" fmla="*/ 165100 h 263525"/>
                  <a:gd name="connsiteX20" fmla="*/ 203200 w 209669"/>
                  <a:gd name="connsiteY20" fmla="*/ 133350 h 263525"/>
                  <a:gd name="connsiteX21" fmla="*/ 187325 w 209669"/>
                  <a:gd name="connsiteY21" fmla="*/ 104775 h 263525"/>
                  <a:gd name="connsiteX22" fmla="*/ 168275 w 209669"/>
                  <a:gd name="connsiteY22" fmla="*/ 60325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209669" h="263525">
                    <a:moveTo>
                      <a:pt x="168275" y="60325"/>
                    </a:moveTo>
                    <a:cubicBezTo>
                      <a:pt x="159279" y="50271"/>
                      <a:pt x="148210" y="52809"/>
                      <a:pt x="133350" y="44450"/>
                    </a:cubicBezTo>
                    <a:cubicBezTo>
                      <a:pt x="122593" y="38399"/>
                      <a:pt x="111238" y="33110"/>
                      <a:pt x="101600" y="25400"/>
                    </a:cubicBezTo>
                    <a:cubicBezTo>
                      <a:pt x="96308" y="21167"/>
                      <a:pt x="91206" y="16686"/>
                      <a:pt x="85725" y="12700"/>
                    </a:cubicBezTo>
                    <a:cubicBezTo>
                      <a:pt x="79553" y="8211"/>
                      <a:pt x="66675" y="0"/>
                      <a:pt x="66675" y="0"/>
                    </a:cubicBezTo>
                    <a:cubicBezTo>
                      <a:pt x="48194" y="44355"/>
                      <a:pt x="59395" y="27357"/>
                      <a:pt x="38100" y="53975"/>
                    </a:cubicBezTo>
                    <a:cubicBezTo>
                      <a:pt x="32296" y="71388"/>
                      <a:pt x="37897" y="56881"/>
                      <a:pt x="25400" y="79375"/>
                    </a:cubicBezTo>
                    <a:cubicBezTo>
                      <a:pt x="23101" y="83512"/>
                      <a:pt x="21558" y="88061"/>
                      <a:pt x="19050" y="92075"/>
                    </a:cubicBezTo>
                    <a:cubicBezTo>
                      <a:pt x="12262" y="102936"/>
                      <a:pt x="8659" y="105641"/>
                      <a:pt x="0" y="114300"/>
                    </a:cubicBezTo>
                    <a:cubicBezTo>
                      <a:pt x="2117" y="130175"/>
                      <a:pt x="402" y="147055"/>
                      <a:pt x="6350" y="161925"/>
                    </a:cubicBezTo>
                    <a:cubicBezTo>
                      <a:pt x="9420" y="169600"/>
                      <a:pt x="18875" y="172725"/>
                      <a:pt x="25400" y="177800"/>
                    </a:cubicBezTo>
                    <a:cubicBezTo>
                      <a:pt x="39059" y="188424"/>
                      <a:pt x="31687" y="181591"/>
                      <a:pt x="50800" y="187325"/>
                    </a:cubicBezTo>
                    <a:cubicBezTo>
                      <a:pt x="88147" y="198529"/>
                      <a:pt x="41962" y="190145"/>
                      <a:pt x="88900" y="196850"/>
                    </a:cubicBezTo>
                    <a:cubicBezTo>
                      <a:pt x="109784" y="203811"/>
                      <a:pt x="96058" y="197658"/>
                      <a:pt x="123825" y="225425"/>
                    </a:cubicBezTo>
                    <a:cubicBezTo>
                      <a:pt x="129117" y="230717"/>
                      <a:pt x="135850" y="234883"/>
                      <a:pt x="139700" y="241300"/>
                    </a:cubicBezTo>
                    <a:cubicBezTo>
                      <a:pt x="151188" y="260447"/>
                      <a:pt x="144090" y="253752"/>
                      <a:pt x="158750" y="263525"/>
                    </a:cubicBezTo>
                    <a:cubicBezTo>
                      <a:pt x="161925" y="262467"/>
                      <a:pt x="165369" y="262010"/>
                      <a:pt x="168275" y="260350"/>
                    </a:cubicBezTo>
                    <a:cubicBezTo>
                      <a:pt x="195185" y="244973"/>
                      <a:pt x="168661" y="254930"/>
                      <a:pt x="190500" y="247650"/>
                    </a:cubicBezTo>
                    <a:cubicBezTo>
                      <a:pt x="198347" y="224110"/>
                      <a:pt x="193857" y="234587"/>
                      <a:pt x="203200" y="215900"/>
                    </a:cubicBezTo>
                    <a:cubicBezTo>
                      <a:pt x="206586" y="198970"/>
                      <a:pt x="210395" y="182854"/>
                      <a:pt x="209550" y="165100"/>
                    </a:cubicBezTo>
                    <a:cubicBezTo>
                      <a:pt x="209037" y="154319"/>
                      <a:pt x="205981" y="143779"/>
                      <a:pt x="203200" y="133350"/>
                    </a:cubicBezTo>
                    <a:cubicBezTo>
                      <a:pt x="198472" y="115619"/>
                      <a:pt x="196939" y="119196"/>
                      <a:pt x="187325" y="104775"/>
                    </a:cubicBezTo>
                    <a:cubicBezTo>
                      <a:pt x="183902" y="99640"/>
                      <a:pt x="177271" y="70379"/>
                      <a:pt x="168275" y="6032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289BD004-8DFD-43D3-ABB0-CD53BE91EC2E}"/>
                  </a:ext>
                </a:extLst>
              </p:cNvPr>
              <p:cNvSpPr/>
              <p:nvPr/>
            </p:nvSpPr>
            <p:spPr>
              <a:xfrm rot="20576531">
                <a:off x="4260092" y="5105540"/>
                <a:ext cx="222760" cy="209550"/>
              </a:xfrm>
              <a:custGeom>
                <a:avLst/>
                <a:gdLst>
                  <a:gd name="connsiteX0" fmla="*/ 12700 w 222760"/>
                  <a:gd name="connsiteY0" fmla="*/ 50800 h 209550"/>
                  <a:gd name="connsiteX1" fmla="*/ 82550 w 222760"/>
                  <a:gd name="connsiteY1" fmla="*/ 57150 h 209550"/>
                  <a:gd name="connsiteX2" fmla="*/ 114300 w 222760"/>
                  <a:gd name="connsiteY2" fmla="*/ 50800 h 209550"/>
                  <a:gd name="connsiteX3" fmla="*/ 123825 w 222760"/>
                  <a:gd name="connsiteY3" fmla="*/ 34925 h 209550"/>
                  <a:gd name="connsiteX4" fmla="*/ 133350 w 222760"/>
                  <a:gd name="connsiteY4" fmla="*/ 28575 h 209550"/>
                  <a:gd name="connsiteX5" fmla="*/ 149225 w 222760"/>
                  <a:gd name="connsiteY5" fmla="*/ 3175 h 209550"/>
                  <a:gd name="connsiteX6" fmla="*/ 158750 w 222760"/>
                  <a:gd name="connsiteY6" fmla="*/ 0 h 209550"/>
                  <a:gd name="connsiteX7" fmla="*/ 165100 w 222760"/>
                  <a:gd name="connsiteY7" fmla="*/ 25400 h 209550"/>
                  <a:gd name="connsiteX8" fmla="*/ 168275 w 222760"/>
                  <a:gd name="connsiteY8" fmla="*/ 60325 h 209550"/>
                  <a:gd name="connsiteX9" fmla="*/ 171450 w 222760"/>
                  <a:gd name="connsiteY9" fmla="*/ 69850 h 209550"/>
                  <a:gd name="connsiteX10" fmla="*/ 190500 w 222760"/>
                  <a:gd name="connsiteY10" fmla="*/ 95250 h 209550"/>
                  <a:gd name="connsiteX11" fmla="*/ 203200 w 222760"/>
                  <a:gd name="connsiteY11" fmla="*/ 123825 h 209550"/>
                  <a:gd name="connsiteX12" fmla="*/ 212725 w 222760"/>
                  <a:gd name="connsiteY12" fmla="*/ 130175 h 209550"/>
                  <a:gd name="connsiteX13" fmla="*/ 222250 w 222760"/>
                  <a:gd name="connsiteY13" fmla="*/ 155575 h 209550"/>
                  <a:gd name="connsiteX14" fmla="*/ 193675 w 222760"/>
                  <a:gd name="connsiteY14" fmla="*/ 187325 h 209550"/>
                  <a:gd name="connsiteX15" fmla="*/ 184150 w 222760"/>
                  <a:gd name="connsiteY15" fmla="*/ 193675 h 209550"/>
                  <a:gd name="connsiteX16" fmla="*/ 174625 w 222760"/>
                  <a:gd name="connsiteY16" fmla="*/ 196850 h 209550"/>
                  <a:gd name="connsiteX17" fmla="*/ 149225 w 222760"/>
                  <a:gd name="connsiteY17" fmla="*/ 203200 h 209550"/>
                  <a:gd name="connsiteX18" fmla="*/ 107950 w 222760"/>
                  <a:gd name="connsiteY18" fmla="*/ 206375 h 209550"/>
                  <a:gd name="connsiteX19" fmla="*/ 82550 w 222760"/>
                  <a:gd name="connsiteY19" fmla="*/ 209550 h 209550"/>
                  <a:gd name="connsiteX20" fmla="*/ 6350 w 222760"/>
                  <a:gd name="connsiteY20" fmla="*/ 200025 h 209550"/>
                  <a:gd name="connsiteX21" fmla="*/ 0 w 222760"/>
                  <a:gd name="connsiteY21" fmla="*/ 190500 h 209550"/>
                  <a:gd name="connsiteX22" fmla="*/ 15875 w 222760"/>
                  <a:gd name="connsiteY22" fmla="*/ 158750 h 209550"/>
                  <a:gd name="connsiteX23" fmla="*/ 25400 w 222760"/>
                  <a:gd name="connsiteY23" fmla="*/ 155575 h 209550"/>
                  <a:gd name="connsiteX24" fmla="*/ 41275 w 222760"/>
                  <a:gd name="connsiteY24" fmla="*/ 130175 h 209550"/>
                  <a:gd name="connsiteX25" fmla="*/ 34925 w 222760"/>
                  <a:gd name="connsiteY25" fmla="*/ 107950 h 209550"/>
                  <a:gd name="connsiteX26" fmla="*/ 25400 w 222760"/>
                  <a:gd name="connsiteY26" fmla="*/ 98425 h 209550"/>
                  <a:gd name="connsiteX27" fmla="*/ 12700 w 222760"/>
                  <a:gd name="connsiteY27" fmla="*/ 50800 h 2095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222760" h="209550">
                    <a:moveTo>
                      <a:pt x="12700" y="50800"/>
                    </a:moveTo>
                    <a:cubicBezTo>
                      <a:pt x="22225" y="43921"/>
                      <a:pt x="47195" y="58459"/>
                      <a:pt x="82550" y="57150"/>
                    </a:cubicBezTo>
                    <a:cubicBezTo>
                      <a:pt x="93336" y="56751"/>
                      <a:pt x="103717" y="52917"/>
                      <a:pt x="114300" y="50800"/>
                    </a:cubicBezTo>
                    <a:cubicBezTo>
                      <a:pt x="117475" y="45508"/>
                      <a:pt x="119809" y="39610"/>
                      <a:pt x="123825" y="34925"/>
                    </a:cubicBezTo>
                    <a:cubicBezTo>
                      <a:pt x="126308" y="32028"/>
                      <a:pt x="130907" y="31506"/>
                      <a:pt x="133350" y="28575"/>
                    </a:cubicBezTo>
                    <a:cubicBezTo>
                      <a:pt x="146003" y="13391"/>
                      <a:pt x="132459" y="17147"/>
                      <a:pt x="149225" y="3175"/>
                    </a:cubicBezTo>
                    <a:cubicBezTo>
                      <a:pt x="151796" y="1032"/>
                      <a:pt x="155575" y="1058"/>
                      <a:pt x="158750" y="0"/>
                    </a:cubicBezTo>
                    <a:cubicBezTo>
                      <a:pt x="160867" y="8467"/>
                      <a:pt x="164310" y="16709"/>
                      <a:pt x="165100" y="25400"/>
                    </a:cubicBezTo>
                    <a:cubicBezTo>
                      <a:pt x="166158" y="37042"/>
                      <a:pt x="166622" y="48753"/>
                      <a:pt x="168275" y="60325"/>
                    </a:cubicBezTo>
                    <a:cubicBezTo>
                      <a:pt x="168748" y="63638"/>
                      <a:pt x="169676" y="67012"/>
                      <a:pt x="171450" y="69850"/>
                    </a:cubicBezTo>
                    <a:cubicBezTo>
                      <a:pt x="173941" y="73836"/>
                      <a:pt x="187482" y="88459"/>
                      <a:pt x="190500" y="95250"/>
                    </a:cubicBezTo>
                    <a:cubicBezTo>
                      <a:pt x="195530" y="106568"/>
                      <a:pt x="194577" y="115202"/>
                      <a:pt x="203200" y="123825"/>
                    </a:cubicBezTo>
                    <a:cubicBezTo>
                      <a:pt x="205898" y="126523"/>
                      <a:pt x="209550" y="128058"/>
                      <a:pt x="212725" y="130175"/>
                    </a:cubicBezTo>
                    <a:cubicBezTo>
                      <a:pt x="217529" y="137381"/>
                      <a:pt x="224747" y="145588"/>
                      <a:pt x="222250" y="155575"/>
                    </a:cubicBezTo>
                    <a:cubicBezTo>
                      <a:pt x="216759" y="177541"/>
                      <a:pt x="209439" y="177473"/>
                      <a:pt x="193675" y="187325"/>
                    </a:cubicBezTo>
                    <a:cubicBezTo>
                      <a:pt x="190439" y="189347"/>
                      <a:pt x="187563" y="191968"/>
                      <a:pt x="184150" y="193675"/>
                    </a:cubicBezTo>
                    <a:cubicBezTo>
                      <a:pt x="181157" y="195172"/>
                      <a:pt x="177854" y="195969"/>
                      <a:pt x="174625" y="196850"/>
                    </a:cubicBezTo>
                    <a:cubicBezTo>
                      <a:pt x="166205" y="199146"/>
                      <a:pt x="157927" y="202531"/>
                      <a:pt x="149225" y="203200"/>
                    </a:cubicBezTo>
                    <a:lnTo>
                      <a:pt x="107950" y="206375"/>
                    </a:lnTo>
                    <a:cubicBezTo>
                      <a:pt x="99456" y="207184"/>
                      <a:pt x="91017" y="208492"/>
                      <a:pt x="82550" y="209550"/>
                    </a:cubicBezTo>
                    <a:cubicBezTo>
                      <a:pt x="57150" y="206375"/>
                      <a:pt x="31292" y="205781"/>
                      <a:pt x="6350" y="200025"/>
                    </a:cubicBezTo>
                    <a:cubicBezTo>
                      <a:pt x="2632" y="199167"/>
                      <a:pt x="0" y="194316"/>
                      <a:pt x="0" y="190500"/>
                    </a:cubicBezTo>
                    <a:cubicBezTo>
                      <a:pt x="0" y="177578"/>
                      <a:pt x="5321" y="165786"/>
                      <a:pt x="15875" y="158750"/>
                    </a:cubicBezTo>
                    <a:cubicBezTo>
                      <a:pt x="18660" y="156894"/>
                      <a:pt x="22225" y="156633"/>
                      <a:pt x="25400" y="155575"/>
                    </a:cubicBezTo>
                    <a:cubicBezTo>
                      <a:pt x="28182" y="151402"/>
                      <a:pt x="41093" y="132363"/>
                      <a:pt x="41275" y="130175"/>
                    </a:cubicBezTo>
                    <a:cubicBezTo>
                      <a:pt x="41915" y="122497"/>
                      <a:pt x="38371" y="114841"/>
                      <a:pt x="34925" y="107950"/>
                    </a:cubicBezTo>
                    <a:cubicBezTo>
                      <a:pt x="32917" y="103934"/>
                      <a:pt x="28849" y="101300"/>
                      <a:pt x="25400" y="98425"/>
                    </a:cubicBezTo>
                    <a:cubicBezTo>
                      <a:pt x="14994" y="89754"/>
                      <a:pt x="3175" y="57679"/>
                      <a:pt x="12700" y="508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CCB5054-A22C-16DB-E96F-C167CB1109C7}"/>
              </a:ext>
            </a:extLst>
          </p:cNvPr>
          <p:cNvGrpSpPr/>
          <p:nvPr/>
        </p:nvGrpSpPr>
        <p:grpSpPr>
          <a:xfrm>
            <a:off x="2555967" y="1766262"/>
            <a:ext cx="1042416" cy="1024128"/>
            <a:chOff x="516782" y="2832151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18B29061-9F62-4015-A6FC-67084A7D8A5E}"/>
                </a:ext>
              </a:extLst>
            </p:cNvPr>
            <p:cNvGrpSpPr/>
            <p:nvPr/>
          </p:nvGrpSpPr>
          <p:grpSpPr>
            <a:xfrm>
              <a:off x="516782" y="2832151"/>
              <a:ext cx="1530220" cy="1504560"/>
              <a:chOff x="2307593" y="905612"/>
              <a:chExt cx="1530220" cy="1504560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8047BAEA-1357-4535-B3BD-5C7B0C989154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Rectangle: Diagonal Corners Snipped 64">
                <a:extLst>
                  <a:ext uri="{FF2B5EF4-FFF2-40B4-BE49-F238E27FC236}">
                    <a16:creationId xmlns:a16="http://schemas.microsoft.com/office/drawing/2014/main" id="{6712D7F3-57C0-450B-84DD-390ECE55AF5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30233DA6-75B6-4D84-BDF9-4F07C71062E6}"/>
                </a:ext>
              </a:extLst>
            </p:cNvPr>
            <p:cNvGrpSpPr/>
            <p:nvPr/>
          </p:nvGrpSpPr>
          <p:grpSpPr>
            <a:xfrm>
              <a:off x="975704" y="3476235"/>
              <a:ext cx="659664" cy="577697"/>
              <a:chOff x="3741815" y="4973520"/>
              <a:chExt cx="1685668" cy="1310075"/>
            </a:xfrm>
          </p:grpSpPr>
          <p:pic>
            <p:nvPicPr>
              <p:cNvPr id="100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A7E0C7AA-6336-49D1-A668-C4538513FC3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1" name="Arrow: Up 100">
                <a:extLst>
                  <a:ext uri="{FF2B5EF4-FFF2-40B4-BE49-F238E27FC236}">
                    <a16:creationId xmlns:a16="http://schemas.microsoft.com/office/drawing/2014/main" id="{270BFECA-BF9C-4CEB-A50A-C5A156C8E296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3" name="Picture 132">
              <a:extLst>
                <a:ext uri="{FF2B5EF4-FFF2-40B4-BE49-F238E27FC236}">
                  <a16:creationId xmlns:a16="http://schemas.microsoft.com/office/drawing/2014/main" id="{804747D1-DE8A-47C5-A4A2-03864EAC3B6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977627" y="3179124"/>
              <a:ext cx="298536" cy="472801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936137-DC6F-1CFD-6934-3937A91257A3}"/>
              </a:ext>
            </a:extLst>
          </p:cNvPr>
          <p:cNvGrpSpPr/>
          <p:nvPr/>
        </p:nvGrpSpPr>
        <p:grpSpPr>
          <a:xfrm>
            <a:off x="3746768" y="1770848"/>
            <a:ext cx="1042416" cy="1024128"/>
            <a:chOff x="2307593" y="2832151"/>
            <a:chExt cx="1530220" cy="1504560"/>
          </a:xfrm>
        </p:grpSpPr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97B69849-8763-434A-84CA-817478C43BD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40816" y="3604557"/>
              <a:ext cx="335419" cy="444116"/>
            </a:xfrm>
            <a:prstGeom prst="rect">
              <a:avLst/>
            </a:prstGeom>
          </p:spPr>
        </p:pic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79A51FD6-06EB-499B-BC1B-29395C298E13}"/>
                </a:ext>
              </a:extLst>
            </p:cNvPr>
            <p:cNvGrpSpPr/>
            <p:nvPr/>
          </p:nvGrpSpPr>
          <p:grpSpPr>
            <a:xfrm>
              <a:off x="2307593" y="2832151"/>
              <a:ext cx="1530220" cy="1504560"/>
              <a:chOff x="2307593" y="905612"/>
              <a:chExt cx="1530220" cy="1504560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1483F825-C2D2-45DD-BAF0-C4B4CD0863B0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: Diagonal Corners Snipped 61">
                <a:extLst>
                  <a:ext uri="{FF2B5EF4-FFF2-40B4-BE49-F238E27FC236}">
                    <a16:creationId xmlns:a16="http://schemas.microsoft.com/office/drawing/2014/main" id="{CF033908-18A8-4453-9C99-48736DB724AF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BB5A80E4-1115-4115-8B8D-C21C91932754}"/>
                </a:ext>
              </a:extLst>
            </p:cNvPr>
            <p:cNvGrpSpPr/>
            <p:nvPr/>
          </p:nvGrpSpPr>
          <p:grpSpPr>
            <a:xfrm>
              <a:off x="2572538" y="3464317"/>
              <a:ext cx="659664" cy="577697"/>
              <a:chOff x="3741815" y="4973520"/>
              <a:chExt cx="1685668" cy="1310075"/>
            </a:xfrm>
          </p:grpSpPr>
          <p:pic>
            <p:nvPicPr>
              <p:cNvPr id="131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787FD14B-081B-40A4-8E83-FA66422D65D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32" name="Arrow: Up 131">
                <a:extLst>
                  <a:ext uri="{FF2B5EF4-FFF2-40B4-BE49-F238E27FC236}">
                    <a16:creationId xmlns:a16="http://schemas.microsoft.com/office/drawing/2014/main" id="{2AF42F16-E8BE-4C5A-B5D4-689AA03B47A8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21B07E6B-5BE2-4A96-9FE7-42E5918B4E98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572223" y="3157282"/>
              <a:ext cx="298536" cy="472801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7334A7B-3FAE-9741-5510-A12B39A1B792}"/>
              </a:ext>
            </a:extLst>
          </p:cNvPr>
          <p:cNvGrpSpPr/>
          <p:nvPr/>
        </p:nvGrpSpPr>
        <p:grpSpPr>
          <a:xfrm>
            <a:off x="4970233" y="1784547"/>
            <a:ext cx="1042416" cy="1024128"/>
            <a:chOff x="7746989" y="2832151"/>
            <a:chExt cx="1530220" cy="1504560"/>
          </a:xfrm>
        </p:grpSpPr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ACF57C6C-313C-4FC7-A649-366C3E5FFE1E}"/>
                </a:ext>
              </a:extLst>
            </p:cNvPr>
            <p:cNvGrpSpPr/>
            <p:nvPr/>
          </p:nvGrpSpPr>
          <p:grpSpPr>
            <a:xfrm>
              <a:off x="7746989" y="2832151"/>
              <a:ext cx="1530220" cy="1504560"/>
              <a:chOff x="2307593" y="905612"/>
              <a:chExt cx="1530220" cy="1504560"/>
            </a:xfrm>
          </p:grpSpPr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02239135-859E-43A9-BD55-97B59219A066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Rectangle: Diagonal Corners Snipped 76">
                <a:extLst>
                  <a:ext uri="{FF2B5EF4-FFF2-40B4-BE49-F238E27FC236}">
                    <a16:creationId xmlns:a16="http://schemas.microsoft.com/office/drawing/2014/main" id="{D555D047-323E-4868-9EE8-FC07C8B09D78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5BDD27C8-7358-4FD7-801D-7B396098AA4A}"/>
                </a:ext>
              </a:extLst>
            </p:cNvPr>
            <p:cNvGrpSpPr/>
            <p:nvPr/>
          </p:nvGrpSpPr>
          <p:grpSpPr>
            <a:xfrm>
              <a:off x="7983595" y="3206154"/>
              <a:ext cx="659664" cy="577697"/>
              <a:chOff x="3741815" y="4973520"/>
              <a:chExt cx="1685668" cy="1310075"/>
            </a:xfrm>
          </p:grpSpPr>
          <p:pic>
            <p:nvPicPr>
              <p:cNvPr id="136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715786A9-42BB-438F-A383-226ADA54224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37" name="Arrow: Up 136">
                <a:extLst>
                  <a:ext uri="{FF2B5EF4-FFF2-40B4-BE49-F238E27FC236}">
                    <a16:creationId xmlns:a16="http://schemas.microsoft.com/office/drawing/2014/main" id="{C650AF9B-FF02-420E-A121-DF986C84ECCD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8" name="Picture 137">
              <a:extLst>
                <a:ext uri="{FF2B5EF4-FFF2-40B4-BE49-F238E27FC236}">
                  <a16:creationId xmlns:a16="http://schemas.microsoft.com/office/drawing/2014/main" id="{82376DA7-DFE4-4796-B221-DA3508EB95D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517588" y="3706667"/>
              <a:ext cx="494234" cy="499163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20CFF58-0DEE-6EEF-D07C-FEDE4699EEC3}"/>
              </a:ext>
            </a:extLst>
          </p:cNvPr>
          <p:cNvGrpSpPr/>
          <p:nvPr/>
        </p:nvGrpSpPr>
        <p:grpSpPr>
          <a:xfrm>
            <a:off x="1375361" y="5624834"/>
            <a:ext cx="1042416" cy="1024128"/>
            <a:chOff x="516780" y="4702646"/>
            <a:chExt cx="1530220" cy="1504560"/>
          </a:xfrm>
        </p:grpSpPr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A99BE90F-70E2-475C-9A4A-EE47A4700058}"/>
                </a:ext>
              </a:extLst>
            </p:cNvPr>
            <p:cNvGrpSpPr/>
            <p:nvPr/>
          </p:nvGrpSpPr>
          <p:grpSpPr>
            <a:xfrm>
              <a:off x="516780" y="4702646"/>
              <a:ext cx="1530220" cy="1504560"/>
              <a:chOff x="2307593" y="905612"/>
              <a:chExt cx="1530220" cy="1504560"/>
            </a:xfrm>
          </p:grpSpPr>
          <p:sp>
            <p:nvSpPr>
              <p:cNvPr id="125" name="Rectangle 124">
                <a:extLst>
                  <a:ext uri="{FF2B5EF4-FFF2-40B4-BE49-F238E27FC236}">
                    <a16:creationId xmlns:a16="http://schemas.microsoft.com/office/drawing/2014/main" id="{B3B106CB-10DD-4130-BFCC-73FA57F2C276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6" name="Rectangle: Diagonal Corners Snipped 125">
                <a:extLst>
                  <a:ext uri="{FF2B5EF4-FFF2-40B4-BE49-F238E27FC236}">
                    <a16:creationId xmlns:a16="http://schemas.microsoft.com/office/drawing/2014/main" id="{3DE9A7E3-52A8-495A-93DE-94AFFEBB4A0F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D6C2FC14-0DC4-4705-97D3-8FBC821565EC}"/>
                </a:ext>
              </a:extLst>
            </p:cNvPr>
            <p:cNvGrpSpPr/>
            <p:nvPr/>
          </p:nvGrpSpPr>
          <p:grpSpPr>
            <a:xfrm>
              <a:off x="897610" y="5105027"/>
              <a:ext cx="880507" cy="949977"/>
              <a:chOff x="3478591" y="4575175"/>
              <a:chExt cx="1004261" cy="1083495"/>
            </a:xfrm>
          </p:grpSpPr>
          <p:sp>
            <p:nvSpPr>
              <p:cNvPr id="140" name="Freeform: Shape 139">
                <a:extLst>
                  <a:ext uri="{FF2B5EF4-FFF2-40B4-BE49-F238E27FC236}">
                    <a16:creationId xmlns:a16="http://schemas.microsoft.com/office/drawing/2014/main" id="{1D7629E5-3D9F-4383-8464-479113B85352}"/>
                  </a:ext>
                </a:extLst>
              </p:cNvPr>
              <p:cNvSpPr/>
              <p:nvPr/>
            </p:nvSpPr>
            <p:spPr>
              <a:xfrm>
                <a:off x="3601025" y="4851090"/>
                <a:ext cx="318597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B169515D-E60A-4DC6-900D-10A8955C2583}"/>
                  </a:ext>
                </a:extLst>
              </p:cNvPr>
              <p:cNvSpPr/>
              <p:nvPr/>
            </p:nvSpPr>
            <p:spPr>
              <a:xfrm rot="18659026">
                <a:off x="3563220" y="4979369"/>
                <a:ext cx="182630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1F08F85C-9D1A-46D4-9A0D-B2C1354507FB}"/>
                  </a:ext>
                </a:extLst>
              </p:cNvPr>
              <p:cNvSpPr/>
              <p:nvPr/>
            </p:nvSpPr>
            <p:spPr>
              <a:xfrm rot="14211931">
                <a:off x="3893519" y="4856856"/>
                <a:ext cx="165403" cy="154149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2A24438B-8998-4BEA-B753-3D22BFF1D793}"/>
                  </a:ext>
                </a:extLst>
              </p:cNvPr>
              <p:cNvSpPr/>
              <p:nvPr/>
            </p:nvSpPr>
            <p:spPr>
              <a:xfrm rot="11383933">
                <a:off x="4014466" y="4829516"/>
                <a:ext cx="222248" cy="2324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AAC5BF55-0071-4113-900E-F3A84070F7D2}"/>
                  </a:ext>
                </a:extLst>
              </p:cNvPr>
              <p:cNvSpPr/>
              <p:nvPr/>
            </p:nvSpPr>
            <p:spPr>
              <a:xfrm>
                <a:off x="3736974" y="4575175"/>
                <a:ext cx="441325" cy="292100"/>
              </a:xfrm>
              <a:custGeom>
                <a:avLst/>
                <a:gdLst>
                  <a:gd name="connsiteX0" fmla="*/ 25400 w 365294"/>
                  <a:gd name="connsiteY0" fmla="*/ 206375 h 266700"/>
                  <a:gd name="connsiteX1" fmla="*/ 0 w 365294"/>
                  <a:gd name="connsiteY1" fmla="*/ 152400 h 266700"/>
                  <a:gd name="connsiteX2" fmla="*/ 28575 w 365294"/>
                  <a:gd name="connsiteY2" fmla="*/ 85725 h 266700"/>
                  <a:gd name="connsiteX3" fmla="*/ 44450 w 365294"/>
                  <a:gd name="connsiteY3" fmla="*/ 82550 h 266700"/>
                  <a:gd name="connsiteX4" fmla="*/ 76200 w 365294"/>
                  <a:gd name="connsiteY4" fmla="*/ 73025 h 266700"/>
                  <a:gd name="connsiteX5" fmla="*/ 88900 w 365294"/>
                  <a:gd name="connsiteY5" fmla="*/ 66675 h 266700"/>
                  <a:gd name="connsiteX6" fmla="*/ 111125 w 365294"/>
                  <a:gd name="connsiteY6" fmla="*/ 3175 h 266700"/>
                  <a:gd name="connsiteX7" fmla="*/ 130175 w 365294"/>
                  <a:gd name="connsiteY7" fmla="*/ 0 h 266700"/>
                  <a:gd name="connsiteX8" fmla="*/ 200025 w 365294"/>
                  <a:gd name="connsiteY8" fmla="*/ 15875 h 266700"/>
                  <a:gd name="connsiteX9" fmla="*/ 209550 w 365294"/>
                  <a:gd name="connsiteY9" fmla="*/ 34925 h 266700"/>
                  <a:gd name="connsiteX10" fmla="*/ 222250 w 365294"/>
                  <a:gd name="connsiteY10" fmla="*/ 47625 h 266700"/>
                  <a:gd name="connsiteX11" fmla="*/ 231775 w 365294"/>
                  <a:gd name="connsiteY11" fmla="*/ 50800 h 266700"/>
                  <a:gd name="connsiteX12" fmla="*/ 269875 w 365294"/>
                  <a:gd name="connsiteY12" fmla="*/ 60325 h 266700"/>
                  <a:gd name="connsiteX13" fmla="*/ 276225 w 365294"/>
                  <a:gd name="connsiteY13" fmla="*/ 69850 h 266700"/>
                  <a:gd name="connsiteX14" fmla="*/ 279400 w 365294"/>
                  <a:gd name="connsiteY14" fmla="*/ 98425 h 266700"/>
                  <a:gd name="connsiteX15" fmla="*/ 314325 w 365294"/>
                  <a:gd name="connsiteY15" fmla="*/ 104775 h 266700"/>
                  <a:gd name="connsiteX16" fmla="*/ 333375 w 365294"/>
                  <a:gd name="connsiteY16" fmla="*/ 98425 h 266700"/>
                  <a:gd name="connsiteX17" fmla="*/ 355600 w 365294"/>
                  <a:gd name="connsiteY17" fmla="*/ 92075 h 266700"/>
                  <a:gd name="connsiteX18" fmla="*/ 365125 w 365294"/>
                  <a:gd name="connsiteY18" fmla="*/ 114300 h 266700"/>
                  <a:gd name="connsiteX19" fmla="*/ 358775 w 365294"/>
                  <a:gd name="connsiteY19" fmla="*/ 190500 h 266700"/>
                  <a:gd name="connsiteX20" fmla="*/ 333375 w 365294"/>
                  <a:gd name="connsiteY20" fmla="*/ 215900 h 266700"/>
                  <a:gd name="connsiteX21" fmla="*/ 317500 w 365294"/>
                  <a:gd name="connsiteY21" fmla="*/ 219075 h 266700"/>
                  <a:gd name="connsiteX22" fmla="*/ 282575 w 365294"/>
                  <a:gd name="connsiteY22" fmla="*/ 231775 h 266700"/>
                  <a:gd name="connsiteX23" fmla="*/ 273050 w 365294"/>
                  <a:gd name="connsiteY23" fmla="*/ 247650 h 266700"/>
                  <a:gd name="connsiteX24" fmla="*/ 263525 w 365294"/>
                  <a:gd name="connsiteY24" fmla="*/ 254000 h 266700"/>
                  <a:gd name="connsiteX25" fmla="*/ 219075 w 365294"/>
                  <a:gd name="connsiteY25" fmla="*/ 263525 h 266700"/>
                  <a:gd name="connsiteX26" fmla="*/ 209550 w 365294"/>
                  <a:gd name="connsiteY26" fmla="*/ 266700 h 266700"/>
                  <a:gd name="connsiteX27" fmla="*/ 187325 w 365294"/>
                  <a:gd name="connsiteY27" fmla="*/ 257175 h 266700"/>
                  <a:gd name="connsiteX28" fmla="*/ 165100 w 365294"/>
                  <a:gd name="connsiteY28" fmla="*/ 247650 h 266700"/>
                  <a:gd name="connsiteX29" fmla="*/ 73025 w 365294"/>
                  <a:gd name="connsiteY29" fmla="*/ 238125 h 266700"/>
                  <a:gd name="connsiteX30" fmla="*/ 25400 w 365294"/>
                  <a:gd name="connsiteY30" fmla="*/ 206375 h 2667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365294" h="266700">
                    <a:moveTo>
                      <a:pt x="25400" y="206375"/>
                    </a:moveTo>
                    <a:cubicBezTo>
                      <a:pt x="13229" y="192088"/>
                      <a:pt x="9741" y="186492"/>
                      <a:pt x="0" y="152400"/>
                    </a:cubicBezTo>
                    <a:cubicBezTo>
                      <a:pt x="8302" y="102591"/>
                      <a:pt x="-6870" y="98614"/>
                      <a:pt x="28575" y="85725"/>
                    </a:cubicBezTo>
                    <a:cubicBezTo>
                      <a:pt x="33647" y="83881"/>
                      <a:pt x="39158" y="83608"/>
                      <a:pt x="44450" y="82550"/>
                    </a:cubicBezTo>
                    <a:cubicBezTo>
                      <a:pt x="74533" y="67508"/>
                      <a:pt x="36669" y="84884"/>
                      <a:pt x="76200" y="73025"/>
                    </a:cubicBezTo>
                    <a:cubicBezTo>
                      <a:pt x="80733" y="71665"/>
                      <a:pt x="84667" y="68792"/>
                      <a:pt x="88900" y="66675"/>
                    </a:cubicBezTo>
                    <a:cubicBezTo>
                      <a:pt x="91949" y="11791"/>
                      <a:pt x="74149" y="12419"/>
                      <a:pt x="111125" y="3175"/>
                    </a:cubicBezTo>
                    <a:cubicBezTo>
                      <a:pt x="117370" y="1614"/>
                      <a:pt x="123825" y="1058"/>
                      <a:pt x="130175" y="0"/>
                    </a:cubicBezTo>
                    <a:cubicBezTo>
                      <a:pt x="153458" y="5292"/>
                      <a:pt x="178170" y="6259"/>
                      <a:pt x="200025" y="15875"/>
                    </a:cubicBezTo>
                    <a:cubicBezTo>
                      <a:pt x="206523" y="18734"/>
                      <a:pt x="205479" y="29109"/>
                      <a:pt x="209550" y="34925"/>
                    </a:cubicBezTo>
                    <a:cubicBezTo>
                      <a:pt x="212983" y="39830"/>
                      <a:pt x="217378" y="44145"/>
                      <a:pt x="222250" y="47625"/>
                    </a:cubicBezTo>
                    <a:cubicBezTo>
                      <a:pt x="224973" y="49570"/>
                      <a:pt x="228541" y="49938"/>
                      <a:pt x="231775" y="50800"/>
                    </a:cubicBezTo>
                    <a:cubicBezTo>
                      <a:pt x="244424" y="54173"/>
                      <a:pt x="269875" y="60325"/>
                      <a:pt x="269875" y="60325"/>
                    </a:cubicBezTo>
                    <a:cubicBezTo>
                      <a:pt x="271992" y="63500"/>
                      <a:pt x="275300" y="66148"/>
                      <a:pt x="276225" y="69850"/>
                    </a:cubicBezTo>
                    <a:cubicBezTo>
                      <a:pt x="278549" y="79147"/>
                      <a:pt x="272335" y="91949"/>
                      <a:pt x="279400" y="98425"/>
                    </a:cubicBezTo>
                    <a:cubicBezTo>
                      <a:pt x="288122" y="106421"/>
                      <a:pt x="302683" y="102658"/>
                      <a:pt x="314325" y="104775"/>
                    </a:cubicBezTo>
                    <a:cubicBezTo>
                      <a:pt x="320675" y="102658"/>
                      <a:pt x="326964" y="100348"/>
                      <a:pt x="333375" y="98425"/>
                    </a:cubicBezTo>
                    <a:cubicBezTo>
                      <a:pt x="373242" y="86465"/>
                      <a:pt x="323589" y="102745"/>
                      <a:pt x="355600" y="92075"/>
                    </a:cubicBezTo>
                    <a:cubicBezTo>
                      <a:pt x="358775" y="99483"/>
                      <a:pt x="364865" y="106244"/>
                      <a:pt x="365125" y="114300"/>
                    </a:cubicBezTo>
                    <a:cubicBezTo>
                      <a:pt x="365947" y="139775"/>
                      <a:pt x="363774" y="165507"/>
                      <a:pt x="358775" y="190500"/>
                    </a:cubicBezTo>
                    <a:cubicBezTo>
                      <a:pt x="356068" y="204034"/>
                      <a:pt x="345075" y="212000"/>
                      <a:pt x="333375" y="215900"/>
                    </a:cubicBezTo>
                    <a:cubicBezTo>
                      <a:pt x="328255" y="217607"/>
                      <a:pt x="322735" y="217766"/>
                      <a:pt x="317500" y="219075"/>
                    </a:cubicBezTo>
                    <a:cubicBezTo>
                      <a:pt x="294549" y="224813"/>
                      <a:pt x="299817" y="223154"/>
                      <a:pt x="282575" y="231775"/>
                    </a:cubicBezTo>
                    <a:cubicBezTo>
                      <a:pt x="279400" y="237067"/>
                      <a:pt x="277066" y="242965"/>
                      <a:pt x="273050" y="247650"/>
                    </a:cubicBezTo>
                    <a:cubicBezTo>
                      <a:pt x="270567" y="250547"/>
                      <a:pt x="266938" y="252293"/>
                      <a:pt x="263525" y="254000"/>
                    </a:cubicBezTo>
                    <a:cubicBezTo>
                      <a:pt x="245122" y="263201"/>
                      <a:pt x="242603" y="260911"/>
                      <a:pt x="219075" y="263525"/>
                    </a:cubicBezTo>
                    <a:cubicBezTo>
                      <a:pt x="215900" y="264583"/>
                      <a:pt x="212897" y="266700"/>
                      <a:pt x="209550" y="266700"/>
                    </a:cubicBezTo>
                    <a:cubicBezTo>
                      <a:pt x="197817" y="266700"/>
                      <a:pt x="196398" y="262360"/>
                      <a:pt x="187325" y="257175"/>
                    </a:cubicBezTo>
                    <a:cubicBezTo>
                      <a:pt x="182342" y="254327"/>
                      <a:pt x="171542" y="248787"/>
                      <a:pt x="165100" y="247650"/>
                    </a:cubicBezTo>
                    <a:cubicBezTo>
                      <a:pt x="123328" y="240279"/>
                      <a:pt x="115994" y="240990"/>
                      <a:pt x="73025" y="238125"/>
                    </a:cubicBezTo>
                    <a:cubicBezTo>
                      <a:pt x="42516" y="224565"/>
                      <a:pt x="37571" y="220662"/>
                      <a:pt x="25400" y="20637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8FF51E79-9880-4C69-8526-1F2A4645FCFC}"/>
                  </a:ext>
                </a:extLst>
              </p:cNvPr>
              <p:cNvSpPr/>
              <p:nvPr/>
            </p:nvSpPr>
            <p:spPr>
              <a:xfrm>
                <a:off x="3757306" y="4997171"/>
                <a:ext cx="401426" cy="184150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1B830815-C6DD-401B-B159-BF422CF930DB}"/>
                  </a:ext>
                </a:extLst>
              </p:cNvPr>
              <p:cNvSpPr/>
              <p:nvPr/>
            </p:nvSpPr>
            <p:spPr>
              <a:xfrm rot="10800000">
                <a:off x="3796928" y="5181521"/>
                <a:ext cx="328662" cy="121818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FA193965-BF0A-4569-9191-47D20A66A14D}"/>
                  </a:ext>
                </a:extLst>
              </p:cNvPr>
              <p:cNvSpPr/>
              <p:nvPr/>
            </p:nvSpPr>
            <p:spPr>
              <a:xfrm>
                <a:off x="3763785" y="5292686"/>
                <a:ext cx="165326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5B861759-102D-4A4E-B8A1-1C867E2471CB}"/>
                  </a:ext>
                </a:extLst>
              </p:cNvPr>
              <p:cNvSpPr/>
              <p:nvPr/>
            </p:nvSpPr>
            <p:spPr>
              <a:xfrm>
                <a:off x="3750859" y="5439558"/>
                <a:ext cx="114493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DEC76EEA-AE8E-4286-8C19-D5D6F78EC98E}"/>
                  </a:ext>
                </a:extLst>
              </p:cNvPr>
              <p:cNvSpPr/>
              <p:nvPr/>
            </p:nvSpPr>
            <p:spPr>
              <a:xfrm>
                <a:off x="3696435" y="5569176"/>
                <a:ext cx="172596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D522A523-80D1-4FC8-AAA8-95F6521C41FE}"/>
                  </a:ext>
                </a:extLst>
              </p:cNvPr>
              <p:cNvSpPr/>
              <p:nvPr/>
            </p:nvSpPr>
            <p:spPr>
              <a:xfrm flipH="1">
                <a:off x="4008439" y="5299368"/>
                <a:ext cx="164239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E664B11E-B5EE-45B7-BC18-59417F943145}"/>
                  </a:ext>
                </a:extLst>
              </p:cNvPr>
              <p:cNvSpPr/>
              <p:nvPr/>
            </p:nvSpPr>
            <p:spPr>
              <a:xfrm flipH="1">
                <a:off x="4071779" y="5446240"/>
                <a:ext cx="113740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2631F725-0AC8-4620-B30D-856484C6D22D}"/>
                  </a:ext>
                </a:extLst>
              </p:cNvPr>
              <p:cNvSpPr/>
              <p:nvPr/>
            </p:nvSpPr>
            <p:spPr>
              <a:xfrm flipH="1">
                <a:off x="4068124" y="5575858"/>
                <a:ext cx="171461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82D1FA6A-EB05-46C8-9666-6257328A6615}"/>
                  </a:ext>
                </a:extLst>
              </p:cNvPr>
              <p:cNvSpPr/>
              <p:nvPr/>
            </p:nvSpPr>
            <p:spPr>
              <a:xfrm rot="14263189">
                <a:off x="4161759" y="4989494"/>
                <a:ext cx="206241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EF80B893-DF2B-4CFA-831B-418E0DD83E5F}"/>
                  </a:ext>
                </a:extLst>
              </p:cNvPr>
              <p:cNvSpPr/>
              <p:nvPr/>
            </p:nvSpPr>
            <p:spPr>
              <a:xfrm>
                <a:off x="3478591" y="5120130"/>
                <a:ext cx="209669" cy="263525"/>
              </a:xfrm>
              <a:custGeom>
                <a:avLst/>
                <a:gdLst>
                  <a:gd name="connsiteX0" fmla="*/ 168275 w 209669"/>
                  <a:gd name="connsiteY0" fmla="*/ 60325 h 263525"/>
                  <a:gd name="connsiteX1" fmla="*/ 133350 w 209669"/>
                  <a:gd name="connsiteY1" fmla="*/ 44450 h 263525"/>
                  <a:gd name="connsiteX2" fmla="*/ 101600 w 209669"/>
                  <a:gd name="connsiteY2" fmla="*/ 25400 h 263525"/>
                  <a:gd name="connsiteX3" fmla="*/ 85725 w 209669"/>
                  <a:gd name="connsiteY3" fmla="*/ 12700 h 263525"/>
                  <a:gd name="connsiteX4" fmla="*/ 66675 w 209669"/>
                  <a:gd name="connsiteY4" fmla="*/ 0 h 263525"/>
                  <a:gd name="connsiteX5" fmla="*/ 38100 w 209669"/>
                  <a:gd name="connsiteY5" fmla="*/ 53975 h 263525"/>
                  <a:gd name="connsiteX6" fmla="*/ 25400 w 209669"/>
                  <a:gd name="connsiteY6" fmla="*/ 79375 h 263525"/>
                  <a:gd name="connsiteX7" fmla="*/ 19050 w 209669"/>
                  <a:gd name="connsiteY7" fmla="*/ 92075 h 263525"/>
                  <a:gd name="connsiteX8" fmla="*/ 0 w 209669"/>
                  <a:gd name="connsiteY8" fmla="*/ 114300 h 263525"/>
                  <a:gd name="connsiteX9" fmla="*/ 6350 w 209669"/>
                  <a:gd name="connsiteY9" fmla="*/ 161925 h 263525"/>
                  <a:gd name="connsiteX10" fmla="*/ 25400 w 209669"/>
                  <a:gd name="connsiteY10" fmla="*/ 177800 h 263525"/>
                  <a:gd name="connsiteX11" fmla="*/ 50800 w 209669"/>
                  <a:gd name="connsiteY11" fmla="*/ 187325 h 263525"/>
                  <a:gd name="connsiteX12" fmla="*/ 88900 w 209669"/>
                  <a:gd name="connsiteY12" fmla="*/ 196850 h 263525"/>
                  <a:gd name="connsiteX13" fmla="*/ 123825 w 209669"/>
                  <a:gd name="connsiteY13" fmla="*/ 225425 h 263525"/>
                  <a:gd name="connsiteX14" fmla="*/ 139700 w 209669"/>
                  <a:gd name="connsiteY14" fmla="*/ 241300 h 263525"/>
                  <a:gd name="connsiteX15" fmla="*/ 158750 w 209669"/>
                  <a:gd name="connsiteY15" fmla="*/ 263525 h 263525"/>
                  <a:gd name="connsiteX16" fmla="*/ 168275 w 209669"/>
                  <a:gd name="connsiteY16" fmla="*/ 260350 h 263525"/>
                  <a:gd name="connsiteX17" fmla="*/ 190500 w 209669"/>
                  <a:gd name="connsiteY17" fmla="*/ 247650 h 263525"/>
                  <a:gd name="connsiteX18" fmla="*/ 203200 w 209669"/>
                  <a:gd name="connsiteY18" fmla="*/ 215900 h 263525"/>
                  <a:gd name="connsiteX19" fmla="*/ 209550 w 209669"/>
                  <a:gd name="connsiteY19" fmla="*/ 165100 h 263525"/>
                  <a:gd name="connsiteX20" fmla="*/ 203200 w 209669"/>
                  <a:gd name="connsiteY20" fmla="*/ 133350 h 263525"/>
                  <a:gd name="connsiteX21" fmla="*/ 187325 w 209669"/>
                  <a:gd name="connsiteY21" fmla="*/ 104775 h 263525"/>
                  <a:gd name="connsiteX22" fmla="*/ 168275 w 209669"/>
                  <a:gd name="connsiteY22" fmla="*/ 60325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209669" h="263525">
                    <a:moveTo>
                      <a:pt x="168275" y="60325"/>
                    </a:moveTo>
                    <a:cubicBezTo>
                      <a:pt x="159279" y="50271"/>
                      <a:pt x="148210" y="52809"/>
                      <a:pt x="133350" y="44450"/>
                    </a:cubicBezTo>
                    <a:cubicBezTo>
                      <a:pt x="122593" y="38399"/>
                      <a:pt x="111238" y="33110"/>
                      <a:pt x="101600" y="25400"/>
                    </a:cubicBezTo>
                    <a:cubicBezTo>
                      <a:pt x="96308" y="21167"/>
                      <a:pt x="91206" y="16686"/>
                      <a:pt x="85725" y="12700"/>
                    </a:cubicBezTo>
                    <a:cubicBezTo>
                      <a:pt x="79553" y="8211"/>
                      <a:pt x="66675" y="0"/>
                      <a:pt x="66675" y="0"/>
                    </a:cubicBezTo>
                    <a:cubicBezTo>
                      <a:pt x="48194" y="44355"/>
                      <a:pt x="59395" y="27357"/>
                      <a:pt x="38100" y="53975"/>
                    </a:cubicBezTo>
                    <a:cubicBezTo>
                      <a:pt x="32296" y="71388"/>
                      <a:pt x="37897" y="56881"/>
                      <a:pt x="25400" y="79375"/>
                    </a:cubicBezTo>
                    <a:cubicBezTo>
                      <a:pt x="23101" y="83512"/>
                      <a:pt x="21558" y="88061"/>
                      <a:pt x="19050" y="92075"/>
                    </a:cubicBezTo>
                    <a:cubicBezTo>
                      <a:pt x="12262" y="102936"/>
                      <a:pt x="8659" y="105641"/>
                      <a:pt x="0" y="114300"/>
                    </a:cubicBezTo>
                    <a:cubicBezTo>
                      <a:pt x="2117" y="130175"/>
                      <a:pt x="402" y="147055"/>
                      <a:pt x="6350" y="161925"/>
                    </a:cubicBezTo>
                    <a:cubicBezTo>
                      <a:pt x="9420" y="169600"/>
                      <a:pt x="18875" y="172725"/>
                      <a:pt x="25400" y="177800"/>
                    </a:cubicBezTo>
                    <a:cubicBezTo>
                      <a:pt x="39059" y="188424"/>
                      <a:pt x="31687" y="181591"/>
                      <a:pt x="50800" y="187325"/>
                    </a:cubicBezTo>
                    <a:cubicBezTo>
                      <a:pt x="88147" y="198529"/>
                      <a:pt x="41962" y="190145"/>
                      <a:pt x="88900" y="196850"/>
                    </a:cubicBezTo>
                    <a:cubicBezTo>
                      <a:pt x="109784" y="203811"/>
                      <a:pt x="96058" y="197658"/>
                      <a:pt x="123825" y="225425"/>
                    </a:cubicBezTo>
                    <a:cubicBezTo>
                      <a:pt x="129117" y="230717"/>
                      <a:pt x="135850" y="234883"/>
                      <a:pt x="139700" y="241300"/>
                    </a:cubicBezTo>
                    <a:cubicBezTo>
                      <a:pt x="151188" y="260447"/>
                      <a:pt x="144090" y="253752"/>
                      <a:pt x="158750" y="263525"/>
                    </a:cubicBezTo>
                    <a:cubicBezTo>
                      <a:pt x="161925" y="262467"/>
                      <a:pt x="165369" y="262010"/>
                      <a:pt x="168275" y="260350"/>
                    </a:cubicBezTo>
                    <a:cubicBezTo>
                      <a:pt x="195185" y="244973"/>
                      <a:pt x="168661" y="254930"/>
                      <a:pt x="190500" y="247650"/>
                    </a:cubicBezTo>
                    <a:cubicBezTo>
                      <a:pt x="198347" y="224110"/>
                      <a:pt x="193857" y="234587"/>
                      <a:pt x="203200" y="215900"/>
                    </a:cubicBezTo>
                    <a:cubicBezTo>
                      <a:pt x="206586" y="198970"/>
                      <a:pt x="210395" y="182854"/>
                      <a:pt x="209550" y="165100"/>
                    </a:cubicBezTo>
                    <a:cubicBezTo>
                      <a:pt x="209037" y="154319"/>
                      <a:pt x="205981" y="143779"/>
                      <a:pt x="203200" y="133350"/>
                    </a:cubicBezTo>
                    <a:cubicBezTo>
                      <a:pt x="198472" y="115619"/>
                      <a:pt x="196939" y="119196"/>
                      <a:pt x="187325" y="104775"/>
                    </a:cubicBezTo>
                    <a:cubicBezTo>
                      <a:pt x="183902" y="99640"/>
                      <a:pt x="177271" y="70379"/>
                      <a:pt x="168275" y="6032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4F4D8E34-6D54-43E3-AB90-467CF525EE53}"/>
                  </a:ext>
                </a:extLst>
              </p:cNvPr>
              <p:cNvSpPr/>
              <p:nvPr/>
            </p:nvSpPr>
            <p:spPr>
              <a:xfrm rot="20576531">
                <a:off x="4260092" y="5105540"/>
                <a:ext cx="222760" cy="209550"/>
              </a:xfrm>
              <a:custGeom>
                <a:avLst/>
                <a:gdLst>
                  <a:gd name="connsiteX0" fmla="*/ 12700 w 222760"/>
                  <a:gd name="connsiteY0" fmla="*/ 50800 h 209550"/>
                  <a:gd name="connsiteX1" fmla="*/ 82550 w 222760"/>
                  <a:gd name="connsiteY1" fmla="*/ 57150 h 209550"/>
                  <a:gd name="connsiteX2" fmla="*/ 114300 w 222760"/>
                  <a:gd name="connsiteY2" fmla="*/ 50800 h 209550"/>
                  <a:gd name="connsiteX3" fmla="*/ 123825 w 222760"/>
                  <a:gd name="connsiteY3" fmla="*/ 34925 h 209550"/>
                  <a:gd name="connsiteX4" fmla="*/ 133350 w 222760"/>
                  <a:gd name="connsiteY4" fmla="*/ 28575 h 209550"/>
                  <a:gd name="connsiteX5" fmla="*/ 149225 w 222760"/>
                  <a:gd name="connsiteY5" fmla="*/ 3175 h 209550"/>
                  <a:gd name="connsiteX6" fmla="*/ 158750 w 222760"/>
                  <a:gd name="connsiteY6" fmla="*/ 0 h 209550"/>
                  <a:gd name="connsiteX7" fmla="*/ 165100 w 222760"/>
                  <a:gd name="connsiteY7" fmla="*/ 25400 h 209550"/>
                  <a:gd name="connsiteX8" fmla="*/ 168275 w 222760"/>
                  <a:gd name="connsiteY8" fmla="*/ 60325 h 209550"/>
                  <a:gd name="connsiteX9" fmla="*/ 171450 w 222760"/>
                  <a:gd name="connsiteY9" fmla="*/ 69850 h 209550"/>
                  <a:gd name="connsiteX10" fmla="*/ 190500 w 222760"/>
                  <a:gd name="connsiteY10" fmla="*/ 95250 h 209550"/>
                  <a:gd name="connsiteX11" fmla="*/ 203200 w 222760"/>
                  <a:gd name="connsiteY11" fmla="*/ 123825 h 209550"/>
                  <a:gd name="connsiteX12" fmla="*/ 212725 w 222760"/>
                  <a:gd name="connsiteY12" fmla="*/ 130175 h 209550"/>
                  <a:gd name="connsiteX13" fmla="*/ 222250 w 222760"/>
                  <a:gd name="connsiteY13" fmla="*/ 155575 h 209550"/>
                  <a:gd name="connsiteX14" fmla="*/ 193675 w 222760"/>
                  <a:gd name="connsiteY14" fmla="*/ 187325 h 209550"/>
                  <a:gd name="connsiteX15" fmla="*/ 184150 w 222760"/>
                  <a:gd name="connsiteY15" fmla="*/ 193675 h 209550"/>
                  <a:gd name="connsiteX16" fmla="*/ 174625 w 222760"/>
                  <a:gd name="connsiteY16" fmla="*/ 196850 h 209550"/>
                  <a:gd name="connsiteX17" fmla="*/ 149225 w 222760"/>
                  <a:gd name="connsiteY17" fmla="*/ 203200 h 209550"/>
                  <a:gd name="connsiteX18" fmla="*/ 107950 w 222760"/>
                  <a:gd name="connsiteY18" fmla="*/ 206375 h 209550"/>
                  <a:gd name="connsiteX19" fmla="*/ 82550 w 222760"/>
                  <a:gd name="connsiteY19" fmla="*/ 209550 h 209550"/>
                  <a:gd name="connsiteX20" fmla="*/ 6350 w 222760"/>
                  <a:gd name="connsiteY20" fmla="*/ 200025 h 209550"/>
                  <a:gd name="connsiteX21" fmla="*/ 0 w 222760"/>
                  <a:gd name="connsiteY21" fmla="*/ 190500 h 209550"/>
                  <a:gd name="connsiteX22" fmla="*/ 15875 w 222760"/>
                  <a:gd name="connsiteY22" fmla="*/ 158750 h 209550"/>
                  <a:gd name="connsiteX23" fmla="*/ 25400 w 222760"/>
                  <a:gd name="connsiteY23" fmla="*/ 155575 h 209550"/>
                  <a:gd name="connsiteX24" fmla="*/ 41275 w 222760"/>
                  <a:gd name="connsiteY24" fmla="*/ 130175 h 209550"/>
                  <a:gd name="connsiteX25" fmla="*/ 34925 w 222760"/>
                  <a:gd name="connsiteY25" fmla="*/ 107950 h 209550"/>
                  <a:gd name="connsiteX26" fmla="*/ 25400 w 222760"/>
                  <a:gd name="connsiteY26" fmla="*/ 98425 h 209550"/>
                  <a:gd name="connsiteX27" fmla="*/ 12700 w 222760"/>
                  <a:gd name="connsiteY27" fmla="*/ 50800 h 2095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222760" h="209550">
                    <a:moveTo>
                      <a:pt x="12700" y="50800"/>
                    </a:moveTo>
                    <a:cubicBezTo>
                      <a:pt x="22225" y="43921"/>
                      <a:pt x="47195" y="58459"/>
                      <a:pt x="82550" y="57150"/>
                    </a:cubicBezTo>
                    <a:cubicBezTo>
                      <a:pt x="93336" y="56751"/>
                      <a:pt x="103717" y="52917"/>
                      <a:pt x="114300" y="50800"/>
                    </a:cubicBezTo>
                    <a:cubicBezTo>
                      <a:pt x="117475" y="45508"/>
                      <a:pt x="119809" y="39610"/>
                      <a:pt x="123825" y="34925"/>
                    </a:cubicBezTo>
                    <a:cubicBezTo>
                      <a:pt x="126308" y="32028"/>
                      <a:pt x="130907" y="31506"/>
                      <a:pt x="133350" y="28575"/>
                    </a:cubicBezTo>
                    <a:cubicBezTo>
                      <a:pt x="146003" y="13391"/>
                      <a:pt x="132459" y="17147"/>
                      <a:pt x="149225" y="3175"/>
                    </a:cubicBezTo>
                    <a:cubicBezTo>
                      <a:pt x="151796" y="1032"/>
                      <a:pt x="155575" y="1058"/>
                      <a:pt x="158750" y="0"/>
                    </a:cubicBezTo>
                    <a:cubicBezTo>
                      <a:pt x="160867" y="8467"/>
                      <a:pt x="164310" y="16709"/>
                      <a:pt x="165100" y="25400"/>
                    </a:cubicBezTo>
                    <a:cubicBezTo>
                      <a:pt x="166158" y="37042"/>
                      <a:pt x="166622" y="48753"/>
                      <a:pt x="168275" y="60325"/>
                    </a:cubicBezTo>
                    <a:cubicBezTo>
                      <a:pt x="168748" y="63638"/>
                      <a:pt x="169676" y="67012"/>
                      <a:pt x="171450" y="69850"/>
                    </a:cubicBezTo>
                    <a:cubicBezTo>
                      <a:pt x="173941" y="73836"/>
                      <a:pt x="187482" y="88459"/>
                      <a:pt x="190500" y="95250"/>
                    </a:cubicBezTo>
                    <a:cubicBezTo>
                      <a:pt x="195530" y="106568"/>
                      <a:pt x="194577" y="115202"/>
                      <a:pt x="203200" y="123825"/>
                    </a:cubicBezTo>
                    <a:cubicBezTo>
                      <a:pt x="205898" y="126523"/>
                      <a:pt x="209550" y="128058"/>
                      <a:pt x="212725" y="130175"/>
                    </a:cubicBezTo>
                    <a:cubicBezTo>
                      <a:pt x="217529" y="137381"/>
                      <a:pt x="224747" y="145588"/>
                      <a:pt x="222250" y="155575"/>
                    </a:cubicBezTo>
                    <a:cubicBezTo>
                      <a:pt x="216759" y="177541"/>
                      <a:pt x="209439" y="177473"/>
                      <a:pt x="193675" y="187325"/>
                    </a:cubicBezTo>
                    <a:cubicBezTo>
                      <a:pt x="190439" y="189347"/>
                      <a:pt x="187563" y="191968"/>
                      <a:pt x="184150" y="193675"/>
                    </a:cubicBezTo>
                    <a:cubicBezTo>
                      <a:pt x="181157" y="195172"/>
                      <a:pt x="177854" y="195969"/>
                      <a:pt x="174625" y="196850"/>
                    </a:cubicBezTo>
                    <a:cubicBezTo>
                      <a:pt x="166205" y="199146"/>
                      <a:pt x="157927" y="202531"/>
                      <a:pt x="149225" y="203200"/>
                    </a:cubicBezTo>
                    <a:lnTo>
                      <a:pt x="107950" y="206375"/>
                    </a:lnTo>
                    <a:cubicBezTo>
                      <a:pt x="99456" y="207184"/>
                      <a:pt x="91017" y="208492"/>
                      <a:pt x="82550" y="209550"/>
                    </a:cubicBezTo>
                    <a:cubicBezTo>
                      <a:pt x="57150" y="206375"/>
                      <a:pt x="31292" y="205781"/>
                      <a:pt x="6350" y="200025"/>
                    </a:cubicBezTo>
                    <a:cubicBezTo>
                      <a:pt x="2632" y="199167"/>
                      <a:pt x="0" y="194316"/>
                      <a:pt x="0" y="190500"/>
                    </a:cubicBezTo>
                    <a:cubicBezTo>
                      <a:pt x="0" y="177578"/>
                      <a:pt x="5321" y="165786"/>
                      <a:pt x="15875" y="158750"/>
                    </a:cubicBezTo>
                    <a:cubicBezTo>
                      <a:pt x="18660" y="156894"/>
                      <a:pt x="22225" y="156633"/>
                      <a:pt x="25400" y="155575"/>
                    </a:cubicBezTo>
                    <a:cubicBezTo>
                      <a:pt x="28182" y="151402"/>
                      <a:pt x="41093" y="132363"/>
                      <a:pt x="41275" y="130175"/>
                    </a:cubicBezTo>
                    <a:cubicBezTo>
                      <a:pt x="41915" y="122497"/>
                      <a:pt x="38371" y="114841"/>
                      <a:pt x="34925" y="107950"/>
                    </a:cubicBezTo>
                    <a:cubicBezTo>
                      <a:pt x="32917" y="103934"/>
                      <a:pt x="28849" y="101300"/>
                      <a:pt x="25400" y="98425"/>
                    </a:cubicBezTo>
                    <a:cubicBezTo>
                      <a:pt x="14994" y="89754"/>
                      <a:pt x="3175" y="57679"/>
                      <a:pt x="12700" y="508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56" name="Picture 155">
              <a:extLst>
                <a:ext uri="{FF2B5EF4-FFF2-40B4-BE49-F238E27FC236}">
                  <a16:creationId xmlns:a16="http://schemas.microsoft.com/office/drawing/2014/main" id="{E0F5914E-CF94-46EA-900A-32691405FF0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37242" y="5014852"/>
              <a:ext cx="221501" cy="350798"/>
            </a:xfrm>
            <a:prstGeom prst="rect">
              <a:avLst/>
            </a:prstGeom>
          </p:spPr>
        </p:pic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D79D8BA-CA9B-D7E1-0AB6-0E3C70C8915B}"/>
              </a:ext>
            </a:extLst>
          </p:cNvPr>
          <p:cNvGrpSpPr/>
          <p:nvPr/>
        </p:nvGrpSpPr>
        <p:grpSpPr>
          <a:xfrm>
            <a:off x="3765619" y="5636868"/>
            <a:ext cx="1042416" cy="1024128"/>
            <a:chOff x="9537800" y="2832151"/>
            <a:chExt cx="1530220" cy="1504560"/>
          </a:xfrm>
        </p:grpSpPr>
        <p:pic>
          <p:nvPicPr>
            <p:cNvPr id="157" name="Picture 156">
              <a:extLst>
                <a:ext uri="{FF2B5EF4-FFF2-40B4-BE49-F238E27FC236}">
                  <a16:creationId xmlns:a16="http://schemas.microsoft.com/office/drawing/2014/main" id="{2F72A420-EB6D-4746-A3A2-FB5559A1A29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9905514" y="3419483"/>
              <a:ext cx="900481" cy="622531"/>
            </a:xfrm>
            <a:prstGeom prst="rect">
              <a:avLst/>
            </a:prstGeom>
          </p:spPr>
        </p:pic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38460EC5-D327-4469-8453-28B1A5F6438C}"/>
                </a:ext>
              </a:extLst>
            </p:cNvPr>
            <p:cNvGrpSpPr/>
            <p:nvPr/>
          </p:nvGrpSpPr>
          <p:grpSpPr>
            <a:xfrm>
              <a:off x="9537800" y="2832151"/>
              <a:ext cx="1530220" cy="1504560"/>
              <a:chOff x="2307593" y="905612"/>
              <a:chExt cx="1530220" cy="1504560"/>
            </a:xfrm>
          </p:grpSpPr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E76955E1-C096-4A08-BAD6-D96F681445F7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Rectangle: Diagonal Corners Snipped 73">
                <a:extLst>
                  <a:ext uri="{FF2B5EF4-FFF2-40B4-BE49-F238E27FC236}">
                    <a16:creationId xmlns:a16="http://schemas.microsoft.com/office/drawing/2014/main" id="{D6CB01D4-E4B9-4256-AF1E-03B6FDE8764D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8" name="Group 157">
              <a:extLst>
                <a:ext uri="{FF2B5EF4-FFF2-40B4-BE49-F238E27FC236}">
                  <a16:creationId xmlns:a16="http://schemas.microsoft.com/office/drawing/2014/main" id="{AE8D43CF-C443-473E-949A-6E72BCA50D85}"/>
                </a:ext>
              </a:extLst>
            </p:cNvPr>
            <p:cNvGrpSpPr/>
            <p:nvPr/>
          </p:nvGrpSpPr>
          <p:grpSpPr>
            <a:xfrm>
              <a:off x="9855587" y="3184517"/>
              <a:ext cx="553014" cy="416070"/>
              <a:chOff x="4159039" y="1783037"/>
              <a:chExt cx="1173327" cy="882773"/>
            </a:xfrm>
          </p:grpSpPr>
          <p:cxnSp>
            <p:nvCxnSpPr>
              <p:cNvPr id="159" name="Straight Connector 158">
                <a:extLst>
                  <a:ext uri="{FF2B5EF4-FFF2-40B4-BE49-F238E27FC236}">
                    <a16:creationId xmlns:a16="http://schemas.microsoft.com/office/drawing/2014/main" id="{EC427E02-3A37-4C66-8D59-021AA179A362}"/>
                  </a:ext>
                </a:extLst>
              </p:cNvPr>
              <p:cNvCxnSpPr/>
              <p:nvPr/>
            </p:nvCxnSpPr>
            <p:spPr>
              <a:xfrm>
                <a:off x="4370638" y="1797365"/>
                <a:ext cx="169273" cy="745069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0" name="Straight Connector 159">
                <a:extLst>
                  <a:ext uri="{FF2B5EF4-FFF2-40B4-BE49-F238E27FC236}">
                    <a16:creationId xmlns:a16="http://schemas.microsoft.com/office/drawing/2014/main" id="{A5B71193-66B6-4A81-BE00-D02F95D6AB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66868" y="1783037"/>
                <a:ext cx="0" cy="745069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1" name="Straight Connector 160">
                <a:extLst>
                  <a:ext uri="{FF2B5EF4-FFF2-40B4-BE49-F238E27FC236}">
                    <a16:creationId xmlns:a16="http://schemas.microsoft.com/office/drawing/2014/main" id="{4FA0E24F-09CF-42BF-B898-B13A5EFBAE5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751510" y="1854676"/>
                <a:ext cx="221201" cy="745069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2" name="Straight Connector 161">
                <a:extLst>
                  <a:ext uri="{FF2B5EF4-FFF2-40B4-BE49-F238E27FC236}">
                    <a16:creationId xmlns:a16="http://schemas.microsoft.com/office/drawing/2014/main" id="{066F8A03-9A39-40B4-A1ED-510E6A0E4BA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793826" y="2173084"/>
                <a:ext cx="538540" cy="492726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3" name="Straight Connector 162">
                <a:extLst>
                  <a:ext uri="{FF2B5EF4-FFF2-40B4-BE49-F238E27FC236}">
                    <a16:creationId xmlns:a16="http://schemas.microsoft.com/office/drawing/2014/main" id="{7423EC4A-BA9A-4B2A-9778-42A01AB80A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59039" y="1995854"/>
                <a:ext cx="353163" cy="631024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0B6F846-C4F9-E401-8896-CD8FFE9BD462}"/>
              </a:ext>
            </a:extLst>
          </p:cNvPr>
          <p:cNvGrpSpPr/>
          <p:nvPr/>
        </p:nvGrpSpPr>
        <p:grpSpPr>
          <a:xfrm>
            <a:off x="2555967" y="538105"/>
            <a:ext cx="1036542" cy="1024128"/>
            <a:chOff x="4077215" y="3324394"/>
            <a:chExt cx="1527048" cy="1508760"/>
          </a:xfrm>
        </p:grpSpPr>
        <p:pic>
          <p:nvPicPr>
            <p:cNvPr id="183" name="Picture 182">
              <a:extLst>
                <a:ext uri="{FF2B5EF4-FFF2-40B4-BE49-F238E27FC236}">
                  <a16:creationId xmlns:a16="http://schemas.microsoft.com/office/drawing/2014/main" id="{54B36780-C553-B7D8-4E49-8FECE42281A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680530" y="3982521"/>
              <a:ext cx="618854" cy="628074"/>
            </a:xfrm>
            <a:prstGeom prst="rect">
              <a:avLst/>
            </a:prstGeom>
          </p:spPr>
        </p:pic>
        <p:grpSp>
          <p:nvGrpSpPr>
            <p:cNvPr id="167" name="Group 166">
              <a:extLst>
                <a:ext uri="{FF2B5EF4-FFF2-40B4-BE49-F238E27FC236}">
                  <a16:creationId xmlns:a16="http://schemas.microsoft.com/office/drawing/2014/main" id="{4B400873-0C9E-4423-9AA0-BC020058D37B}"/>
                </a:ext>
              </a:extLst>
            </p:cNvPr>
            <p:cNvGrpSpPr/>
            <p:nvPr/>
          </p:nvGrpSpPr>
          <p:grpSpPr>
            <a:xfrm>
              <a:off x="4077215" y="3324394"/>
              <a:ext cx="1527048" cy="1508760"/>
              <a:chOff x="2307593" y="905612"/>
              <a:chExt cx="1530220" cy="1504560"/>
            </a:xfrm>
          </p:grpSpPr>
          <p:sp>
            <p:nvSpPr>
              <p:cNvPr id="168" name="Rectangle 167">
                <a:extLst>
                  <a:ext uri="{FF2B5EF4-FFF2-40B4-BE49-F238E27FC236}">
                    <a16:creationId xmlns:a16="http://schemas.microsoft.com/office/drawing/2014/main" id="{DB82B7C9-BC14-44C9-A9C4-1D02CCD99AC6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Rectangle: Diagonal Corners Snipped 168">
                <a:extLst>
                  <a:ext uri="{FF2B5EF4-FFF2-40B4-BE49-F238E27FC236}">
                    <a16:creationId xmlns:a16="http://schemas.microsoft.com/office/drawing/2014/main" id="{C7387397-DBAE-4625-9B0F-19A78A36DF35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71" name="Picture 2" descr="Ax, halberd, knight, medieval, spear, warrior, weapon icon - Download on  Iconfinder">
              <a:extLst>
                <a:ext uri="{FF2B5EF4-FFF2-40B4-BE49-F238E27FC236}">
                  <a16:creationId xmlns:a16="http://schemas.microsoft.com/office/drawing/2014/main" id="{87B569F2-038D-455E-9BD7-549E5D91B36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8909646">
              <a:off x="4185806" y="3743727"/>
              <a:ext cx="712237" cy="71570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87B2A0EF-1979-E35C-2879-1FA7BBC58F57}"/>
              </a:ext>
            </a:extLst>
          </p:cNvPr>
          <p:cNvGrpSpPr/>
          <p:nvPr/>
        </p:nvGrpSpPr>
        <p:grpSpPr>
          <a:xfrm>
            <a:off x="9686565" y="549566"/>
            <a:ext cx="1042416" cy="1029932"/>
            <a:chOff x="7752478" y="874175"/>
            <a:chExt cx="1530220" cy="1504560"/>
          </a:xfrm>
        </p:grpSpPr>
        <p:grpSp>
          <p:nvGrpSpPr>
            <p:cNvPr id="176" name="Group 175">
              <a:extLst>
                <a:ext uri="{FF2B5EF4-FFF2-40B4-BE49-F238E27FC236}">
                  <a16:creationId xmlns:a16="http://schemas.microsoft.com/office/drawing/2014/main" id="{EB014950-C56C-42CE-BAF5-D856BA2EEDC7}"/>
                </a:ext>
              </a:extLst>
            </p:cNvPr>
            <p:cNvGrpSpPr/>
            <p:nvPr/>
          </p:nvGrpSpPr>
          <p:grpSpPr>
            <a:xfrm>
              <a:off x="7752478" y="874175"/>
              <a:ext cx="1530220" cy="1504560"/>
              <a:chOff x="2307593" y="905612"/>
              <a:chExt cx="1530220" cy="1504560"/>
            </a:xfrm>
          </p:grpSpPr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AA349387-05FA-40A6-A796-C09715BB636D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8" name="Rectangle: Diagonal Corners Snipped 177">
                <a:extLst>
                  <a:ext uri="{FF2B5EF4-FFF2-40B4-BE49-F238E27FC236}">
                    <a16:creationId xmlns:a16="http://schemas.microsoft.com/office/drawing/2014/main" id="{CE70C793-C9DF-4169-916F-FF7BCCE53387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9" name="Group 178">
              <a:extLst>
                <a:ext uri="{FF2B5EF4-FFF2-40B4-BE49-F238E27FC236}">
                  <a16:creationId xmlns:a16="http://schemas.microsoft.com/office/drawing/2014/main" id="{8482768B-D691-46A1-A3B0-C988BAF266CB}"/>
                </a:ext>
              </a:extLst>
            </p:cNvPr>
            <p:cNvGrpSpPr/>
            <p:nvPr/>
          </p:nvGrpSpPr>
          <p:grpSpPr>
            <a:xfrm>
              <a:off x="8299938" y="1482958"/>
              <a:ext cx="667732" cy="697855"/>
              <a:chOff x="2189444" y="4586095"/>
              <a:chExt cx="1002523" cy="1047750"/>
            </a:xfrm>
          </p:grpSpPr>
          <p:pic>
            <p:nvPicPr>
              <p:cNvPr id="180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4A75F85F-2C81-498D-8756-40D31B81A30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190643" y="4584896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81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C8034F9E-4A49-482F-A8DF-41DFA26F61D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585930" y="5027809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82" name="Star: 6 Points 181">
              <a:extLst>
                <a:ext uri="{FF2B5EF4-FFF2-40B4-BE49-F238E27FC236}">
                  <a16:creationId xmlns:a16="http://schemas.microsoft.com/office/drawing/2014/main" id="{CDC117B5-D619-4705-9961-FB144DA207D5}"/>
                </a:ext>
              </a:extLst>
            </p:cNvPr>
            <p:cNvSpPr/>
            <p:nvPr/>
          </p:nvSpPr>
          <p:spPr>
            <a:xfrm>
              <a:off x="8035114" y="1178155"/>
              <a:ext cx="313175" cy="386451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F219C5F-BD55-A0D1-E3CB-44166440B4E7}"/>
              </a:ext>
            </a:extLst>
          </p:cNvPr>
          <p:cNvGrpSpPr/>
          <p:nvPr/>
        </p:nvGrpSpPr>
        <p:grpSpPr>
          <a:xfrm>
            <a:off x="4968695" y="540032"/>
            <a:ext cx="1036542" cy="1024128"/>
            <a:chOff x="6755432" y="3347201"/>
            <a:chExt cx="1527048" cy="1508760"/>
          </a:xfrm>
        </p:grpSpPr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6B3BE90A-6584-667F-B1B9-332D085ECD0A}"/>
                </a:ext>
              </a:extLst>
            </p:cNvPr>
            <p:cNvGrpSpPr/>
            <p:nvPr/>
          </p:nvGrpSpPr>
          <p:grpSpPr>
            <a:xfrm>
              <a:off x="6755432" y="3347201"/>
              <a:ext cx="1527048" cy="1508760"/>
              <a:chOff x="2307593" y="905612"/>
              <a:chExt cx="1530220" cy="1504560"/>
            </a:xfrm>
          </p:grpSpPr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4DCA3667-67FD-E94F-A217-FBE7D7B6EAD1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9" name="Rectangle: Diagonal Corners Snipped 188">
                <a:extLst>
                  <a:ext uri="{FF2B5EF4-FFF2-40B4-BE49-F238E27FC236}">
                    <a16:creationId xmlns:a16="http://schemas.microsoft.com/office/drawing/2014/main" id="{026CDF47-0BA5-7AA2-8565-2CE692A63675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57466285-6FF7-828C-F0FF-296A094B8D03}"/>
                </a:ext>
              </a:extLst>
            </p:cNvPr>
            <p:cNvGrpSpPr/>
            <p:nvPr/>
          </p:nvGrpSpPr>
          <p:grpSpPr>
            <a:xfrm>
              <a:off x="6946781" y="3888939"/>
              <a:ext cx="1005880" cy="783030"/>
              <a:chOff x="6864023" y="3766534"/>
              <a:chExt cx="1113578" cy="866868"/>
            </a:xfrm>
          </p:grpSpPr>
          <p:pic>
            <p:nvPicPr>
              <p:cNvPr id="185" name="Picture 184">
                <a:extLst>
                  <a:ext uri="{FF2B5EF4-FFF2-40B4-BE49-F238E27FC236}">
                    <a16:creationId xmlns:a16="http://schemas.microsoft.com/office/drawing/2014/main" id="{C99FAF2C-A1E0-506D-083D-3C1BB46810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358747" y="4005328"/>
                <a:ext cx="618854" cy="628074"/>
              </a:xfrm>
              <a:prstGeom prst="rect">
                <a:avLst/>
              </a:prstGeom>
            </p:spPr>
          </p:pic>
          <p:pic>
            <p:nvPicPr>
              <p:cNvPr id="187" name="Picture 2" descr="Ax, halberd, knight, medieval, spear, warrior, weapon icon - Download on  Iconfinder">
                <a:extLst>
                  <a:ext uri="{FF2B5EF4-FFF2-40B4-BE49-F238E27FC236}">
                    <a16:creationId xmlns:a16="http://schemas.microsoft.com/office/drawing/2014/main" id="{A8CA8B41-6F98-597D-07EE-89F50BA9B54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909646">
                <a:off x="6864023" y="3766534"/>
                <a:ext cx="712237" cy="71570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92" name="Star: 6 Points 191">
              <a:extLst>
                <a:ext uri="{FF2B5EF4-FFF2-40B4-BE49-F238E27FC236}">
                  <a16:creationId xmlns:a16="http://schemas.microsoft.com/office/drawing/2014/main" id="{A9E9074A-4C64-B572-F51D-616B8A7767E6}"/>
                </a:ext>
              </a:extLst>
            </p:cNvPr>
            <p:cNvSpPr/>
            <p:nvPr/>
          </p:nvSpPr>
          <p:spPr>
            <a:xfrm>
              <a:off x="7428862" y="3634963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AC38CB9-2FDB-36A5-6613-60D377392D8E}"/>
              </a:ext>
            </a:extLst>
          </p:cNvPr>
          <p:cNvGrpSpPr/>
          <p:nvPr/>
        </p:nvGrpSpPr>
        <p:grpSpPr>
          <a:xfrm>
            <a:off x="125191" y="1753958"/>
            <a:ext cx="1036542" cy="1024128"/>
            <a:chOff x="2577342" y="3201375"/>
            <a:chExt cx="1527048" cy="1508760"/>
          </a:xfrm>
        </p:grpSpPr>
        <p:pic>
          <p:nvPicPr>
            <p:cNvPr id="193" name="Picture 6" descr="Chess, knight, game icon - Download on Iconfinder">
              <a:extLst>
                <a:ext uri="{FF2B5EF4-FFF2-40B4-BE49-F238E27FC236}">
                  <a16:creationId xmlns:a16="http://schemas.microsoft.com/office/drawing/2014/main" id="{B753F50D-9737-C90C-51B3-0CF77899D06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2978515" y="3762278"/>
              <a:ext cx="416591" cy="5971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95" name="Group 194">
              <a:extLst>
                <a:ext uri="{FF2B5EF4-FFF2-40B4-BE49-F238E27FC236}">
                  <a16:creationId xmlns:a16="http://schemas.microsoft.com/office/drawing/2014/main" id="{B8857A9E-4287-9889-AAA5-D6D226CF5184}"/>
                </a:ext>
              </a:extLst>
            </p:cNvPr>
            <p:cNvGrpSpPr/>
            <p:nvPr/>
          </p:nvGrpSpPr>
          <p:grpSpPr>
            <a:xfrm>
              <a:off x="2577342" y="3201375"/>
              <a:ext cx="1527048" cy="1508760"/>
              <a:chOff x="2307593" y="905612"/>
              <a:chExt cx="1530220" cy="1504560"/>
            </a:xfrm>
          </p:grpSpPr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3807ACBD-613C-9A30-0D82-465363A40E28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Rectangle: Diagonal Corners Snipped 200">
                <a:extLst>
                  <a:ext uri="{FF2B5EF4-FFF2-40B4-BE49-F238E27FC236}">
                    <a16:creationId xmlns:a16="http://schemas.microsoft.com/office/drawing/2014/main" id="{0B82E183-5845-F2A3-1CE2-F698D1FA4F61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02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6F80209F-6188-53CE-64A7-C9E7934B0C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3400210" y="3768407"/>
              <a:ext cx="370710" cy="6383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77F2DD2-99B8-A51B-1F05-7A4F9B65644E}"/>
              </a:ext>
            </a:extLst>
          </p:cNvPr>
          <p:cNvGrpSpPr/>
          <p:nvPr/>
        </p:nvGrpSpPr>
        <p:grpSpPr>
          <a:xfrm>
            <a:off x="1322275" y="1743532"/>
            <a:ext cx="1036542" cy="1024128"/>
            <a:chOff x="5723088" y="3201375"/>
            <a:chExt cx="1527048" cy="1508760"/>
          </a:xfrm>
        </p:grpSpPr>
        <p:pic>
          <p:nvPicPr>
            <p:cNvPr id="211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C524415A-C058-E6E4-B74D-470BA7EF462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583826" y="3768407"/>
              <a:ext cx="370710" cy="6383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04" name="Group 203">
              <a:extLst>
                <a:ext uri="{FF2B5EF4-FFF2-40B4-BE49-F238E27FC236}">
                  <a16:creationId xmlns:a16="http://schemas.microsoft.com/office/drawing/2014/main" id="{8958A2D4-C364-7FD9-EA9F-F5AC8B2CEE74}"/>
                </a:ext>
              </a:extLst>
            </p:cNvPr>
            <p:cNvGrpSpPr/>
            <p:nvPr/>
          </p:nvGrpSpPr>
          <p:grpSpPr>
            <a:xfrm>
              <a:off x="5723088" y="3201375"/>
              <a:ext cx="1527048" cy="1508760"/>
              <a:chOff x="2307593" y="905612"/>
              <a:chExt cx="1530220" cy="1504560"/>
            </a:xfrm>
          </p:grpSpPr>
          <p:sp>
            <p:nvSpPr>
              <p:cNvPr id="209" name="Rectangle 208">
                <a:extLst>
                  <a:ext uri="{FF2B5EF4-FFF2-40B4-BE49-F238E27FC236}">
                    <a16:creationId xmlns:a16="http://schemas.microsoft.com/office/drawing/2014/main" id="{E1A21FB0-F04D-2652-9169-E17D4EF89A08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0" name="Rectangle: Diagonal Corners Snipped 209">
                <a:extLst>
                  <a:ext uri="{FF2B5EF4-FFF2-40B4-BE49-F238E27FC236}">
                    <a16:creationId xmlns:a16="http://schemas.microsoft.com/office/drawing/2014/main" id="{0E53F9B4-C7A7-D75A-4D0D-FA3F256DD79D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05" name="Group 204">
              <a:extLst>
                <a:ext uri="{FF2B5EF4-FFF2-40B4-BE49-F238E27FC236}">
                  <a16:creationId xmlns:a16="http://schemas.microsoft.com/office/drawing/2014/main" id="{247AAE13-D0C7-BC58-3CD3-982E215DEF3E}"/>
                </a:ext>
              </a:extLst>
            </p:cNvPr>
            <p:cNvGrpSpPr/>
            <p:nvPr/>
          </p:nvGrpSpPr>
          <p:grpSpPr>
            <a:xfrm>
              <a:off x="5978396" y="3765146"/>
              <a:ext cx="658297" cy="579310"/>
              <a:chOff x="3741815" y="4973520"/>
              <a:chExt cx="1685668" cy="1310075"/>
            </a:xfrm>
          </p:grpSpPr>
          <p:pic>
            <p:nvPicPr>
              <p:cNvPr id="207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BEC3A530-FD1B-2C49-DDB5-ACFCA29896D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08" name="Arrow: Up 207">
                <a:extLst>
                  <a:ext uri="{FF2B5EF4-FFF2-40B4-BE49-F238E27FC236}">
                    <a16:creationId xmlns:a16="http://schemas.microsoft.com/office/drawing/2014/main" id="{9B75D54C-7D6D-588D-DB65-65B9A63198F4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890059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TextBox 78">
            <a:extLst>
              <a:ext uri="{FF2B5EF4-FFF2-40B4-BE49-F238E27FC236}">
                <a16:creationId xmlns:a16="http://schemas.microsoft.com/office/drawing/2014/main" id="{0AAE1113-CB37-4F84-A581-1822A843005D}"/>
              </a:ext>
            </a:extLst>
          </p:cNvPr>
          <p:cNvSpPr txBox="1"/>
          <p:nvPr/>
        </p:nvSpPr>
        <p:spPr>
          <a:xfrm>
            <a:off x="238650" y="149255"/>
            <a:ext cx="13987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Oldcemetery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EA5044F-8D0C-4EE5-85C0-D32C044E904E}"/>
              </a:ext>
            </a:extLst>
          </p:cNvPr>
          <p:cNvGrpSpPr/>
          <p:nvPr/>
        </p:nvGrpSpPr>
        <p:grpSpPr>
          <a:xfrm>
            <a:off x="6096000" y="601563"/>
            <a:ext cx="1042416" cy="1024128"/>
            <a:chOff x="6366710" y="896820"/>
            <a:chExt cx="1530220" cy="1504560"/>
          </a:xfrm>
        </p:grpSpPr>
        <p:pic>
          <p:nvPicPr>
            <p:cNvPr id="137" name="Picture 136">
              <a:extLst>
                <a:ext uri="{FF2B5EF4-FFF2-40B4-BE49-F238E27FC236}">
                  <a16:creationId xmlns:a16="http://schemas.microsoft.com/office/drawing/2014/main" id="{8A3825B8-BFD8-4C14-9F62-8A4E9E0A64F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49444" y="1346395"/>
              <a:ext cx="719115" cy="949584"/>
            </a:xfrm>
            <a:prstGeom prst="rect">
              <a:avLst/>
            </a:prstGeom>
          </p:spPr>
        </p:pic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B2E1F6C4-B678-4CAA-8E5E-FEF8E68EF8E1}"/>
                </a:ext>
              </a:extLst>
            </p:cNvPr>
            <p:cNvSpPr/>
            <p:nvPr/>
          </p:nvSpPr>
          <p:spPr>
            <a:xfrm>
              <a:off x="63667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Hexagon 106">
              <a:extLst>
                <a:ext uri="{FF2B5EF4-FFF2-40B4-BE49-F238E27FC236}">
                  <a16:creationId xmlns:a16="http://schemas.microsoft.com/office/drawing/2014/main" id="{D686F118-08ED-41A9-A436-8CB374DB36FB}"/>
                </a:ext>
              </a:extLst>
            </p:cNvPr>
            <p:cNvSpPr/>
            <p:nvPr/>
          </p:nvSpPr>
          <p:spPr>
            <a:xfrm>
              <a:off x="65043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31B39B9-33AD-4723-BB00-4CA2680FEC83}"/>
              </a:ext>
            </a:extLst>
          </p:cNvPr>
          <p:cNvGrpSpPr/>
          <p:nvPr/>
        </p:nvGrpSpPr>
        <p:grpSpPr>
          <a:xfrm>
            <a:off x="8524294" y="601563"/>
            <a:ext cx="1042416" cy="1024128"/>
            <a:chOff x="10329110" y="896820"/>
            <a:chExt cx="1530220" cy="1504560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6FF8E98-1ABC-4CFC-95FB-9A9F6804D91A}"/>
                </a:ext>
              </a:extLst>
            </p:cNvPr>
            <p:cNvGrpSpPr/>
            <p:nvPr/>
          </p:nvGrpSpPr>
          <p:grpSpPr>
            <a:xfrm>
              <a:off x="10716404" y="1298130"/>
              <a:ext cx="883878" cy="1011543"/>
              <a:chOff x="8730644" y="1263143"/>
              <a:chExt cx="883878" cy="1011543"/>
            </a:xfrm>
          </p:grpSpPr>
          <p:pic>
            <p:nvPicPr>
              <p:cNvPr id="138" name="Picture 137">
                <a:extLst>
                  <a:ext uri="{FF2B5EF4-FFF2-40B4-BE49-F238E27FC236}">
                    <a16:creationId xmlns:a16="http://schemas.microsoft.com/office/drawing/2014/main" id="{0975319D-D644-41FD-921F-2FECF2AB22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730644" y="1325102"/>
                <a:ext cx="719115" cy="949584"/>
              </a:xfrm>
              <a:prstGeom prst="rect">
                <a:avLst/>
              </a:prstGeom>
            </p:spPr>
          </p:pic>
          <p:pic>
            <p:nvPicPr>
              <p:cNvPr id="139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BE993D36-06CA-44A3-AE36-D716915367F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130774" y="1263143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BF4E4F5B-E54D-41C0-8A3A-938778BE3080}"/>
                </a:ext>
              </a:extLst>
            </p:cNvPr>
            <p:cNvSpPr/>
            <p:nvPr/>
          </p:nvSpPr>
          <p:spPr>
            <a:xfrm>
              <a:off x="103291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Hexagon 112">
              <a:extLst>
                <a:ext uri="{FF2B5EF4-FFF2-40B4-BE49-F238E27FC236}">
                  <a16:creationId xmlns:a16="http://schemas.microsoft.com/office/drawing/2014/main" id="{DAF816D0-2AAB-46FE-ADF8-F8287A3B89AD}"/>
                </a:ext>
              </a:extLst>
            </p:cNvPr>
            <p:cNvSpPr/>
            <p:nvPr/>
          </p:nvSpPr>
          <p:spPr>
            <a:xfrm>
              <a:off x="104667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7799CE4-407B-4CE5-8B83-F17E7C972ABB}"/>
              </a:ext>
            </a:extLst>
          </p:cNvPr>
          <p:cNvGrpSpPr/>
          <p:nvPr/>
        </p:nvGrpSpPr>
        <p:grpSpPr>
          <a:xfrm>
            <a:off x="1331317" y="1823019"/>
            <a:ext cx="1042416" cy="1024128"/>
            <a:chOff x="2404310" y="2832646"/>
            <a:chExt cx="1530220" cy="150456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2099358-23AF-46C3-B01F-A406046C3154}"/>
                </a:ext>
              </a:extLst>
            </p:cNvPr>
            <p:cNvGrpSpPr/>
            <p:nvPr/>
          </p:nvGrpSpPr>
          <p:grpSpPr>
            <a:xfrm>
              <a:off x="2781832" y="3235133"/>
              <a:ext cx="849581" cy="924330"/>
              <a:chOff x="2781832" y="3235133"/>
              <a:chExt cx="849581" cy="924330"/>
            </a:xfrm>
          </p:grpSpPr>
          <p:pic>
            <p:nvPicPr>
              <p:cNvPr id="147" name="Picture 2" descr="Death Knight Logo Vector Images (over 240)">
                <a:extLst>
                  <a:ext uri="{FF2B5EF4-FFF2-40B4-BE49-F238E27FC236}">
                    <a16:creationId xmlns:a16="http://schemas.microsoft.com/office/drawing/2014/main" id="{C70630B4-28DA-42AB-9EFE-F9E9D597660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150" t="5916" r="4666" b="5976"/>
              <a:stretch/>
            </p:blipFill>
            <p:spPr bwMode="auto">
              <a:xfrm>
                <a:off x="2943300" y="3429000"/>
                <a:ext cx="688113" cy="73046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8" name="Picture 4" descr="My Scythes - Scythe Logo, HD Png Download - kindpng">
                <a:extLst>
                  <a:ext uri="{FF2B5EF4-FFF2-40B4-BE49-F238E27FC236}">
                    <a16:creationId xmlns:a16="http://schemas.microsoft.com/office/drawing/2014/main" id="{DD8010DA-AD25-4C44-8640-541055B5245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01" t="4312" r="7496" b="25425"/>
              <a:stretch/>
            </p:blipFill>
            <p:spPr bwMode="auto">
              <a:xfrm>
                <a:off x="2781832" y="3235133"/>
                <a:ext cx="375687" cy="4686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C5FCCB7C-C37F-4462-9BCB-6ED55EEF15E9}"/>
                </a:ext>
              </a:extLst>
            </p:cNvPr>
            <p:cNvSpPr/>
            <p:nvPr/>
          </p:nvSpPr>
          <p:spPr>
            <a:xfrm>
              <a:off x="24043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Hexagon 118">
              <a:extLst>
                <a:ext uri="{FF2B5EF4-FFF2-40B4-BE49-F238E27FC236}">
                  <a16:creationId xmlns:a16="http://schemas.microsoft.com/office/drawing/2014/main" id="{ADC7AFE0-A20A-40B8-962C-F6FBCEF46AE2}"/>
                </a:ext>
              </a:extLst>
            </p:cNvPr>
            <p:cNvSpPr/>
            <p:nvPr/>
          </p:nvSpPr>
          <p:spPr>
            <a:xfrm>
              <a:off x="25419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0CA27BC-CC98-410C-8935-2DE42F04585B}"/>
              </a:ext>
            </a:extLst>
          </p:cNvPr>
          <p:cNvGrpSpPr/>
          <p:nvPr/>
        </p:nvGrpSpPr>
        <p:grpSpPr>
          <a:xfrm>
            <a:off x="118611" y="5679557"/>
            <a:ext cx="1042416" cy="1024128"/>
            <a:chOff x="4385510" y="2832646"/>
            <a:chExt cx="1530220" cy="15045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42ECAEFA-36CE-4280-BEF7-44391B1D798F}"/>
                </a:ext>
              </a:extLst>
            </p:cNvPr>
            <p:cNvGrpSpPr/>
            <p:nvPr/>
          </p:nvGrpSpPr>
          <p:grpSpPr>
            <a:xfrm>
              <a:off x="4787989" y="3184842"/>
              <a:ext cx="815296" cy="1089125"/>
              <a:chOff x="4787989" y="3184842"/>
              <a:chExt cx="815296" cy="1089125"/>
            </a:xfrm>
          </p:grpSpPr>
          <p:pic>
            <p:nvPicPr>
              <p:cNvPr id="140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FE22FFB3-D83C-4D48-A465-711A16DDB7C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119537" y="3184842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9" name="Picture 6" descr="Coffin Clipart - 330x596 PNG Download - PNGkit">
                <a:extLst>
                  <a:ext uri="{FF2B5EF4-FFF2-40B4-BE49-F238E27FC236}">
                    <a16:creationId xmlns:a16="http://schemas.microsoft.com/office/drawing/2014/main" id="{10ABF4B7-0F82-4FC5-B6F6-09154196C01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7856" t="5478" r="29199" b="6148"/>
              <a:stretch/>
            </p:blipFill>
            <p:spPr bwMode="auto">
              <a:xfrm rot="19958873">
                <a:off x="4787989" y="3314493"/>
                <a:ext cx="484323" cy="9594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7FCAF47B-C7BD-497F-9E67-E5FFACBE6B9C}"/>
                </a:ext>
              </a:extLst>
            </p:cNvPr>
            <p:cNvGrpSpPr/>
            <p:nvPr/>
          </p:nvGrpSpPr>
          <p:grpSpPr>
            <a:xfrm>
              <a:off x="4385510" y="2832646"/>
              <a:ext cx="1530220" cy="1504560"/>
              <a:chOff x="4385510" y="2832646"/>
              <a:chExt cx="1530220" cy="1504560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7BCA0E01-B357-4728-9A9C-6CFBE13CDB33}"/>
                  </a:ext>
                </a:extLst>
              </p:cNvPr>
              <p:cNvSpPr/>
              <p:nvPr/>
            </p:nvSpPr>
            <p:spPr>
              <a:xfrm>
                <a:off x="43855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Hexagon 121">
                <a:extLst>
                  <a:ext uri="{FF2B5EF4-FFF2-40B4-BE49-F238E27FC236}">
                    <a16:creationId xmlns:a16="http://schemas.microsoft.com/office/drawing/2014/main" id="{0CB9EEBB-F7DE-404D-BFD4-5E8E38BE0B56}"/>
                  </a:ext>
                </a:extLst>
              </p:cNvPr>
              <p:cNvSpPr/>
              <p:nvPr/>
            </p:nvSpPr>
            <p:spPr>
              <a:xfrm>
                <a:off x="45231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3A97069-E485-FFB9-0066-EF5D36A82AE5}"/>
              </a:ext>
            </a:extLst>
          </p:cNvPr>
          <p:cNvGrpSpPr/>
          <p:nvPr/>
        </p:nvGrpSpPr>
        <p:grpSpPr>
          <a:xfrm>
            <a:off x="132119" y="623474"/>
            <a:ext cx="1036542" cy="1024128"/>
            <a:chOff x="4575230" y="2860750"/>
            <a:chExt cx="1527048" cy="1508760"/>
          </a:xfrm>
        </p:grpSpPr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931B3616-A87C-48CE-AD81-6675201FF79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2306956" flipV="1">
              <a:off x="5242348" y="3156333"/>
              <a:ext cx="235359" cy="1174676"/>
            </a:xfrm>
            <a:prstGeom prst="rect">
              <a:avLst/>
            </a:prstGeom>
          </p:spPr>
        </p:pic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5911F6ED-89CF-4B34-8BB8-0A514459EE40}"/>
                </a:ext>
              </a:extLst>
            </p:cNvPr>
            <p:cNvGrpSpPr/>
            <p:nvPr/>
          </p:nvGrpSpPr>
          <p:grpSpPr>
            <a:xfrm>
              <a:off x="4575230" y="2860750"/>
              <a:ext cx="1527048" cy="1508760"/>
              <a:chOff x="423110" y="896820"/>
              <a:chExt cx="1530220" cy="1504560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F89FECE9-7918-4A24-A28C-D542448CE24C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Hexagon 100">
                <a:extLst>
                  <a:ext uri="{FF2B5EF4-FFF2-40B4-BE49-F238E27FC236}">
                    <a16:creationId xmlns:a16="http://schemas.microsoft.com/office/drawing/2014/main" id="{CF433D14-21E1-4E33-AF55-EA68381D527E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F42CF1B-1557-CB9F-9DC8-5ADEDA6CE660}"/>
              </a:ext>
            </a:extLst>
          </p:cNvPr>
          <p:cNvGrpSpPr/>
          <p:nvPr/>
        </p:nvGrpSpPr>
        <p:grpSpPr>
          <a:xfrm>
            <a:off x="2498107" y="593551"/>
            <a:ext cx="1036542" cy="1024128"/>
            <a:chOff x="7624606" y="2847147"/>
            <a:chExt cx="1527048" cy="1508760"/>
          </a:xfrm>
        </p:grpSpPr>
        <p:pic>
          <p:nvPicPr>
            <p:cNvPr id="156" name="Picture 155">
              <a:extLst>
                <a:ext uri="{FF2B5EF4-FFF2-40B4-BE49-F238E27FC236}">
                  <a16:creationId xmlns:a16="http://schemas.microsoft.com/office/drawing/2014/main" id="{703867FF-C5BD-4D01-A299-5DF550D1BA1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flipH="1">
              <a:off x="8254539" y="3286664"/>
              <a:ext cx="429684" cy="859996"/>
            </a:xfrm>
            <a:prstGeom prst="rect">
              <a:avLst/>
            </a:prstGeom>
          </p:spPr>
        </p:pic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713CAAFD-2AF8-404C-966C-36326594A898}"/>
                </a:ext>
              </a:extLst>
            </p:cNvPr>
            <p:cNvSpPr/>
            <p:nvPr/>
          </p:nvSpPr>
          <p:spPr>
            <a:xfrm>
              <a:off x="7624606" y="2847147"/>
              <a:ext cx="1527048" cy="15087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Hexagon 103">
              <a:extLst>
                <a:ext uri="{FF2B5EF4-FFF2-40B4-BE49-F238E27FC236}">
                  <a16:creationId xmlns:a16="http://schemas.microsoft.com/office/drawing/2014/main" id="{0F1C0DE0-6766-4FA5-918F-DA50AFAF9925}"/>
                </a:ext>
              </a:extLst>
            </p:cNvPr>
            <p:cNvSpPr/>
            <p:nvPr/>
          </p:nvSpPr>
          <p:spPr>
            <a:xfrm>
              <a:off x="7761947" y="3094293"/>
              <a:ext cx="1252364" cy="121753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3F57436-F369-4874-BE77-563034A14716}"/>
              </a:ext>
            </a:extLst>
          </p:cNvPr>
          <p:cNvGrpSpPr/>
          <p:nvPr/>
        </p:nvGrpSpPr>
        <p:grpSpPr>
          <a:xfrm>
            <a:off x="126245" y="1811481"/>
            <a:ext cx="1042416" cy="1024128"/>
            <a:chOff x="423110" y="2832646"/>
            <a:chExt cx="1530220" cy="1504560"/>
          </a:xfrm>
        </p:grpSpPr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F676F70-4A61-4438-AB2E-F1B8B1B5307E}"/>
                </a:ext>
              </a:extLst>
            </p:cNvPr>
            <p:cNvSpPr/>
            <p:nvPr/>
          </p:nvSpPr>
          <p:spPr>
            <a:xfrm>
              <a:off x="4231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Hexagon 115">
              <a:extLst>
                <a:ext uri="{FF2B5EF4-FFF2-40B4-BE49-F238E27FC236}">
                  <a16:creationId xmlns:a16="http://schemas.microsoft.com/office/drawing/2014/main" id="{435B65E7-0615-4A4F-A03C-973D4C0F4FFB}"/>
                </a:ext>
              </a:extLst>
            </p:cNvPr>
            <p:cNvSpPr/>
            <p:nvPr/>
          </p:nvSpPr>
          <p:spPr>
            <a:xfrm>
              <a:off x="5607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6" name="Picture 2" descr="Death Knight Logo Vector Images (over 240)">
              <a:extLst>
                <a:ext uri="{FF2B5EF4-FFF2-40B4-BE49-F238E27FC236}">
                  <a16:creationId xmlns:a16="http://schemas.microsoft.com/office/drawing/2014/main" id="{17893C86-BD29-4119-B1FE-56E3D2AB955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150" t="5916" r="4666" b="5976"/>
            <a:stretch/>
          </p:blipFill>
          <p:spPr bwMode="auto">
            <a:xfrm>
              <a:off x="832957" y="3320943"/>
              <a:ext cx="688113" cy="7304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5602DAA-1782-403E-8C5F-85F0C4B447EA}"/>
              </a:ext>
            </a:extLst>
          </p:cNvPr>
          <p:cNvGrpSpPr/>
          <p:nvPr/>
        </p:nvGrpSpPr>
        <p:grpSpPr>
          <a:xfrm>
            <a:off x="7320264" y="609725"/>
            <a:ext cx="1042416" cy="1024128"/>
            <a:chOff x="8347910" y="896820"/>
            <a:chExt cx="1530220" cy="1504560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42CAB41C-636F-42F4-AB7C-F92974836CD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730644" y="1317321"/>
              <a:ext cx="719115" cy="949584"/>
            </a:xfrm>
            <a:prstGeom prst="rect">
              <a:avLst/>
            </a:prstGeom>
          </p:spPr>
        </p:pic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E8979C60-BA51-46C1-B7AE-733017376C58}"/>
                </a:ext>
              </a:extLst>
            </p:cNvPr>
            <p:cNvSpPr/>
            <p:nvPr/>
          </p:nvSpPr>
          <p:spPr>
            <a:xfrm>
              <a:off x="83479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Hexagon 109">
              <a:extLst>
                <a:ext uri="{FF2B5EF4-FFF2-40B4-BE49-F238E27FC236}">
                  <a16:creationId xmlns:a16="http://schemas.microsoft.com/office/drawing/2014/main" id="{F0EA7467-F2A2-49DE-BA26-A50218B3CDCC}"/>
                </a:ext>
              </a:extLst>
            </p:cNvPr>
            <p:cNvSpPr/>
            <p:nvPr/>
          </p:nvSpPr>
          <p:spPr>
            <a:xfrm>
              <a:off x="84855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FD596E68-F927-4AA0-BA55-A633C98DC084}"/>
                </a:ext>
              </a:extLst>
            </p:cNvPr>
            <p:cNvGrpSpPr/>
            <p:nvPr/>
          </p:nvGrpSpPr>
          <p:grpSpPr>
            <a:xfrm rot="738895">
              <a:off x="9255242" y="1238430"/>
              <a:ext cx="292325" cy="637084"/>
              <a:chOff x="1739453" y="4716210"/>
              <a:chExt cx="292325" cy="637084"/>
            </a:xfrm>
          </p:grpSpPr>
          <p:sp>
            <p:nvSpPr>
              <p:cNvPr id="160" name="Arrow: Right 159">
                <a:extLst>
                  <a:ext uri="{FF2B5EF4-FFF2-40B4-BE49-F238E27FC236}">
                    <a16:creationId xmlns:a16="http://schemas.microsoft.com/office/drawing/2014/main" id="{ACEA6891-B419-4CBB-AEB8-D67598681C4B}"/>
                  </a:ext>
                </a:extLst>
              </p:cNvPr>
              <p:cNvSpPr/>
              <p:nvPr/>
            </p:nvSpPr>
            <p:spPr>
              <a:xfrm rot="13614897">
                <a:off x="1559780" y="4919821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" name="Arrow: Right 160">
                <a:extLst>
                  <a:ext uri="{FF2B5EF4-FFF2-40B4-BE49-F238E27FC236}">
                    <a16:creationId xmlns:a16="http://schemas.microsoft.com/office/drawing/2014/main" id="{4A0A67B2-A44F-487E-979D-9385454C312D}"/>
                  </a:ext>
                </a:extLst>
              </p:cNvPr>
              <p:cNvSpPr/>
              <p:nvPr/>
            </p:nvSpPr>
            <p:spPr>
              <a:xfrm rot="13614897">
                <a:off x="1535842" y="5059896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Arrow: Right 161">
                <a:extLst>
                  <a:ext uri="{FF2B5EF4-FFF2-40B4-BE49-F238E27FC236}">
                    <a16:creationId xmlns:a16="http://schemas.microsoft.com/office/drawing/2014/main" id="{D3572F21-AB8A-4F99-8B18-9F5237790A1F}"/>
                  </a:ext>
                </a:extLst>
              </p:cNvPr>
              <p:cNvSpPr/>
              <p:nvPr/>
            </p:nvSpPr>
            <p:spPr>
              <a:xfrm rot="13614897">
                <a:off x="1738380" y="4950372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F20497FF-6E49-8F80-CFEE-02580E0A27FB}"/>
              </a:ext>
            </a:extLst>
          </p:cNvPr>
          <p:cNvGrpSpPr/>
          <p:nvPr/>
        </p:nvGrpSpPr>
        <p:grpSpPr>
          <a:xfrm>
            <a:off x="3698743" y="595430"/>
            <a:ext cx="1042416" cy="1024128"/>
            <a:chOff x="423110" y="896820"/>
            <a:chExt cx="1530220" cy="1504560"/>
          </a:xfrm>
        </p:grpSpPr>
        <p:pic>
          <p:nvPicPr>
            <p:cNvPr id="72" name="Picture 71">
              <a:extLst>
                <a:ext uri="{FF2B5EF4-FFF2-40B4-BE49-F238E27FC236}">
                  <a16:creationId xmlns:a16="http://schemas.microsoft.com/office/drawing/2014/main" id="{4C20D85B-0CDB-4BF3-8765-FB7EE0D2121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flipH="1">
              <a:off x="912575" y="1298130"/>
              <a:ext cx="319021" cy="857602"/>
            </a:xfrm>
            <a:prstGeom prst="rect">
              <a:avLst/>
            </a:prstGeom>
          </p:spPr>
        </p:pic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C634A5BA-B184-46C0-84E0-3FDAFA6678C5}"/>
                </a:ext>
              </a:extLst>
            </p:cNvPr>
            <p:cNvGrpSpPr/>
            <p:nvPr/>
          </p:nvGrpSpPr>
          <p:grpSpPr>
            <a:xfrm>
              <a:off x="423110" y="896820"/>
              <a:ext cx="1530220" cy="1504560"/>
              <a:chOff x="423110" y="896820"/>
              <a:chExt cx="1530220" cy="1504560"/>
            </a:xfrm>
          </p:grpSpPr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26531317-D605-42E0-8EB9-5C34E7512B0D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Hexagon 2">
                <a:extLst>
                  <a:ext uri="{FF2B5EF4-FFF2-40B4-BE49-F238E27FC236}">
                    <a16:creationId xmlns:a16="http://schemas.microsoft.com/office/drawing/2014/main" id="{EE130065-50E4-439E-8308-F148837AE964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DAFD0C5D-89D8-4FC9-8EF3-67565193686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54089" y="1529141"/>
              <a:ext cx="441135" cy="584091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AE38F3A-F8BD-609B-FADA-75F739972FA2}"/>
              </a:ext>
            </a:extLst>
          </p:cNvPr>
          <p:cNvGrpSpPr/>
          <p:nvPr/>
        </p:nvGrpSpPr>
        <p:grpSpPr>
          <a:xfrm>
            <a:off x="2551069" y="4495474"/>
            <a:ext cx="1042416" cy="1024128"/>
            <a:chOff x="423110" y="4691028"/>
            <a:chExt cx="1530220" cy="1504560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76130B37-6AF5-435A-925E-84B3E53619DF}"/>
                </a:ext>
              </a:extLst>
            </p:cNvPr>
            <p:cNvGrpSpPr/>
            <p:nvPr/>
          </p:nvGrpSpPr>
          <p:grpSpPr>
            <a:xfrm>
              <a:off x="423110" y="4691028"/>
              <a:ext cx="1530220" cy="1504560"/>
              <a:chOff x="8347910" y="2832646"/>
              <a:chExt cx="1530220" cy="1504560"/>
            </a:xfrm>
          </p:grpSpPr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80F6FE31-4BB0-4EF7-8A9E-7EF04D6F8524}"/>
                  </a:ext>
                </a:extLst>
              </p:cNvPr>
              <p:cNvSpPr/>
              <p:nvPr/>
            </p:nvSpPr>
            <p:spPr>
              <a:xfrm>
                <a:off x="83479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Hexagon 85">
                <a:extLst>
                  <a:ext uri="{FF2B5EF4-FFF2-40B4-BE49-F238E27FC236}">
                    <a16:creationId xmlns:a16="http://schemas.microsoft.com/office/drawing/2014/main" id="{EBF52E89-3C24-45F6-A26F-25C60888D96C}"/>
                  </a:ext>
                </a:extLst>
              </p:cNvPr>
              <p:cNvSpPr/>
              <p:nvPr/>
            </p:nvSpPr>
            <p:spPr>
              <a:xfrm>
                <a:off x="84855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34B4D528-5748-466F-BDC6-7D198DBEAA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954544" y="5282538"/>
              <a:ext cx="484951" cy="770217"/>
            </a:xfrm>
            <a:prstGeom prst="rect">
              <a:avLst/>
            </a:prstGeom>
          </p:spPr>
        </p:pic>
        <p:sp>
          <p:nvSpPr>
            <p:cNvPr id="89" name="Arrow: Right 88">
              <a:extLst>
                <a:ext uri="{FF2B5EF4-FFF2-40B4-BE49-F238E27FC236}">
                  <a16:creationId xmlns:a16="http://schemas.microsoft.com/office/drawing/2014/main" id="{D541E215-E630-48DB-8C23-113AA90B5CDA}"/>
                </a:ext>
              </a:extLst>
            </p:cNvPr>
            <p:cNvSpPr/>
            <p:nvPr/>
          </p:nvSpPr>
          <p:spPr>
            <a:xfrm rot="16200000">
              <a:off x="575443" y="5416038"/>
              <a:ext cx="497009" cy="210602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Arrow: Right 91">
              <a:extLst>
                <a:ext uri="{FF2B5EF4-FFF2-40B4-BE49-F238E27FC236}">
                  <a16:creationId xmlns:a16="http://schemas.microsoft.com/office/drawing/2014/main" id="{059624F5-16FD-4DA1-900D-DAA19A1268F0}"/>
                </a:ext>
              </a:extLst>
            </p:cNvPr>
            <p:cNvSpPr/>
            <p:nvPr/>
          </p:nvSpPr>
          <p:spPr>
            <a:xfrm rot="16200000">
              <a:off x="1305485" y="5420596"/>
              <a:ext cx="497009" cy="210602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70A228-D207-413C-D9C9-1466B059F31F}"/>
              </a:ext>
            </a:extLst>
          </p:cNvPr>
          <p:cNvGrpSpPr/>
          <p:nvPr/>
        </p:nvGrpSpPr>
        <p:grpSpPr>
          <a:xfrm>
            <a:off x="1340134" y="4495474"/>
            <a:ext cx="1042416" cy="1024128"/>
            <a:chOff x="4247882" y="4754087"/>
            <a:chExt cx="1530220" cy="1504560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78DBD9CA-F49B-442D-80D0-26762F879A86}"/>
                </a:ext>
              </a:extLst>
            </p:cNvPr>
            <p:cNvGrpSpPr/>
            <p:nvPr/>
          </p:nvGrpSpPr>
          <p:grpSpPr>
            <a:xfrm>
              <a:off x="4247882" y="4754087"/>
              <a:ext cx="1530220" cy="1504560"/>
              <a:chOff x="10329110" y="2832646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D3A86894-D7BE-4082-B6D0-AD2CBA3E5DFF}"/>
                  </a:ext>
                </a:extLst>
              </p:cNvPr>
              <p:cNvSpPr/>
              <p:nvPr/>
            </p:nvSpPr>
            <p:spPr>
              <a:xfrm>
                <a:off x="103291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Hexagon 95">
                <a:extLst>
                  <a:ext uri="{FF2B5EF4-FFF2-40B4-BE49-F238E27FC236}">
                    <a16:creationId xmlns:a16="http://schemas.microsoft.com/office/drawing/2014/main" id="{695AA67E-A43D-43B6-B8DD-E14F6FE99E89}"/>
                  </a:ext>
                </a:extLst>
              </p:cNvPr>
              <p:cNvSpPr/>
              <p:nvPr/>
            </p:nvSpPr>
            <p:spPr>
              <a:xfrm>
                <a:off x="104667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8" name="Picture 97">
              <a:extLst>
                <a:ext uri="{FF2B5EF4-FFF2-40B4-BE49-F238E27FC236}">
                  <a16:creationId xmlns:a16="http://schemas.microsoft.com/office/drawing/2014/main" id="{2AC90511-F3A1-4F79-87BD-63039FAE970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770515" y="5405639"/>
              <a:ext cx="484951" cy="770217"/>
            </a:xfrm>
            <a:prstGeom prst="rect">
              <a:avLst/>
            </a:prstGeom>
          </p:spPr>
        </p:pic>
        <p:pic>
          <p:nvPicPr>
            <p:cNvPr id="99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599F18AB-4251-40DA-AC02-3D47E4A2077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4786857" y="5168877"/>
              <a:ext cx="415752" cy="2125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0AD3B6C-EE6E-4138-87C1-63AB02585C51}"/>
              </a:ext>
            </a:extLst>
          </p:cNvPr>
          <p:cNvGrpSpPr/>
          <p:nvPr/>
        </p:nvGrpSpPr>
        <p:grpSpPr>
          <a:xfrm>
            <a:off x="117406" y="4495474"/>
            <a:ext cx="1042416" cy="1024128"/>
            <a:chOff x="2266682" y="4754087"/>
            <a:chExt cx="1530220" cy="1504560"/>
          </a:xfrm>
        </p:grpSpPr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7D755EBB-1A7C-4654-9026-1B908325A443}"/>
                </a:ext>
              </a:extLst>
            </p:cNvPr>
            <p:cNvGrpSpPr/>
            <p:nvPr/>
          </p:nvGrpSpPr>
          <p:grpSpPr>
            <a:xfrm>
              <a:off x="2266682" y="4754087"/>
              <a:ext cx="1530220" cy="1504560"/>
              <a:chOff x="8347910" y="2832646"/>
              <a:chExt cx="1530220" cy="1504560"/>
            </a:xfrm>
          </p:grpSpPr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DC979E96-18A7-4B6F-8D3E-3095D66BF81E}"/>
                  </a:ext>
                </a:extLst>
              </p:cNvPr>
              <p:cNvSpPr/>
              <p:nvPr/>
            </p:nvSpPr>
            <p:spPr>
              <a:xfrm>
                <a:off x="83479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Hexagon 92">
                <a:extLst>
                  <a:ext uri="{FF2B5EF4-FFF2-40B4-BE49-F238E27FC236}">
                    <a16:creationId xmlns:a16="http://schemas.microsoft.com/office/drawing/2014/main" id="{B4AA2BA3-1F47-49EC-A8D2-16ECF4F4CAB4}"/>
                  </a:ext>
                </a:extLst>
              </p:cNvPr>
              <p:cNvSpPr/>
              <p:nvPr/>
            </p:nvSpPr>
            <p:spPr>
              <a:xfrm>
                <a:off x="84855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C7C083E6-9B66-4500-A760-18B7C0AC105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2798116" y="5407143"/>
              <a:ext cx="484951" cy="770217"/>
            </a:xfrm>
            <a:prstGeom prst="rect">
              <a:avLst/>
            </a:prstGeom>
          </p:spPr>
        </p:pic>
        <p:pic>
          <p:nvPicPr>
            <p:cNvPr id="100" name="Picture 99" descr="Shape&#10;&#10;Description automatically generated">
              <a:extLst>
                <a:ext uri="{FF2B5EF4-FFF2-40B4-BE49-F238E27FC236}">
                  <a16:creationId xmlns:a16="http://schemas.microsoft.com/office/drawing/2014/main" id="{C8B610A7-6C05-4E83-B701-E1157EB6E6E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0800000">
              <a:off x="2922792" y="5050091"/>
              <a:ext cx="257669" cy="319725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BE58107-0F92-C885-4539-23F958ED23AC}"/>
              </a:ext>
            </a:extLst>
          </p:cNvPr>
          <p:cNvGrpSpPr/>
          <p:nvPr/>
        </p:nvGrpSpPr>
        <p:grpSpPr>
          <a:xfrm>
            <a:off x="2529720" y="5679557"/>
            <a:ext cx="1042416" cy="1024128"/>
            <a:chOff x="8333265" y="2827036"/>
            <a:chExt cx="1530220" cy="1504560"/>
          </a:xfrm>
        </p:grpSpPr>
        <p:pic>
          <p:nvPicPr>
            <p:cNvPr id="114" name="Picture 6" descr="Coffin Clipart - 330x596 PNG Download - PNGkit">
              <a:extLst>
                <a:ext uri="{FF2B5EF4-FFF2-40B4-BE49-F238E27FC236}">
                  <a16:creationId xmlns:a16="http://schemas.microsoft.com/office/drawing/2014/main" id="{C3D7D028-C255-4EFE-8759-9978643E2D0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856" t="5478" r="29199" b="6148"/>
            <a:stretch/>
          </p:blipFill>
          <p:spPr bwMode="auto">
            <a:xfrm rot="19958873">
              <a:off x="8757446" y="3292514"/>
              <a:ext cx="484323" cy="9594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1CFB94EE-A7A5-4C63-B3D0-9E8147F28594}"/>
                </a:ext>
              </a:extLst>
            </p:cNvPr>
            <p:cNvSpPr/>
            <p:nvPr/>
          </p:nvSpPr>
          <p:spPr>
            <a:xfrm>
              <a:off x="8333265" y="282703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Hexagon 110">
              <a:extLst>
                <a:ext uri="{FF2B5EF4-FFF2-40B4-BE49-F238E27FC236}">
                  <a16:creationId xmlns:a16="http://schemas.microsoft.com/office/drawing/2014/main" id="{39E9B5D6-F14E-4437-9A4B-4FE2915A8C49}"/>
                </a:ext>
              </a:extLst>
            </p:cNvPr>
            <p:cNvSpPr/>
            <p:nvPr/>
          </p:nvSpPr>
          <p:spPr>
            <a:xfrm>
              <a:off x="8470892" y="307349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CEA920BA-8A61-4E33-89EE-C08FBB6B088E}"/>
                </a:ext>
              </a:extLst>
            </p:cNvPr>
            <p:cNvGrpSpPr/>
            <p:nvPr/>
          </p:nvGrpSpPr>
          <p:grpSpPr>
            <a:xfrm>
              <a:off x="9034558" y="3255517"/>
              <a:ext cx="471940" cy="529861"/>
              <a:chOff x="6769985" y="4937487"/>
              <a:chExt cx="1288965" cy="1447161"/>
            </a:xfrm>
          </p:grpSpPr>
          <p:sp>
            <p:nvSpPr>
              <p:cNvPr id="143" name="Oval 142">
                <a:extLst>
                  <a:ext uri="{FF2B5EF4-FFF2-40B4-BE49-F238E27FC236}">
                    <a16:creationId xmlns:a16="http://schemas.microsoft.com/office/drawing/2014/main" id="{250097F1-0E90-41EA-BFE1-562C79ED3FA0}"/>
                  </a:ext>
                </a:extLst>
              </p:cNvPr>
              <p:cNvSpPr/>
              <p:nvPr/>
            </p:nvSpPr>
            <p:spPr>
              <a:xfrm>
                <a:off x="6844190" y="5250819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4" name="Oval 143">
                <a:extLst>
                  <a:ext uri="{FF2B5EF4-FFF2-40B4-BE49-F238E27FC236}">
                    <a16:creationId xmlns:a16="http://schemas.microsoft.com/office/drawing/2014/main" id="{B99E504C-CD7C-4B28-8777-D61821999C1A}"/>
                  </a:ext>
                </a:extLst>
              </p:cNvPr>
              <p:cNvSpPr/>
              <p:nvPr/>
            </p:nvSpPr>
            <p:spPr>
              <a:xfrm>
                <a:off x="6952244" y="4975773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5" name="Oval 144">
                <a:extLst>
                  <a:ext uri="{FF2B5EF4-FFF2-40B4-BE49-F238E27FC236}">
                    <a16:creationId xmlns:a16="http://schemas.microsoft.com/office/drawing/2014/main" id="{FCD392BF-B0EC-4DF4-907C-0B1528A6B1CC}"/>
                  </a:ext>
                </a:extLst>
              </p:cNvPr>
              <p:cNvSpPr/>
              <p:nvPr/>
            </p:nvSpPr>
            <p:spPr>
              <a:xfrm>
                <a:off x="7604077" y="510347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" name="Oval 154">
                <a:extLst>
                  <a:ext uri="{FF2B5EF4-FFF2-40B4-BE49-F238E27FC236}">
                    <a16:creationId xmlns:a16="http://schemas.microsoft.com/office/drawing/2014/main" id="{3E7B3FA2-0D85-4D87-A43F-43C899D2865E}"/>
                  </a:ext>
                </a:extLst>
              </p:cNvPr>
              <p:cNvSpPr/>
              <p:nvPr/>
            </p:nvSpPr>
            <p:spPr>
              <a:xfrm>
                <a:off x="7967268" y="528539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3" name="Oval 162">
                <a:extLst>
                  <a:ext uri="{FF2B5EF4-FFF2-40B4-BE49-F238E27FC236}">
                    <a16:creationId xmlns:a16="http://schemas.microsoft.com/office/drawing/2014/main" id="{E3F66915-4D1F-49A0-ADCC-49DECAF43E7A}"/>
                  </a:ext>
                </a:extLst>
              </p:cNvPr>
              <p:cNvSpPr/>
              <p:nvPr/>
            </p:nvSpPr>
            <p:spPr>
              <a:xfrm>
                <a:off x="7910046" y="5560439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4" name="Oval 163">
                <a:extLst>
                  <a:ext uri="{FF2B5EF4-FFF2-40B4-BE49-F238E27FC236}">
                    <a16:creationId xmlns:a16="http://schemas.microsoft.com/office/drawing/2014/main" id="{574638C9-479A-439A-809A-9CE98E4153C6}"/>
                  </a:ext>
                </a:extLst>
              </p:cNvPr>
              <p:cNvSpPr/>
              <p:nvPr/>
            </p:nvSpPr>
            <p:spPr>
              <a:xfrm>
                <a:off x="6789618" y="552586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Oval 164">
                <a:extLst>
                  <a:ext uri="{FF2B5EF4-FFF2-40B4-BE49-F238E27FC236}">
                    <a16:creationId xmlns:a16="http://schemas.microsoft.com/office/drawing/2014/main" id="{42E56137-A3DC-4F11-87A9-62FF0289628E}"/>
                  </a:ext>
                </a:extLst>
              </p:cNvPr>
              <p:cNvSpPr/>
              <p:nvPr/>
            </p:nvSpPr>
            <p:spPr>
              <a:xfrm>
                <a:off x="6769985" y="575749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6" name="Oval 165">
                <a:extLst>
                  <a:ext uri="{FF2B5EF4-FFF2-40B4-BE49-F238E27FC236}">
                    <a16:creationId xmlns:a16="http://schemas.microsoft.com/office/drawing/2014/main" id="{1D80907F-D687-4FD2-926F-2B9E46D4C106}"/>
                  </a:ext>
                </a:extLst>
              </p:cNvPr>
              <p:cNvSpPr/>
              <p:nvPr/>
            </p:nvSpPr>
            <p:spPr>
              <a:xfrm>
                <a:off x="7064467" y="585572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7" name="Oval 166">
                <a:extLst>
                  <a:ext uri="{FF2B5EF4-FFF2-40B4-BE49-F238E27FC236}">
                    <a16:creationId xmlns:a16="http://schemas.microsoft.com/office/drawing/2014/main" id="{E2E1AF44-A748-492E-9462-C05E6B90E62D}"/>
                  </a:ext>
                </a:extLst>
              </p:cNvPr>
              <p:cNvSpPr/>
              <p:nvPr/>
            </p:nvSpPr>
            <p:spPr>
              <a:xfrm>
                <a:off x="7716300" y="605873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Oval 167">
                <a:extLst>
                  <a:ext uri="{FF2B5EF4-FFF2-40B4-BE49-F238E27FC236}">
                    <a16:creationId xmlns:a16="http://schemas.microsoft.com/office/drawing/2014/main" id="{33FD94E7-743C-466E-A382-DB3F0B4BA967}"/>
                  </a:ext>
                </a:extLst>
              </p:cNvPr>
              <p:cNvSpPr/>
              <p:nvPr/>
            </p:nvSpPr>
            <p:spPr>
              <a:xfrm>
                <a:off x="7913357" y="574295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Oval 168">
                <a:extLst>
                  <a:ext uri="{FF2B5EF4-FFF2-40B4-BE49-F238E27FC236}">
                    <a16:creationId xmlns:a16="http://schemas.microsoft.com/office/drawing/2014/main" id="{2BF55299-E09C-49D5-8345-28249F9D7B91}"/>
                  </a:ext>
                </a:extLst>
              </p:cNvPr>
              <p:cNvSpPr/>
              <p:nvPr/>
            </p:nvSpPr>
            <p:spPr>
              <a:xfrm>
                <a:off x="7292569" y="4937487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0" name="Oval 169">
                <a:extLst>
                  <a:ext uri="{FF2B5EF4-FFF2-40B4-BE49-F238E27FC236}">
                    <a16:creationId xmlns:a16="http://schemas.microsoft.com/office/drawing/2014/main" id="{00B0B233-0018-4A73-A9EA-DF0C0167B272}"/>
                  </a:ext>
                </a:extLst>
              </p:cNvPr>
              <p:cNvSpPr/>
              <p:nvPr/>
            </p:nvSpPr>
            <p:spPr>
              <a:xfrm>
                <a:off x="7826446" y="507029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1" name="Oval 170">
                <a:extLst>
                  <a:ext uri="{FF2B5EF4-FFF2-40B4-BE49-F238E27FC236}">
                    <a16:creationId xmlns:a16="http://schemas.microsoft.com/office/drawing/2014/main" id="{51F6C144-99EA-428C-810E-3DD08A6811DB}"/>
                  </a:ext>
                </a:extLst>
              </p:cNvPr>
              <p:cNvSpPr/>
              <p:nvPr/>
            </p:nvSpPr>
            <p:spPr>
              <a:xfrm>
                <a:off x="7068019" y="5331156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" name="Oval 171">
                <a:extLst>
                  <a:ext uri="{FF2B5EF4-FFF2-40B4-BE49-F238E27FC236}">
                    <a16:creationId xmlns:a16="http://schemas.microsoft.com/office/drawing/2014/main" id="{79D74D58-A8DC-4CAF-9C96-0DB561A6444D}"/>
                  </a:ext>
                </a:extLst>
              </p:cNvPr>
              <p:cNvSpPr/>
              <p:nvPr/>
            </p:nvSpPr>
            <p:spPr>
              <a:xfrm>
                <a:off x="7651923" y="547850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3" name="Oval 172">
                <a:extLst>
                  <a:ext uri="{FF2B5EF4-FFF2-40B4-BE49-F238E27FC236}">
                    <a16:creationId xmlns:a16="http://schemas.microsoft.com/office/drawing/2014/main" id="{45D16E55-1546-4975-B7B8-B9FF89217B5C}"/>
                  </a:ext>
                </a:extLst>
              </p:cNvPr>
              <p:cNvSpPr/>
              <p:nvPr/>
            </p:nvSpPr>
            <p:spPr>
              <a:xfrm>
                <a:off x="7594701" y="5753549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4" name="Oval 173">
                <a:extLst>
                  <a:ext uri="{FF2B5EF4-FFF2-40B4-BE49-F238E27FC236}">
                    <a16:creationId xmlns:a16="http://schemas.microsoft.com/office/drawing/2014/main" id="{D5CC9EEC-0904-467F-BA05-357D294B62E2}"/>
                  </a:ext>
                </a:extLst>
              </p:cNvPr>
              <p:cNvSpPr/>
              <p:nvPr/>
            </p:nvSpPr>
            <p:spPr>
              <a:xfrm>
                <a:off x="7180242" y="6286417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5" name="Oval 174">
                <a:extLst>
                  <a:ext uri="{FF2B5EF4-FFF2-40B4-BE49-F238E27FC236}">
                    <a16:creationId xmlns:a16="http://schemas.microsoft.com/office/drawing/2014/main" id="{C3CA105E-938D-48DE-8F50-98F1C21D74E2}"/>
                  </a:ext>
                </a:extLst>
              </p:cNvPr>
              <p:cNvSpPr/>
              <p:nvPr/>
            </p:nvSpPr>
            <p:spPr>
              <a:xfrm>
                <a:off x="7598012" y="593606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6" name="Oval 175">
                <a:extLst>
                  <a:ext uri="{FF2B5EF4-FFF2-40B4-BE49-F238E27FC236}">
                    <a16:creationId xmlns:a16="http://schemas.microsoft.com/office/drawing/2014/main" id="{1706AF6B-EAF8-4F98-BFD5-02D1AF442237}"/>
                  </a:ext>
                </a:extLst>
              </p:cNvPr>
              <p:cNvSpPr/>
              <p:nvPr/>
            </p:nvSpPr>
            <p:spPr>
              <a:xfrm>
                <a:off x="7511101" y="526340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7" name="Oval 176">
                <a:extLst>
                  <a:ext uri="{FF2B5EF4-FFF2-40B4-BE49-F238E27FC236}">
                    <a16:creationId xmlns:a16="http://schemas.microsoft.com/office/drawing/2014/main" id="{410CE187-4474-45B0-96BA-6B24EB939493}"/>
                  </a:ext>
                </a:extLst>
              </p:cNvPr>
              <p:cNvSpPr/>
              <p:nvPr/>
            </p:nvSpPr>
            <p:spPr>
              <a:xfrm>
                <a:off x="7410201" y="5720506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8" name="Oval 177">
                <a:extLst>
                  <a:ext uri="{FF2B5EF4-FFF2-40B4-BE49-F238E27FC236}">
                    <a16:creationId xmlns:a16="http://schemas.microsoft.com/office/drawing/2014/main" id="{0B501D21-E352-4EA0-A969-674742B0035B}"/>
                  </a:ext>
                </a:extLst>
              </p:cNvPr>
              <p:cNvSpPr/>
              <p:nvPr/>
            </p:nvSpPr>
            <p:spPr>
              <a:xfrm>
                <a:off x="7373520" y="5834257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9" name="Oval 178">
                <a:extLst>
                  <a:ext uri="{FF2B5EF4-FFF2-40B4-BE49-F238E27FC236}">
                    <a16:creationId xmlns:a16="http://schemas.microsoft.com/office/drawing/2014/main" id="{CDDAD5A6-A62B-4016-B831-600563968B50}"/>
                  </a:ext>
                </a:extLst>
              </p:cNvPr>
              <p:cNvSpPr/>
              <p:nvPr/>
            </p:nvSpPr>
            <p:spPr>
              <a:xfrm>
                <a:off x="7356290" y="6178065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" name="Oval 179">
                <a:extLst>
                  <a:ext uri="{FF2B5EF4-FFF2-40B4-BE49-F238E27FC236}">
                    <a16:creationId xmlns:a16="http://schemas.microsoft.com/office/drawing/2014/main" id="{5D2443AB-DE1D-4F36-8F61-F6C2ECF476F1}"/>
                  </a:ext>
                </a:extLst>
              </p:cNvPr>
              <p:cNvSpPr/>
              <p:nvPr/>
            </p:nvSpPr>
            <p:spPr>
              <a:xfrm>
                <a:off x="7269379" y="5505405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0479BC6-8FF8-4E26-85F4-42359281C320}"/>
              </a:ext>
            </a:extLst>
          </p:cNvPr>
          <p:cNvGrpSpPr/>
          <p:nvPr/>
        </p:nvGrpSpPr>
        <p:grpSpPr>
          <a:xfrm>
            <a:off x="1323209" y="5679557"/>
            <a:ext cx="1042416" cy="1024128"/>
            <a:chOff x="6366710" y="2832646"/>
            <a:chExt cx="1530220" cy="1504560"/>
          </a:xfrm>
        </p:grpSpPr>
        <p:pic>
          <p:nvPicPr>
            <p:cNvPr id="150" name="Picture 6" descr="Coffin Clipart - 330x596 PNG Download - PNGkit">
              <a:extLst>
                <a:ext uri="{FF2B5EF4-FFF2-40B4-BE49-F238E27FC236}">
                  <a16:creationId xmlns:a16="http://schemas.microsoft.com/office/drawing/2014/main" id="{FEBDD44B-8971-4F88-A0B2-E2D086C98F6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856" t="5478" r="29199" b="6148"/>
            <a:stretch/>
          </p:blipFill>
          <p:spPr bwMode="auto">
            <a:xfrm rot="19958873">
              <a:off x="6790891" y="3298124"/>
              <a:ext cx="484323" cy="9594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4" name="Rectangle 123">
              <a:extLst>
                <a:ext uri="{FF2B5EF4-FFF2-40B4-BE49-F238E27FC236}">
                  <a16:creationId xmlns:a16="http://schemas.microsoft.com/office/drawing/2014/main" id="{6A4074A3-1B7D-4EAB-BE29-70C9E3F5ACC7}"/>
                </a:ext>
              </a:extLst>
            </p:cNvPr>
            <p:cNvSpPr/>
            <p:nvPr/>
          </p:nvSpPr>
          <p:spPr>
            <a:xfrm>
              <a:off x="63667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Hexagon 124">
              <a:extLst>
                <a:ext uri="{FF2B5EF4-FFF2-40B4-BE49-F238E27FC236}">
                  <a16:creationId xmlns:a16="http://schemas.microsoft.com/office/drawing/2014/main" id="{E2C94054-7D86-4450-8E9D-A2F6422702A1}"/>
                </a:ext>
              </a:extLst>
            </p:cNvPr>
            <p:cNvSpPr/>
            <p:nvPr/>
          </p:nvSpPr>
          <p:spPr>
            <a:xfrm>
              <a:off x="65043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70D133E-A69B-4618-AA15-2F5D1ADA4654}"/>
                </a:ext>
              </a:extLst>
            </p:cNvPr>
            <p:cNvGrpSpPr/>
            <p:nvPr/>
          </p:nvGrpSpPr>
          <p:grpSpPr>
            <a:xfrm>
              <a:off x="7121050" y="3141983"/>
              <a:ext cx="495706" cy="678908"/>
              <a:chOff x="6315874" y="4974224"/>
              <a:chExt cx="560399" cy="767510"/>
            </a:xfrm>
          </p:grpSpPr>
          <p:pic>
            <p:nvPicPr>
              <p:cNvPr id="18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A8C94898-2DC4-4842-B72E-33D8187ED0D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4967825">
                <a:off x="6181218" y="5108880"/>
                <a:ext cx="550984" cy="28167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82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B093AD5C-3F0E-44E8-A80A-74AEB351C9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4925135">
                <a:off x="6459945" y="5325406"/>
                <a:ext cx="550984" cy="28167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7FDE39C-CA18-2C28-946A-3149CB172E3B}"/>
              </a:ext>
            </a:extLst>
          </p:cNvPr>
          <p:cNvGrpSpPr/>
          <p:nvPr/>
        </p:nvGrpSpPr>
        <p:grpSpPr>
          <a:xfrm>
            <a:off x="1315113" y="604813"/>
            <a:ext cx="1036542" cy="1024128"/>
            <a:chOff x="6065291" y="2424995"/>
            <a:chExt cx="1527048" cy="1508760"/>
          </a:xfrm>
        </p:grpSpPr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CEE037DF-06C7-D190-66C8-1B5B1A82B8E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0800000" flipV="1">
              <a:off x="6511301" y="2810062"/>
              <a:ext cx="176688" cy="881848"/>
            </a:xfrm>
            <a:prstGeom prst="rect">
              <a:avLst/>
            </a:prstGeom>
          </p:spPr>
        </p:pic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F0EC155E-18B6-1BF2-D01B-96A401F79670}"/>
                </a:ext>
              </a:extLst>
            </p:cNvPr>
            <p:cNvGrpSpPr/>
            <p:nvPr/>
          </p:nvGrpSpPr>
          <p:grpSpPr>
            <a:xfrm>
              <a:off x="6065291" y="2424995"/>
              <a:ext cx="1527048" cy="1508760"/>
              <a:chOff x="423110" y="896820"/>
              <a:chExt cx="1530220" cy="1504560"/>
            </a:xfrm>
          </p:grpSpPr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886D669B-9449-5DF7-3DA6-119731ECE124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Hexagon 141">
                <a:extLst>
                  <a:ext uri="{FF2B5EF4-FFF2-40B4-BE49-F238E27FC236}">
                    <a16:creationId xmlns:a16="http://schemas.microsoft.com/office/drawing/2014/main" id="{35989830-60D9-DE78-B470-BE818A81CDC4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51" name="Picture 150">
              <a:extLst>
                <a:ext uri="{FF2B5EF4-FFF2-40B4-BE49-F238E27FC236}">
                  <a16:creationId xmlns:a16="http://schemas.microsoft.com/office/drawing/2014/main" id="{BB090794-4EE1-29D4-25DB-AE494220471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687989" y="3017932"/>
              <a:ext cx="472588" cy="625243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BD5CA34-242F-0D49-DB22-2B1AD52B93A2}"/>
              </a:ext>
            </a:extLst>
          </p:cNvPr>
          <p:cNvGrpSpPr/>
          <p:nvPr/>
        </p:nvGrpSpPr>
        <p:grpSpPr>
          <a:xfrm>
            <a:off x="4921240" y="593551"/>
            <a:ext cx="1036542" cy="1024128"/>
            <a:chOff x="8329987" y="3967519"/>
            <a:chExt cx="1527048" cy="1508760"/>
          </a:xfrm>
        </p:grpSpPr>
        <p:grpSp>
          <p:nvGrpSpPr>
            <p:cNvPr id="154" name="Group 153">
              <a:extLst>
                <a:ext uri="{FF2B5EF4-FFF2-40B4-BE49-F238E27FC236}">
                  <a16:creationId xmlns:a16="http://schemas.microsoft.com/office/drawing/2014/main" id="{8F0EA342-4E04-B121-C627-8DA774875479}"/>
                </a:ext>
              </a:extLst>
            </p:cNvPr>
            <p:cNvGrpSpPr/>
            <p:nvPr/>
          </p:nvGrpSpPr>
          <p:grpSpPr>
            <a:xfrm>
              <a:off x="8329987" y="3967519"/>
              <a:ext cx="1527048" cy="1508760"/>
              <a:chOff x="423110" y="896820"/>
              <a:chExt cx="1530220" cy="1504560"/>
            </a:xfrm>
          </p:grpSpPr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48449D3E-5217-4B2C-A8ED-13EE03B62129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Hexagon 184">
                <a:extLst>
                  <a:ext uri="{FF2B5EF4-FFF2-40B4-BE49-F238E27FC236}">
                    <a16:creationId xmlns:a16="http://schemas.microsoft.com/office/drawing/2014/main" id="{802CA337-578B-5123-F1C5-29072F220154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F2E85A7F-AF65-34D6-59C3-4A871B3F67C0}"/>
                </a:ext>
              </a:extLst>
            </p:cNvPr>
            <p:cNvGrpSpPr/>
            <p:nvPr/>
          </p:nvGrpSpPr>
          <p:grpSpPr>
            <a:xfrm>
              <a:off x="8837928" y="4580792"/>
              <a:ext cx="547739" cy="810146"/>
              <a:chOff x="8818437" y="4369949"/>
              <a:chExt cx="581442" cy="859996"/>
            </a:xfrm>
          </p:grpSpPr>
          <p:pic>
            <p:nvPicPr>
              <p:cNvPr id="153" name="Picture 152">
                <a:extLst>
                  <a:ext uri="{FF2B5EF4-FFF2-40B4-BE49-F238E27FC236}">
                    <a16:creationId xmlns:a16="http://schemas.microsoft.com/office/drawing/2014/main" id="{48671309-83F2-8629-5874-7A1EAED7C4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flipH="1">
                <a:off x="8818437" y="4369949"/>
                <a:ext cx="318360" cy="859996"/>
              </a:xfrm>
              <a:prstGeom prst="rect">
                <a:avLst/>
              </a:prstGeom>
            </p:spPr>
          </p:pic>
          <p:pic>
            <p:nvPicPr>
              <p:cNvPr id="183" name="Picture 182">
                <a:extLst>
                  <a:ext uri="{FF2B5EF4-FFF2-40B4-BE49-F238E27FC236}">
                    <a16:creationId xmlns:a16="http://schemas.microsoft.com/office/drawing/2014/main" id="{DFADDC6C-B193-744E-2052-C962828575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959658" y="4601605"/>
                <a:ext cx="440221" cy="585721"/>
              </a:xfrm>
              <a:prstGeom prst="rect">
                <a:avLst/>
              </a:prstGeom>
            </p:spPr>
          </p:pic>
        </p:grpSp>
        <p:sp>
          <p:nvSpPr>
            <p:cNvPr id="186" name="Star: 6 Points 185">
              <a:extLst>
                <a:ext uri="{FF2B5EF4-FFF2-40B4-BE49-F238E27FC236}">
                  <a16:creationId xmlns:a16="http://schemas.microsoft.com/office/drawing/2014/main" id="{8E09FD5D-50BC-2E8D-5E17-F9AC0C962613}"/>
                </a:ext>
              </a:extLst>
            </p:cNvPr>
            <p:cNvSpPr/>
            <p:nvPr/>
          </p:nvSpPr>
          <p:spPr>
            <a:xfrm>
              <a:off x="8937248" y="4263454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08256C7-451E-975D-C2DF-03313ED5DD46}"/>
              </a:ext>
            </a:extLst>
          </p:cNvPr>
          <p:cNvGrpSpPr/>
          <p:nvPr/>
        </p:nvGrpSpPr>
        <p:grpSpPr>
          <a:xfrm>
            <a:off x="3754971" y="5687017"/>
            <a:ext cx="1042416" cy="1024128"/>
            <a:chOff x="4830786" y="3216590"/>
            <a:chExt cx="1527048" cy="1508760"/>
          </a:xfrm>
        </p:grpSpPr>
        <p:pic>
          <p:nvPicPr>
            <p:cNvPr id="187" name="Picture 186">
              <a:extLst>
                <a:ext uri="{FF2B5EF4-FFF2-40B4-BE49-F238E27FC236}">
                  <a16:creationId xmlns:a16="http://schemas.microsoft.com/office/drawing/2014/main" id="{5FC93E4D-C996-480F-4D2E-4369B5EDC89E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5349824" y="3695529"/>
              <a:ext cx="506556" cy="753944"/>
            </a:xfrm>
            <a:prstGeom prst="rect">
              <a:avLst/>
            </a:prstGeom>
          </p:spPr>
        </p:pic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8F33EB9B-21B2-8C88-1A9F-73FA478DAE31}"/>
                </a:ext>
              </a:extLst>
            </p:cNvPr>
            <p:cNvGrpSpPr/>
            <p:nvPr/>
          </p:nvGrpSpPr>
          <p:grpSpPr>
            <a:xfrm>
              <a:off x="4830786" y="3216590"/>
              <a:ext cx="1527048" cy="1508760"/>
              <a:chOff x="4830786" y="3216590"/>
              <a:chExt cx="1527048" cy="1508760"/>
            </a:xfrm>
          </p:grpSpPr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E36FFE52-2020-6F2D-A69E-4A031D04B720}"/>
                  </a:ext>
                </a:extLst>
              </p:cNvPr>
              <p:cNvSpPr/>
              <p:nvPr/>
            </p:nvSpPr>
            <p:spPr>
              <a:xfrm>
                <a:off x="4830786" y="3216590"/>
                <a:ext cx="1527048" cy="15087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Hexagon 190">
                <a:extLst>
                  <a:ext uri="{FF2B5EF4-FFF2-40B4-BE49-F238E27FC236}">
                    <a16:creationId xmlns:a16="http://schemas.microsoft.com/office/drawing/2014/main" id="{CF78259B-5F38-A42A-A964-330680CDE1B8}"/>
                  </a:ext>
                </a:extLst>
              </p:cNvPr>
              <p:cNvSpPr/>
              <p:nvPr/>
            </p:nvSpPr>
            <p:spPr>
              <a:xfrm>
                <a:off x="4976918" y="3463736"/>
                <a:ext cx="1252364" cy="121753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A26B1D-25EC-3590-3660-05206C894B97}"/>
              </a:ext>
            </a:extLst>
          </p:cNvPr>
          <p:cNvGrpSpPr/>
          <p:nvPr/>
        </p:nvGrpSpPr>
        <p:grpSpPr>
          <a:xfrm>
            <a:off x="4959569" y="5694890"/>
            <a:ext cx="1042416" cy="1024128"/>
            <a:chOff x="6543786" y="3216590"/>
            <a:chExt cx="1527048" cy="1508760"/>
          </a:xfrm>
        </p:grpSpPr>
        <p:grpSp>
          <p:nvGrpSpPr>
            <p:cNvPr id="193" name="Group 192">
              <a:extLst>
                <a:ext uri="{FF2B5EF4-FFF2-40B4-BE49-F238E27FC236}">
                  <a16:creationId xmlns:a16="http://schemas.microsoft.com/office/drawing/2014/main" id="{7B008BC2-FAE3-69EC-A1F0-0E076F616B9D}"/>
                </a:ext>
              </a:extLst>
            </p:cNvPr>
            <p:cNvGrpSpPr/>
            <p:nvPr/>
          </p:nvGrpSpPr>
          <p:grpSpPr>
            <a:xfrm>
              <a:off x="6543786" y="3216590"/>
              <a:ext cx="1527048" cy="1508760"/>
              <a:chOff x="4830786" y="3216590"/>
              <a:chExt cx="1527048" cy="1508760"/>
            </a:xfrm>
          </p:grpSpPr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448C1752-F588-98B4-8ACC-46A9FC3F1CAC}"/>
                  </a:ext>
                </a:extLst>
              </p:cNvPr>
              <p:cNvSpPr/>
              <p:nvPr/>
            </p:nvSpPr>
            <p:spPr>
              <a:xfrm>
                <a:off x="4830786" y="3216590"/>
                <a:ext cx="1527048" cy="15087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5" name="Hexagon 194">
                <a:extLst>
                  <a:ext uri="{FF2B5EF4-FFF2-40B4-BE49-F238E27FC236}">
                    <a16:creationId xmlns:a16="http://schemas.microsoft.com/office/drawing/2014/main" id="{00140BE6-D7F5-424C-9D5A-FBAF761B2F1A}"/>
                  </a:ext>
                </a:extLst>
              </p:cNvPr>
              <p:cNvSpPr/>
              <p:nvPr/>
            </p:nvSpPr>
            <p:spPr>
              <a:xfrm>
                <a:off x="4976918" y="3463736"/>
                <a:ext cx="1252364" cy="121753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pic>
          <p:nvPicPr>
            <p:cNvPr id="196" name="Picture 4" descr="Werewolf Icon - Download Werewolf Icon 1390109 | Noun Project">
              <a:extLst>
                <a:ext uri="{FF2B5EF4-FFF2-40B4-BE49-F238E27FC236}">
                  <a16:creationId xmlns:a16="http://schemas.microsoft.com/office/drawing/2014/main" id="{9A57BD3E-07B1-3205-D1C1-EE025D07032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19341" y="3555988"/>
              <a:ext cx="1033025" cy="10330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0645646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4AFFDFD-B81A-4A64-BF7E-F77A9915329A}"/>
              </a:ext>
            </a:extLst>
          </p:cNvPr>
          <p:cNvSpPr txBox="1"/>
          <p:nvPr/>
        </p:nvSpPr>
        <p:spPr>
          <a:xfrm>
            <a:off x="188462" y="114301"/>
            <a:ext cx="1245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Polluteland</a:t>
            </a:r>
            <a:endParaRPr lang="en-US" dirty="0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C94837D-A746-485A-A305-E0205E9925CD}"/>
              </a:ext>
            </a:extLst>
          </p:cNvPr>
          <p:cNvGrpSpPr/>
          <p:nvPr/>
        </p:nvGrpSpPr>
        <p:grpSpPr>
          <a:xfrm>
            <a:off x="1416046" y="553741"/>
            <a:ext cx="1042416" cy="1024128"/>
            <a:chOff x="2369139" y="905612"/>
            <a:chExt cx="1530220" cy="1504560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ED6CF01E-7BD5-4188-B8CF-63BCFC48AF8C}"/>
                </a:ext>
              </a:extLst>
            </p:cNvPr>
            <p:cNvGrpSpPr/>
            <p:nvPr/>
          </p:nvGrpSpPr>
          <p:grpSpPr>
            <a:xfrm>
              <a:off x="2720167" y="1289600"/>
              <a:ext cx="828162" cy="956668"/>
              <a:chOff x="1353377" y="2714855"/>
              <a:chExt cx="719018" cy="877203"/>
            </a:xfrm>
          </p:grpSpPr>
          <p:pic>
            <p:nvPicPr>
              <p:cNvPr id="47" name="Picture 46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BD9946D5-5445-4DB2-9A66-FBD59921E2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20477473">
                <a:off x="1353377" y="2714855"/>
                <a:ext cx="376503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8" name="Picture 47">
                <a:extLst>
                  <a:ext uri="{FF2B5EF4-FFF2-40B4-BE49-F238E27FC236}">
                    <a16:creationId xmlns:a16="http://schemas.microsoft.com/office/drawing/2014/main" id="{DE8918B9-B98C-4F60-A681-2D6F8F4711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31260" y="3007967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F9F9CD0-878D-4D77-BFF8-05EC6736E319}"/>
                </a:ext>
              </a:extLst>
            </p:cNvPr>
            <p:cNvGrpSpPr/>
            <p:nvPr/>
          </p:nvGrpSpPr>
          <p:grpSpPr>
            <a:xfrm>
              <a:off x="2369139" y="905612"/>
              <a:ext cx="1530220" cy="1504560"/>
              <a:chOff x="475862" y="905612"/>
              <a:chExt cx="1530220" cy="150456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7C49BFD-973A-4A74-A429-F898814E617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Flowchart: Display 14">
                <a:extLst>
                  <a:ext uri="{FF2B5EF4-FFF2-40B4-BE49-F238E27FC236}">
                    <a16:creationId xmlns:a16="http://schemas.microsoft.com/office/drawing/2014/main" id="{C5422270-B3D2-4F69-B610-983DC289CA28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CACC5072-67D9-4D15-9274-7D2B955F8E9B}"/>
              </a:ext>
            </a:extLst>
          </p:cNvPr>
          <p:cNvGrpSpPr/>
          <p:nvPr/>
        </p:nvGrpSpPr>
        <p:grpSpPr>
          <a:xfrm>
            <a:off x="7425857" y="529903"/>
            <a:ext cx="1042416" cy="1024128"/>
            <a:chOff x="475862" y="2832151"/>
            <a:chExt cx="1530220" cy="1504560"/>
          </a:xfrm>
        </p:grpSpPr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5589D2BB-5268-4950-8991-6747057DFFB9}"/>
                </a:ext>
              </a:extLst>
            </p:cNvPr>
            <p:cNvGrpSpPr/>
            <p:nvPr/>
          </p:nvGrpSpPr>
          <p:grpSpPr>
            <a:xfrm rot="1828857">
              <a:off x="762197" y="3275675"/>
              <a:ext cx="957549" cy="789974"/>
              <a:chOff x="2196207" y="2863637"/>
              <a:chExt cx="2757986" cy="2275327"/>
            </a:xfrm>
          </p:grpSpPr>
          <p:pic>
            <p:nvPicPr>
              <p:cNvPr id="93" name="Picture 8" descr="Line icon for gatling 3237222 Vector Art at Vecteezy">
                <a:extLst>
                  <a:ext uri="{FF2B5EF4-FFF2-40B4-BE49-F238E27FC236}">
                    <a16:creationId xmlns:a16="http://schemas.microsoft.com/office/drawing/2014/main" id="{F5CBC43B-6A9A-4C78-92CF-035330248E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96207" y="2925471"/>
                <a:ext cx="2623399" cy="221349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4FC02C03-F823-4FF0-A69A-1BBA17E990C9}"/>
                  </a:ext>
                </a:extLst>
              </p:cNvPr>
              <p:cNvSpPr/>
              <p:nvPr/>
            </p:nvSpPr>
            <p:spPr>
              <a:xfrm rot="19527126">
                <a:off x="3163796" y="2863637"/>
                <a:ext cx="101956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8DF877FA-6F09-4008-8C56-48C307E83552}"/>
                  </a:ext>
                </a:extLst>
              </p:cNvPr>
              <p:cNvSpPr/>
              <p:nvPr/>
            </p:nvSpPr>
            <p:spPr>
              <a:xfrm rot="19081648">
                <a:off x="4013700" y="3428531"/>
                <a:ext cx="157110" cy="41323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EF22754A-8C0A-41C1-91DF-9890ECBA36BF}"/>
                  </a:ext>
                </a:extLst>
              </p:cNvPr>
              <p:cNvSpPr/>
              <p:nvPr/>
            </p:nvSpPr>
            <p:spPr>
              <a:xfrm rot="13584833">
                <a:off x="2830186" y="4013063"/>
                <a:ext cx="137209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D1104159-1C9C-44C6-A9B7-4DFCDA53ED06}"/>
                  </a:ext>
                </a:extLst>
              </p:cNvPr>
              <p:cNvSpPr/>
              <p:nvPr/>
            </p:nvSpPr>
            <p:spPr>
              <a:xfrm rot="13584833">
                <a:off x="3103724" y="4494607"/>
                <a:ext cx="231175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28CECFF-D1AC-4F26-BB8D-77860F872A29}"/>
                  </a:ext>
                </a:extLst>
              </p:cNvPr>
              <p:cNvSpPr/>
              <p:nvPr/>
            </p:nvSpPr>
            <p:spPr>
              <a:xfrm rot="19044101">
                <a:off x="3850222" y="3905329"/>
                <a:ext cx="110397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4CA8C07A-3DBE-4A83-8A63-F1F50C57274F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71EFED6-C847-4E96-9FC7-6A39B425327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Flowchart: Display 29">
                <a:extLst>
                  <a:ext uri="{FF2B5EF4-FFF2-40B4-BE49-F238E27FC236}">
                    <a16:creationId xmlns:a16="http://schemas.microsoft.com/office/drawing/2014/main" id="{44ADA008-7A09-47DE-8DB7-0DBC2819A861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338F0217-FCBF-45B6-81A1-5568F421EAA0}"/>
              </a:ext>
            </a:extLst>
          </p:cNvPr>
          <p:cNvGrpSpPr/>
          <p:nvPr/>
        </p:nvGrpSpPr>
        <p:grpSpPr>
          <a:xfrm>
            <a:off x="156482" y="5680052"/>
            <a:ext cx="1042416" cy="1024128"/>
            <a:chOff x="6155693" y="2832151"/>
            <a:chExt cx="1530220" cy="1504560"/>
          </a:xfrm>
        </p:grpSpPr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444CEB06-0A1C-4E47-B4AE-FF60B460C333}"/>
                </a:ext>
              </a:extLst>
            </p:cNvPr>
            <p:cNvGrpSpPr/>
            <p:nvPr/>
          </p:nvGrpSpPr>
          <p:grpSpPr>
            <a:xfrm>
              <a:off x="6417939" y="3420208"/>
              <a:ext cx="1006500" cy="701805"/>
              <a:chOff x="2272059" y="3781225"/>
              <a:chExt cx="1441455" cy="1005088"/>
            </a:xfrm>
          </p:grpSpPr>
          <p:pic>
            <p:nvPicPr>
              <p:cNvPr id="108" name="Picture 14" descr="Cannon Gun Stock Illustrations – 10,392 Cannon Gun Stock Illustrations,  Vectors &amp;amp; Clipart - Dreamstime">
                <a:extLst>
                  <a:ext uri="{FF2B5EF4-FFF2-40B4-BE49-F238E27FC236}">
                    <a16:creationId xmlns:a16="http://schemas.microsoft.com/office/drawing/2014/main" id="{F4F4A6FD-08F2-453A-B492-644B5C381C1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655277" y="4123592"/>
                <a:ext cx="1058237" cy="66272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9" name="Picture 108">
                <a:extLst>
                  <a:ext uri="{FF2B5EF4-FFF2-40B4-BE49-F238E27FC236}">
                    <a16:creationId xmlns:a16="http://schemas.microsoft.com/office/drawing/2014/main" id="{C41C7FEC-3543-4F66-AF6D-DFB931A28A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272059" y="3781225"/>
                <a:ext cx="432328" cy="544589"/>
              </a:xfrm>
              <a:prstGeom prst="rect">
                <a:avLst/>
              </a:prstGeom>
            </p:spPr>
          </p:pic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9F84C2C6-AA62-4007-ABA3-4C71E6F4159C}"/>
                </a:ext>
              </a:extLst>
            </p:cNvPr>
            <p:cNvGrpSpPr/>
            <p:nvPr/>
          </p:nvGrpSpPr>
          <p:grpSpPr>
            <a:xfrm>
              <a:off x="6155693" y="2832151"/>
              <a:ext cx="1530220" cy="1504560"/>
              <a:chOff x="475862" y="905612"/>
              <a:chExt cx="1530220" cy="150456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3400985C-9E41-412D-A168-82F811EFD9C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lowchart: Display 38">
                <a:extLst>
                  <a:ext uri="{FF2B5EF4-FFF2-40B4-BE49-F238E27FC236}">
                    <a16:creationId xmlns:a16="http://schemas.microsoft.com/office/drawing/2014/main" id="{9CC6BC5C-C54B-4A61-9A35-970133237D1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1BA2F168-E6C3-E462-40D8-7F1D3E79D44E}"/>
              </a:ext>
            </a:extLst>
          </p:cNvPr>
          <p:cNvGrpSpPr/>
          <p:nvPr/>
        </p:nvGrpSpPr>
        <p:grpSpPr>
          <a:xfrm>
            <a:off x="1387084" y="4402899"/>
            <a:ext cx="1042416" cy="1024128"/>
            <a:chOff x="8048970" y="2832151"/>
            <a:chExt cx="1530220" cy="1504560"/>
          </a:xfrm>
        </p:grpSpPr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842C5829-5FB2-4C51-9015-A75160883E9F}"/>
                </a:ext>
              </a:extLst>
            </p:cNvPr>
            <p:cNvGrpSpPr/>
            <p:nvPr/>
          </p:nvGrpSpPr>
          <p:grpSpPr>
            <a:xfrm>
              <a:off x="8457831" y="3150641"/>
              <a:ext cx="808009" cy="989668"/>
              <a:chOff x="6194360" y="2439332"/>
              <a:chExt cx="808009" cy="989668"/>
            </a:xfrm>
          </p:grpSpPr>
          <p:pic>
            <p:nvPicPr>
              <p:cNvPr id="116" name="Picture 115" descr="Gear Vector Art, Icons, and Graphics for Free Download">
                <a:extLst>
                  <a:ext uri="{FF2B5EF4-FFF2-40B4-BE49-F238E27FC236}">
                    <a16:creationId xmlns:a16="http://schemas.microsoft.com/office/drawing/2014/main" id="{ED18A0FA-B566-4D92-A0EF-2F2FC0C5069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36731" y="2863362"/>
                <a:ext cx="565638" cy="5656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7" name="Picture 116">
                <a:extLst>
                  <a:ext uri="{FF2B5EF4-FFF2-40B4-BE49-F238E27FC236}">
                    <a16:creationId xmlns:a16="http://schemas.microsoft.com/office/drawing/2014/main" id="{3ED4A9E3-B125-4E26-B47B-2A87DC8741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8672860">
                <a:off x="5964883" y="2668809"/>
                <a:ext cx="832263" cy="373310"/>
              </a:xfrm>
              <a:prstGeom prst="rect">
                <a:avLst/>
              </a:prstGeom>
            </p:spPr>
          </p:pic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9E0E6789-8912-43FC-9CDE-860152B71925}"/>
                </a:ext>
              </a:extLst>
            </p:cNvPr>
            <p:cNvGrpSpPr/>
            <p:nvPr/>
          </p:nvGrpSpPr>
          <p:grpSpPr>
            <a:xfrm>
              <a:off x="8048970" y="2832151"/>
              <a:ext cx="1530220" cy="1504560"/>
              <a:chOff x="475862" y="905612"/>
              <a:chExt cx="1530220" cy="1504560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D17D737D-331C-4C04-97E8-B910A13DAB2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Flowchart: Display 41">
                <a:extLst>
                  <a:ext uri="{FF2B5EF4-FFF2-40B4-BE49-F238E27FC236}">
                    <a16:creationId xmlns:a16="http://schemas.microsoft.com/office/drawing/2014/main" id="{02546407-0209-4C07-8CD3-CCD4DE1EA514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B7B48751-E6E6-121F-75A4-B7CFB71A4F8D}"/>
              </a:ext>
            </a:extLst>
          </p:cNvPr>
          <p:cNvGrpSpPr/>
          <p:nvPr/>
        </p:nvGrpSpPr>
        <p:grpSpPr>
          <a:xfrm>
            <a:off x="2647866" y="4402899"/>
            <a:ext cx="1042416" cy="1024128"/>
            <a:chOff x="9942247" y="2832151"/>
            <a:chExt cx="1530220" cy="1504560"/>
          </a:xfrm>
        </p:grpSpPr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EF2B564C-D851-4665-9D00-C4437B27A824}"/>
                </a:ext>
              </a:extLst>
            </p:cNvPr>
            <p:cNvGrpSpPr/>
            <p:nvPr/>
          </p:nvGrpSpPr>
          <p:grpSpPr>
            <a:xfrm>
              <a:off x="10380858" y="3227233"/>
              <a:ext cx="837375" cy="913076"/>
              <a:chOff x="7972517" y="3380162"/>
              <a:chExt cx="837375" cy="913076"/>
            </a:xfrm>
          </p:grpSpPr>
          <p:pic>
            <p:nvPicPr>
              <p:cNvPr id="119" name="Picture 118" descr="Gear Vector Art, Icons, and Graphics for Free Download">
                <a:extLst>
                  <a:ext uri="{FF2B5EF4-FFF2-40B4-BE49-F238E27FC236}">
                    <a16:creationId xmlns:a16="http://schemas.microsoft.com/office/drawing/2014/main" id="{CB083FE5-4D6D-4523-AEFA-0A592C03A9B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244254" y="3727600"/>
                <a:ext cx="565638" cy="5656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0" name="Picture 119">
                <a:extLst>
                  <a:ext uri="{FF2B5EF4-FFF2-40B4-BE49-F238E27FC236}">
                    <a16:creationId xmlns:a16="http://schemas.microsoft.com/office/drawing/2014/main" id="{12A84DB4-1CA6-4C5B-8F53-00F0B900ACC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2036193">
                <a:off x="7972517" y="3380162"/>
                <a:ext cx="342429" cy="864423"/>
              </a:xfrm>
              <a:prstGeom prst="rect">
                <a:avLst/>
              </a:prstGeom>
            </p:spPr>
          </p:pic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3819D254-AD91-4719-A489-813A757E9EE9}"/>
                </a:ext>
              </a:extLst>
            </p:cNvPr>
            <p:cNvGrpSpPr/>
            <p:nvPr/>
          </p:nvGrpSpPr>
          <p:grpSpPr>
            <a:xfrm>
              <a:off x="9942247" y="2832151"/>
              <a:ext cx="1530220" cy="1504560"/>
              <a:chOff x="475862" y="905612"/>
              <a:chExt cx="1530220" cy="1504560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B177DF15-DC35-4934-8498-6391A30BFE8C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Flowchart: Display 44">
                <a:extLst>
                  <a:ext uri="{FF2B5EF4-FFF2-40B4-BE49-F238E27FC236}">
                    <a16:creationId xmlns:a16="http://schemas.microsoft.com/office/drawing/2014/main" id="{E5AFF66E-1CB8-4752-A099-B72F558CD19C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E8FB1239-0460-4246-A413-A598C0051C2A}"/>
              </a:ext>
            </a:extLst>
          </p:cNvPr>
          <p:cNvGrpSpPr/>
          <p:nvPr/>
        </p:nvGrpSpPr>
        <p:grpSpPr>
          <a:xfrm>
            <a:off x="2626244" y="553741"/>
            <a:ext cx="1042416" cy="1024128"/>
            <a:chOff x="4262416" y="905612"/>
            <a:chExt cx="1530220" cy="150456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165699F-662F-486A-8520-C3A2C4123981}"/>
                </a:ext>
              </a:extLst>
            </p:cNvPr>
            <p:cNvGrpSpPr/>
            <p:nvPr/>
          </p:nvGrpSpPr>
          <p:grpSpPr>
            <a:xfrm>
              <a:off x="4262416" y="905612"/>
              <a:ext cx="1530220" cy="1504560"/>
              <a:chOff x="475862" y="905612"/>
              <a:chExt cx="1530220" cy="150456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7C43CD82-B852-4091-9B51-530FC6DBF4C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Flowchart: Display 17">
                <a:extLst>
                  <a:ext uri="{FF2B5EF4-FFF2-40B4-BE49-F238E27FC236}">
                    <a16:creationId xmlns:a16="http://schemas.microsoft.com/office/drawing/2014/main" id="{0C4EE198-DAF1-4758-9F55-370D2B5C7402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F800FB7F-B5B3-43FE-B6C3-C03AF3CCD0C5}"/>
                </a:ext>
              </a:extLst>
            </p:cNvPr>
            <p:cNvGrpSpPr/>
            <p:nvPr/>
          </p:nvGrpSpPr>
          <p:grpSpPr>
            <a:xfrm>
              <a:off x="4610762" y="1367447"/>
              <a:ext cx="833525" cy="859878"/>
              <a:chOff x="1892090" y="3349869"/>
              <a:chExt cx="1345405" cy="1387941"/>
            </a:xfrm>
          </p:grpSpPr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035D3090-406B-4FF7-9650-27BC6DEC9698}"/>
                  </a:ext>
                </a:extLst>
              </p:cNvPr>
              <p:cNvGrpSpPr/>
              <p:nvPr/>
            </p:nvGrpSpPr>
            <p:grpSpPr>
              <a:xfrm>
                <a:off x="2259623" y="3349869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CB567B5A-71FE-4D58-95EF-DEDDA785F032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3F542B08-1EEF-49DA-A0A6-341D287855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F709D8E5-7AA0-47E5-9550-E267AF6710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Freeform: Shape 68">
                  <a:extLst>
                    <a:ext uri="{FF2B5EF4-FFF2-40B4-BE49-F238E27FC236}">
                      <a16:creationId xmlns:a16="http://schemas.microsoft.com/office/drawing/2014/main" id="{CDE50F5D-B160-495D-90ED-C42E92A804F0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60B84070-B777-46A9-8BCC-2FD13593388E}"/>
                  </a:ext>
                </a:extLst>
              </p:cNvPr>
              <p:cNvGrpSpPr/>
              <p:nvPr/>
            </p:nvGrpSpPr>
            <p:grpSpPr>
              <a:xfrm rot="7499415">
                <a:off x="2537826" y="4038140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BFB49B75-F3B9-478C-B1F7-BFEA37130810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384BF47F-E888-435B-9EDD-0D89F31B79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110333CA-4402-40F6-BA1D-1D702F9FD1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5" name="Freeform: Shape 64">
                  <a:extLst>
                    <a:ext uri="{FF2B5EF4-FFF2-40B4-BE49-F238E27FC236}">
                      <a16:creationId xmlns:a16="http://schemas.microsoft.com/office/drawing/2014/main" id="{C9F92600-3059-4410-B909-7234835E2D49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B3C8C141-50FC-4AED-8A17-0DB1495935CA}"/>
                  </a:ext>
                </a:extLst>
              </p:cNvPr>
              <p:cNvGrpSpPr/>
              <p:nvPr/>
            </p:nvGrpSpPr>
            <p:grpSpPr>
              <a:xfrm rot="14084301">
                <a:off x="1878220" y="3928883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2068B9A8-5513-4938-B0F2-EA2C819F6D4A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B6B339E7-7038-40A3-80C6-5A4AD53812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E0B1CFD4-6684-4DC3-B9E7-B434B5F340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1" name="Freeform: Shape 60">
                  <a:extLst>
                    <a:ext uri="{FF2B5EF4-FFF2-40B4-BE49-F238E27FC236}">
                      <a16:creationId xmlns:a16="http://schemas.microsoft.com/office/drawing/2014/main" id="{EB5C9FC0-6686-4B2E-A661-D8525D2A9383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264A75B9-3F14-414B-B2A1-2F2C479A45CA}"/>
              </a:ext>
            </a:extLst>
          </p:cNvPr>
          <p:cNvGrpSpPr/>
          <p:nvPr/>
        </p:nvGrpSpPr>
        <p:grpSpPr>
          <a:xfrm>
            <a:off x="5024517" y="540469"/>
            <a:ext cx="1042416" cy="1024128"/>
            <a:chOff x="8048970" y="905612"/>
            <a:chExt cx="1530220" cy="1504560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0149987E-2C53-4696-AAA4-8E7738EA26D5}"/>
                </a:ext>
              </a:extLst>
            </p:cNvPr>
            <p:cNvGrpSpPr/>
            <p:nvPr/>
          </p:nvGrpSpPr>
          <p:grpSpPr>
            <a:xfrm>
              <a:off x="8048970" y="905612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809180DE-F7C3-4E03-80B0-B3DD71A675F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Flowchart: Display 23">
                <a:extLst>
                  <a:ext uri="{FF2B5EF4-FFF2-40B4-BE49-F238E27FC236}">
                    <a16:creationId xmlns:a16="http://schemas.microsoft.com/office/drawing/2014/main" id="{86A1C4B8-FE43-41F0-AB1C-473C9190923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B20C9E4B-183E-4E98-B963-33977F98CD3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8395885" y="1401683"/>
              <a:ext cx="836387" cy="765806"/>
            </a:xfrm>
            <a:prstGeom prst="rect">
              <a:avLst/>
            </a:prstGeom>
          </p:spPr>
        </p:pic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C820E1C-8866-4070-B3EB-C1BB9DFA0349}"/>
              </a:ext>
            </a:extLst>
          </p:cNvPr>
          <p:cNvGrpSpPr/>
          <p:nvPr/>
        </p:nvGrpSpPr>
        <p:grpSpPr>
          <a:xfrm>
            <a:off x="3839612" y="540469"/>
            <a:ext cx="1042416" cy="1024128"/>
            <a:chOff x="6155693" y="905612"/>
            <a:chExt cx="1530220" cy="150456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4C9D608-DABD-4B60-9D16-A2DDC302761D}"/>
                </a:ext>
              </a:extLst>
            </p:cNvPr>
            <p:cNvGrpSpPr/>
            <p:nvPr/>
          </p:nvGrpSpPr>
          <p:grpSpPr>
            <a:xfrm>
              <a:off x="6155693" y="905612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9BE50B28-0FA2-460A-B3D6-9C4546BD6A9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lowchart: Display 20">
                <a:extLst>
                  <a:ext uri="{FF2B5EF4-FFF2-40B4-BE49-F238E27FC236}">
                    <a16:creationId xmlns:a16="http://schemas.microsoft.com/office/drawing/2014/main" id="{8E4C8374-F683-4188-9618-0F5DAC2FA04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4686CADA-0488-4D02-96A2-673F5F2E2B76}"/>
                </a:ext>
              </a:extLst>
            </p:cNvPr>
            <p:cNvGrpSpPr/>
            <p:nvPr/>
          </p:nvGrpSpPr>
          <p:grpSpPr>
            <a:xfrm>
              <a:off x="6444315" y="1405261"/>
              <a:ext cx="908001" cy="795491"/>
              <a:chOff x="2249647" y="3140207"/>
              <a:chExt cx="2116017" cy="1853822"/>
            </a:xfrm>
          </p:grpSpPr>
          <p:pic>
            <p:nvPicPr>
              <p:cNvPr id="73" name="Picture 72">
                <a:extLst>
                  <a:ext uri="{FF2B5EF4-FFF2-40B4-BE49-F238E27FC236}">
                    <a16:creationId xmlns:a16="http://schemas.microsoft.com/office/drawing/2014/main" id="{D4596BAF-D9C7-4F7C-8B73-E3405B273F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249647" y="3191608"/>
                <a:ext cx="1992924" cy="1793632"/>
              </a:xfrm>
              <a:prstGeom prst="rect">
                <a:avLst/>
              </a:prstGeom>
            </p:spPr>
          </p:pic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7ED970D5-4E24-4A59-936A-954A8DCB2454}"/>
                  </a:ext>
                </a:extLst>
              </p:cNvPr>
              <p:cNvSpPr/>
              <p:nvPr/>
            </p:nvSpPr>
            <p:spPr>
              <a:xfrm>
                <a:off x="2438399" y="3560885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CA8A056D-8FE3-4277-A7DC-B4D09E23EA36}"/>
                  </a:ext>
                </a:extLst>
              </p:cNvPr>
              <p:cNvSpPr/>
              <p:nvPr/>
            </p:nvSpPr>
            <p:spPr>
              <a:xfrm>
                <a:off x="2583473" y="3191608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F9F9FEB0-F22B-4022-94B8-A833714CB57E}"/>
                  </a:ext>
                </a:extLst>
              </p:cNvPr>
              <p:cNvSpPr/>
              <p:nvPr/>
            </p:nvSpPr>
            <p:spPr>
              <a:xfrm>
                <a:off x="3458621" y="336305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77775A08-8F16-497D-98D3-198C71F0A7A8}"/>
                  </a:ext>
                </a:extLst>
              </p:cNvPr>
              <p:cNvSpPr/>
              <p:nvPr/>
            </p:nvSpPr>
            <p:spPr>
              <a:xfrm>
                <a:off x="4242571" y="35608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474921B6-68B5-4E9C-A2A0-A854598C2D59}"/>
                  </a:ext>
                </a:extLst>
              </p:cNvPr>
              <p:cNvSpPr/>
              <p:nvPr/>
            </p:nvSpPr>
            <p:spPr>
              <a:xfrm>
                <a:off x="4165746" y="3930160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4E87935A-C168-4AB8-BA87-A5F1628100CE}"/>
                  </a:ext>
                </a:extLst>
              </p:cNvPr>
              <p:cNvSpPr/>
              <p:nvPr/>
            </p:nvSpPr>
            <p:spPr>
              <a:xfrm>
                <a:off x="2365130" y="393015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41B68BFC-B7D8-4B01-A915-7840869137D3}"/>
                  </a:ext>
                </a:extLst>
              </p:cNvPr>
              <p:cNvSpPr/>
              <p:nvPr/>
            </p:nvSpPr>
            <p:spPr>
              <a:xfrm>
                <a:off x="2311192" y="445769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7F871877-F63A-42E4-9A3C-E0BF73576BC6}"/>
                  </a:ext>
                </a:extLst>
              </p:cNvPr>
              <p:cNvSpPr/>
              <p:nvPr/>
            </p:nvSpPr>
            <p:spPr>
              <a:xfrm>
                <a:off x="2706566" y="45895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E08DF8E2-F810-4431-9E45-24DF644D4714}"/>
                  </a:ext>
                </a:extLst>
              </p:cNvPr>
              <p:cNvSpPr/>
              <p:nvPr/>
            </p:nvSpPr>
            <p:spPr>
              <a:xfrm>
                <a:off x="3581714" y="486214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E31BBB3A-A854-4FD5-9329-DDD9FFE69CB3}"/>
                  </a:ext>
                </a:extLst>
              </p:cNvPr>
              <p:cNvSpPr/>
              <p:nvPr/>
            </p:nvSpPr>
            <p:spPr>
              <a:xfrm>
                <a:off x="4142612" y="4391756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313298B5-747C-4EC9-ABD1-D726FA2BBE27}"/>
                  </a:ext>
                </a:extLst>
              </p:cNvPr>
              <p:cNvSpPr/>
              <p:nvPr/>
            </p:nvSpPr>
            <p:spPr>
              <a:xfrm>
                <a:off x="3040392" y="314020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A5232832-3708-4DA3-8D91-F1557ED5D1D2}"/>
                  </a:ext>
                </a:extLst>
              </p:cNvPr>
              <p:cNvSpPr/>
              <p:nvPr/>
            </p:nvSpPr>
            <p:spPr>
              <a:xfrm>
                <a:off x="4053504" y="327208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0AA86D0-7D3D-4A2A-8EEE-1000B37E6085}"/>
              </a:ext>
            </a:extLst>
          </p:cNvPr>
          <p:cNvGrpSpPr/>
          <p:nvPr/>
        </p:nvGrpSpPr>
        <p:grpSpPr>
          <a:xfrm>
            <a:off x="8651013" y="548844"/>
            <a:ext cx="1042416" cy="1024128"/>
            <a:chOff x="2369139" y="2832151"/>
            <a:chExt cx="1530220" cy="1504560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65E95621-2FCF-480C-9CA7-EA7C7371254A}"/>
                </a:ext>
              </a:extLst>
            </p:cNvPr>
            <p:cNvGrpSpPr/>
            <p:nvPr/>
          </p:nvGrpSpPr>
          <p:grpSpPr>
            <a:xfrm>
              <a:off x="2369139" y="2832151"/>
              <a:ext cx="1530220" cy="1504560"/>
              <a:chOff x="475862" y="905612"/>
              <a:chExt cx="1530220" cy="1504560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34B9DA91-DA77-49AD-8279-E7DA1F97C08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Flowchart: Display 32">
                <a:extLst>
                  <a:ext uri="{FF2B5EF4-FFF2-40B4-BE49-F238E27FC236}">
                    <a16:creationId xmlns:a16="http://schemas.microsoft.com/office/drawing/2014/main" id="{B9F14131-BB29-4260-B1A1-D12D3692394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98AC2EE8-37BB-4453-8FA6-5D535D6BCA6D}"/>
                </a:ext>
              </a:extLst>
            </p:cNvPr>
            <p:cNvGrpSpPr/>
            <p:nvPr/>
          </p:nvGrpSpPr>
          <p:grpSpPr>
            <a:xfrm rot="20273403">
              <a:off x="2680247" y="3438468"/>
              <a:ext cx="977846" cy="578863"/>
              <a:chOff x="2784071" y="2614136"/>
              <a:chExt cx="1814967" cy="1074420"/>
            </a:xfrm>
          </p:grpSpPr>
          <p:pic>
            <p:nvPicPr>
              <p:cNvPr id="10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E8F34AD2-D40A-49A9-AF29-14AAFB16AE8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>
                <a:off x="3868733" y="2888016"/>
                <a:ext cx="730305" cy="3733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2" name="Flowchart: Terminator 101">
                <a:extLst>
                  <a:ext uri="{FF2B5EF4-FFF2-40B4-BE49-F238E27FC236}">
                    <a16:creationId xmlns:a16="http://schemas.microsoft.com/office/drawing/2014/main" id="{7B8E3AEA-F54B-4DB5-83FB-6B84650A2502}"/>
                  </a:ext>
                </a:extLst>
              </p:cNvPr>
              <p:cNvSpPr/>
              <p:nvPr/>
            </p:nvSpPr>
            <p:spPr>
              <a:xfrm rot="5400000">
                <a:off x="2507294" y="2890913"/>
                <a:ext cx="1074420" cy="520865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2AC5D566-3A10-4C5D-AF79-7D2C335E6902}"/>
                  </a:ext>
                </a:extLst>
              </p:cNvPr>
              <p:cNvSpPr/>
              <p:nvPr/>
            </p:nvSpPr>
            <p:spPr>
              <a:xfrm>
                <a:off x="3154994" y="3074688"/>
                <a:ext cx="662626" cy="396240"/>
              </a:xfrm>
              <a:custGeom>
                <a:avLst/>
                <a:gdLst>
                  <a:gd name="connsiteX0" fmla="*/ 0 w 853440"/>
                  <a:gd name="connsiteY0" fmla="*/ 83820 h 396240"/>
                  <a:gd name="connsiteX1" fmla="*/ 38100 w 853440"/>
                  <a:gd name="connsiteY1" fmla="*/ 76200 h 396240"/>
                  <a:gd name="connsiteX2" fmla="*/ 68580 w 853440"/>
                  <a:gd name="connsiteY2" fmla="*/ 68580 h 396240"/>
                  <a:gd name="connsiteX3" fmla="*/ 167640 w 853440"/>
                  <a:gd name="connsiteY3" fmla="*/ 76200 h 396240"/>
                  <a:gd name="connsiteX4" fmla="*/ 190500 w 853440"/>
                  <a:gd name="connsiteY4" fmla="*/ 99060 h 396240"/>
                  <a:gd name="connsiteX5" fmla="*/ 205740 w 853440"/>
                  <a:gd name="connsiteY5" fmla="*/ 121920 h 396240"/>
                  <a:gd name="connsiteX6" fmla="*/ 243840 w 853440"/>
                  <a:gd name="connsiteY6" fmla="*/ 175260 h 396240"/>
                  <a:gd name="connsiteX7" fmla="*/ 251460 w 853440"/>
                  <a:gd name="connsiteY7" fmla="*/ 213360 h 396240"/>
                  <a:gd name="connsiteX8" fmla="*/ 259080 w 853440"/>
                  <a:gd name="connsiteY8" fmla="*/ 236220 h 396240"/>
                  <a:gd name="connsiteX9" fmla="*/ 274320 w 853440"/>
                  <a:gd name="connsiteY9" fmla="*/ 320040 h 396240"/>
                  <a:gd name="connsiteX10" fmla="*/ 304800 w 853440"/>
                  <a:gd name="connsiteY10" fmla="*/ 365760 h 396240"/>
                  <a:gd name="connsiteX11" fmla="*/ 358140 w 853440"/>
                  <a:gd name="connsiteY11" fmla="*/ 396240 h 396240"/>
                  <a:gd name="connsiteX12" fmla="*/ 449580 w 853440"/>
                  <a:gd name="connsiteY12" fmla="*/ 381000 h 396240"/>
                  <a:gd name="connsiteX13" fmla="*/ 464820 w 853440"/>
                  <a:gd name="connsiteY13" fmla="*/ 342900 h 396240"/>
                  <a:gd name="connsiteX14" fmla="*/ 495300 w 853440"/>
                  <a:gd name="connsiteY14" fmla="*/ 304800 h 396240"/>
                  <a:gd name="connsiteX15" fmla="*/ 502920 w 853440"/>
                  <a:gd name="connsiteY15" fmla="*/ 274320 h 396240"/>
                  <a:gd name="connsiteX16" fmla="*/ 510540 w 853440"/>
                  <a:gd name="connsiteY16" fmla="*/ 251460 h 396240"/>
                  <a:gd name="connsiteX17" fmla="*/ 518160 w 853440"/>
                  <a:gd name="connsiteY17" fmla="*/ 213360 h 396240"/>
                  <a:gd name="connsiteX18" fmla="*/ 525780 w 853440"/>
                  <a:gd name="connsiteY18" fmla="*/ 182880 h 396240"/>
                  <a:gd name="connsiteX19" fmla="*/ 541020 w 853440"/>
                  <a:gd name="connsiteY19" fmla="*/ 91440 h 396240"/>
                  <a:gd name="connsiteX20" fmla="*/ 563880 w 853440"/>
                  <a:gd name="connsiteY20" fmla="*/ 38100 h 396240"/>
                  <a:gd name="connsiteX21" fmla="*/ 579120 w 853440"/>
                  <a:gd name="connsiteY21" fmla="*/ 15240 h 396240"/>
                  <a:gd name="connsiteX22" fmla="*/ 609600 w 853440"/>
                  <a:gd name="connsiteY22" fmla="*/ 7620 h 396240"/>
                  <a:gd name="connsiteX23" fmla="*/ 716280 w 853440"/>
                  <a:gd name="connsiteY23" fmla="*/ 0 h 396240"/>
                  <a:gd name="connsiteX24" fmla="*/ 853440 w 853440"/>
                  <a:gd name="connsiteY24" fmla="*/ 7620 h 396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853440" h="396240">
                    <a:moveTo>
                      <a:pt x="0" y="83820"/>
                    </a:moveTo>
                    <a:cubicBezTo>
                      <a:pt x="12700" y="81280"/>
                      <a:pt x="25457" y="79010"/>
                      <a:pt x="38100" y="76200"/>
                    </a:cubicBezTo>
                    <a:cubicBezTo>
                      <a:pt x="48323" y="73928"/>
                      <a:pt x="58107" y="68580"/>
                      <a:pt x="68580" y="68580"/>
                    </a:cubicBezTo>
                    <a:cubicBezTo>
                      <a:pt x="101698" y="68580"/>
                      <a:pt x="134620" y="73660"/>
                      <a:pt x="167640" y="76200"/>
                    </a:cubicBezTo>
                    <a:cubicBezTo>
                      <a:pt x="175260" y="83820"/>
                      <a:pt x="183601" y="90781"/>
                      <a:pt x="190500" y="99060"/>
                    </a:cubicBezTo>
                    <a:cubicBezTo>
                      <a:pt x="196363" y="106095"/>
                      <a:pt x="200417" y="114468"/>
                      <a:pt x="205740" y="121920"/>
                    </a:cubicBezTo>
                    <a:cubicBezTo>
                      <a:pt x="252998" y="188081"/>
                      <a:pt x="207924" y="121386"/>
                      <a:pt x="243840" y="175260"/>
                    </a:cubicBezTo>
                    <a:cubicBezTo>
                      <a:pt x="246380" y="187960"/>
                      <a:pt x="248319" y="200795"/>
                      <a:pt x="251460" y="213360"/>
                    </a:cubicBezTo>
                    <a:cubicBezTo>
                      <a:pt x="253408" y="221152"/>
                      <a:pt x="257505" y="228344"/>
                      <a:pt x="259080" y="236220"/>
                    </a:cubicBezTo>
                    <a:cubicBezTo>
                      <a:pt x="260556" y="243600"/>
                      <a:pt x="266790" y="304980"/>
                      <a:pt x="274320" y="320040"/>
                    </a:cubicBezTo>
                    <a:cubicBezTo>
                      <a:pt x="282511" y="336423"/>
                      <a:pt x="289560" y="355600"/>
                      <a:pt x="304800" y="365760"/>
                    </a:cubicBezTo>
                    <a:cubicBezTo>
                      <a:pt x="337111" y="387301"/>
                      <a:pt x="319469" y="376904"/>
                      <a:pt x="358140" y="396240"/>
                    </a:cubicBezTo>
                    <a:cubicBezTo>
                      <a:pt x="388620" y="391160"/>
                      <a:pt x="421942" y="394819"/>
                      <a:pt x="449580" y="381000"/>
                    </a:cubicBezTo>
                    <a:cubicBezTo>
                      <a:pt x="461814" y="374883"/>
                      <a:pt x="457783" y="354629"/>
                      <a:pt x="464820" y="342900"/>
                    </a:cubicBezTo>
                    <a:cubicBezTo>
                      <a:pt x="473188" y="328954"/>
                      <a:pt x="485140" y="317500"/>
                      <a:pt x="495300" y="304800"/>
                    </a:cubicBezTo>
                    <a:cubicBezTo>
                      <a:pt x="497840" y="294640"/>
                      <a:pt x="500043" y="284390"/>
                      <a:pt x="502920" y="274320"/>
                    </a:cubicBezTo>
                    <a:cubicBezTo>
                      <a:pt x="505127" y="266597"/>
                      <a:pt x="508592" y="259252"/>
                      <a:pt x="510540" y="251460"/>
                    </a:cubicBezTo>
                    <a:cubicBezTo>
                      <a:pt x="513681" y="238895"/>
                      <a:pt x="515350" y="226003"/>
                      <a:pt x="518160" y="213360"/>
                    </a:cubicBezTo>
                    <a:cubicBezTo>
                      <a:pt x="520432" y="203137"/>
                      <a:pt x="524058" y="193210"/>
                      <a:pt x="525780" y="182880"/>
                    </a:cubicBezTo>
                    <a:cubicBezTo>
                      <a:pt x="536912" y="116089"/>
                      <a:pt x="527302" y="139454"/>
                      <a:pt x="541020" y="91440"/>
                    </a:cubicBezTo>
                    <a:cubicBezTo>
                      <a:pt x="547126" y="70068"/>
                      <a:pt x="552269" y="58420"/>
                      <a:pt x="563880" y="38100"/>
                    </a:cubicBezTo>
                    <a:cubicBezTo>
                      <a:pt x="568424" y="30149"/>
                      <a:pt x="571500" y="20320"/>
                      <a:pt x="579120" y="15240"/>
                    </a:cubicBezTo>
                    <a:cubicBezTo>
                      <a:pt x="587834" y="9431"/>
                      <a:pt x="599191" y="8777"/>
                      <a:pt x="609600" y="7620"/>
                    </a:cubicBezTo>
                    <a:cubicBezTo>
                      <a:pt x="645033" y="3683"/>
                      <a:pt x="680720" y="2540"/>
                      <a:pt x="716280" y="0"/>
                    </a:cubicBezTo>
                    <a:cubicBezTo>
                      <a:pt x="843270" y="7937"/>
                      <a:pt x="797481" y="7620"/>
                      <a:pt x="853440" y="762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6F382F6D-B16E-B38B-6306-59B744FCA320}"/>
              </a:ext>
            </a:extLst>
          </p:cNvPr>
          <p:cNvGrpSpPr/>
          <p:nvPr/>
        </p:nvGrpSpPr>
        <p:grpSpPr>
          <a:xfrm>
            <a:off x="188462" y="553741"/>
            <a:ext cx="1042416" cy="1024128"/>
            <a:chOff x="475862" y="905612"/>
            <a:chExt cx="1530220" cy="1504560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888C757-5097-43B5-8B5A-2A2EBC0ABA34}"/>
                </a:ext>
              </a:extLst>
            </p:cNvPr>
            <p:cNvGrpSpPr/>
            <p:nvPr/>
          </p:nvGrpSpPr>
          <p:grpSpPr>
            <a:xfrm>
              <a:off x="475862" y="905612"/>
              <a:ext cx="1530220" cy="1504560"/>
              <a:chOff x="475862" y="905612"/>
              <a:chExt cx="1530220" cy="150456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4BD17C1-BB47-4FBB-BC88-30DCDE0EE363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Flowchart: Display 7">
                <a:extLst>
                  <a:ext uri="{FF2B5EF4-FFF2-40B4-BE49-F238E27FC236}">
                    <a16:creationId xmlns:a16="http://schemas.microsoft.com/office/drawing/2014/main" id="{0D65B3AF-33D7-4D31-8B9F-C5718CCEC354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11" name="Picture 110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C4DB7CBD-9A4F-4B25-9636-D20A964D7FD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20477473">
              <a:off x="1027484" y="1333485"/>
              <a:ext cx="433655" cy="9346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7661826-04D1-C607-4ABB-269B45557154}"/>
              </a:ext>
            </a:extLst>
          </p:cNvPr>
          <p:cNvGrpSpPr/>
          <p:nvPr/>
        </p:nvGrpSpPr>
        <p:grpSpPr>
          <a:xfrm>
            <a:off x="3885215" y="4390880"/>
            <a:ext cx="1042416" cy="1024128"/>
            <a:chOff x="450282" y="4768067"/>
            <a:chExt cx="1530220" cy="1504560"/>
          </a:xfrm>
        </p:grpSpPr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2A438CEC-8DDB-49B2-BD43-503EB8B12F80}"/>
                </a:ext>
              </a:extLst>
            </p:cNvPr>
            <p:cNvGrpSpPr/>
            <p:nvPr/>
          </p:nvGrpSpPr>
          <p:grpSpPr>
            <a:xfrm>
              <a:off x="450282" y="4768067"/>
              <a:ext cx="1530220" cy="1504560"/>
              <a:chOff x="475862" y="905612"/>
              <a:chExt cx="1530220" cy="1504560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9B7B2AC8-C029-45D7-9C0D-3F63998D81D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lowchart: Display 113">
                <a:extLst>
                  <a:ext uri="{FF2B5EF4-FFF2-40B4-BE49-F238E27FC236}">
                    <a16:creationId xmlns:a16="http://schemas.microsoft.com/office/drawing/2014/main" id="{8DC29CD8-0086-4A82-A91C-F3C531F73F2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1" name="Group 120">
              <a:extLst>
                <a:ext uri="{FF2B5EF4-FFF2-40B4-BE49-F238E27FC236}">
                  <a16:creationId xmlns:a16="http://schemas.microsoft.com/office/drawing/2014/main" id="{1F3C2DB5-C265-4EB0-A135-768BB23114F4}"/>
                </a:ext>
              </a:extLst>
            </p:cNvPr>
            <p:cNvGrpSpPr/>
            <p:nvPr/>
          </p:nvGrpSpPr>
          <p:grpSpPr>
            <a:xfrm>
              <a:off x="923913" y="5183379"/>
              <a:ext cx="685437" cy="894020"/>
              <a:chOff x="9047699" y="4554101"/>
              <a:chExt cx="685437" cy="894020"/>
            </a:xfrm>
          </p:grpSpPr>
          <p:pic>
            <p:nvPicPr>
              <p:cNvPr id="122" name="Picture 121" descr="Gear Vector Art, Icons, and Graphics for Free Download">
                <a:extLst>
                  <a:ext uri="{FF2B5EF4-FFF2-40B4-BE49-F238E27FC236}">
                    <a16:creationId xmlns:a16="http://schemas.microsoft.com/office/drawing/2014/main" id="{15164E7F-30D6-4F8F-96D3-1F0745582E5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167498" y="4882483"/>
                <a:ext cx="565638" cy="5656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3" name="Picture 122">
                <a:extLst>
                  <a:ext uri="{FF2B5EF4-FFF2-40B4-BE49-F238E27FC236}">
                    <a16:creationId xmlns:a16="http://schemas.microsoft.com/office/drawing/2014/main" id="{66221B78-3BAA-4E37-A414-CBDB03335F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 rot="2035663">
                <a:off x="9047699" y="4554101"/>
                <a:ext cx="239597" cy="814630"/>
              </a:xfrm>
              <a:prstGeom prst="rect">
                <a:avLst/>
              </a:prstGeom>
            </p:spPr>
          </p:pic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87889890-4A42-DC8A-16D1-4B0715089719}"/>
              </a:ext>
            </a:extLst>
          </p:cNvPr>
          <p:cNvGrpSpPr/>
          <p:nvPr/>
        </p:nvGrpSpPr>
        <p:grpSpPr>
          <a:xfrm>
            <a:off x="9855089" y="563231"/>
            <a:ext cx="1042416" cy="1024128"/>
            <a:chOff x="3604401" y="2419931"/>
            <a:chExt cx="1527048" cy="1508760"/>
          </a:xfrm>
        </p:grpSpPr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DF9D113E-99FF-4CF6-A49D-C6DD3577016A}"/>
                </a:ext>
              </a:extLst>
            </p:cNvPr>
            <p:cNvGrpSpPr/>
            <p:nvPr/>
          </p:nvGrpSpPr>
          <p:grpSpPr>
            <a:xfrm>
              <a:off x="4224069" y="3174311"/>
              <a:ext cx="513474" cy="529408"/>
              <a:chOff x="5679550" y="3756554"/>
              <a:chExt cx="1025561" cy="1052253"/>
            </a:xfrm>
          </p:grpSpPr>
          <p:sp>
            <p:nvSpPr>
              <p:cNvPr id="136" name="Cross 135">
                <a:extLst>
                  <a:ext uri="{FF2B5EF4-FFF2-40B4-BE49-F238E27FC236}">
                    <a16:creationId xmlns:a16="http://schemas.microsoft.com/office/drawing/2014/main" id="{B3664B08-10F4-49EB-A5A8-7705D0FF560C}"/>
                  </a:ext>
                </a:extLst>
              </p:cNvPr>
              <p:cNvSpPr/>
              <p:nvPr/>
            </p:nvSpPr>
            <p:spPr>
              <a:xfrm>
                <a:off x="5679550" y="4011624"/>
                <a:ext cx="797183" cy="797183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7" name="Cross 136">
                <a:extLst>
                  <a:ext uri="{FF2B5EF4-FFF2-40B4-BE49-F238E27FC236}">
                    <a16:creationId xmlns:a16="http://schemas.microsoft.com/office/drawing/2014/main" id="{3701F42C-231F-41D9-9F98-4889F0EE6594}"/>
                  </a:ext>
                </a:extLst>
              </p:cNvPr>
              <p:cNvSpPr/>
              <p:nvPr/>
            </p:nvSpPr>
            <p:spPr>
              <a:xfrm>
                <a:off x="6248355" y="3756554"/>
                <a:ext cx="456756" cy="456756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365B0D05-E493-4899-9B57-B2F9DF66EBE9}"/>
                </a:ext>
              </a:extLst>
            </p:cNvPr>
            <p:cNvGrpSpPr/>
            <p:nvPr/>
          </p:nvGrpSpPr>
          <p:grpSpPr>
            <a:xfrm>
              <a:off x="3604401" y="2419931"/>
              <a:ext cx="1527048" cy="1508760"/>
              <a:chOff x="475862" y="905612"/>
              <a:chExt cx="1530220" cy="1504560"/>
            </a:xfrm>
          </p:grpSpPr>
          <p:sp>
            <p:nvSpPr>
              <p:cNvPr id="133" name="Rectangle 132">
                <a:extLst>
                  <a:ext uri="{FF2B5EF4-FFF2-40B4-BE49-F238E27FC236}">
                    <a16:creationId xmlns:a16="http://schemas.microsoft.com/office/drawing/2014/main" id="{645BEC30-FA6A-428D-94D2-3205D5EAF1D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Flowchart: Display 133">
                <a:extLst>
                  <a:ext uri="{FF2B5EF4-FFF2-40B4-BE49-F238E27FC236}">
                    <a16:creationId xmlns:a16="http://schemas.microsoft.com/office/drawing/2014/main" id="{B76E0E44-4E29-413C-A122-413C3DFF446F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8" name="Picture 4" descr="Injector Icon #428145 - Free Icons Library">
              <a:extLst>
                <a:ext uri="{FF2B5EF4-FFF2-40B4-BE49-F238E27FC236}">
                  <a16:creationId xmlns:a16="http://schemas.microsoft.com/office/drawing/2014/main" id="{A1A4336E-3DCF-4968-A364-4E42951B26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68258" y="2795085"/>
              <a:ext cx="791753" cy="7956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C82BC7BB-B197-C0CB-1CA9-E8A6233716A8}"/>
              </a:ext>
            </a:extLst>
          </p:cNvPr>
          <p:cNvGrpSpPr/>
          <p:nvPr/>
        </p:nvGrpSpPr>
        <p:grpSpPr>
          <a:xfrm>
            <a:off x="188461" y="4419894"/>
            <a:ext cx="1042416" cy="1029932"/>
            <a:chOff x="2797196" y="2002402"/>
            <a:chExt cx="1527048" cy="15087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CB6A3C0-8903-492F-97A5-DA51D54FCB35}"/>
                </a:ext>
              </a:extLst>
            </p:cNvPr>
            <p:cNvGrpSpPr/>
            <p:nvPr/>
          </p:nvGrpSpPr>
          <p:grpSpPr>
            <a:xfrm>
              <a:off x="2797196" y="2002402"/>
              <a:ext cx="1527048" cy="15087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F0719E14-B129-49BE-8A9D-30CEF1BA70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Flowchart: Display 35">
                <a:extLst>
                  <a:ext uri="{FF2B5EF4-FFF2-40B4-BE49-F238E27FC236}">
                    <a16:creationId xmlns:a16="http://schemas.microsoft.com/office/drawing/2014/main" id="{C371231B-6AFF-483A-91F2-53928307095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30" name="Picture 6" descr="Clipart, Horror, And Png Image - Horror Manga Transparent - (404x501) Png  Clipart Download">
              <a:extLst>
                <a:ext uri="{FF2B5EF4-FFF2-40B4-BE49-F238E27FC236}">
                  <a16:creationId xmlns:a16="http://schemas.microsoft.com/office/drawing/2014/main" id="{347AAB0C-1F28-64C8-B3E8-C169C3FFA9D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04002" y="2355068"/>
              <a:ext cx="825843" cy="10241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142C57E1-1020-3350-29D0-1025519181E8}"/>
              </a:ext>
            </a:extLst>
          </p:cNvPr>
          <p:cNvGrpSpPr/>
          <p:nvPr/>
        </p:nvGrpSpPr>
        <p:grpSpPr>
          <a:xfrm>
            <a:off x="6193843" y="529903"/>
            <a:ext cx="1042416" cy="1024128"/>
            <a:chOff x="9942247" y="905612"/>
            <a:chExt cx="1530220" cy="1504560"/>
          </a:xfrm>
        </p:grpSpPr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0F381B39-B409-C116-E808-2EBBEAE9F24F}"/>
                </a:ext>
              </a:extLst>
            </p:cNvPr>
            <p:cNvGrpSpPr/>
            <p:nvPr/>
          </p:nvGrpSpPr>
          <p:grpSpPr>
            <a:xfrm>
              <a:off x="10201412" y="1430802"/>
              <a:ext cx="1011888" cy="701352"/>
              <a:chOff x="2649677" y="2639366"/>
              <a:chExt cx="1576764" cy="778626"/>
            </a:xfrm>
          </p:grpSpPr>
          <p:pic>
            <p:nvPicPr>
              <p:cNvPr id="144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301B63CA-E0A0-38EE-2748-2B644111BAD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649677" y="2639366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5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5BFE45EB-BED0-F4A3-2520-D6A268FE66B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936986" y="3028679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41" name="Group 140">
              <a:extLst>
                <a:ext uri="{FF2B5EF4-FFF2-40B4-BE49-F238E27FC236}">
                  <a16:creationId xmlns:a16="http://schemas.microsoft.com/office/drawing/2014/main" id="{871748B3-D368-C46E-6BD8-724780365534}"/>
                </a:ext>
              </a:extLst>
            </p:cNvPr>
            <p:cNvGrpSpPr/>
            <p:nvPr/>
          </p:nvGrpSpPr>
          <p:grpSpPr>
            <a:xfrm>
              <a:off x="9942247" y="905612"/>
              <a:ext cx="1530220" cy="1504560"/>
              <a:chOff x="475862" y="905612"/>
              <a:chExt cx="1530220" cy="1504560"/>
            </a:xfrm>
          </p:grpSpPr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6B594630-B8E8-AEB6-55AC-1B006ED1B00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3" name="Flowchart: Display 142">
                <a:extLst>
                  <a:ext uri="{FF2B5EF4-FFF2-40B4-BE49-F238E27FC236}">
                    <a16:creationId xmlns:a16="http://schemas.microsoft.com/office/drawing/2014/main" id="{4CB17FBF-D6B4-193D-3D99-05D8F73290D1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0C96108C-BFF9-7F34-6A69-E460C166E631}"/>
              </a:ext>
            </a:extLst>
          </p:cNvPr>
          <p:cNvGrpSpPr/>
          <p:nvPr/>
        </p:nvGrpSpPr>
        <p:grpSpPr>
          <a:xfrm>
            <a:off x="2567859" y="1694568"/>
            <a:ext cx="1036542" cy="1024128"/>
            <a:chOff x="6877238" y="2582272"/>
            <a:chExt cx="1527048" cy="1508760"/>
          </a:xfrm>
        </p:grpSpPr>
        <p:grpSp>
          <p:nvGrpSpPr>
            <p:cNvPr id="158" name="Group 157">
              <a:extLst>
                <a:ext uri="{FF2B5EF4-FFF2-40B4-BE49-F238E27FC236}">
                  <a16:creationId xmlns:a16="http://schemas.microsoft.com/office/drawing/2014/main" id="{CC3CB38E-5C6E-07C7-7B5C-28893A1C01DD}"/>
                </a:ext>
              </a:extLst>
            </p:cNvPr>
            <p:cNvGrpSpPr/>
            <p:nvPr/>
          </p:nvGrpSpPr>
          <p:grpSpPr>
            <a:xfrm>
              <a:off x="6877238" y="2582272"/>
              <a:ext cx="1527048" cy="1508760"/>
              <a:chOff x="475862" y="905612"/>
              <a:chExt cx="1530220" cy="1504560"/>
            </a:xfrm>
          </p:grpSpPr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3D615075-9FB9-A9D6-E1E9-5088E01573E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4" name="Flowchart: Display 163">
                <a:extLst>
                  <a:ext uri="{FF2B5EF4-FFF2-40B4-BE49-F238E27FC236}">
                    <a16:creationId xmlns:a16="http://schemas.microsoft.com/office/drawing/2014/main" id="{92401D48-C43B-60F1-70E9-BB58FC62B921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D1454361-F72C-26FB-2E89-A85BBC4A4ED4}"/>
                </a:ext>
              </a:extLst>
            </p:cNvPr>
            <p:cNvGrpSpPr/>
            <p:nvPr/>
          </p:nvGrpSpPr>
          <p:grpSpPr>
            <a:xfrm rot="20273403">
              <a:off x="7209012" y="3223131"/>
              <a:ext cx="978518" cy="582085"/>
              <a:chOff x="2784071" y="2614136"/>
              <a:chExt cx="1814967" cy="1074420"/>
            </a:xfrm>
          </p:grpSpPr>
          <p:pic>
            <p:nvPicPr>
              <p:cNvPr id="160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277C1C2D-A62F-7572-A865-439318B13A0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>
                <a:off x="3868733" y="2888016"/>
                <a:ext cx="730305" cy="3733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61" name="Flowchart: Terminator 160">
                <a:extLst>
                  <a:ext uri="{FF2B5EF4-FFF2-40B4-BE49-F238E27FC236}">
                    <a16:creationId xmlns:a16="http://schemas.microsoft.com/office/drawing/2014/main" id="{2D9F387F-CD48-4CAE-E661-D4E4B52B8169}"/>
                  </a:ext>
                </a:extLst>
              </p:cNvPr>
              <p:cNvSpPr/>
              <p:nvPr/>
            </p:nvSpPr>
            <p:spPr>
              <a:xfrm rot="5400000">
                <a:off x="2507294" y="2890913"/>
                <a:ext cx="1074420" cy="520865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Freeform: Shape 161">
                <a:extLst>
                  <a:ext uri="{FF2B5EF4-FFF2-40B4-BE49-F238E27FC236}">
                    <a16:creationId xmlns:a16="http://schemas.microsoft.com/office/drawing/2014/main" id="{8B4ED742-13E4-F693-C265-9D663DA63AFE}"/>
                  </a:ext>
                </a:extLst>
              </p:cNvPr>
              <p:cNvSpPr/>
              <p:nvPr/>
            </p:nvSpPr>
            <p:spPr>
              <a:xfrm>
                <a:off x="3154994" y="3074688"/>
                <a:ext cx="662626" cy="396240"/>
              </a:xfrm>
              <a:custGeom>
                <a:avLst/>
                <a:gdLst>
                  <a:gd name="connsiteX0" fmla="*/ 0 w 853440"/>
                  <a:gd name="connsiteY0" fmla="*/ 83820 h 396240"/>
                  <a:gd name="connsiteX1" fmla="*/ 38100 w 853440"/>
                  <a:gd name="connsiteY1" fmla="*/ 76200 h 396240"/>
                  <a:gd name="connsiteX2" fmla="*/ 68580 w 853440"/>
                  <a:gd name="connsiteY2" fmla="*/ 68580 h 396240"/>
                  <a:gd name="connsiteX3" fmla="*/ 167640 w 853440"/>
                  <a:gd name="connsiteY3" fmla="*/ 76200 h 396240"/>
                  <a:gd name="connsiteX4" fmla="*/ 190500 w 853440"/>
                  <a:gd name="connsiteY4" fmla="*/ 99060 h 396240"/>
                  <a:gd name="connsiteX5" fmla="*/ 205740 w 853440"/>
                  <a:gd name="connsiteY5" fmla="*/ 121920 h 396240"/>
                  <a:gd name="connsiteX6" fmla="*/ 243840 w 853440"/>
                  <a:gd name="connsiteY6" fmla="*/ 175260 h 396240"/>
                  <a:gd name="connsiteX7" fmla="*/ 251460 w 853440"/>
                  <a:gd name="connsiteY7" fmla="*/ 213360 h 396240"/>
                  <a:gd name="connsiteX8" fmla="*/ 259080 w 853440"/>
                  <a:gd name="connsiteY8" fmla="*/ 236220 h 396240"/>
                  <a:gd name="connsiteX9" fmla="*/ 274320 w 853440"/>
                  <a:gd name="connsiteY9" fmla="*/ 320040 h 396240"/>
                  <a:gd name="connsiteX10" fmla="*/ 304800 w 853440"/>
                  <a:gd name="connsiteY10" fmla="*/ 365760 h 396240"/>
                  <a:gd name="connsiteX11" fmla="*/ 358140 w 853440"/>
                  <a:gd name="connsiteY11" fmla="*/ 396240 h 396240"/>
                  <a:gd name="connsiteX12" fmla="*/ 449580 w 853440"/>
                  <a:gd name="connsiteY12" fmla="*/ 381000 h 396240"/>
                  <a:gd name="connsiteX13" fmla="*/ 464820 w 853440"/>
                  <a:gd name="connsiteY13" fmla="*/ 342900 h 396240"/>
                  <a:gd name="connsiteX14" fmla="*/ 495300 w 853440"/>
                  <a:gd name="connsiteY14" fmla="*/ 304800 h 396240"/>
                  <a:gd name="connsiteX15" fmla="*/ 502920 w 853440"/>
                  <a:gd name="connsiteY15" fmla="*/ 274320 h 396240"/>
                  <a:gd name="connsiteX16" fmla="*/ 510540 w 853440"/>
                  <a:gd name="connsiteY16" fmla="*/ 251460 h 396240"/>
                  <a:gd name="connsiteX17" fmla="*/ 518160 w 853440"/>
                  <a:gd name="connsiteY17" fmla="*/ 213360 h 396240"/>
                  <a:gd name="connsiteX18" fmla="*/ 525780 w 853440"/>
                  <a:gd name="connsiteY18" fmla="*/ 182880 h 396240"/>
                  <a:gd name="connsiteX19" fmla="*/ 541020 w 853440"/>
                  <a:gd name="connsiteY19" fmla="*/ 91440 h 396240"/>
                  <a:gd name="connsiteX20" fmla="*/ 563880 w 853440"/>
                  <a:gd name="connsiteY20" fmla="*/ 38100 h 396240"/>
                  <a:gd name="connsiteX21" fmla="*/ 579120 w 853440"/>
                  <a:gd name="connsiteY21" fmla="*/ 15240 h 396240"/>
                  <a:gd name="connsiteX22" fmla="*/ 609600 w 853440"/>
                  <a:gd name="connsiteY22" fmla="*/ 7620 h 396240"/>
                  <a:gd name="connsiteX23" fmla="*/ 716280 w 853440"/>
                  <a:gd name="connsiteY23" fmla="*/ 0 h 396240"/>
                  <a:gd name="connsiteX24" fmla="*/ 853440 w 853440"/>
                  <a:gd name="connsiteY24" fmla="*/ 7620 h 396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853440" h="396240">
                    <a:moveTo>
                      <a:pt x="0" y="83820"/>
                    </a:moveTo>
                    <a:cubicBezTo>
                      <a:pt x="12700" y="81280"/>
                      <a:pt x="25457" y="79010"/>
                      <a:pt x="38100" y="76200"/>
                    </a:cubicBezTo>
                    <a:cubicBezTo>
                      <a:pt x="48323" y="73928"/>
                      <a:pt x="58107" y="68580"/>
                      <a:pt x="68580" y="68580"/>
                    </a:cubicBezTo>
                    <a:cubicBezTo>
                      <a:pt x="101698" y="68580"/>
                      <a:pt x="134620" y="73660"/>
                      <a:pt x="167640" y="76200"/>
                    </a:cubicBezTo>
                    <a:cubicBezTo>
                      <a:pt x="175260" y="83820"/>
                      <a:pt x="183601" y="90781"/>
                      <a:pt x="190500" y="99060"/>
                    </a:cubicBezTo>
                    <a:cubicBezTo>
                      <a:pt x="196363" y="106095"/>
                      <a:pt x="200417" y="114468"/>
                      <a:pt x="205740" y="121920"/>
                    </a:cubicBezTo>
                    <a:cubicBezTo>
                      <a:pt x="252998" y="188081"/>
                      <a:pt x="207924" y="121386"/>
                      <a:pt x="243840" y="175260"/>
                    </a:cubicBezTo>
                    <a:cubicBezTo>
                      <a:pt x="246380" y="187960"/>
                      <a:pt x="248319" y="200795"/>
                      <a:pt x="251460" y="213360"/>
                    </a:cubicBezTo>
                    <a:cubicBezTo>
                      <a:pt x="253408" y="221152"/>
                      <a:pt x="257505" y="228344"/>
                      <a:pt x="259080" y="236220"/>
                    </a:cubicBezTo>
                    <a:cubicBezTo>
                      <a:pt x="260556" y="243600"/>
                      <a:pt x="266790" y="304980"/>
                      <a:pt x="274320" y="320040"/>
                    </a:cubicBezTo>
                    <a:cubicBezTo>
                      <a:pt x="282511" y="336423"/>
                      <a:pt x="289560" y="355600"/>
                      <a:pt x="304800" y="365760"/>
                    </a:cubicBezTo>
                    <a:cubicBezTo>
                      <a:pt x="337111" y="387301"/>
                      <a:pt x="319469" y="376904"/>
                      <a:pt x="358140" y="396240"/>
                    </a:cubicBezTo>
                    <a:cubicBezTo>
                      <a:pt x="388620" y="391160"/>
                      <a:pt x="421942" y="394819"/>
                      <a:pt x="449580" y="381000"/>
                    </a:cubicBezTo>
                    <a:cubicBezTo>
                      <a:pt x="461814" y="374883"/>
                      <a:pt x="457783" y="354629"/>
                      <a:pt x="464820" y="342900"/>
                    </a:cubicBezTo>
                    <a:cubicBezTo>
                      <a:pt x="473188" y="328954"/>
                      <a:pt x="485140" y="317500"/>
                      <a:pt x="495300" y="304800"/>
                    </a:cubicBezTo>
                    <a:cubicBezTo>
                      <a:pt x="497840" y="294640"/>
                      <a:pt x="500043" y="284390"/>
                      <a:pt x="502920" y="274320"/>
                    </a:cubicBezTo>
                    <a:cubicBezTo>
                      <a:pt x="505127" y="266597"/>
                      <a:pt x="508592" y="259252"/>
                      <a:pt x="510540" y="251460"/>
                    </a:cubicBezTo>
                    <a:cubicBezTo>
                      <a:pt x="513681" y="238895"/>
                      <a:pt x="515350" y="226003"/>
                      <a:pt x="518160" y="213360"/>
                    </a:cubicBezTo>
                    <a:cubicBezTo>
                      <a:pt x="520432" y="203137"/>
                      <a:pt x="524058" y="193210"/>
                      <a:pt x="525780" y="182880"/>
                    </a:cubicBezTo>
                    <a:cubicBezTo>
                      <a:pt x="536912" y="116089"/>
                      <a:pt x="527302" y="139454"/>
                      <a:pt x="541020" y="91440"/>
                    </a:cubicBezTo>
                    <a:cubicBezTo>
                      <a:pt x="547126" y="70068"/>
                      <a:pt x="552269" y="58420"/>
                      <a:pt x="563880" y="38100"/>
                    </a:cubicBezTo>
                    <a:cubicBezTo>
                      <a:pt x="568424" y="30149"/>
                      <a:pt x="571500" y="20320"/>
                      <a:pt x="579120" y="15240"/>
                    </a:cubicBezTo>
                    <a:cubicBezTo>
                      <a:pt x="587834" y="9431"/>
                      <a:pt x="599191" y="8777"/>
                      <a:pt x="609600" y="7620"/>
                    </a:cubicBezTo>
                    <a:cubicBezTo>
                      <a:pt x="645033" y="3683"/>
                      <a:pt x="680720" y="2540"/>
                      <a:pt x="716280" y="0"/>
                    </a:cubicBezTo>
                    <a:cubicBezTo>
                      <a:pt x="843270" y="7937"/>
                      <a:pt x="797481" y="7620"/>
                      <a:pt x="853440" y="762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5" name="Star: 6 Points 164">
              <a:extLst>
                <a:ext uri="{FF2B5EF4-FFF2-40B4-BE49-F238E27FC236}">
                  <a16:creationId xmlns:a16="http://schemas.microsoft.com/office/drawing/2014/main" id="{04433AF7-C56E-395E-BBF2-0D4085311BD0}"/>
                </a:ext>
              </a:extLst>
            </p:cNvPr>
            <p:cNvSpPr/>
            <p:nvPr/>
          </p:nvSpPr>
          <p:spPr>
            <a:xfrm>
              <a:off x="7484498" y="2903091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001308CE-765E-AA7A-C133-C6EAC796C8DA}"/>
              </a:ext>
            </a:extLst>
          </p:cNvPr>
          <p:cNvGrpSpPr/>
          <p:nvPr/>
        </p:nvGrpSpPr>
        <p:grpSpPr>
          <a:xfrm>
            <a:off x="188477" y="1709845"/>
            <a:ext cx="1036542" cy="1024128"/>
            <a:chOff x="2040946" y="2420382"/>
            <a:chExt cx="1527048" cy="1508760"/>
          </a:xfrm>
        </p:grpSpPr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1B3CDB11-77DD-4F62-91B1-D1F6BFE959E6}"/>
                </a:ext>
              </a:extLst>
            </p:cNvPr>
            <p:cNvGrpSpPr/>
            <p:nvPr/>
          </p:nvGrpSpPr>
          <p:grpSpPr>
            <a:xfrm>
              <a:off x="2448801" y="3156186"/>
              <a:ext cx="783395" cy="545628"/>
              <a:chOff x="2649677" y="2639366"/>
              <a:chExt cx="1576764" cy="778626"/>
            </a:xfrm>
          </p:grpSpPr>
          <p:pic>
            <p:nvPicPr>
              <p:cNvPr id="87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7F5F780-A932-4DFE-8353-00ACCE6893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649677" y="2639366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8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9108242-84A9-4C90-9761-7C83B3827D4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936986" y="3028679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D212C9C-F784-4089-BB82-979B57E10A7C}"/>
                </a:ext>
              </a:extLst>
            </p:cNvPr>
            <p:cNvGrpSpPr/>
            <p:nvPr/>
          </p:nvGrpSpPr>
          <p:grpSpPr>
            <a:xfrm>
              <a:off x="2040946" y="2420382"/>
              <a:ext cx="1527048" cy="15087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FEA95F49-067F-4AF5-8D48-F09A62AF8610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Flowchart: Display 26">
                <a:extLst>
                  <a:ext uri="{FF2B5EF4-FFF2-40B4-BE49-F238E27FC236}">
                    <a16:creationId xmlns:a16="http://schemas.microsoft.com/office/drawing/2014/main" id="{B6810463-59F9-4F67-9936-AA95DF538F9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6" name="Star: 6 Points 165">
              <a:extLst>
                <a:ext uri="{FF2B5EF4-FFF2-40B4-BE49-F238E27FC236}">
                  <a16:creationId xmlns:a16="http://schemas.microsoft.com/office/drawing/2014/main" id="{A0638658-CCB0-6AFF-4BB1-001F95EEDF53}"/>
                </a:ext>
              </a:extLst>
            </p:cNvPr>
            <p:cNvSpPr/>
            <p:nvPr/>
          </p:nvSpPr>
          <p:spPr>
            <a:xfrm>
              <a:off x="2646975" y="2730002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068F062E-9742-A6FA-F9DD-6037E14EB1B1}"/>
              </a:ext>
            </a:extLst>
          </p:cNvPr>
          <p:cNvGrpSpPr/>
          <p:nvPr/>
        </p:nvGrpSpPr>
        <p:grpSpPr>
          <a:xfrm>
            <a:off x="1387648" y="1701450"/>
            <a:ext cx="1036542" cy="1024128"/>
            <a:chOff x="4383560" y="2572782"/>
            <a:chExt cx="1527048" cy="1508760"/>
          </a:xfrm>
        </p:grpSpPr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68B3DF28-099E-D4D0-9E66-9B69932FED9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4649055" y="3369208"/>
              <a:ext cx="1022140" cy="427288"/>
            </a:xfrm>
            <a:prstGeom prst="rect">
              <a:avLst/>
            </a:prstGeom>
          </p:spPr>
        </p:pic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E3AF8773-C677-61E7-F348-DE9BCDB34D1B}"/>
                </a:ext>
              </a:extLst>
            </p:cNvPr>
            <p:cNvGrpSpPr/>
            <p:nvPr/>
          </p:nvGrpSpPr>
          <p:grpSpPr>
            <a:xfrm>
              <a:off x="4383560" y="2572782"/>
              <a:ext cx="1527048" cy="1508760"/>
              <a:chOff x="475862" y="905612"/>
              <a:chExt cx="1530220" cy="1504560"/>
            </a:xfrm>
          </p:grpSpPr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9D532140-3C79-6E11-5230-2132CFD99F37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Flowchart: Display 149">
                <a:extLst>
                  <a:ext uri="{FF2B5EF4-FFF2-40B4-BE49-F238E27FC236}">
                    <a16:creationId xmlns:a16="http://schemas.microsoft.com/office/drawing/2014/main" id="{369A368D-DE77-0A4C-8173-2AC2425FBB12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7" name="Star: 6 Points 166">
              <a:extLst>
                <a:ext uri="{FF2B5EF4-FFF2-40B4-BE49-F238E27FC236}">
                  <a16:creationId xmlns:a16="http://schemas.microsoft.com/office/drawing/2014/main" id="{0A9EB618-9809-A32A-40D0-F1015516C931}"/>
                </a:ext>
              </a:extLst>
            </p:cNvPr>
            <p:cNvSpPr/>
            <p:nvPr/>
          </p:nvSpPr>
          <p:spPr>
            <a:xfrm>
              <a:off x="4986789" y="2895924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024" name="Group 1023">
            <a:extLst>
              <a:ext uri="{FF2B5EF4-FFF2-40B4-BE49-F238E27FC236}">
                <a16:creationId xmlns:a16="http://schemas.microsoft.com/office/drawing/2014/main" id="{B1F8DF6F-2BD6-534C-247B-2F22492A81CB}"/>
              </a:ext>
            </a:extLst>
          </p:cNvPr>
          <p:cNvGrpSpPr/>
          <p:nvPr/>
        </p:nvGrpSpPr>
        <p:grpSpPr>
          <a:xfrm>
            <a:off x="1364187" y="5697686"/>
            <a:ext cx="1036542" cy="1024128"/>
            <a:chOff x="6193843" y="2678461"/>
            <a:chExt cx="1527048" cy="1508760"/>
          </a:xfrm>
        </p:grpSpPr>
        <p:pic>
          <p:nvPicPr>
            <p:cNvPr id="173" name="Picture 14" descr="Cannon Gun Stock Illustrations – 10,392 Cannon Gun Stock Illustrations,  Vectors &amp;amp; Clipart - Dreamstime">
              <a:extLst>
                <a:ext uri="{FF2B5EF4-FFF2-40B4-BE49-F238E27FC236}">
                  <a16:creationId xmlns:a16="http://schemas.microsoft.com/office/drawing/2014/main" id="{A729820D-6DB7-9BB8-2F51-E4C5D93889A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86613" y="3555158"/>
              <a:ext cx="737386" cy="4640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4" name="Picture 173">
              <a:extLst>
                <a:ext uri="{FF2B5EF4-FFF2-40B4-BE49-F238E27FC236}">
                  <a16:creationId xmlns:a16="http://schemas.microsoft.com/office/drawing/2014/main" id="{85FBDE45-A5B4-D7E5-D256-0F511B4F119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474794" y="3173836"/>
              <a:ext cx="301249" cy="381322"/>
            </a:xfrm>
            <a:prstGeom prst="rect">
              <a:avLst/>
            </a:prstGeom>
          </p:spPr>
        </p:pic>
        <p:grpSp>
          <p:nvGrpSpPr>
            <p:cNvPr id="170" name="Group 169">
              <a:extLst>
                <a:ext uri="{FF2B5EF4-FFF2-40B4-BE49-F238E27FC236}">
                  <a16:creationId xmlns:a16="http://schemas.microsoft.com/office/drawing/2014/main" id="{A4CEC4A4-CE7E-24CA-8E32-D5E82E7ACA7C}"/>
                </a:ext>
              </a:extLst>
            </p:cNvPr>
            <p:cNvGrpSpPr/>
            <p:nvPr/>
          </p:nvGrpSpPr>
          <p:grpSpPr>
            <a:xfrm>
              <a:off x="6193843" y="2678461"/>
              <a:ext cx="1527048" cy="1508760"/>
              <a:chOff x="475862" y="905612"/>
              <a:chExt cx="1530220" cy="1504560"/>
            </a:xfrm>
          </p:grpSpPr>
          <p:sp>
            <p:nvSpPr>
              <p:cNvPr id="171" name="Rectangle 170">
                <a:extLst>
                  <a:ext uri="{FF2B5EF4-FFF2-40B4-BE49-F238E27FC236}">
                    <a16:creationId xmlns:a16="http://schemas.microsoft.com/office/drawing/2014/main" id="{40059697-1B63-1CC0-D963-8C439EF3528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" name="Flowchart: Display 171">
                <a:extLst>
                  <a:ext uri="{FF2B5EF4-FFF2-40B4-BE49-F238E27FC236}">
                    <a16:creationId xmlns:a16="http://schemas.microsoft.com/office/drawing/2014/main" id="{3138847E-1DEC-59D5-F5E3-F3AE6E98782E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75" name="Picture 174">
              <a:extLst>
                <a:ext uri="{FF2B5EF4-FFF2-40B4-BE49-F238E27FC236}">
                  <a16:creationId xmlns:a16="http://schemas.microsoft.com/office/drawing/2014/main" id="{F9010965-9DE7-D1BC-F3F5-F6689D2BB1A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804681" y="3041077"/>
              <a:ext cx="301249" cy="381322"/>
            </a:xfrm>
            <a:prstGeom prst="rect">
              <a:avLst/>
            </a:prstGeom>
          </p:spPr>
        </p:pic>
        <p:pic>
          <p:nvPicPr>
            <p:cNvPr id="176" name="Picture 175">
              <a:extLst>
                <a:ext uri="{FF2B5EF4-FFF2-40B4-BE49-F238E27FC236}">
                  <a16:creationId xmlns:a16="http://schemas.microsoft.com/office/drawing/2014/main" id="{EE2B94A9-C7BD-71B5-5C8F-756EE0CE06C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148159" y="3161869"/>
              <a:ext cx="301249" cy="38132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547488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250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Snowhaupt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C24828A-BA0D-A190-F477-DEBAFEF19C7F}"/>
              </a:ext>
            </a:extLst>
          </p:cNvPr>
          <p:cNvGrpSpPr/>
          <p:nvPr/>
        </p:nvGrpSpPr>
        <p:grpSpPr>
          <a:xfrm>
            <a:off x="3682169" y="568879"/>
            <a:ext cx="1042416" cy="1024128"/>
            <a:chOff x="475862" y="905612"/>
            <a:chExt cx="1530220" cy="1504560"/>
          </a:xfrm>
        </p:grpSpPr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82DD32CF-2EAD-4B5B-98F2-FC72A50853CF}"/>
                </a:ext>
              </a:extLst>
            </p:cNvPr>
            <p:cNvGrpSpPr/>
            <p:nvPr/>
          </p:nvGrpSpPr>
          <p:grpSpPr>
            <a:xfrm>
              <a:off x="774039" y="1504363"/>
              <a:ext cx="933865" cy="571883"/>
              <a:chOff x="4447504" y="5363930"/>
              <a:chExt cx="933865" cy="571883"/>
            </a:xfrm>
          </p:grpSpPr>
          <p:pic>
            <p:nvPicPr>
              <p:cNvPr id="89" name="Picture 88">
                <a:extLst>
                  <a:ext uri="{FF2B5EF4-FFF2-40B4-BE49-F238E27FC236}">
                    <a16:creationId xmlns:a16="http://schemas.microsoft.com/office/drawing/2014/main" id="{36E8A8F8-B73A-466B-93C7-B7DA50BDFA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718906" y="5515504"/>
                <a:ext cx="416158" cy="420309"/>
              </a:xfrm>
              <a:prstGeom prst="rect">
                <a:avLst/>
              </a:prstGeom>
            </p:spPr>
          </p:pic>
          <p:pic>
            <p:nvPicPr>
              <p:cNvPr id="91" name="Picture 90">
                <a:extLst>
                  <a:ext uri="{FF2B5EF4-FFF2-40B4-BE49-F238E27FC236}">
                    <a16:creationId xmlns:a16="http://schemas.microsoft.com/office/drawing/2014/main" id="{365CC09C-B1F1-4835-891D-0449D5217C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152926" y="5467091"/>
                <a:ext cx="228443" cy="468722"/>
              </a:xfrm>
              <a:prstGeom prst="rect">
                <a:avLst/>
              </a:prstGeom>
            </p:spPr>
          </p:pic>
          <p:pic>
            <p:nvPicPr>
              <p:cNvPr id="52" name="Picture 51">
                <a:extLst>
                  <a:ext uri="{FF2B5EF4-FFF2-40B4-BE49-F238E27FC236}">
                    <a16:creationId xmlns:a16="http://schemas.microsoft.com/office/drawing/2014/main" id="{BB10F60A-9D0E-404F-AFBF-595B9308DF6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447504" y="5363930"/>
                <a:ext cx="271402" cy="571883"/>
              </a:xfrm>
              <a:prstGeom prst="rect">
                <a:avLst/>
              </a:prstGeom>
            </p:spPr>
          </p:pic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52E2F6DC-BAB1-4318-9359-E713FEB28636}"/>
                </a:ext>
              </a:extLst>
            </p:cNvPr>
            <p:cNvGrpSpPr/>
            <p:nvPr/>
          </p:nvGrpSpPr>
          <p:grpSpPr>
            <a:xfrm>
              <a:off x="475862" y="905612"/>
              <a:ext cx="1530220" cy="1504560"/>
              <a:chOff x="475862" y="905612"/>
              <a:chExt cx="1530220" cy="150456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9A06361-F844-4531-A029-5CDF5D2E6E19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Pentagon 7">
                <a:extLst>
                  <a:ext uri="{FF2B5EF4-FFF2-40B4-BE49-F238E27FC236}">
                    <a16:creationId xmlns:a16="http://schemas.microsoft.com/office/drawing/2014/main" id="{C0D5D7A2-F33C-4641-87A9-8D58981011AB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F89BAEA-F14D-4B31-AE25-ACBB968CF635}"/>
              </a:ext>
            </a:extLst>
          </p:cNvPr>
          <p:cNvGrpSpPr/>
          <p:nvPr/>
        </p:nvGrpSpPr>
        <p:grpSpPr>
          <a:xfrm>
            <a:off x="84243" y="568879"/>
            <a:ext cx="1042416" cy="1024128"/>
            <a:chOff x="2421892" y="905612"/>
            <a:chExt cx="1530220" cy="1504560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89F36989-D2E7-40E0-BA14-E1FC3FD8E4BA}"/>
                </a:ext>
              </a:extLst>
            </p:cNvPr>
            <p:cNvGrpSpPr/>
            <p:nvPr/>
          </p:nvGrpSpPr>
          <p:grpSpPr>
            <a:xfrm>
              <a:off x="2722796" y="1460546"/>
              <a:ext cx="833381" cy="741412"/>
              <a:chOff x="2301046" y="3300654"/>
              <a:chExt cx="1038505" cy="923899"/>
            </a:xfrm>
          </p:grpSpPr>
          <p:pic>
            <p:nvPicPr>
              <p:cNvPr id="44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E808513A-492C-46C7-B458-EF4E81D01A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301046" y="3300654"/>
                <a:ext cx="813014" cy="80761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251C32EF-8095-48BF-A0AD-D9BE0A774D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898416" y="3640462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68FFDF7-CB95-4D71-B59B-881601FFE577}"/>
                </a:ext>
              </a:extLst>
            </p:cNvPr>
            <p:cNvGrpSpPr/>
            <p:nvPr/>
          </p:nvGrpSpPr>
          <p:grpSpPr>
            <a:xfrm>
              <a:off x="2421892" y="905612"/>
              <a:ext cx="1530220" cy="1504560"/>
              <a:chOff x="475862" y="905612"/>
              <a:chExt cx="1530220" cy="1504560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879CE78-BD41-4475-AEAD-774F202F3A3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Pentagon 11">
                <a:extLst>
                  <a:ext uri="{FF2B5EF4-FFF2-40B4-BE49-F238E27FC236}">
                    <a16:creationId xmlns:a16="http://schemas.microsoft.com/office/drawing/2014/main" id="{EC163F4F-A7E8-4E40-9E0E-BC555C5C0469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6FE1D310-E4A9-61C2-A902-BB29A2AF238F}"/>
              </a:ext>
            </a:extLst>
          </p:cNvPr>
          <p:cNvGrpSpPr/>
          <p:nvPr/>
        </p:nvGrpSpPr>
        <p:grpSpPr>
          <a:xfrm>
            <a:off x="1278990" y="568879"/>
            <a:ext cx="1042416" cy="1024128"/>
            <a:chOff x="4367922" y="905612"/>
            <a:chExt cx="1530220" cy="1504560"/>
          </a:xfrm>
        </p:grpSpPr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C998F44E-BE29-49F0-8D1A-2C332E9CEA1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711493" y="1444303"/>
              <a:ext cx="792492" cy="792492"/>
            </a:xfrm>
            <a:prstGeom prst="rect">
              <a:avLst/>
            </a:prstGeom>
          </p:spPr>
        </p:pic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FEA0D26E-A5B4-4B1E-AE22-168F74976C5F}"/>
                </a:ext>
              </a:extLst>
            </p:cNvPr>
            <p:cNvGrpSpPr/>
            <p:nvPr/>
          </p:nvGrpSpPr>
          <p:grpSpPr>
            <a:xfrm>
              <a:off x="4367922" y="905612"/>
              <a:ext cx="1530220" cy="1504560"/>
              <a:chOff x="475862" y="905612"/>
              <a:chExt cx="1530220" cy="150456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CE8712C-06D9-44CE-B21B-D46DCD0955E9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Pentagon 14">
                <a:extLst>
                  <a:ext uri="{FF2B5EF4-FFF2-40B4-BE49-F238E27FC236}">
                    <a16:creationId xmlns:a16="http://schemas.microsoft.com/office/drawing/2014/main" id="{A48227F4-0774-4863-9D15-906F3A80178F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4432AB5-FBC1-DFF9-8625-DF277B5393E7}"/>
              </a:ext>
            </a:extLst>
          </p:cNvPr>
          <p:cNvGrpSpPr/>
          <p:nvPr/>
        </p:nvGrpSpPr>
        <p:grpSpPr>
          <a:xfrm>
            <a:off x="2472034" y="568879"/>
            <a:ext cx="1042416" cy="1024128"/>
            <a:chOff x="6313952" y="905612"/>
            <a:chExt cx="1530220" cy="1504560"/>
          </a:xfrm>
        </p:grpSpPr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92F4FE4E-B446-4973-BA82-BB7E3B2447E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620769" y="1472636"/>
              <a:ext cx="929088" cy="735826"/>
            </a:xfrm>
            <a:prstGeom prst="rect">
              <a:avLst/>
            </a:prstGeom>
          </p:spPr>
        </p:pic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82AC5827-55FF-4943-9A19-450DADA1282A}"/>
                </a:ext>
              </a:extLst>
            </p:cNvPr>
            <p:cNvGrpSpPr/>
            <p:nvPr/>
          </p:nvGrpSpPr>
          <p:grpSpPr>
            <a:xfrm>
              <a:off x="6313952" y="905612"/>
              <a:ext cx="1530220" cy="1504560"/>
              <a:chOff x="475862" y="905612"/>
              <a:chExt cx="1530220" cy="150456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56ED9052-56F2-4F38-88AD-A3E9F6AE04B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Pentagon 17">
                <a:extLst>
                  <a:ext uri="{FF2B5EF4-FFF2-40B4-BE49-F238E27FC236}">
                    <a16:creationId xmlns:a16="http://schemas.microsoft.com/office/drawing/2014/main" id="{3D2709C9-AA2F-4B1B-99D6-038175530A8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FF28A8A4-F572-4876-98F9-19C2617E1BF2}"/>
              </a:ext>
            </a:extLst>
          </p:cNvPr>
          <p:cNvGrpSpPr/>
          <p:nvPr/>
        </p:nvGrpSpPr>
        <p:grpSpPr>
          <a:xfrm>
            <a:off x="6044734" y="579271"/>
            <a:ext cx="1042416" cy="1024128"/>
            <a:chOff x="8239890" y="910146"/>
            <a:chExt cx="1530220" cy="1504560"/>
          </a:xfrm>
        </p:grpSpPr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E8FF0549-4B23-4BA3-840B-428D82E9BA17}"/>
                </a:ext>
              </a:extLst>
            </p:cNvPr>
            <p:cNvGrpSpPr/>
            <p:nvPr/>
          </p:nvGrpSpPr>
          <p:grpSpPr>
            <a:xfrm>
              <a:off x="8551983" y="1463843"/>
              <a:ext cx="888768" cy="674059"/>
              <a:chOff x="4638485" y="4014555"/>
              <a:chExt cx="1121232" cy="841513"/>
            </a:xfrm>
          </p:grpSpPr>
          <p:pic>
            <p:nvPicPr>
              <p:cNvPr id="50" name="Picture 49">
                <a:extLst>
                  <a:ext uri="{FF2B5EF4-FFF2-40B4-BE49-F238E27FC236}">
                    <a16:creationId xmlns:a16="http://schemas.microsoft.com/office/drawing/2014/main" id="{1AB43153-B241-4AC5-B009-FAC2BE5F98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638485" y="4085074"/>
                <a:ext cx="559512" cy="731096"/>
              </a:xfrm>
              <a:prstGeom prst="rect">
                <a:avLst/>
              </a:prstGeom>
            </p:spPr>
          </p:pic>
          <p:pic>
            <p:nvPicPr>
              <p:cNvPr id="51" name="Picture 50">
                <a:extLst>
                  <a:ext uri="{FF2B5EF4-FFF2-40B4-BE49-F238E27FC236}">
                    <a16:creationId xmlns:a16="http://schemas.microsoft.com/office/drawing/2014/main" id="{0003B303-8203-49DD-A581-2BA3248E0C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249786" y="4014555"/>
                <a:ext cx="509931" cy="841513"/>
              </a:xfrm>
              <a:prstGeom prst="rect">
                <a:avLst/>
              </a:prstGeom>
            </p:spPr>
          </p:pic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9654EE4-4776-46D0-86AF-F988202ECAFD}"/>
                </a:ext>
              </a:extLst>
            </p:cNvPr>
            <p:cNvGrpSpPr/>
            <p:nvPr/>
          </p:nvGrpSpPr>
          <p:grpSpPr>
            <a:xfrm>
              <a:off x="8239890" y="910146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C7E4900-5AD9-412A-8968-7B6023F6B81B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Pentagon 20">
                <a:extLst>
                  <a:ext uri="{FF2B5EF4-FFF2-40B4-BE49-F238E27FC236}">
                    <a16:creationId xmlns:a16="http://schemas.microsoft.com/office/drawing/2014/main" id="{9B70B3D4-FAD8-4F39-B795-7778726E55C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98FDB0B8-B7F9-4360-9608-2849E2FAAE46}"/>
              </a:ext>
            </a:extLst>
          </p:cNvPr>
          <p:cNvGrpSpPr/>
          <p:nvPr/>
        </p:nvGrpSpPr>
        <p:grpSpPr>
          <a:xfrm>
            <a:off x="8448108" y="577677"/>
            <a:ext cx="1042416" cy="1024128"/>
            <a:chOff x="475862" y="2832151"/>
            <a:chExt cx="1530220" cy="1504560"/>
          </a:xfrm>
        </p:grpSpPr>
        <p:pic>
          <p:nvPicPr>
            <p:cNvPr id="56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D4902002-B81E-47AD-85E8-AF3F833B2E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797012" y="3360325"/>
              <a:ext cx="565039" cy="5612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7745208D-4E62-4798-BCF2-5728BF0BB6F7}"/>
                </a:ext>
              </a:extLst>
            </p:cNvPr>
            <p:cNvGrpSpPr/>
            <p:nvPr/>
          </p:nvGrpSpPr>
          <p:grpSpPr>
            <a:xfrm>
              <a:off x="1011860" y="3584431"/>
              <a:ext cx="614257" cy="624273"/>
              <a:chOff x="6250804" y="4469864"/>
              <a:chExt cx="1767666" cy="1796490"/>
            </a:xfrm>
          </p:grpSpPr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A288F1FB-04EA-4F7A-92F5-07B08FA6A332}"/>
                  </a:ext>
                </a:extLst>
              </p:cNvPr>
              <p:cNvGrpSpPr/>
              <p:nvPr/>
            </p:nvGrpSpPr>
            <p:grpSpPr>
              <a:xfrm rot="2105593">
                <a:off x="6898111" y="4469864"/>
                <a:ext cx="543720" cy="1475268"/>
                <a:chOff x="6998677" y="4501662"/>
                <a:chExt cx="543720" cy="1125415"/>
              </a:xfrm>
            </p:grpSpPr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297CBFF5-F811-4695-86A5-AAA6D4791DBD}"/>
                    </a:ext>
                  </a:extLst>
                </p:cNvPr>
                <p:cNvSpPr/>
                <p:nvPr/>
              </p:nvSpPr>
              <p:spPr>
                <a:xfrm>
                  <a:off x="7104184" y="4712677"/>
                  <a:ext cx="338215" cy="91440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B960E650-0F7A-4FF6-91F5-3FBCB0621B67}"/>
                    </a:ext>
                  </a:extLst>
                </p:cNvPr>
                <p:cNvSpPr/>
                <p:nvPr/>
              </p:nvSpPr>
              <p:spPr>
                <a:xfrm>
                  <a:off x="6998677" y="4501662"/>
                  <a:ext cx="543720" cy="21101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D7D8C83-622B-45C4-80C5-9F4B3F9EF05D}"/>
                  </a:ext>
                </a:extLst>
              </p:cNvPr>
              <p:cNvSpPr/>
              <p:nvPr/>
            </p:nvSpPr>
            <p:spPr>
              <a:xfrm rot="19962306">
                <a:off x="7413128" y="5064532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210BA83D-46E6-4533-8350-4603C51D116C}"/>
                  </a:ext>
                </a:extLst>
              </p:cNvPr>
              <p:cNvSpPr/>
              <p:nvPr/>
            </p:nvSpPr>
            <p:spPr>
              <a:xfrm rot="16200000">
                <a:off x="6775177" y="5310385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FE9C9E51-2659-443F-8F5A-4AE4A6B31E87}"/>
                  </a:ext>
                </a:extLst>
              </p:cNvPr>
              <p:cNvSpPr/>
              <p:nvPr/>
            </p:nvSpPr>
            <p:spPr>
              <a:xfrm>
                <a:off x="6250804" y="5829836"/>
                <a:ext cx="1767666" cy="436518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DF3AFF85-4AA0-4C47-9B49-842EF71CD2C6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288AE8DA-3F0C-485C-BE9E-F959C0E1FE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Pentagon 26">
                <a:extLst>
                  <a:ext uri="{FF2B5EF4-FFF2-40B4-BE49-F238E27FC236}">
                    <a16:creationId xmlns:a16="http://schemas.microsoft.com/office/drawing/2014/main" id="{FFB4234F-9A75-4285-8AED-79B17469D7AE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C6690B5-B0D9-4142-87DF-943D7789BD69}"/>
              </a:ext>
            </a:extLst>
          </p:cNvPr>
          <p:cNvGrpSpPr/>
          <p:nvPr/>
        </p:nvGrpSpPr>
        <p:grpSpPr>
          <a:xfrm>
            <a:off x="84243" y="1752759"/>
            <a:ext cx="1042416" cy="1024128"/>
            <a:chOff x="2421892" y="2832151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907CC71D-A640-4D5E-9B99-2A6C381CCE93}"/>
                </a:ext>
              </a:extLst>
            </p:cNvPr>
            <p:cNvGrpSpPr/>
            <p:nvPr/>
          </p:nvGrpSpPr>
          <p:grpSpPr>
            <a:xfrm>
              <a:off x="2674256" y="3373574"/>
              <a:ext cx="910939" cy="780827"/>
              <a:chOff x="2735036" y="4735612"/>
              <a:chExt cx="1238046" cy="1061212"/>
            </a:xfrm>
          </p:grpSpPr>
          <p:pic>
            <p:nvPicPr>
              <p:cNvPr id="7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1E4DA803-7205-41B8-A696-9FF2E17E8F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735036" y="4735612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4" name="Picture 73">
                <a:extLst>
                  <a:ext uri="{FF2B5EF4-FFF2-40B4-BE49-F238E27FC236}">
                    <a16:creationId xmlns:a16="http://schemas.microsoft.com/office/drawing/2014/main" id="{E0224AE3-D5C7-45FB-953E-08F8132687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193333" y="5076519"/>
                <a:ext cx="779749" cy="720305"/>
              </a:xfrm>
              <a:prstGeom prst="rect">
                <a:avLst/>
              </a:prstGeom>
            </p:spPr>
          </p:pic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61AB998E-9966-4480-84D7-9BD694015EA2}"/>
                </a:ext>
              </a:extLst>
            </p:cNvPr>
            <p:cNvGrpSpPr/>
            <p:nvPr/>
          </p:nvGrpSpPr>
          <p:grpSpPr>
            <a:xfrm>
              <a:off x="242189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55D973CE-95F8-4001-A5CF-290A18A68D2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Pentagon 29">
                <a:extLst>
                  <a:ext uri="{FF2B5EF4-FFF2-40B4-BE49-F238E27FC236}">
                    <a16:creationId xmlns:a16="http://schemas.microsoft.com/office/drawing/2014/main" id="{3DB44F4A-C56B-4639-AD43-275180B2BF58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B8BEBB44-7912-E18A-0F2E-786DB8A5E07B}"/>
              </a:ext>
            </a:extLst>
          </p:cNvPr>
          <p:cNvGrpSpPr/>
          <p:nvPr/>
        </p:nvGrpSpPr>
        <p:grpSpPr>
          <a:xfrm>
            <a:off x="94579" y="5719571"/>
            <a:ext cx="1042416" cy="1024128"/>
            <a:chOff x="4367922" y="2832151"/>
            <a:chExt cx="1530220" cy="150456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69FC3F41-AA97-418F-BDAA-AA826DA0002C}"/>
                </a:ext>
              </a:extLst>
            </p:cNvPr>
            <p:cNvGrpSpPr/>
            <p:nvPr/>
          </p:nvGrpSpPr>
          <p:grpSpPr>
            <a:xfrm>
              <a:off x="4821190" y="3208453"/>
              <a:ext cx="631076" cy="1000141"/>
              <a:chOff x="6506167" y="3616847"/>
              <a:chExt cx="1337615" cy="2119878"/>
            </a:xfrm>
          </p:grpSpPr>
          <p:pic>
            <p:nvPicPr>
              <p:cNvPr id="79" name="Picture 2" descr="Church Organ Stock Illustrations – 171 Church Organ Stock Illustrations,  Vectors &amp;amp; Clipart - Dreamstime">
                <a:extLst>
                  <a:ext uri="{FF2B5EF4-FFF2-40B4-BE49-F238E27FC236}">
                    <a16:creationId xmlns:a16="http://schemas.microsoft.com/office/drawing/2014/main" id="{9FBA4C2E-1EF0-4187-8248-32928B88FCB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b="31900"/>
              <a:stretch/>
            </p:blipFill>
            <p:spPr bwMode="auto">
              <a:xfrm>
                <a:off x="6609949" y="3616847"/>
                <a:ext cx="1130052" cy="155861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80" name="Rectangle 79">
                <a:extLst>
                  <a:ext uri="{FF2B5EF4-FFF2-40B4-BE49-F238E27FC236}">
                    <a16:creationId xmlns:a16="http://schemas.microsoft.com/office/drawing/2014/main" id="{8DCDEF0B-6A43-4F35-A8B0-EC9BA8C0D2E1}"/>
                  </a:ext>
                </a:extLst>
              </p:cNvPr>
              <p:cNvSpPr/>
              <p:nvPr/>
            </p:nvSpPr>
            <p:spPr>
              <a:xfrm>
                <a:off x="6506167" y="5050089"/>
                <a:ext cx="1337615" cy="6866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EE3E0716-C0D1-49F4-B816-8211C746DA53}"/>
                  </a:ext>
                </a:extLst>
              </p:cNvPr>
              <p:cNvSpPr/>
              <p:nvPr/>
            </p:nvSpPr>
            <p:spPr>
              <a:xfrm>
                <a:off x="6656512" y="5175457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D1CA96A0-C713-4F63-A449-9DD4C7971C6C}"/>
                  </a:ext>
                </a:extLst>
              </p:cNvPr>
              <p:cNvSpPr/>
              <p:nvPr/>
            </p:nvSpPr>
            <p:spPr>
              <a:xfrm>
                <a:off x="7395917" y="5179353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0DF1E89F-5E22-4DF1-BEFE-165F6AC623D5}"/>
                  </a:ext>
                </a:extLst>
              </p:cNvPr>
              <p:cNvSpPr/>
              <p:nvPr/>
            </p:nvSpPr>
            <p:spPr>
              <a:xfrm>
                <a:off x="7023933" y="5259625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6C5AD18-E33E-4B18-A147-23424B726AFC}"/>
                  </a:ext>
                </a:extLst>
              </p:cNvPr>
              <p:cNvSpPr/>
              <p:nvPr/>
            </p:nvSpPr>
            <p:spPr>
              <a:xfrm>
                <a:off x="6655167" y="5428420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192B0B89-2F77-4457-B90D-3C9131EA32BA}"/>
                  </a:ext>
                </a:extLst>
              </p:cNvPr>
              <p:cNvSpPr/>
              <p:nvPr/>
            </p:nvSpPr>
            <p:spPr>
              <a:xfrm>
                <a:off x="7394572" y="5432316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7344DD83-34DC-4B18-882F-3ECC80CFB21C}"/>
                </a:ext>
              </a:extLst>
            </p:cNvPr>
            <p:cNvGrpSpPr/>
            <p:nvPr/>
          </p:nvGrpSpPr>
          <p:grpSpPr>
            <a:xfrm>
              <a:off x="4367922" y="2832151"/>
              <a:ext cx="1530220" cy="1504560"/>
              <a:chOff x="475862" y="905612"/>
              <a:chExt cx="1530220" cy="1504560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78D3EB7-0AD6-4508-BAD5-4C354D3E1262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Pentagon 32">
                <a:extLst>
                  <a:ext uri="{FF2B5EF4-FFF2-40B4-BE49-F238E27FC236}">
                    <a16:creationId xmlns:a16="http://schemas.microsoft.com/office/drawing/2014/main" id="{963EE18A-CBCB-40E6-8F54-04841635B128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43B4C95-ECCC-4743-A020-06BDEC8BF789}"/>
              </a:ext>
            </a:extLst>
          </p:cNvPr>
          <p:cNvGrpSpPr/>
          <p:nvPr/>
        </p:nvGrpSpPr>
        <p:grpSpPr>
          <a:xfrm>
            <a:off x="4845816" y="5728372"/>
            <a:ext cx="1042416" cy="1024128"/>
            <a:chOff x="6313952" y="2832151"/>
            <a:chExt cx="1530220" cy="1504560"/>
          </a:xfrm>
        </p:grpSpPr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49FFCC9C-BB72-43EE-AB62-136D92D8F9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699735" y="3514458"/>
              <a:ext cx="850122" cy="583943"/>
            </a:xfrm>
            <a:prstGeom prst="rect">
              <a:avLst/>
            </a:prstGeom>
          </p:spPr>
        </p:pic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21CC57C-ED81-4678-B7C0-662656904793}"/>
                </a:ext>
              </a:extLst>
            </p:cNvPr>
            <p:cNvGrpSpPr/>
            <p:nvPr/>
          </p:nvGrpSpPr>
          <p:grpSpPr>
            <a:xfrm>
              <a:off x="6313952" y="2832151"/>
              <a:ext cx="1530220" cy="15045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72038533-F4AF-4D2B-BD9D-10D0F88E422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Pentagon 35">
                <a:extLst>
                  <a:ext uri="{FF2B5EF4-FFF2-40B4-BE49-F238E27FC236}">
                    <a16:creationId xmlns:a16="http://schemas.microsoft.com/office/drawing/2014/main" id="{B91A572F-0996-403D-AB9E-BF78A0A269B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D094D661-9B56-C35C-C4B6-853DC94B4FB1}"/>
              </a:ext>
            </a:extLst>
          </p:cNvPr>
          <p:cNvGrpSpPr/>
          <p:nvPr/>
        </p:nvGrpSpPr>
        <p:grpSpPr>
          <a:xfrm>
            <a:off x="1286995" y="5728372"/>
            <a:ext cx="1042416" cy="1024128"/>
            <a:chOff x="8239890" y="2836685"/>
            <a:chExt cx="1530220" cy="1504560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62C8765A-BD00-4ADA-846E-0A9AB274900A}"/>
                </a:ext>
              </a:extLst>
            </p:cNvPr>
            <p:cNvGrpSpPr/>
            <p:nvPr/>
          </p:nvGrpSpPr>
          <p:grpSpPr>
            <a:xfrm>
              <a:off x="8239890" y="2836685"/>
              <a:ext cx="1530220" cy="1504560"/>
              <a:chOff x="475862" y="905612"/>
              <a:chExt cx="1530220" cy="150456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1A2D98A5-D198-4FE4-8305-3B2435D18A9C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Pentagon 38">
                <a:extLst>
                  <a:ext uri="{FF2B5EF4-FFF2-40B4-BE49-F238E27FC236}">
                    <a16:creationId xmlns:a16="http://schemas.microsoft.com/office/drawing/2014/main" id="{DD9C3BFB-6B79-4CD3-A009-2CA50FBD5104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FE3D609C-1709-4F04-8102-DABEAFA03057}"/>
                </a:ext>
              </a:extLst>
            </p:cNvPr>
            <p:cNvGrpSpPr/>
            <p:nvPr/>
          </p:nvGrpSpPr>
          <p:grpSpPr>
            <a:xfrm>
              <a:off x="8784050" y="3269298"/>
              <a:ext cx="441899" cy="897919"/>
              <a:chOff x="2336221" y="3379711"/>
              <a:chExt cx="1561840" cy="3173589"/>
            </a:xfrm>
          </p:grpSpPr>
          <p:pic>
            <p:nvPicPr>
              <p:cNvPr id="94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C8889D13-23A8-4304-ABEE-7D436CE674D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2143162" y="3900994"/>
                <a:ext cx="920648" cy="470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5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F8625F20-13C6-4005-8DA2-517876159A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2461799" y="3604710"/>
                <a:ext cx="920648" cy="470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6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99BDBD0F-D19A-4BF3-97D7-63F661AECF6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2780436" y="3604710"/>
                <a:ext cx="920648" cy="470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7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5625CB38-85B6-4AB0-89AC-34571EB4869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3142529" y="3932952"/>
                <a:ext cx="920648" cy="470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98" name="Group 97">
                <a:extLst>
                  <a:ext uri="{FF2B5EF4-FFF2-40B4-BE49-F238E27FC236}">
                    <a16:creationId xmlns:a16="http://schemas.microsoft.com/office/drawing/2014/main" id="{FC58DD12-F21B-49DE-BCF7-2C31A4E2462B}"/>
                  </a:ext>
                </a:extLst>
              </p:cNvPr>
              <p:cNvGrpSpPr/>
              <p:nvPr/>
            </p:nvGrpSpPr>
            <p:grpSpPr>
              <a:xfrm>
                <a:off x="2336221" y="4342941"/>
                <a:ext cx="1561840" cy="2210359"/>
                <a:chOff x="2505808" y="3487056"/>
                <a:chExt cx="1561840" cy="2210359"/>
              </a:xfrm>
            </p:grpSpPr>
            <p:sp>
              <p:nvSpPr>
                <p:cNvPr id="101" name="Rectangle 100">
                  <a:extLst>
                    <a:ext uri="{FF2B5EF4-FFF2-40B4-BE49-F238E27FC236}">
                      <a16:creationId xmlns:a16="http://schemas.microsoft.com/office/drawing/2014/main" id="{3C0C43AF-4352-47BB-A79C-4A6DD7AFF348}"/>
                    </a:ext>
                  </a:extLst>
                </p:cNvPr>
                <p:cNvSpPr/>
                <p:nvPr/>
              </p:nvSpPr>
              <p:spPr>
                <a:xfrm>
                  <a:off x="2681654" y="3812373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" name="Rectangle 101">
                  <a:extLst>
                    <a:ext uri="{FF2B5EF4-FFF2-40B4-BE49-F238E27FC236}">
                      <a16:creationId xmlns:a16="http://schemas.microsoft.com/office/drawing/2014/main" id="{67C0FDFC-1203-4C1F-979A-B7E78F8E7597}"/>
                    </a:ext>
                  </a:extLst>
                </p:cNvPr>
                <p:cNvSpPr/>
                <p:nvPr/>
              </p:nvSpPr>
              <p:spPr>
                <a:xfrm>
                  <a:off x="3008398" y="3487056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Rectangle 102">
                  <a:extLst>
                    <a:ext uri="{FF2B5EF4-FFF2-40B4-BE49-F238E27FC236}">
                      <a16:creationId xmlns:a16="http://schemas.microsoft.com/office/drawing/2014/main" id="{ACE0C032-97C0-49D9-8ACD-D2B71F0393FD}"/>
                    </a:ext>
                  </a:extLst>
                </p:cNvPr>
                <p:cNvSpPr/>
                <p:nvPr/>
              </p:nvSpPr>
              <p:spPr>
                <a:xfrm>
                  <a:off x="3332039" y="3487056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4" name="Rectangle 103">
                  <a:extLst>
                    <a:ext uri="{FF2B5EF4-FFF2-40B4-BE49-F238E27FC236}">
                      <a16:creationId xmlns:a16="http://schemas.microsoft.com/office/drawing/2014/main" id="{6ECCBFED-255D-46AD-8BB2-36FC8D39AD7E}"/>
                    </a:ext>
                  </a:extLst>
                </p:cNvPr>
                <p:cNvSpPr/>
                <p:nvPr/>
              </p:nvSpPr>
              <p:spPr>
                <a:xfrm>
                  <a:off x="3658783" y="3812373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5" name="Rectangle 104">
                  <a:extLst>
                    <a:ext uri="{FF2B5EF4-FFF2-40B4-BE49-F238E27FC236}">
                      <a16:creationId xmlns:a16="http://schemas.microsoft.com/office/drawing/2014/main" id="{E7D3CC22-F3A5-4CD5-9D19-F4626A7098C7}"/>
                    </a:ext>
                  </a:extLst>
                </p:cNvPr>
                <p:cNvSpPr/>
                <p:nvPr/>
              </p:nvSpPr>
              <p:spPr>
                <a:xfrm>
                  <a:off x="2505808" y="4818185"/>
                  <a:ext cx="1561840" cy="87923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6" name="Rectangle 105">
                  <a:extLst>
                    <a:ext uri="{FF2B5EF4-FFF2-40B4-BE49-F238E27FC236}">
                      <a16:creationId xmlns:a16="http://schemas.microsoft.com/office/drawing/2014/main" id="{17E89E46-E52C-4F58-8EFF-0962F3E6134F}"/>
                    </a:ext>
                  </a:extLst>
                </p:cNvPr>
                <p:cNvSpPr/>
                <p:nvPr/>
              </p:nvSpPr>
              <p:spPr>
                <a:xfrm>
                  <a:off x="2630373" y="4961416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7" name="Rectangle 106">
                  <a:extLst>
                    <a:ext uri="{FF2B5EF4-FFF2-40B4-BE49-F238E27FC236}">
                      <a16:creationId xmlns:a16="http://schemas.microsoft.com/office/drawing/2014/main" id="{6FBA5968-0870-457C-850E-F83FC6791A00}"/>
                    </a:ext>
                  </a:extLst>
                </p:cNvPr>
                <p:cNvSpPr/>
                <p:nvPr/>
              </p:nvSpPr>
              <p:spPr>
                <a:xfrm>
                  <a:off x="3606630" y="4952237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8" name="Rectangle 107">
                  <a:extLst>
                    <a:ext uri="{FF2B5EF4-FFF2-40B4-BE49-F238E27FC236}">
                      <a16:creationId xmlns:a16="http://schemas.microsoft.com/office/drawing/2014/main" id="{40B572BF-8348-4DEC-8957-AFDBE2066E78}"/>
                    </a:ext>
                  </a:extLst>
                </p:cNvPr>
                <p:cNvSpPr/>
                <p:nvPr/>
              </p:nvSpPr>
              <p:spPr>
                <a:xfrm>
                  <a:off x="3118501" y="4952236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C354B41C-A504-478F-A672-40A3506F2018}"/>
                  </a:ext>
                </a:extLst>
              </p:cNvPr>
              <p:cNvSpPr/>
              <p:nvPr/>
            </p:nvSpPr>
            <p:spPr>
              <a:xfrm>
                <a:off x="2989385" y="3437792"/>
                <a:ext cx="44044" cy="202223"/>
              </a:xfrm>
              <a:custGeom>
                <a:avLst/>
                <a:gdLst>
                  <a:gd name="connsiteX0" fmla="*/ 8792 w 44044"/>
                  <a:gd name="connsiteY0" fmla="*/ 0 h 202223"/>
                  <a:gd name="connsiteX1" fmla="*/ 43961 w 44044"/>
                  <a:gd name="connsiteY1" fmla="*/ 79131 h 202223"/>
                  <a:gd name="connsiteX2" fmla="*/ 26377 w 44044"/>
                  <a:gd name="connsiteY2" fmla="*/ 184639 h 202223"/>
                  <a:gd name="connsiteX3" fmla="*/ 0 w 44044"/>
                  <a:gd name="connsiteY3" fmla="*/ 202223 h 2022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4044" h="202223">
                    <a:moveTo>
                      <a:pt x="8792" y="0"/>
                    </a:moveTo>
                    <a:cubicBezTo>
                      <a:pt x="20674" y="19804"/>
                      <a:pt x="45670" y="51792"/>
                      <a:pt x="43961" y="79131"/>
                    </a:cubicBezTo>
                    <a:cubicBezTo>
                      <a:pt x="41737" y="114716"/>
                      <a:pt x="38369" y="151062"/>
                      <a:pt x="26377" y="184639"/>
                    </a:cubicBezTo>
                    <a:cubicBezTo>
                      <a:pt x="22823" y="194590"/>
                      <a:pt x="0" y="202223"/>
                      <a:pt x="0" y="202223"/>
                    </a:cubicBezTo>
                  </a:path>
                </a:pathLst>
              </a:cu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39CBB595-C51B-4F4A-ACD8-9CE5B3DF810E}"/>
                  </a:ext>
                </a:extLst>
              </p:cNvPr>
              <p:cNvSpPr/>
              <p:nvPr/>
            </p:nvSpPr>
            <p:spPr>
              <a:xfrm>
                <a:off x="2637692" y="3771900"/>
                <a:ext cx="101042" cy="202223"/>
              </a:xfrm>
              <a:custGeom>
                <a:avLst/>
                <a:gdLst>
                  <a:gd name="connsiteX0" fmla="*/ 52754 w 101042"/>
                  <a:gd name="connsiteY0" fmla="*/ 0 h 202223"/>
                  <a:gd name="connsiteX1" fmla="*/ 96716 w 101042"/>
                  <a:gd name="connsiteY1" fmla="*/ 35169 h 202223"/>
                  <a:gd name="connsiteX2" fmla="*/ 61546 w 101042"/>
                  <a:gd name="connsiteY2" fmla="*/ 158262 h 202223"/>
                  <a:gd name="connsiteX3" fmla="*/ 8793 w 101042"/>
                  <a:gd name="connsiteY3" fmla="*/ 193431 h 202223"/>
                  <a:gd name="connsiteX4" fmla="*/ 0 w 101042"/>
                  <a:gd name="connsiteY4" fmla="*/ 202223 h 2022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1042" h="202223">
                    <a:moveTo>
                      <a:pt x="52754" y="0"/>
                    </a:moveTo>
                    <a:cubicBezTo>
                      <a:pt x="67408" y="11723"/>
                      <a:pt x="91561" y="17125"/>
                      <a:pt x="96716" y="35169"/>
                    </a:cubicBezTo>
                    <a:cubicBezTo>
                      <a:pt x="109029" y="78265"/>
                      <a:pt x="94369" y="129086"/>
                      <a:pt x="61546" y="158262"/>
                    </a:cubicBezTo>
                    <a:cubicBezTo>
                      <a:pt x="45751" y="172303"/>
                      <a:pt x="23738" y="178488"/>
                      <a:pt x="8793" y="193431"/>
                    </a:cubicBezTo>
                    <a:lnTo>
                      <a:pt x="0" y="202223"/>
                    </a:lnTo>
                  </a:path>
                </a:pathLst>
              </a:cu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8739BED-A955-B525-2DCD-99CFBEDAAA1A}"/>
              </a:ext>
            </a:extLst>
          </p:cNvPr>
          <p:cNvGrpSpPr/>
          <p:nvPr/>
        </p:nvGrpSpPr>
        <p:grpSpPr>
          <a:xfrm>
            <a:off x="1286995" y="1752759"/>
            <a:ext cx="1042416" cy="1024128"/>
            <a:chOff x="10185920" y="2836685"/>
            <a:chExt cx="1530220" cy="1504560"/>
          </a:xfrm>
        </p:grpSpPr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1E9FEBFF-3050-4341-A771-78B7C1C46623}"/>
                </a:ext>
              </a:extLst>
            </p:cNvPr>
            <p:cNvGrpSpPr/>
            <p:nvPr/>
          </p:nvGrpSpPr>
          <p:grpSpPr>
            <a:xfrm>
              <a:off x="10185920" y="2836685"/>
              <a:ext cx="1530220" cy="1504560"/>
              <a:chOff x="475862" y="905612"/>
              <a:chExt cx="1530220" cy="1504560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D49F976D-C902-4A1B-A017-A07E2E35B9E4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Pentagon 41">
                <a:extLst>
                  <a:ext uri="{FF2B5EF4-FFF2-40B4-BE49-F238E27FC236}">
                    <a16:creationId xmlns:a16="http://schemas.microsoft.com/office/drawing/2014/main" id="{BE63CD70-170A-4CC6-AC2F-7596CA86ACE5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2F158E1A-59FC-4AF0-B876-BE3306D9AAC2}"/>
                </a:ext>
              </a:extLst>
            </p:cNvPr>
            <p:cNvGrpSpPr/>
            <p:nvPr/>
          </p:nvGrpSpPr>
          <p:grpSpPr>
            <a:xfrm rot="19570164">
              <a:off x="10837808" y="3173072"/>
              <a:ext cx="326885" cy="690701"/>
              <a:chOff x="4175671" y="3350868"/>
              <a:chExt cx="584643" cy="1235338"/>
            </a:xfrm>
          </p:grpSpPr>
          <p:pic>
            <p:nvPicPr>
              <p:cNvPr id="110" name="Picture 109">
                <a:extLst>
                  <a:ext uri="{FF2B5EF4-FFF2-40B4-BE49-F238E27FC236}">
                    <a16:creationId xmlns:a16="http://schemas.microsoft.com/office/drawing/2014/main" id="{9EED8C3F-83BE-4E19-8603-F0C3EBA8EC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 rot="21124584">
                <a:off x="4459835" y="335086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111" name="Picture 110">
                <a:extLst>
                  <a:ext uri="{FF2B5EF4-FFF2-40B4-BE49-F238E27FC236}">
                    <a16:creationId xmlns:a16="http://schemas.microsoft.com/office/drawing/2014/main" id="{7E7AB92D-A0BF-491B-9582-26167B21135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 rot="19982547">
                <a:off x="4183393" y="344809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112" name="Picture 111">
                <a:extLst>
                  <a:ext uri="{FF2B5EF4-FFF2-40B4-BE49-F238E27FC236}">
                    <a16:creationId xmlns:a16="http://schemas.microsoft.com/office/drawing/2014/main" id="{5C5B39F3-A95C-44E0-899A-3ED3ABB0D9A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 rot="18968452">
                <a:off x="4175671" y="3769087"/>
                <a:ext cx="300479" cy="817119"/>
              </a:xfrm>
              <a:prstGeom prst="rect">
                <a:avLst/>
              </a:prstGeom>
            </p:spPr>
          </p:pic>
        </p:grpSp>
        <p:pic>
          <p:nvPicPr>
            <p:cNvPr id="113" name="Picture 112">
              <a:extLst>
                <a:ext uri="{FF2B5EF4-FFF2-40B4-BE49-F238E27FC236}">
                  <a16:creationId xmlns:a16="http://schemas.microsoft.com/office/drawing/2014/main" id="{C73DBD47-59D4-4008-B87E-A6561A7702C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0664165" y="3728392"/>
              <a:ext cx="573730" cy="529992"/>
            </a:xfrm>
            <a:prstGeom prst="rect">
              <a:avLst/>
            </a:prstGeom>
          </p:spPr>
        </p:pic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C206BD2B-B22F-3C97-A0DF-EE9D50BB6FD4}"/>
              </a:ext>
            </a:extLst>
          </p:cNvPr>
          <p:cNvGrpSpPr/>
          <p:nvPr/>
        </p:nvGrpSpPr>
        <p:grpSpPr>
          <a:xfrm>
            <a:off x="3656351" y="5739618"/>
            <a:ext cx="1042416" cy="1024128"/>
            <a:chOff x="6798085" y="4819749"/>
            <a:chExt cx="1530220" cy="1504560"/>
          </a:xfrm>
        </p:grpSpPr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595B3DD2-E29B-4C01-BFC8-22B7D7203871}"/>
                </a:ext>
              </a:extLst>
            </p:cNvPr>
            <p:cNvGrpSpPr/>
            <p:nvPr/>
          </p:nvGrpSpPr>
          <p:grpSpPr>
            <a:xfrm>
              <a:off x="6798085" y="4819749"/>
              <a:ext cx="1530220" cy="1504560"/>
              <a:chOff x="475862" y="905612"/>
              <a:chExt cx="1530220" cy="1504560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562DEC3F-B2FE-44BE-9262-80F372DDDBDC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Pentagon 87">
                <a:extLst>
                  <a:ext uri="{FF2B5EF4-FFF2-40B4-BE49-F238E27FC236}">
                    <a16:creationId xmlns:a16="http://schemas.microsoft.com/office/drawing/2014/main" id="{D2FEB3E6-4730-41CE-A367-1ECFAC070EB0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id="{CEEB7B01-4767-4DDE-838E-CA77EBC51D31}"/>
                </a:ext>
              </a:extLst>
            </p:cNvPr>
            <p:cNvGrpSpPr/>
            <p:nvPr/>
          </p:nvGrpSpPr>
          <p:grpSpPr>
            <a:xfrm>
              <a:off x="7173784" y="5417888"/>
              <a:ext cx="794720" cy="525140"/>
              <a:chOff x="7009704" y="3352146"/>
              <a:chExt cx="3690533" cy="2438650"/>
            </a:xfrm>
          </p:grpSpPr>
          <p:grpSp>
            <p:nvGrpSpPr>
              <p:cNvPr id="115" name="Group 114">
                <a:extLst>
                  <a:ext uri="{FF2B5EF4-FFF2-40B4-BE49-F238E27FC236}">
                    <a16:creationId xmlns:a16="http://schemas.microsoft.com/office/drawing/2014/main" id="{66BDCF09-B951-4378-BF51-6EBB90A89A3E}"/>
                  </a:ext>
                </a:extLst>
              </p:cNvPr>
              <p:cNvGrpSpPr/>
              <p:nvPr/>
            </p:nvGrpSpPr>
            <p:grpSpPr>
              <a:xfrm rot="18486280">
                <a:off x="7600474" y="3032885"/>
                <a:ext cx="1486513" cy="2536581"/>
                <a:chOff x="7378980" y="3429000"/>
                <a:chExt cx="1501251" cy="2121715"/>
              </a:xfrm>
            </p:grpSpPr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FF5936D4-63D3-4C4A-9CE8-80878E9D4B50}"/>
                    </a:ext>
                  </a:extLst>
                </p:cNvPr>
                <p:cNvSpPr/>
                <p:nvPr/>
              </p:nvSpPr>
              <p:spPr>
                <a:xfrm>
                  <a:off x="7378980" y="3429000"/>
                  <a:ext cx="1501251" cy="410919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Rectangle 122">
                  <a:extLst>
                    <a:ext uri="{FF2B5EF4-FFF2-40B4-BE49-F238E27FC236}">
                      <a16:creationId xmlns:a16="http://schemas.microsoft.com/office/drawing/2014/main" id="{D2E18B66-3720-4B63-8322-1E0830284592}"/>
                    </a:ext>
                  </a:extLst>
                </p:cNvPr>
                <p:cNvSpPr/>
                <p:nvPr/>
              </p:nvSpPr>
              <p:spPr>
                <a:xfrm>
                  <a:off x="7553151" y="3839919"/>
                  <a:ext cx="1152908" cy="171079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16" name="Isosceles Triangle 115">
                <a:extLst>
                  <a:ext uri="{FF2B5EF4-FFF2-40B4-BE49-F238E27FC236}">
                    <a16:creationId xmlns:a16="http://schemas.microsoft.com/office/drawing/2014/main" id="{C527E551-9E9E-4279-9FF5-9E92E570F17F}"/>
                  </a:ext>
                </a:extLst>
              </p:cNvPr>
              <p:cNvSpPr/>
              <p:nvPr/>
            </p:nvSpPr>
            <p:spPr>
              <a:xfrm>
                <a:off x="7496983" y="3444038"/>
                <a:ext cx="3203254" cy="2346758"/>
              </a:xfrm>
              <a:prstGeom prst="triangle">
                <a:avLst/>
              </a:prstGeom>
              <a:ln w="28575"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7" name="Oval 116">
                <a:extLst>
                  <a:ext uri="{FF2B5EF4-FFF2-40B4-BE49-F238E27FC236}">
                    <a16:creationId xmlns:a16="http://schemas.microsoft.com/office/drawing/2014/main" id="{29ED9E6D-8AB7-409F-909E-A37944016031}"/>
                  </a:ext>
                </a:extLst>
              </p:cNvPr>
              <p:cNvSpPr/>
              <p:nvPr/>
            </p:nvSpPr>
            <p:spPr>
              <a:xfrm>
                <a:off x="8536305" y="4179265"/>
                <a:ext cx="1162689" cy="1179050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Oval 117">
                <a:extLst>
                  <a:ext uri="{FF2B5EF4-FFF2-40B4-BE49-F238E27FC236}">
                    <a16:creationId xmlns:a16="http://schemas.microsoft.com/office/drawing/2014/main" id="{A1EACB47-478D-46E8-B6C9-8683E103D401}"/>
                  </a:ext>
                </a:extLst>
              </p:cNvPr>
              <p:cNvSpPr/>
              <p:nvPr/>
            </p:nvSpPr>
            <p:spPr>
              <a:xfrm>
                <a:off x="8757589" y="4428162"/>
                <a:ext cx="720121" cy="681256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9" name="Rectangle 118">
                <a:extLst>
                  <a:ext uri="{FF2B5EF4-FFF2-40B4-BE49-F238E27FC236}">
                    <a16:creationId xmlns:a16="http://schemas.microsoft.com/office/drawing/2014/main" id="{A56B90E7-43C2-4017-9957-EBF1AA36D4B5}"/>
                  </a:ext>
                </a:extLst>
              </p:cNvPr>
              <p:cNvSpPr/>
              <p:nvPr/>
            </p:nvSpPr>
            <p:spPr>
              <a:xfrm>
                <a:off x="7009704" y="5043309"/>
                <a:ext cx="1528334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C925BAA4-EDB1-4C85-916B-F07A283154EF}"/>
                  </a:ext>
                </a:extLst>
              </p:cNvPr>
              <p:cNvSpPr/>
              <p:nvPr/>
            </p:nvSpPr>
            <p:spPr>
              <a:xfrm>
                <a:off x="9727403" y="5043309"/>
                <a:ext cx="912686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53244C87-2A9A-486F-B663-8342E300F5C3}"/>
                  </a:ext>
                </a:extLst>
              </p:cNvPr>
              <p:cNvSpPr/>
              <p:nvPr/>
            </p:nvSpPr>
            <p:spPr>
              <a:xfrm>
                <a:off x="8730683" y="3352146"/>
                <a:ext cx="773931" cy="40512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090B8981-DFC6-4C04-895C-3B8D1D55B629}"/>
              </a:ext>
            </a:extLst>
          </p:cNvPr>
          <p:cNvGrpSpPr/>
          <p:nvPr/>
        </p:nvGrpSpPr>
        <p:grpSpPr>
          <a:xfrm>
            <a:off x="9688769" y="579330"/>
            <a:ext cx="1042416" cy="1024128"/>
            <a:chOff x="2450766" y="2851147"/>
            <a:chExt cx="1530220" cy="1504560"/>
          </a:xfrm>
        </p:grpSpPr>
        <p:pic>
          <p:nvPicPr>
            <p:cNvPr id="125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A4B7E78E-98D2-4AAB-A6E4-EC7455F423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2771916" y="3379321"/>
              <a:ext cx="565039" cy="5612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A8A92C0F-48C8-421F-A849-9DA91CF4D177}"/>
                </a:ext>
              </a:extLst>
            </p:cNvPr>
            <p:cNvGrpSpPr/>
            <p:nvPr/>
          </p:nvGrpSpPr>
          <p:grpSpPr>
            <a:xfrm>
              <a:off x="2450766" y="2851147"/>
              <a:ext cx="1530220" cy="1504560"/>
              <a:chOff x="475862" y="905612"/>
              <a:chExt cx="1530220" cy="1504560"/>
            </a:xfrm>
          </p:grpSpPr>
          <p:sp>
            <p:nvSpPr>
              <p:cNvPr id="128" name="Rectangle 127">
                <a:extLst>
                  <a:ext uri="{FF2B5EF4-FFF2-40B4-BE49-F238E27FC236}">
                    <a16:creationId xmlns:a16="http://schemas.microsoft.com/office/drawing/2014/main" id="{0C49B024-0157-490E-8B5A-BE091E6C89A0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" name="Pentagon 128">
                <a:extLst>
                  <a:ext uri="{FF2B5EF4-FFF2-40B4-BE49-F238E27FC236}">
                    <a16:creationId xmlns:a16="http://schemas.microsoft.com/office/drawing/2014/main" id="{B16A1FEF-FD72-41A3-85FA-F41C250A3FCB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28EB6662-C646-4797-B09D-55A83B926B16}"/>
                </a:ext>
              </a:extLst>
            </p:cNvPr>
            <p:cNvGrpSpPr/>
            <p:nvPr/>
          </p:nvGrpSpPr>
          <p:grpSpPr>
            <a:xfrm rot="2544502">
              <a:off x="3210651" y="3425186"/>
              <a:ext cx="353705" cy="822645"/>
              <a:chOff x="6253973" y="5546706"/>
              <a:chExt cx="445761" cy="1036749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0B0D9FE4-5420-452F-A274-CD9F8EF1D1F4}"/>
                  </a:ext>
                </a:extLst>
              </p:cNvPr>
              <p:cNvSpPr/>
              <p:nvPr/>
            </p:nvSpPr>
            <p:spPr>
              <a:xfrm>
                <a:off x="6392917" y="6058567"/>
                <a:ext cx="177104" cy="52488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0E0E7EE9-EA00-4DF6-8186-5DCBA0BC6CF7}"/>
                  </a:ext>
                </a:extLst>
              </p:cNvPr>
              <p:cNvSpPr/>
              <p:nvPr/>
            </p:nvSpPr>
            <p:spPr>
              <a:xfrm rot="16200000">
                <a:off x="6409816" y="6293536"/>
                <a:ext cx="134076" cy="445761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37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D2D8EA5E-D06F-4DE3-8247-103D079589A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6220785" y="5663916"/>
                <a:ext cx="479599" cy="2451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33E49205-7528-879D-317C-C6578EB1016F}"/>
              </a:ext>
            </a:extLst>
          </p:cNvPr>
          <p:cNvGrpSpPr/>
          <p:nvPr/>
        </p:nvGrpSpPr>
        <p:grpSpPr>
          <a:xfrm>
            <a:off x="4851690" y="579271"/>
            <a:ext cx="1036542" cy="1024128"/>
            <a:chOff x="1063169" y="3338444"/>
            <a:chExt cx="1527048" cy="1508760"/>
          </a:xfrm>
        </p:grpSpPr>
        <p:pic>
          <p:nvPicPr>
            <p:cNvPr id="132" name="Picture 131">
              <a:extLst>
                <a:ext uri="{FF2B5EF4-FFF2-40B4-BE49-F238E27FC236}">
                  <a16:creationId xmlns:a16="http://schemas.microsoft.com/office/drawing/2014/main" id="{70E5ADF3-0940-CDD9-167D-4D706A8B3C2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352391" y="4025282"/>
              <a:ext cx="927162" cy="737880"/>
            </a:xfrm>
            <a:prstGeom prst="rect">
              <a:avLst/>
            </a:prstGeom>
          </p:spPr>
        </p:pic>
        <p:sp>
          <p:nvSpPr>
            <p:cNvPr id="130" name="Star: 6 Points 129">
              <a:extLst>
                <a:ext uri="{FF2B5EF4-FFF2-40B4-BE49-F238E27FC236}">
                  <a16:creationId xmlns:a16="http://schemas.microsoft.com/office/drawing/2014/main" id="{024023C3-FD6F-28F6-3BB4-C393872F8A0A}"/>
                </a:ext>
              </a:extLst>
            </p:cNvPr>
            <p:cNvSpPr/>
            <p:nvPr/>
          </p:nvSpPr>
          <p:spPr>
            <a:xfrm>
              <a:off x="1668501" y="3634605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58DC64B6-19A0-1F1F-F60B-FC722B54B823}"/>
                </a:ext>
              </a:extLst>
            </p:cNvPr>
            <p:cNvGrpSpPr/>
            <p:nvPr/>
          </p:nvGrpSpPr>
          <p:grpSpPr>
            <a:xfrm>
              <a:off x="1063169" y="3338444"/>
              <a:ext cx="1527048" cy="1508760"/>
              <a:chOff x="475862" y="905612"/>
              <a:chExt cx="1530220" cy="1504560"/>
            </a:xfrm>
          </p:grpSpPr>
          <p:sp>
            <p:nvSpPr>
              <p:cNvPr id="134" name="Rectangle 133">
                <a:extLst>
                  <a:ext uri="{FF2B5EF4-FFF2-40B4-BE49-F238E27FC236}">
                    <a16:creationId xmlns:a16="http://schemas.microsoft.com/office/drawing/2014/main" id="{29E0FA7C-2F9A-680A-1CF7-169AFD9C592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5" name="Pentagon 134">
                <a:extLst>
                  <a:ext uri="{FF2B5EF4-FFF2-40B4-BE49-F238E27FC236}">
                    <a16:creationId xmlns:a16="http://schemas.microsoft.com/office/drawing/2014/main" id="{D558C71D-0663-C075-5311-241EDE963BAF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079DAE1E-49DD-1F34-4D70-F2489CB7732A}"/>
              </a:ext>
            </a:extLst>
          </p:cNvPr>
          <p:cNvGrpSpPr/>
          <p:nvPr/>
        </p:nvGrpSpPr>
        <p:grpSpPr>
          <a:xfrm>
            <a:off x="7230933" y="579537"/>
            <a:ext cx="1047208" cy="1034667"/>
            <a:chOff x="6094898" y="2582408"/>
            <a:chExt cx="1527048" cy="1508760"/>
          </a:xfrm>
        </p:grpSpPr>
        <p:pic>
          <p:nvPicPr>
            <p:cNvPr id="154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4CB8DEFB-6C61-1B31-0C61-52AA62B56D4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6415382" y="3112056"/>
              <a:ext cx="563868" cy="5628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1BA44F7B-B2B6-469C-8B6C-2EBC1360BC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9272607">
              <a:off x="6495295" y="3439061"/>
              <a:ext cx="933151" cy="2811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865FAF08-C53A-E6BD-C661-4B0EEA9386E5}"/>
                </a:ext>
              </a:extLst>
            </p:cNvPr>
            <p:cNvSpPr/>
            <p:nvPr/>
          </p:nvSpPr>
          <p:spPr>
            <a:xfrm>
              <a:off x="6094898" y="2582408"/>
              <a:ext cx="1527048" cy="15087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7" name="Pentagon 156">
              <a:extLst>
                <a:ext uri="{FF2B5EF4-FFF2-40B4-BE49-F238E27FC236}">
                  <a16:creationId xmlns:a16="http://schemas.microsoft.com/office/drawing/2014/main" id="{8A8238A0-918F-0872-413D-1901B0D63879}"/>
                </a:ext>
              </a:extLst>
            </p:cNvPr>
            <p:cNvSpPr/>
            <p:nvPr/>
          </p:nvSpPr>
          <p:spPr>
            <a:xfrm>
              <a:off x="6271635" y="2825005"/>
              <a:ext cx="1173574" cy="1217528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730A41DC-2AB6-FA4A-6C35-83C0F2E380EC}"/>
              </a:ext>
            </a:extLst>
          </p:cNvPr>
          <p:cNvGrpSpPr/>
          <p:nvPr/>
        </p:nvGrpSpPr>
        <p:grpSpPr>
          <a:xfrm>
            <a:off x="10910263" y="568879"/>
            <a:ext cx="1036542" cy="1024128"/>
            <a:chOff x="3480736" y="3338444"/>
            <a:chExt cx="1527048" cy="1508760"/>
          </a:xfrm>
        </p:grpSpPr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0465F1E6-2795-CA61-6F40-B5391D97935A}"/>
                </a:ext>
              </a:extLst>
            </p:cNvPr>
            <p:cNvGrpSpPr/>
            <p:nvPr/>
          </p:nvGrpSpPr>
          <p:grpSpPr>
            <a:xfrm>
              <a:off x="3817803" y="4034253"/>
              <a:ext cx="811757" cy="618653"/>
              <a:chOff x="4638485" y="4014555"/>
              <a:chExt cx="1121232" cy="841513"/>
            </a:xfrm>
          </p:grpSpPr>
          <p:pic>
            <p:nvPicPr>
              <p:cNvPr id="143" name="Picture 142">
                <a:extLst>
                  <a:ext uri="{FF2B5EF4-FFF2-40B4-BE49-F238E27FC236}">
                    <a16:creationId xmlns:a16="http://schemas.microsoft.com/office/drawing/2014/main" id="{40208AC7-17B6-E621-B493-DC719E92E3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638485" y="4085074"/>
                <a:ext cx="559512" cy="731096"/>
              </a:xfrm>
              <a:prstGeom prst="rect">
                <a:avLst/>
              </a:prstGeom>
            </p:spPr>
          </p:pic>
          <p:pic>
            <p:nvPicPr>
              <p:cNvPr id="144" name="Picture 143">
                <a:extLst>
                  <a:ext uri="{FF2B5EF4-FFF2-40B4-BE49-F238E27FC236}">
                    <a16:creationId xmlns:a16="http://schemas.microsoft.com/office/drawing/2014/main" id="{EF25AF5B-9156-9D70-D8EE-7E685DA5FB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249786" y="4014555"/>
                <a:ext cx="509931" cy="841513"/>
              </a:xfrm>
              <a:prstGeom prst="rect">
                <a:avLst/>
              </a:prstGeom>
            </p:spPr>
          </p:pic>
        </p:grp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FD4AF955-2685-B100-7C80-0ACBAD167EA1}"/>
                </a:ext>
              </a:extLst>
            </p:cNvPr>
            <p:cNvGrpSpPr/>
            <p:nvPr/>
          </p:nvGrpSpPr>
          <p:grpSpPr>
            <a:xfrm>
              <a:off x="3480736" y="3338444"/>
              <a:ext cx="1527048" cy="1508760"/>
              <a:chOff x="475862" y="905612"/>
              <a:chExt cx="1530220" cy="1504560"/>
            </a:xfrm>
          </p:grpSpPr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DA61E00D-CAC9-DD2C-D9E5-DD5AE19F145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Pentagon 141">
                <a:extLst>
                  <a:ext uri="{FF2B5EF4-FFF2-40B4-BE49-F238E27FC236}">
                    <a16:creationId xmlns:a16="http://schemas.microsoft.com/office/drawing/2014/main" id="{2E7AD201-4511-C7BB-1C7D-1884D1869BA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2" name="Star: 6 Points 161">
              <a:extLst>
                <a:ext uri="{FF2B5EF4-FFF2-40B4-BE49-F238E27FC236}">
                  <a16:creationId xmlns:a16="http://schemas.microsoft.com/office/drawing/2014/main" id="{BA6F68FC-7772-7BF0-4588-E0C64D96E139}"/>
                </a:ext>
              </a:extLst>
            </p:cNvPr>
            <p:cNvSpPr/>
            <p:nvPr/>
          </p:nvSpPr>
          <p:spPr>
            <a:xfrm>
              <a:off x="4083288" y="3634605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66" name="Group 165">
            <a:extLst>
              <a:ext uri="{FF2B5EF4-FFF2-40B4-BE49-F238E27FC236}">
                <a16:creationId xmlns:a16="http://schemas.microsoft.com/office/drawing/2014/main" id="{09060A16-9789-69C3-EFF2-A6CACB951B25}"/>
              </a:ext>
            </a:extLst>
          </p:cNvPr>
          <p:cNvGrpSpPr/>
          <p:nvPr/>
        </p:nvGrpSpPr>
        <p:grpSpPr>
          <a:xfrm>
            <a:off x="10921203" y="1781053"/>
            <a:ext cx="1036542" cy="1024128"/>
            <a:chOff x="5707651" y="3267755"/>
            <a:chExt cx="1527048" cy="1508760"/>
          </a:xfrm>
        </p:grpSpPr>
        <p:grpSp>
          <p:nvGrpSpPr>
            <p:cNvPr id="147" name="Group 146">
              <a:extLst>
                <a:ext uri="{FF2B5EF4-FFF2-40B4-BE49-F238E27FC236}">
                  <a16:creationId xmlns:a16="http://schemas.microsoft.com/office/drawing/2014/main" id="{ADB332A5-D6DA-AF7F-98FC-FA822CF6CDE2}"/>
                </a:ext>
              </a:extLst>
            </p:cNvPr>
            <p:cNvGrpSpPr/>
            <p:nvPr/>
          </p:nvGrpSpPr>
          <p:grpSpPr>
            <a:xfrm>
              <a:off x="5707651" y="3267755"/>
              <a:ext cx="1527048" cy="1508760"/>
              <a:chOff x="475862" y="905612"/>
              <a:chExt cx="1530220" cy="1504560"/>
            </a:xfrm>
          </p:grpSpPr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126F8D72-FD8C-9E87-B54E-5FEAB9605F9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Pentagon 152">
                <a:extLst>
                  <a:ext uri="{FF2B5EF4-FFF2-40B4-BE49-F238E27FC236}">
                    <a16:creationId xmlns:a16="http://schemas.microsoft.com/office/drawing/2014/main" id="{110D2C90-0EDE-5B6E-F3C2-5300A9DCC17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0ACC4DFC-06EC-9034-2EEB-6762796A442C}"/>
                </a:ext>
              </a:extLst>
            </p:cNvPr>
            <p:cNvGrpSpPr/>
            <p:nvPr/>
          </p:nvGrpSpPr>
          <p:grpSpPr>
            <a:xfrm>
              <a:off x="6096000" y="3957871"/>
              <a:ext cx="668504" cy="736247"/>
              <a:chOff x="6028135" y="3797403"/>
              <a:chExt cx="790798" cy="870934"/>
            </a:xfrm>
          </p:grpSpPr>
          <p:pic>
            <p:nvPicPr>
              <p:cNvPr id="146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4E1F6612-D81A-1D97-37DE-56341C1E314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20150930">
                <a:off x="6028135" y="3797403"/>
                <a:ext cx="563868" cy="5628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148" name="Group 147">
                <a:extLst>
                  <a:ext uri="{FF2B5EF4-FFF2-40B4-BE49-F238E27FC236}">
                    <a16:creationId xmlns:a16="http://schemas.microsoft.com/office/drawing/2014/main" id="{33A0F344-D008-5F0C-1DEF-4C1D200AE84E}"/>
                  </a:ext>
                </a:extLst>
              </p:cNvPr>
              <p:cNvGrpSpPr/>
              <p:nvPr/>
            </p:nvGrpSpPr>
            <p:grpSpPr>
              <a:xfrm rot="2544502">
                <a:off x="6465961" y="3843396"/>
                <a:ext cx="352972" cy="824941"/>
                <a:chOff x="6253973" y="5546706"/>
                <a:chExt cx="445761" cy="1036749"/>
              </a:xfrm>
            </p:grpSpPr>
            <p:sp>
              <p:nvSpPr>
                <p:cNvPr id="149" name="Rectangle 148">
                  <a:extLst>
                    <a:ext uri="{FF2B5EF4-FFF2-40B4-BE49-F238E27FC236}">
                      <a16:creationId xmlns:a16="http://schemas.microsoft.com/office/drawing/2014/main" id="{8050A620-4BEF-2CBF-C34E-CDAF959C822C}"/>
                    </a:ext>
                  </a:extLst>
                </p:cNvPr>
                <p:cNvSpPr/>
                <p:nvPr/>
              </p:nvSpPr>
              <p:spPr>
                <a:xfrm>
                  <a:off x="6392917" y="6058567"/>
                  <a:ext cx="177104" cy="524888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0" name="Rectangle 149">
                  <a:extLst>
                    <a:ext uri="{FF2B5EF4-FFF2-40B4-BE49-F238E27FC236}">
                      <a16:creationId xmlns:a16="http://schemas.microsoft.com/office/drawing/2014/main" id="{BE7A10A5-AAE6-53E1-AB91-2B41E16EBB0E}"/>
                    </a:ext>
                  </a:extLst>
                </p:cNvPr>
                <p:cNvSpPr/>
                <p:nvPr/>
              </p:nvSpPr>
              <p:spPr>
                <a:xfrm rot="16200000">
                  <a:off x="6409816" y="6293536"/>
                  <a:ext cx="134076" cy="445761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pic>
              <p:nvPicPr>
                <p:cNvPr id="151" name="Picture 10" descr="✓ flamethrower free vector eps, cdr, ai, svg vector illustration graphic art">
                  <a:extLst>
                    <a:ext uri="{FF2B5EF4-FFF2-40B4-BE49-F238E27FC236}">
                      <a16:creationId xmlns:a16="http://schemas.microsoft.com/office/drawing/2014/main" id="{98D7FB29-921B-81F0-BC99-97A2F00CA66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1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9258" b="25887"/>
                <a:stretch/>
              </p:blipFill>
              <p:spPr bwMode="auto">
                <a:xfrm rot="16200000">
                  <a:off x="6220785" y="5663916"/>
                  <a:ext cx="479599" cy="245179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sp>
          <p:nvSpPr>
            <p:cNvPr id="163" name="Star: 6 Points 162">
              <a:extLst>
                <a:ext uri="{FF2B5EF4-FFF2-40B4-BE49-F238E27FC236}">
                  <a16:creationId xmlns:a16="http://schemas.microsoft.com/office/drawing/2014/main" id="{C17F7DF7-BD8B-38B4-E1B3-14ECF0E5D1B2}"/>
                </a:ext>
              </a:extLst>
            </p:cNvPr>
            <p:cNvSpPr/>
            <p:nvPr/>
          </p:nvSpPr>
          <p:spPr>
            <a:xfrm>
              <a:off x="6314912" y="3557886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53D26A01-2689-804C-F04E-3F9DF6CCD404}"/>
              </a:ext>
            </a:extLst>
          </p:cNvPr>
          <p:cNvGrpSpPr/>
          <p:nvPr/>
        </p:nvGrpSpPr>
        <p:grpSpPr>
          <a:xfrm>
            <a:off x="2470212" y="5734211"/>
            <a:ext cx="1036542" cy="1024128"/>
            <a:chOff x="4219845" y="2709281"/>
            <a:chExt cx="1527048" cy="1508760"/>
          </a:xfrm>
        </p:grpSpPr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0C6B9B8D-A384-C2E1-D811-DE60B1398F78}"/>
                </a:ext>
              </a:extLst>
            </p:cNvPr>
            <p:cNvGrpSpPr/>
            <p:nvPr/>
          </p:nvGrpSpPr>
          <p:grpSpPr>
            <a:xfrm>
              <a:off x="4592566" y="3055014"/>
              <a:ext cx="758182" cy="1122430"/>
              <a:chOff x="6688184" y="2757638"/>
              <a:chExt cx="2587470" cy="3830549"/>
            </a:xfrm>
          </p:grpSpPr>
          <p:pic>
            <p:nvPicPr>
              <p:cNvPr id="170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079897D4-62CE-C056-2FEA-1BDFD29785E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6731195" y="3576017"/>
                <a:ext cx="1508760" cy="4826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CB489CC6-8677-6EDE-FAEB-9BAA7DFE3D2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7057978" y="3270678"/>
                <a:ext cx="1508760" cy="4826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2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C318D090-AA37-9A8D-C06E-695E39EC767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7384760" y="3270678"/>
                <a:ext cx="1508760" cy="4826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3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E9E01A4A-1535-B4BF-32CB-E59105F1513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7756107" y="3608949"/>
                <a:ext cx="1508760" cy="4826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174" name="Group 173">
                <a:extLst>
                  <a:ext uri="{FF2B5EF4-FFF2-40B4-BE49-F238E27FC236}">
                    <a16:creationId xmlns:a16="http://schemas.microsoft.com/office/drawing/2014/main" id="{0F464C76-E2B4-4BAF-9551-C725DEE728A8}"/>
                  </a:ext>
                </a:extLst>
              </p:cNvPr>
              <p:cNvGrpSpPr/>
              <p:nvPr/>
            </p:nvGrpSpPr>
            <p:grpSpPr>
              <a:xfrm>
                <a:off x="7211479" y="4310279"/>
                <a:ext cx="1601761" cy="2277908"/>
                <a:chOff x="2505808" y="3487056"/>
                <a:chExt cx="1561840" cy="2210359"/>
              </a:xfrm>
            </p:grpSpPr>
            <p:sp>
              <p:nvSpPr>
                <p:cNvPr id="177" name="Rectangle 176">
                  <a:extLst>
                    <a:ext uri="{FF2B5EF4-FFF2-40B4-BE49-F238E27FC236}">
                      <a16:creationId xmlns:a16="http://schemas.microsoft.com/office/drawing/2014/main" id="{D2360386-0916-5423-64BE-108788E13DA8}"/>
                    </a:ext>
                  </a:extLst>
                </p:cNvPr>
                <p:cNvSpPr/>
                <p:nvPr/>
              </p:nvSpPr>
              <p:spPr>
                <a:xfrm>
                  <a:off x="2681654" y="3812373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8" name="Rectangle 177">
                  <a:extLst>
                    <a:ext uri="{FF2B5EF4-FFF2-40B4-BE49-F238E27FC236}">
                      <a16:creationId xmlns:a16="http://schemas.microsoft.com/office/drawing/2014/main" id="{D0D2C2AF-AEEB-A9F1-A20D-E8664365F051}"/>
                    </a:ext>
                  </a:extLst>
                </p:cNvPr>
                <p:cNvSpPr/>
                <p:nvPr/>
              </p:nvSpPr>
              <p:spPr>
                <a:xfrm>
                  <a:off x="3008398" y="3487056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" name="Rectangle 178">
                  <a:extLst>
                    <a:ext uri="{FF2B5EF4-FFF2-40B4-BE49-F238E27FC236}">
                      <a16:creationId xmlns:a16="http://schemas.microsoft.com/office/drawing/2014/main" id="{1142E202-0C46-842D-DE65-18F4EF820359}"/>
                    </a:ext>
                  </a:extLst>
                </p:cNvPr>
                <p:cNvSpPr/>
                <p:nvPr/>
              </p:nvSpPr>
              <p:spPr>
                <a:xfrm>
                  <a:off x="3332039" y="3487056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" name="Rectangle 179">
                  <a:extLst>
                    <a:ext uri="{FF2B5EF4-FFF2-40B4-BE49-F238E27FC236}">
                      <a16:creationId xmlns:a16="http://schemas.microsoft.com/office/drawing/2014/main" id="{77055D3D-BA23-DC7E-046D-98EEB4301855}"/>
                    </a:ext>
                  </a:extLst>
                </p:cNvPr>
                <p:cNvSpPr/>
                <p:nvPr/>
              </p:nvSpPr>
              <p:spPr>
                <a:xfrm>
                  <a:off x="3658783" y="3812373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1" name="Rectangle 180">
                  <a:extLst>
                    <a:ext uri="{FF2B5EF4-FFF2-40B4-BE49-F238E27FC236}">
                      <a16:creationId xmlns:a16="http://schemas.microsoft.com/office/drawing/2014/main" id="{F6A1314A-A947-A8DC-9B3E-46B588CA7D42}"/>
                    </a:ext>
                  </a:extLst>
                </p:cNvPr>
                <p:cNvSpPr/>
                <p:nvPr/>
              </p:nvSpPr>
              <p:spPr>
                <a:xfrm>
                  <a:off x="2505808" y="4818185"/>
                  <a:ext cx="1561840" cy="87923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" name="Rectangle 181">
                  <a:extLst>
                    <a:ext uri="{FF2B5EF4-FFF2-40B4-BE49-F238E27FC236}">
                      <a16:creationId xmlns:a16="http://schemas.microsoft.com/office/drawing/2014/main" id="{A2EBA4D0-8F95-5DCC-1DB1-80EAA6BC018A}"/>
                    </a:ext>
                  </a:extLst>
                </p:cNvPr>
                <p:cNvSpPr/>
                <p:nvPr/>
              </p:nvSpPr>
              <p:spPr>
                <a:xfrm>
                  <a:off x="2630373" y="4961416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" name="Rectangle 182">
                  <a:extLst>
                    <a:ext uri="{FF2B5EF4-FFF2-40B4-BE49-F238E27FC236}">
                      <a16:creationId xmlns:a16="http://schemas.microsoft.com/office/drawing/2014/main" id="{28F83060-9FBA-6FAD-C5A9-B6D7C692EDB8}"/>
                    </a:ext>
                  </a:extLst>
                </p:cNvPr>
                <p:cNvSpPr/>
                <p:nvPr/>
              </p:nvSpPr>
              <p:spPr>
                <a:xfrm>
                  <a:off x="3606630" y="4952237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" name="Rectangle 183">
                  <a:extLst>
                    <a:ext uri="{FF2B5EF4-FFF2-40B4-BE49-F238E27FC236}">
                      <a16:creationId xmlns:a16="http://schemas.microsoft.com/office/drawing/2014/main" id="{BD7C5441-67C4-A44A-46D7-146A7FF440C5}"/>
                    </a:ext>
                  </a:extLst>
                </p:cNvPr>
                <p:cNvSpPr/>
                <p:nvPr/>
              </p:nvSpPr>
              <p:spPr>
                <a:xfrm>
                  <a:off x="3118501" y="4952236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46EC21C5-BEB6-D91C-6921-D665C142D9B7}"/>
                  </a:ext>
                </a:extLst>
              </p:cNvPr>
              <p:cNvSpPr/>
              <p:nvPr/>
            </p:nvSpPr>
            <p:spPr>
              <a:xfrm>
                <a:off x="7881338" y="3254472"/>
                <a:ext cx="45171" cy="331405"/>
              </a:xfrm>
              <a:custGeom>
                <a:avLst/>
                <a:gdLst>
                  <a:gd name="connsiteX0" fmla="*/ 8792 w 44044"/>
                  <a:gd name="connsiteY0" fmla="*/ 0 h 202223"/>
                  <a:gd name="connsiteX1" fmla="*/ 43961 w 44044"/>
                  <a:gd name="connsiteY1" fmla="*/ 79131 h 202223"/>
                  <a:gd name="connsiteX2" fmla="*/ 26377 w 44044"/>
                  <a:gd name="connsiteY2" fmla="*/ 184639 h 202223"/>
                  <a:gd name="connsiteX3" fmla="*/ 0 w 44044"/>
                  <a:gd name="connsiteY3" fmla="*/ 202223 h 2022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4044" h="202223">
                    <a:moveTo>
                      <a:pt x="8792" y="0"/>
                    </a:moveTo>
                    <a:cubicBezTo>
                      <a:pt x="20674" y="19804"/>
                      <a:pt x="45670" y="51792"/>
                      <a:pt x="43961" y="79131"/>
                    </a:cubicBezTo>
                    <a:cubicBezTo>
                      <a:pt x="41737" y="114716"/>
                      <a:pt x="38369" y="151062"/>
                      <a:pt x="26377" y="184639"/>
                    </a:cubicBezTo>
                    <a:cubicBezTo>
                      <a:pt x="22823" y="194590"/>
                      <a:pt x="0" y="202223"/>
                      <a:pt x="0" y="202223"/>
                    </a:cubicBezTo>
                  </a:path>
                </a:pathLst>
              </a:cu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6" name="Freeform: Shape 175">
                <a:extLst>
                  <a:ext uri="{FF2B5EF4-FFF2-40B4-BE49-F238E27FC236}">
                    <a16:creationId xmlns:a16="http://schemas.microsoft.com/office/drawing/2014/main" id="{0B285014-8660-254A-759C-2000C516443D}"/>
                  </a:ext>
                </a:extLst>
              </p:cNvPr>
              <p:cNvSpPr/>
              <p:nvPr/>
            </p:nvSpPr>
            <p:spPr>
              <a:xfrm>
                <a:off x="7520652" y="3598795"/>
                <a:ext cx="103625" cy="331405"/>
              </a:xfrm>
              <a:custGeom>
                <a:avLst/>
                <a:gdLst>
                  <a:gd name="connsiteX0" fmla="*/ 52754 w 101042"/>
                  <a:gd name="connsiteY0" fmla="*/ 0 h 202223"/>
                  <a:gd name="connsiteX1" fmla="*/ 96716 w 101042"/>
                  <a:gd name="connsiteY1" fmla="*/ 35169 h 202223"/>
                  <a:gd name="connsiteX2" fmla="*/ 61546 w 101042"/>
                  <a:gd name="connsiteY2" fmla="*/ 158262 h 202223"/>
                  <a:gd name="connsiteX3" fmla="*/ 8793 w 101042"/>
                  <a:gd name="connsiteY3" fmla="*/ 193431 h 202223"/>
                  <a:gd name="connsiteX4" fmla="*/ 0 w 101042"/>
                  <a:gd name="connsiteY4" fmla="*/ 202223 h 2022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1042" h="202223">
                    <a:moveTo>
                      <a:pt x="52754" y="0"/>
                    </a:moveTo>
                    <a:cubicBezTo>
                      <a:pt x="67408" y="11723"/>
                      <a:pt x="91561" y="17125"/>
                      <a:pt x="96716" y="35169"/>
                    </a:cubicBezTo>
                    <a:cubicBezTo>
                      <a:pt x="109029" y="78265"/>
                      <a:pt x="94369" y="129086"/>
                      <a:pt x="61546" y="158262"/>
                    </a:cubicBezTo>
                    <a:cubicBezTo>
                      <a:pt x="45751" y="172303"/>
                      <a:pt x="23738" y="178488"/>
                      <a:pt x="8793" y="193431"/>
                    </a:cubicBezTo>
                    <a:lnTo>
                      <a:pt x="0" y="202223"/>
                    </a:lnTo>
                  </a:path>
                </a:pathLst>
              </a:cu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87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10E47656-4459-A3FB-225E-388C23D5509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5108690">
                <a:off x="6175144" y="4634344"/>
                <a:ext cx="1508760" cy="4826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88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9984C278-78F5-ABA2-483D-0E9058EB2FD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987515">
                <a:off x="8279935" y="4654096"/>
                <a:ext cx="1508760" cy="4826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68" name="Group 167">
              <a:extLst>
                <a:ext uri="{FF2B5EF4-FFF2-40B4-BE49-F238E27FC236}">
                  <a16:creationId xmlns:a16="http://schemas.microsoft.com/office/drawing/2014/main" id="{DCA5A048-6188-AA47-7D23-053C5BE9DCE8}"/>
                </a:ext>
              </a:extLst>
            </p:cNvPr>
            <p:cNvGrpSpPr/>
            <p:nvPr/>
          </p:nvGrpSpPr>
          <p:grpSpPr>
            <a:xfrm>
              <a:off x="4219845" y="2709281"/>
              <a:ext cx="1527048" cy="1508760"/>
              <a:chOff x="475862" y="905612"/>
              <a:chExt cx="1530220" cy="1504560"/>
            </a:xfrm>
          </p:grpSpPr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24995515-F153-2333-8D9E-D75E69F978B9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Pentagon 185">
                <a:extLst>
                  <a:ext uri="{FF2B5EF4-FFF2-40B4-BE49-F238E27FC236}">
                    <a16:creationId xmlns:a16="http://schemas.microsoft.com/office/drawing/2014/main" id="{40049FB7-A1E5-6613-55E0-731F0C8435FD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7896307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>
            <a:extLst>
              <a:ext uri="{FF2B5EF4-FFF2-40B4-BE49-F238E27FC236}">
                <a16:creationId xmlns:a16="http://schemas.microsoft.com/office/drawing/2014/main" id="{61343320-DB1B-4204-ACE2-0CAFE2B3CFDD}"/>
              </a:ext>
            </a:extLst>
          </p:cNvPr>
          <p:cNvGrpSpPr/>
          <p:nvPr/>
        </p:nvGrpSpPr>
        <p:grpSpPr>
          <a:xfrm>
            <a:off x="1344878" y="572002"/>
            <a:ext cx="1042416" cy="1024128"/>
            <a:chOff x="2360348" y="905612"/>
            <a:chExt cx="1530220" cy="1504560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88339F93-A4B4-4B96-AE5A-CD8DC3F8EE3F}"/>
                </a:ext>
              </a:extLst>
            </p:cNvPr>
            <p:cNvGrpSpPr/>
            <p:nvPr/>
          </p:nvGrpSpPr>
          <p:grpSpPr>
            <a:xfrm>
              <a:off x="2505506" y="1454065"/>
              <a:ext cx="998433" cy="683827"/>
              <a:chOff x="6463936" y="4359524"/>
              <a:chExt cx="1059851" cy="725892"/>
            </a:xfrm>
          </p:grpSpPr>
          <p:pic>
            <p:nvPicPr>
              <p:cNvPr id="72" name="Picture 71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3F16422B-FBE7-4E34-AD46-61238C9A0F6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17746167">
                <a:off x="6605152" y="4369583"/>
                <a:ext cx="574617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3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DC1FDC61-19BB-466A-A645-143BF39FD43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21128797">
                <a:off x="6950789" y="4359524"/>
                <a:ext cx="572998" cy="44940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DFAACF5-00E4-4A33-A904-62A85EFFEA09}"/>
                </a:ext>
              </a:extLst>
            </p:cNvPr>
            <p:cNvGrpSpPr/>
            <p:nvPr/>
          </p:nvGrpSpPr>
          <p:grpSpPr>
            <a:xfrm>
              <a:off x="2360348" y="905612"/>
              <a:ext cx="1530220" cy="1504560"/>
              <a:chOff x="423110" y="905612"/>
              <a:chExt cx="1530220" cy="1504560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1941619-3604-41A2-9126-EFD12E5B078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Plaque 13">
                <a:extLst>
                  <a:ext uri="{FF2B5EF4-FFF2-40B4-BE49-F238E27FC236}">
                    <a16:creationId xmlns:a16="http://schemas.microsoft.com/office/drawing/2014/main" id="{7435E998-255F-4C3E-96E7-F60299969043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65F430C-D563-4F64-B7DE-92933448206F}"/>
              </a:ext>
            </a:extLst>
          </p:cNvPr>
          <p:cNvGrpSpPr/>
          <p:nvPr/>
        </p:nvGrpSpPr>
        <p:grpSpPr>
          <a:xfrm>
            <a:off x="4932822" y="572002"/>
            <a:ext cx="1042416" cy="1024128"/>
            <a:chOff x="10061567" y="905612"/>
            <a:chExt cx="1530220" cy="1504560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8F6671BE-9D82-4939-83F8-9C2E686231A4}"/>
                </a:ext>
              </a:extLst>
            </p:cNvPr>
            <p:cNvGrpSpPr/>
            <p:nvPr/>
          </p:nvGrpSpPr>
          <p:grpSpPr>
            <a:xfrm>
              <a:off x="10358792" y="1345848"/>
              <a:ext cx="935768" cy="789087"/>
              <a:chOff x="2810832" y="3154414"/>
              <a:chExt cx="935768" cy="789087"/>
            </a:xfrm>
          </p:grpSpPr>
          <p:pic>
            <p:nvPicPr>
              <p:cNvPr id="85" name="Picture 84">
                <a:extLst>
                  <a:ext uri="{FF2B5EF4-FFF2-40B4-BE49-F238E27FC236}">
                    <a16:creationId xmlns:a16="http://schemas.microsoft.com/office/drawing/2014/main" id="{25D74465-F60B-4F6D-8118-DD382580CF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02696" y="3275719"/>
                <a:ext cx="343904" cy="590985"/>
              </a:xfrm>
              <a:prstGeom prst="rect">
                <a:avLst/>
              </a:prstGeom>
            </p:spPr>
          </p:pic>
          <p:pic>
            <p:nvPicPr>
              <p:cNvPr id="86" name="Picture 85" descr="A picture containing clipart, silhouette&#10;&#10;Description automatically generated">
                <a:extLst>
                  <a:ext uri="{FF2B5EF4-FFF2-40B4-BE49-F238E27FC236}">
                    <a16:creationId xmlns:a16="http://schemas.microsoft.com/office/drawing/2014/main" id="{5FBDFD89-7136-4C52-8A8F-9656544A85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10832" y="3154414"/>
                <a:ext cx="591189" cy="789087"/>
              </a:xfrm>
              <a:prstGeom prst="rect">
                <a:avLst/>
              </a:prstGeom>
            </p:spPr>
          </p:pic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8BE91B4-9F5C-4E94-9A9F-609E7850A051}"/>
                </a:ext>
              </a:extLst>
            </p:cNvPr>
            <p:cNvGrpSpPr/>
            <p:nvPr/>
          </p:nvGrpSpPr>
          <p:grpSpPr>
            <a:xfrm>
              <a:off x="10061567" y="905612"/>
              <a:ext cx="1530220" cy="1504560"/>
              <a:chOff x="423110" y="905612"/>
              <a:chExt cx="1530220" cy="1504560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E2436A39-7897-4C7E-B0D5-D8896661690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6" name="Plaque 25">
                <a:extLst>
                  <a:ext uri="{FF2B5EF4-FFF2-40B4-BE49-F238E27FC236}">
                    <a16:creationId xmlns:a16="http://schemas.microsoft.com/office/drawing/2014/main" id="{42EE07B5-BF5A-47FE-ACD5-23C617C4C07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CBD95AA5-79D9-6D12-1DED-57364B801B3F}"/>
              </a:ext>
            </a:extLst>
          </p:cNvPr>
          <p:cNvGrpSpPr/>
          <p:nvPr/>
        </p:nvGrpSpPr>
        <p:grpSpPr>
          <a:xfrm>
            <a:off x="6135455" y="572002"/>
            <a:ext cx="1042416" cy="1024128"/>
            <a:chOff x="423110" y="2832151"/>
            <a:chExt cx="1530220" cy="1504560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037BB9C2-FD5E-4F59-A139-B9C37BB18AB6}"/>
                </a:ext>
              </a:extLst>
            </p:cNvPr>
            <p:cNvGrpSpPr/>
            <p:nvPr/>
          </p:nvGrpSpPr>
          <p:grpSpPr>
            <a:xfrm>
              <a:off x="781933" y="3250400"/>
              <a:ext cx="730501" cy="772306"/>
              <a:chOff x="781933" y="3250400"/>
              <a:chExt cx="730501" cy="772306"/>
            </a:xfrm>
          </p:grpSpPr>
          <p:pic>
            <p:nvPicPr>
              <p:cNvPr id="92" name="Picture 91">
                <a:extLst>
                  <a:ext uri="{FF2B5EF4-FFF2-40B4-BE49-F238E27FC236}">
                    <a16:creationId xmlns:a16="http://schemas.microsoft.com/office/drawing/2014/main" id="{015F1320-F7B1-4665-BDA0-E0040CDD2F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 rot="19689919">
                <a:off x="781933" y="3335830"/>
                <a:ext cx="198963" cy="369503"/>
              </a:xfrm>
              <a:prstGeom prst="rect">
                <a:avLst/>
              </a:prstGeom>
            </p:spPr>
          </p:pic>
          <p:pic>
            <p:nvPicPr>
              <p:cNvPr id="87" name="Picture 86">
                <a:extLst>
                  <a:ext uri="{FF2B5EF4-FFF2-40B4-BE49-F238E27FC236}">
                    <a16:creationId xmlns:a16="http://schemas.microsoft.com/office/drawing/2014/main" id="{6848A236-7FC1-435C-A496-412F209F19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63239" y="3250400"/>
                <a:ext cx="549195" cy="772306"/>
              </a:xfrm>
              <a:prstGeom prst="rect">
                <a:avLst/>
              </a:prstGeom>
            </p:spPr>
          </p:pic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40525F58-B1E9-43DE-9055-0BA3C5832805}"/>
                </a:ext>
              </a:extLst>
            </p:cNvPr>
            <p:cNvGrpSpPr/>
            <p:nvPr/>
          </p:nvGrpSpPr>
          <p:grpSpPr>
            <a:xfrm>
              <a:off x="423110" y="2832151"/>
              <a:ext cx="1530220" cy="1504560"/>
              <a:chOff x="423110" y="905612"/>
              <a:chExt cx="1530220" cy="1504560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361D4C8C-ED27-4A35-B0DA-2C9936D6C93A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Plaque 46">
                <a:extLst>
                  <a:ext uri="{FF2B5EF4-FFF2-40B4-BE49-F238E27FC236}">
                    <a16:creationId xmlns:a16="http://schemas.microsoft.com/office/drawing/2014/main" id="{767AE809-CD89-4614-AD20-65FBA93D5CC6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CAFA248-4A5C-AB09-6814-4191196CB423}"/>
              </a:ext>
            </a:extLst>
          </p:cNvPr>
          <p:cNvGrpSpPr/>
          <p:nvPr/>
        </p:nvGrpSpPr>
        <p:grpSpPr>
          <a:xfrm>
            <a:off x="1277082" y="5719571"/>
            <a:ext cx="1042416" cy="1024128"/>
            <a:chOff x="6080575" y="4836630"/>
            <a:chExt cx="1530220" cy="150456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12E60A83-3CE2-4E8C-B496-01841FBFCCEC}"/>
                </a:ext>
              </a:extLst>
            </p:cNvPr>
            <p:cNvGrpSpPr/>
            <p:nvPr/>
          </p:nvGrpSpPr>
          <p:grpSpPr>
            <a:xfrm>
              <a:off x="6461358" y="5176855"/>
              <a:ext cx="797279" cy="944970"/>
              <a:chOff x="8505112" y="3172376"/>
              <a:chExt cx="797279" cy="944970"/>
            </a:xfrm>
          </p:grpSpPr>
          <p:pic>
            <p:nvPicPr>
              <p:cNvPr id="103" name="Picture 102">
                <a:extLst>
                  <a:ext uri="{FF2B5EF4-FFF2-40B4-BE49-F238E27FC236}">
                    <a16:creationId xmlns:a16="http://schemas.microsoft.com/office/drawing/2014/main" id="{FAAEC6B3-E8EB-47C2-ACFE-245D731874C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897" t="6516" r="6170" b="7206"/>
              <a:stretch/>
            </p:blipFill>
            <p:spPr>
              <a:xfrm>
                <a:off x="8505112" y="3534131"/>
                <a:ext cx="774510" cy="583215"/>
              </a:xfrm>
              <a:prstGeom prst="rect">
                <a:avLst/>
              </a:prstGeom>
            </p:spPr>
          </p:pic>
          <p:grpSp>
            <p:nvGrpSpPr>
              <p:cNvPr id="2" name="Group 1">
                <a:extLst>
                  <a:ext uri="{FF2B5EF4-FFF2-40B4-BE49-F238E27FC236}">
                    <a16:creationId xmlns:a16="http://schemas.microsoft.com/office/drawing/2014/main" id="{4F6B9ECA-A822-41FE-A59C-DA33E06D9777}"/>
                  </a:ext>
                </a:extLst>
              </p:cNvPr>
              <p:cNvGrpSpPr/>
              <p:nvPr/>
            </p:nvGrpSpPr>
            <p:grpSpPr>
              <a:xfrm rot="900000">
                <a:off x="8530085" y="3172376"/>
                <a:ext cx="772306" cy="362588"/>
                <a:chOff x="5768349" y="5013941"/>
                <a:chExt cx="1241151" cy="582705"/>
              </a:xfrm>
            </p:grpSpPr>
            <p:pic>
              <p:nvPicPr>
                <p:cNvPr id="104" name="Picture 4" descr="Musket Silhouette. Flintlock Old Pistol Symbol. Rustic Vintage Gun Vector  Silhouette Illustration Isolated On White Background. Royalty Free  Cliparts, Vectors, And Stock Illustration. Image 147714752.">
                  <a:extLst>
                    <a:ext uri="{FF2B5EF4-FFF2-40B4-BE49-F238E27FC236}">
                      <a16:creationId xmlns:a16="http://schemas.microsoft.com/office/drawing/2014/main" id="{CE7E45D4-01A9-43FA-98F6-E0DFFCAB5AD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72" t="16514" r="8246" b="7006"/>
                <a:stretch/>
              </p:blipFill>
              <p:spPr bwMode="auto">
                <a:xfrm flipH="1">
                  <a:off x="5945453" y="5013941"/>
                  <a:ext cx="1064047" cy="36657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5" name="Picture 4" descr="Musket Silhouette. Flintlock Old Pistol Symbol. Rustic Vintage Gun Vector  Silhouette Illustration Isolated On White Background. Royalty Free  Cliparts, Vectors, And Stock Illustration. Image 147714752.">
                  <a:extLst>
                    <a:ext uri="{FF2B5EF4-FFF2-40B4-BE49-F238E27FC236}">
                      <a16:creationId xmlns:a16="http://schemas.microsoft.com/office/drawing/2014/main" id="{102CD741-7E8A-470F-92C3-50FE4123754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72" t="16514" r="8246" b="7006"/>
                <a:stretch/>
              </p:blipFill>
              <p:spPr bwMode="auto">
                <a:xfrm flipH="1">
                  <a:off x="5768349" y="5230072"/>
                  <a:ext cx="1064047" cy="36657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30062497-5637-455A-BF76-397A3EDDB55F}"/>
                </a:ext>
              </a:extLst>
            </p:cNvPr>
            <p:cNvGrpSpPr/>
            <p:nvPr/>
          </p:nvGrpSpPr>
          <p:grpSpPr>
            <a:xfrm>
              <a:off x="6080575" y="4836630"/>
              <a:ext cx="1530220" cy="1504560"/>
              <a:chOff x="423110" y="905612"/>
              <a:chExt cx="1530220" cy="1504560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7264E5AC-FC24-4AF1-B033-5A191E9E38D5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Plaque 58">
                <a:extLst>
                  <a:ext uri="{FF2B5EF4-FFF2-40B4-BE49-F238E27FC236}">
                    <a16:creationId xmlns:a16="http://schemas.microsoft.com/office/drawing/2014/main" id="{DCEA8976-04A6-4D20-A3E0-51651129E8D0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B19DF63-1187-C619-B6E5-BAFA497B3F1C}"/>
              </a:ext>
            </a:extLst>
          </p:cNvPr>
          <p:cNvGrpSpPr/>
          <p:nvPr/>
        </p:nvGrpSpPr>
        <p:grpSpPr>
          <a:xfrm>
            <a:off x="98683" y="5719571"/>
            <a:ext cx="1042416" cy="1024128"/>
            <a:chOff x="2360348" y="4817472"/>
            <a:chExt cx="1530220" cy="1504560"/>
          </a:xfrm>
        </p:grpSpPr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289A8069-781E-4DF4-9B5A-D178563F99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97" t="6516" r="6170" b="7206"/>
            <a:stretch/>
          </p:blipFill>
          <p:spPr>
            <a:xfrm>
              <a:off x="2737068" y="5414321"/>
              <a:ext cx="774510" cy="583215"/>
            </a:xfrm>
            <a:prstGeom prst="rect">
              <a:avLst/>
            </a:prstGeom>
          </p:spPr>
        </p:pic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6367BFF6-6407-45B9-8019-8C9E60C7B014}"/>
                </a:ext>
              </a:extLst>
            </p:cNvPr>
            <p:cNvGrpSpPr/>
            <p:nvPr/>
          </p:nvGrpSpPr>
          <p:grpSpPr>
            <a:xfrm>
              <a:off x="2360348" y="4817472"/>
              <a:ext cx="1530220" cy="1504560"/>
              <a:chOff x="423110" y="905612"/>
              <a:chExt cx="1530220" cy="1504560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0734894B-A946-426B-998C-8CB12C22484F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Plaque 67">
                <a:extLst>
                  <a:ext uri="{FF2B5EF4-FFF2-40B4-BE49-F238E27FC236}">
                    <a16:creationId xmlns:a16="http://schemas.microsoft.com/office/drawing/2014/main" id="{6988BB72-D32B-4106-87D3-04001F0AFAAB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0E8E2E88-6AFB-4D22-8ED2-DCE2CCD583BC}"/>
              </a:ext>
            </a:extLst>
          </p:cNvPr>
          <p:cNvGrpSpPr/>
          <p:nvPr/>
        </p:nvGrpSpPr>
        <p:grpSpPr>
          <a:xfrm>
            <a:off x="122739" y="572002"/>
            <a:ext cx="1042416" cy="1024128"/>
            <a:chOff x="423110" y="905612"/>
            <a:chExt cx="1530220" cy="150456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226DBDE0-E182-449B-9679-5E8F911BB6AE}"/>
                </a:ext>
              </a:extLst>
            </p:cNvPr>
            <p:cNvGrpSpPr/>
            <p:nvPr/>
          </p:nvGrpSpPr>
          <p:grpSpPr>
            <a:xfrm>
              <a:off x="423110" y="905612"/>
              <a:ext cx="1530220" cy="1504560"/>
              <a:chOff x="423110" y="905612"/>
              <a:chExt cx="1530220" cy="150456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2BDD661-5A85-413F-8122-88311F81AB0E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Plaque 7">
                <a:extLst>
                  <a:ext uri="{FF2B5EF4-FFF2-40B4-BE49-F238E27FC236}">
                    <a16:creationId xmlns:a16="http://schemas.microsoft.com/office/drawing/2014/main" id="{0E7C55BC-98FB-45A5-A264-A902DF3D8FA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0" name="Picture 6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0D1CC631-023A-4230-9260-E1457A1242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6423144">
              <a:off x="935153" y="1330616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6CF4FF6C-DC0C-40C2-A796-8AE57DC0EBC9}"/>
              </a:ext>
            </a:extLst>
          </p:cNvPr>
          <p:cNvGrpSpPr/>
          <p:nvPr/>
        </p:nvGrpSpPr>
        <p:grpSpPr>
          <a:xfrm>
            <a:off x="2534875" y="572002"/>
            <a:ext cx="1042416" cy="1024128"/>
            <a:chOff x="6234824" y="905612"/>
            <a:chExt cx="1530220" cy="150456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AB1A441-BFB5-4886-8960-4E1672E54F57}"/>
                </a:ext>
              </a:extLst>
            </p:cNvPr>
            <p:cNvGrpSpPr/>
            <p:nvPr/>
          </p:nvGrpSpPr>
          <p:grpSpPr>
            <a:xfrm>
              <a:off x="6234824" y="905612"/>
              <a:ext cx="1530220" cy="1504560"/>
              <a:chOff x="423110" y="905612"/>
              <a:chExt cx="1530220" cy="1504560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011AFEA-DC67-4CDB-91F1-FB6301040F83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Plaque 19">
                <a:extLst>
                  <a:ext uri="{FF2B5EF4-FFF2-40B4-BE49-F238E27FC236}">
                    <a16:creationId xmlns:a16="http://schemas.microsoft.com/office/drawing/2014/main" id="{C811AF6A-676C-4193-8A35-AD7F469A0B09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0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B5D99A4F-34FD-45FE-89C5-ADAB01BD763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flipH="1">
              <a:off x="6461358" y="1444641"/>
              <a:ext cx="1064047" cy="3665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1" name="Picture 80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E19C942-681A-411C-904C-E6BFD179D28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771146" y="1692567"/>
              <a:ext cx="397442" cy="5927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F8490A44-51A3-40FC-8AB8-B06E621CD411}"/>
              </a:ext>
            </a:extLst>
          </p:cNvPr>
          <p:cNvGrpSpPr/>
          <p:nvPr/>
        </p:nvGrpSpPr>
        <p:grpSpPr>
          <a:xfrm>
            <a:off x="3730189" y="572002"/>
            <a:ext cx="1042416" cy="1024128"/>
            <a:chOff x="8124329" y="905612"/>
            <a:chExt cx="1530220" cy="1504560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0087E888-3C7B-44FE-8056-AA6A4AA36570}"/>
                </a:ext>
              </a:extLst>
            </p:cNvPr>
            <p:cNvGrpSpPr/>
            <p:nvPr/>
          </p:nvGrpSpPr>
          <p:grpSpPr>
            <a:xfrm>
              <a:off x="8124329" y="905612"/>
              <a:ext cx="1530220" cy="1504560"/>
              <a:chOff x="423110" y="905612"/>
              <a:chExt cx="1530220" cy="1504560"/>
            </a:xfrm>
          </p:grpSpPr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7F847D26-509E-4E88-A7AD-21F2D5066611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Plaque 22">
                <a:extLst>
                  <a:ext uri="{FF2B5EF4-FFF2-40B4-BE49-F238E27FC236}">
                    <a16:creationId xmlns:a16="http://schemas.microsoft.com/office/drawing/2014/main" id="{B48E58F3-ADCD-40B2-8382-A64A87683680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3" name="Picture 82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3859D160-A419-4588-BE0E-1F62CA6500D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7981" y="1373867"/>
              <a:ext cx="591189" cy="789087"/>
            </a:xfrm>
            <a:prstGeom prst="rect">
              <a:avLst/>
            </a:prstGeom>
          </p:spPr>
        </p:pic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D8637751-11AF-4973-A263-9758F4F57C71}"/>
              </a:ext>
            </a:extLst>
          </p:cNvPr>
          <p:cNvGrpSpPr/>
          <p:nvPr/>
        </p:nvGrpSpPr>
        <p:grpSpPr>
          <a:xfrm>
            <a:off x="7363474" y="572002"/>
            <a:ext cx="1042416" cy="1024128"/>
            <a:chOff x="2360348" y="2832151"/>
            <a:chExt cx="1530220" cy="150456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2170221C-F8F3-40C1-8496-12C5E1472446}"/>
                </a:ext>
              </a:extLst>
            </p:cNvPr>
            <p:cNvGrpSpPr/>
            <p:nvPr/>
          </p:nvGrpSpPr>
          <p:grpSpPr>
            <a:xfrm>
              <a:off x="2360348" y="2832151"/>
              <a:ext cx="1530220" cy="1504560"/>
              <a:chOff x="423110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67105EDF-B0FC-498E-B65A-7D879B5CFD24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Plaque 49">
                <a:extLst>
                  <a:ext uri="{FF2B5EF4-FFF2-40B4-BE49-F238E27FC236}">
                    <a16:creationId xmlns:a16="http://schemas.microsoft.com/office/drawing/2014/main" id="{396D9A71-33F0-4E77-A82A-6DCB7F5DD66A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2F0D351C-CA6E-47A5-BE54-A14DB7EB162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676907" y="3299524"/>
              <a:ext cx="549195" cy="772306"/>
            </a:xfrm>
            <a:prstGeom prst="rect">
              <a:avLst/>
            </a:prstGeom>
          </p:spPr>
        </p:pic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FA8C4ED9-9BC1-4A3F-B141-7B48904CAEA1}"/>
                </a:ext>
              </a:extLst>
            </p:cNvPr>
            <p:cNvGrpSpPr/>
            <p:nvPr/>
          </p:nvGrpSpPr>
          <p:grpSpPr>
            <a:xfrm rot="1791164">
              <a:off x="3246514" y="3115885"/>
              <a:ext cx="175818" cy="1006019"/>
              <a:chOff x="2795982" y="5038544"/>
              <a:chExt cx="358125" cy="1380834"/>
            </a:xfrm>
          </p:grpSpPr>
          <p:pic>
            <p:nvPicPr>
              <p:cNvPr id="94" name="Picture 93">
                <a:extLst>
                  <a:ext uri="{FF2B5EF4-FFF2-40B4-BE49-F238E27FC236}">
                    <a16:creationId xmlns:a16="http://schemas.microsoft.com/office/drawing/2014/main" id="{04134EB3-9836-4AA6-8222-68F692DDB9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18919144">
                <a:off x="2885902" y="5038544"/>
                <a:ext cx="268205" cy="1065700"/>
              </a:xfrm>
              <a:prstGeom prst="rect">
                <a:avLst/>
              </a:prstGeom>
            </p:spPr>
          </p:pic>
          <p:pic>
            <p:nvPicPr>
              <p:cNvPr id="95" name="Picture 94">
                <a:extLst>
                  <a:ext uri="{FF2B5EF4-FFF2-40B4-BE49-F238E27FC236}">
                    <a16:creationId xmlns:a16="http://schemas.microsoft.com/office/drawing/2014/main" id="{E5605693-01DF-411F-B93A-0AF5A6BA67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18919144">
                <a:off x="2795982" y="5353678"/>
                <a:ext cx="268205" cy="1065700"/>
              </a:xfrm>
              <a:prstGeom prst="rect">
                <a:avLst/>
              </a:prstGeom>
            </p:spPr>
          </p:pic>
        </p:grp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52B4A02C-6D27-41DE-9313-941D7EE09E75}"/>
              </a:ext>
            </a:extLst>
          </p:cNvPr>
          <p:cNvSpPr txBox="1"/>
          <p:nvPr/>
        </p:nvSpPr>
        <p:spPr>
          <a:xfrm>
            <a:off x="188462" y="114301"/>
            <a:ext cx="1127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Stormreef</a:t>
            </a:r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C1CCD3D-46DD-1FF1-E9FD-F4C5004DE18C}"/>
              </a:ext>
            </a:extLst>
          </p:cNvPr>
          <p:cNvGrpSpPr/>
          <p:nvPr/>
        </p:nvGrpSpPr>
        <p:grpSpPr>
          <a:xfrm>
            <a:off x="2470206" y="5719571"/>
            <a:ext cx="1042416" cy="1024128"/>
            <a:chOff x="4191070" y="4836630"/>
            <a:chExt cx="1530220" cy="1504560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BA87C093-AD9E-4735-9C4C-68C8D1C2ACC0}"/>
                </a:ext>
              </a:extLst>
            </p:cNvPr>
            <p:cNvGrpSpPr/>
            <p:nvPr/>
          </p:nvGrpSpPr>
          <p:grpSpPr>
            <a:xfrm>
              <a:off x="4191070" y="4836630"/>
              <a:ext cx="1530220" cy="1504560"/>
              <a:chOff x="423110" y="905612"/>
              <a:chExt cx="1530220" cy="1504560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8AEFE256-3948-447E-BE75-435AF28009A3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Plaque 55">
                <a:extLst>
                  <a:ext uri="{FF2B5EF4-FFF2-40B4-BE49-F238E27FC236}">
                    <a16:creationId xmlns:a16="http://schemas.microsoft.com/office/drawing/2014/main" id="{34C64E3E-8376-4C80-B36D-6D1CBD113594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CCD1F4EB-ADB1-40BC-8E30-39448E197FB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4536538" y="5415688"/>
              <a:ext cx="839282" cy="548935"/>
            </a:xfrm>
            <a:prstGeom prst="rect">
              <a:avLst/>
            </a:prstGeom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32F80A3-0430-FF64-E030-D69831E05C09}"/>
              </a:ext>
            </a:extLst>
          </p:cNvPr>
          <p:cNvGrpSpPr/>
          <p:nvPr/>
        </p:nvGrpSpPr>
        <p:grpSpPr>
          <a:xfrm>
            <a:off x="2523341" y="4565546"/>
            <a:ext cx="1042416" cy="1024128"/>
            <a:chOff x="423109" y="4767482"/>
            <a:chExt cx="1530220" cy="1504560"/>
          </a:xfrm>
        </p:grpSpPr>
        <p:grpSp>
          <p:nvGrpSpPr>
            <p:cNvPr id="79" name="Group 78">
              <a:extLst>
                <a:ext uri="{FF2B5EF4-FFF2-40B4-BE49-F238E27FC236}">
                  <a16:creationId xmlns:a16="http://schemas.microsoft.com/office/drawing/2014/main" id="{E2D233AA-A24D-450E-BFBF-805A7FE8789F}"/>
                </a:ext>
              </a:extLst>
            </p:cNvPr>
            <p:cNvGrpSpPr/>
            <p:nvPr/>
          </p:nvGrpSpPr>
          <p:grpSpPr>
            <a:xfrm>
              <a:off x="423109" y="4767482"/>
              <a:ext cx="1530220" cy="1504560"/>
              <a:chOff x="423110" y="905612"/>
              <a:chExt cx="1530220" cy="1504560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D8F7499F-4F37-4FE9-9886-F65D15709D02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Plaque 100">
                <a:extLst>
                  <a:ext uri="{FF2B5EF4-FFF2-40B4-BE49-F238E27FC236}">
                    <a16:creationId xmlns:a16="http://schemas.microsoft.com/office/drawing/2014/main" id="{4D245748-5A28-4EB6-91DD-0BC70234DE67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BE8D9DD6-2EB6-4943-B3DF-E9CAFBCC0621}"/>
                </a:ext>
              </a:extLst>
            </p:cNvPr>
            <p:cNvGrpSpPr/>
            <p:nvPr/>
          </p:nvGrpSpPr>
          <p:grpSpPr>
            <a:xfrm>
              <a:off x="852305" y="5122716"/>
              <a:ext cx="660129" cy="953301"/>
              <a:chOff x="664466" y="3345800"/>
              <a:chExt cx="1751197" cy="2528925"/>
            </a:xfrm>
          </p:grpSpPr>
          <p:pic>
            <p:nvPicPr>
              <p:cNvPr id="107" name="Picture 106">
                <a:extLst>
                  <a:ext uri="{FF2B5EF4-FFF2-40B4-BE49-F238E27FC236}">
                    <a16:creationId xmlns:a16="http://schemas.microsoft.com/office/drawing/2014/main" id="{5170FCC8-50F8-4D8A-99CB-5A1D0456A8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2428800">
                <a:off x="1547765" y="3345800"/>
                <a:ext cx="403801" cy="2382441"/>
              </a:xfrm>
              <a:prstGeom prst="rect">
                <a:avLst/>
              </a:prstGeom>
            </p:spPr>
          </p:pic>
          <p:pic>
            <p:nvPicPr>
              <p:cNvPr id="108" name="Picture 2" descr="Medusa Icon - Download in Glyph Style">
                <a:extLst>
                  <a:ext uri="{FF2B5EF4-FFF2-40B4-BE49-F238E27FC236}">
                    <a16:creationId xmlns:a16="http://schemas.microsoft.com/office/drawing/2014/main" id="{F9AE4CE1-0806-4866-A63E-B4E5E53A239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2151" r="13384"/>
              <a:stretch/>
            </p:blipFill>
            <p:spPr bwMode="auto">
              <a:xfrm>
                <a:off x="664466" y="3523031"/>
                <a:ext cx="1751197" cy="23516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A4ADF9CF-5AF3-07EC-C3A9-C58A9E609851}"/>
              </a:ext>
            </a:extLst>
          </p:cNvPr>
          <p:cNvGrpSpPr/>
          <p:nvPr/>
        </p:nvGrpSpPr>
        <p:grpSpPr>
          <a:xfrm>
            <a:off x="1311012" y="4565546"/>
            <a:ext cx="1042416" cy="1024128"/>
            <a:chOff x="10061567" y="2832151"/>
            <a:chExt cx="1530220" cy="1504560"/>
          </a:xfrm>
        </p:grpSpPr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D21EBD27-AF65-4554-9EB9-B322F8533F8C}"/>
                </a:ext>
              </a:extLst>
            </p:cNvPr>
            <p:cNvGrpSpPr/>
            <p:nvPr/>
          </p:nvGrpSpPr>
          <p:grpSpPr>
            <a:xfrm>
              <a:off x="10061567" y="2832151"/>
              <a:ext cx="1530220" cy="1504560"/>
              <a:chOff x="423110" y="905612"/>
              <a:chExt cx="1530220" cy="1504560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D21F4F65-7D55-41B1-9682-B31F202C24CE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Plaque 61">
                <a:extLst>
                  <a:ext uri="{FF2B5EF4-FFF2-40B4-BE49-F238E27FC236}">
                    <a16:creationId xmlns:a16="http://schemas.microsoft.com/office/drawing/2014/main" id="{BFE119F4-3E54-434A-814B-B5CDD73CB8BB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612B9024-1641-48F2-AD39-280539B0F9CA}"/>
                </a:ext>
              </a:extLst>
            </p:cNvPr>
            <p:cNvGrpSpPr/>
            <p:nvPr/>
          </p:nvGrpSpPr>
          <p:grpSpPr>
            <a:xfrm>
              <a:off x="10489301" y="3242430"/>
              <a:ext cx="675956" cy="886492"/>
              <a:chOff x="2900763" y="3463813"/>
              <a:chExt cx="1793182" cy="2351694"/>
            </a:xfrm>
          </p:grpSpPr>
          <p:pic>
            <p:nvPicPr>
              <p:cNvPr id="110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153F73F2-5BEB-4E86-B3C3-09932DC0ABA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3923115" y="3523031"/>
                <a:ext cx="770830" cy="132840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1" name="Picture 2" descr="Medusa Icon - Download in Glyph Style">
                <a:extLst>
                  <a:ext uri="{FF2B5EF4-FFF2-40B4-BE49-F238E27FC236}">
                    <a16:creationId xmlns:a16="http://schemas.microsoft.com/office/drawing/2014/main" id="{B7461A29-BED2-4157-B7D0-005502E0847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2151" r="13384"/>
              <a:stretch/>
            </p:blipFill>
            <p:spPr bwMode="auto">
              <a:xfrm>
                <a:off x="2900763" y="3463813"/>
                <a:ext cx="1751197" cy="23516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04C648C2-2383-694B-34BD-02365A783814}"/>
              </a:ext>
            </a:extLst>
          </p:cNvPr>
          <p:cNvGrpSpPr/>
          <p:nvPr/>
        </p:nvGrpSpPr>
        <p:grpSpPr>
          <a:xfrm>
            <a:off x="98683" y="4565546"/>
            <a:ext cx="1042416" cy="1024128"/>
            <a:chOff x="423110" y="896820"/>
            <a:chExt cx="1530220" cy="1504560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139F4959-7917-4123-A818-94BE849B98A7}"/>
                </a:ext>
              </a:extLst>
            </p:cNvPr>
            <p:cNvGrpSpPr/>
            <p:nvPr/>
          </p:nvGrpSpPr>
          <p:grpSpPr>
            <a:xfrm>
              <a:off x="423110" y="896820"/>
              <a:ext cx="1530220" cy="1504560"/>
              <a:chOff x="423110" y="905612"/>
              <a:chExt cx="1530220" cy="1504560"/>
            </a:xfrm>
          </p:grpSpPr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26531317-D605-42E0-8EB9-5C34E7512B0D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Plaque 77">
                <a:extLst>
                  <a:ext uri="{FF2B5EF4-FFF2-40B4-BE49-F238E27FC236}">
                    <a16:creationId xmlns:a16="http://schemas.microsoft.com/office/drawing/2014/main" id="{53B8051C-91F7-451D-80F0-0ED133E79B14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12" name="Picture 2" descr="Medusa Icon - Download in Glyph Style">
              <a:extLst>
                <a:ext uri="{FF2B5EF4-FFF2-40B4-BE49-F238E27FC236}">
                  <a16:creationId xmlns:a16="http://schemas.microsoft.com/office/drawing/2014/main" id="{DBFA95F1-F296-4198-9EA1-EB461B498A1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852305" y="1297145"/>
              <a:ext cx="660129" cy="8864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C202E33-DA61-7B8B-51B6-2BF2BC9A3511}"/>
              </a:ext>
            </a:extLst>
          </p:cNvPr>
          <p:cNvGrpSpPr/>
          <p:nvPr/>
        </p:nvGrpSpPr>
        <p:grpSpPr>
          <a:xfrm>
            <a:off x="8562693" y="572002"/>
            <a:ext cx="1042416" cy="1024128"/>
            <a:chOff x="4297586" y="2832151"/>
            <a:chExt cx="1530220" cy="1504560"/>
          </a:xfrm>
        </p:grpSpPr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CA02C0A3-9116-4286-9F17-EE14CB8793E8}"/>
                </a:ext>
              </a:extLst>
            </p:cNvPr>
            <p:cNvGrpSpPr/>
            <p:nvPr/>
          </p:nvGrpSpPr>
          <p:grpSpPr>
            <a:xfrm>
              <a:off x="4297586" y="2832151"/>
              <a:ext cx="1530220" cy="1504560"/>
              <a:chOff x="423110" y="905612"/>
              <a:chExt cx="1530220" cy="1504560"/>
            </a:xfrm>
          </p:grpSpPr>
          <p:sp>
            <p:nvSpPr>
              <p:cNvPr id="115" name="Rectangle 114">
                <a:extLst>
                  <a:ext uri="{FF2B5EF4-FFF2-40B4-BE49-F238E27FC236}">
                    <a16:creationId xmlns:a16="http://schemas.microsoft.com/office/drawing/2014/main" id="{C1E63172-60E9-4D07-BE27-FFFB45BA31C2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" name="Plaque 115">
                <a:extLst>
                  <a:ext uri="{FF2B5EF4-FFF2-40B4-BE49-F238E27FC236}">
                    <a16:creationId xmlns:a16="http://schemas.microsoft.com/office/drawing/2014/main" id="{FDE7A714-5044-4BDD-B215-A1E259FECFF6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22A7778-2660-43FD-953C-D119E5B2B02F}"/>
                </a:ext>
              </a:extLst>
            </p:cNvPr>
            <p:cNvGrpSpPr/>
            <p:nvPr/>
          </p:nvGrpSpPr>
          <p:grpSpPr>
            <a:xfrm>
              <a:off x="4564390" y="3326685"/>
              <a:ext cx="972452" cy="688004"/>
              <a:chOff x="4520430" y="3326685"/>
              <a:chExt cx="972452" cy="688004"/>
            </a:xfrm>
          </p:grpSpPr>
          <p:grpSp>
            <p:nvGrpSpPr>
              <p:cNvPr id="117" name="Group 116">
                <a:extLst>
                  <a:ext uri="{FF2B5EF4-FFF2-40B4-BE49-F238E27FC236}">
                    <a16:creationId xmlns:a16="http://schemas.microsoft.com/office/drawing/2014/main" id="{D5CBE0EA-DE92-4CCB-8F95-0770ED5F6E28}"/>
                  </a:ext>
                </a:extLst>
              </p:cNvPr>
              <p:cNvGrpSpPr/>
              <p:nvPr/>
            </p:nvGrpSpPr>
            <p:grpSpPr>
              <a:xfrm>
                <a:off x="4700095" y="3326685"/>
                <a:ext cx="627265" cy="688004"/>
                <a:chOff x="808309" y="3250400"/>
                <a:chExt cx="704125" cy="772306"/>
              </a:xfrm>
            </p:grpSpPr>
            <p:pic>
              <p:nvPicPr>
                <p:cNvPr id="118" name="Picture 117">
                  <a:extLst>
                    <a:ext uri="{FF2B5EF4-FFF2-40B4-BE49-F238E27FC236}">
                      <a16:creationId xmlns:a16="http://schemas.microsoft.com/office/drawing/2014/main" id="{081C82B8-7DAE-427F-9FA6-E099CA9FFED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 rot="19689919">
                  <a:off x="808309" y="3344622"/>
                  <a:ext cx="198963" cy="369503"/>
                </a:xfrm>
                <a:prstGeom prst="rect">
                  <a:avLst/>
                </a:prstGeom>
              </p:spPr>
            </p:pic>
            <p:pic>
              <p:nvPicPr>
                <p:cNvPr id="119" name="Picture 118">
                  <a:extLst>
                    <a:ext uri="{FF2B5EF4-FFF2-40B4-BE49-F238E27FC236}">
                      <a16:creationId xmlns:a16="http://schemas.microsoft.com/office/drawing/2014/main" id="{89FA610E-DCA3-4D68-95C5-A21191620D0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963239" y="3250400"/>
                  <a:ext cx="549195" cy="772306"/>
                </a:xfrm>
                <a:prstGeom prst="rect">
                  <a:avLst/>
                </a:prstGeom>
              </p:spPr>
            </p:pic>
          </p:grpSp>
          <p:sp>
            <p:nvSpPr>
              <p:cNvPr id="7" name="Moon 6">
                <a:extLst>
                  <a:ext uri="{FF2B5EF4-FFF2-40B4-BE49-F238E27FC236}">
                    <a16:creationId xmlns:a16="http://schemas.microsoft.com/office/drawing/2014/main" id="{03ADCD43-7DA3-4341-B579-7556AEB34C82}"/>
                  </a:ext>
                </a:extLst>
              </p:cNvPr>
              <p:cNvSpPr/>
              <p:nvPr/>
            </p:nvSpPr>
            <p:spPr>
              <a:xfrm>
                <a:off x="4520430" y="3400469"/>
                <a:ext cx="133924" cy="534492"/>
              </a:xfrm>
              <a:prstGeom prst="moon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" name="Moon 119">
                <a:extLst>
                  <a:ext uri="{FF2B5EF4-FFF2-40B4-BE49-F238E27FC236}">
                    <a16:creationId xmlns:a16="http://schemas.microsoft.com/office/drawing/2014/main" id="{F9958FE2-7D55-4230-BB1C-15CB03966843}"/>
                  </a:ext>
                </a:extLst>
              </p:cNvPr>
              <p:cNvSpPr/>
              <p:nvPr/>
            </p:nvSpPr>
            <p:spPr>
              <a:xfrm rot="10800000">
                <a:off x="5358958" y="3400469"/>
                <a:ext cx="133924" cy="534492"/>
              </a:xfrm>
              <a:prstGeom prst="moon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4396136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D205FE4-2636-4EFA-A079-9AF55F07DAC5}"/>
              </a:ext>
            </a:extLst>
          </p:cNvPr>
          <p:cNvSpPr txBox="1"/>
          <p:nvPr/>
        </p:nvSpPr>
        <p:spPr>
          <a:xfrm>
            <a:off x="238650" y="149255"/>
            <a:ext cx="10647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Wildtribe</a:t>
            </a:r>
            <a:endParaRPr lang="en-US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452ABAA-4BD0-C9DA-7EC1-8FF112C9C316}"/>
              </a:ext>
            </a:extLst>
          </p:cNvPr>
          <p:cNvGrpSpPr/>
          <p:nvPr/>
        </p:nvGrpSpPr>
        <p:grpSpPr>
          <a:xfrm>
            <a:off x="129413" y="568104"/>
            <a:ext cx="1042416" cy="1024128"/>
            <a:chOff x="352772" y="769658"/>
            <a:chExt cx="1530220" cy="1504560"/>
          </a:xfrm>
        </p:grpSpPr>
        <p:pic>
          <p:nvPicPr>
            <p:cNvPr id="68" name="Picture 67">
              <a:extLst>
                <a:ext uri="{FF2B5EF4-FFF2-40B4-BE49-F238E27FC236}">
                  <a16:creationId xmlns:a16="http://schemas.microsoft.com/office/drawing/2014/main" id="{36168C40-9624-44D9-AD50-633421B20C0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62096" y="1254902"/>
              <a:ext cx="929088" cy="735826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9DBF4AE1-086C-43B1-BBA1-7F1558D6099D}"/>
                </a:ext>
              </a:extLst>
            </p:cNvPr>
            <p:cNvGrpSpPr/>
            <p:nvPr/>
          </p:nvGrpSpPr>
          <p:grpSpPr>
            <a:xfrm>
              <a:off x="352772" y="769658"/>
              <a:ext cx="1530220" cy="1504560"/>
              <a:chOff x="352772" y="769658"/>
              <a:chExt cx="1530220" cy="150456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66CACF6B-01BF-4CF6-B10C-B69DC97EA4B0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Teardrop 11">
                <a:extLst>
                  <a:ext uri="{FF2B5EF4-FFF2-40B4-BE49-F238E27FC236}">
                    <a16:creationId xmlns:a16="http://schemas.microsoft.com/office/drawing/2014/main" id="{E311E711-EDA8-429A-817D-3323BD141562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5E089FF1-E5DB-4526-A35C-6ABB740213BE}"/>
              </a:ext>
            </a:extLst>
          </p:cNvPr>
          <p:cNvGrpSpPr/>
          <p:nvPr/>
        </p:nvGrpSpPr>
        <p:grpSpPr>
          <a:xfrm>
            <a:off x="3699701" y="588567"/>
            <a:ext cx="1042416" cy="1024128"/>
            <a:chOff x="5979848" y="769658"/>
            <a:chExt cx="1530220" cy="1533204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6E448851-434D-481F-A45D-ED65C7A2BA04}"/>
                </a:ext>
              </a:extLst>
            </p:cNvPr>
            <p:cNvGrpSpPr/>
            <p:nvPr/>
          </p:nvGrpSpPr>
          <p:grpSpPr>
            <a:xfrm>
              <a:off x="6515934" y="1067524"/>
              <a:ext cx="584643" cy="1235338"/>
              <a:chOff x="4175671" y="3350868"/>
              <a:chExt cx="584643" cy="1235338"/>
            </a:xfrm>
          </p:grpSpPr>
          <p:pic>
            <p:nvPicPr>
              <p:cNvPr id="77" name="Picture 76">
                <a:extLst>
                  <a:ext uri="{FF2B5EF4-FFF2-40B4-BE49-F238E27FC236}">
                    <a16:creationId xmlns:a16="http://schemas.microsoft.com/office/drawing/2014/main" id="{1EB30DE9-9890-427F-A540-B94431E88F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21124584">
                <a:off x="4459835" y="335086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78" name="Picture 77">
                <a:extLst>
                  <a:ext uri="{FF2B5EF4-FFF2-40B4-BE49-F238E27FC236}">
                    <a16:creationId xmlns:a16="http://schemas.microsoft.com/office/drawing/2014/main" id="{E5A8AC25-ECFE-4F5D-85AD-7C817CB7695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9982547">
                <a:off x="4183393" y="344809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79" name="Picture 78">
                <a:extLst>
                  <a:ext uri="{FF2B5EF4-FFF2-40B4-BE49-F238E27FC236}">
                    <a16:creationId xmlns:a16="http://schemas.microsoft.com/office/drawing/2014/main" id="{EF3EC1AD-E6A7-40CE-94E9-42F7FE4DB6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8968452">
                <a:off x="4175671" y="3769087"/>
                <a:ext cx="300479" cy="817119"/>
              </a:xfrm>
              <a:prstGeom prst="rect">
                <a:avLst/>
              </a:prstGeom>
            </p:spPr>
          </p:pic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3D18C86F-CA4D-49F0-B8D6-0178B2FDD9FE}"/>
                </a:ext>
              </a:extLst>
            </p:cNvPr>
            <p:cNvGrpSpPr/>
            <p:nvPr/>
          </p:nvGrpSpPr>
          <p:grpSpPr>
            <a:xfrm>
              <a:off x="5979848" y="769658"/>
              <a:ext cx="1530220" cy="1504560"/>
              <a:chOff x="2228464" y="769658"/>
              <a:chExt cx="1530220" cy="15045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1B09040A-7E0F-493E-A5C2-5C003068C989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Teardrop 21">
                <a:extLst>
                  <a:ext uri="{FF2B5EF4-FFF2-40B4-BE49-F238E27FC236}">
                    <a16:creationId xmlns:a16="http://schemas.microsoft.com/office/drawing/2014/main" id="{DA51F5D0-33AD-4DBA-8343-CD56DA4DD908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7356958D-1870-46DA-8A53-2AFBA74F892D}"/>
              </a:ext>
            </a:extLst>
          </p:cNvPr>
          <p:cNvGrpSpPr/>
          <p:nvPr/>
        </p:nvGrpSpPr>
        <p:grpSpPr>
          <a:xfrm>
            <a:off x="1330858" y="5684617"/>
            <a:ext cx="1042416" cy="1024128"/>
            <a:chOff x="9731232" y="769658"/>
            <a:chExt cx="1530220" cy="1504560"/>
          </a:xfrm>
        </p:grpSpPr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23E3284D-43C4-4BCD-808D-76AF95D1AB68}"/>
                </a:ext>
              </a:extLst>
            </p:cNvPr>
            <p:cNvGrpSpPr/>
            <p:nvPr/>
          </p:nvGrpSpPr>
          <p:grpSpPr>
            <a:xfrm>
              <a:off x="10005441" y="1140812"/>
              <a:ext cx="1027860" cy="886888"/>
              <a:chOff x="2791529" y="4833162"/>
              <a:chExt cx="1027860" cy="886888"/>
            </a:xfrm>
          </p:grpSpPr>
          <p:pic>
            <p:nvPicPr>
              <p:cNvPr id="82" name="Picture 81" descr="Icon&#10;&#10;Description automatically generated">
                <a:extLst>
                  <a:ext uri="{FF2B5EF4-FFF2-40B4-BE49-F238E27FC236}">
                    <a16:creationId xmlns:a16="http://schemas.microsoft.com/office/drawing/2014/main" id="{F90DB5B3-95C4-465E-BF12-BA0FDB8DA1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137884" y="5003232"/>
                <a:ext cx="681505" cy="681505"/>
              </a:xfrm>
              <a:prstGeom prst="rect">
                <a:avLst/>
              </a:prstGeom>
            </p:spPr>
          </p:pic>
          <p:pic>
            <p:nvPicPr>
              <p:cNvPr id="84" name="Picture 4" descr="Wood, log icon - Download on Iconfinder on Iconfinder">
                <a:extLst>
                  <a:ext uri="{FF2B5EF4-FFF2-40B4-BE49-F238E27FC236}">
                    <a16:creationId xmlns:a16="http://schemas.microsoft.com/office/drawing/2014/main" id="{33EE161B-BBFE-4CA7-87B4-121722DA7C7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5400000">
                <a:off x="2609637" y="5015054"/>
                <a:ext cx="886888" cy="52310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CEF89169-E9DA-4004-870F-4A9986E5A403}"/>
                </a:ext>
              </a:extLst>
            </p:cNvPr>
            <p:cNvGrpSpPr/>
            <p:nvPr/>
          </p:nvGrpSpPr>
          <p:grpSpPr>
            <a:xfrm>
              <a:off x="9731232" y="769658"/>
              <a:ext cx="1530220" cy="1504560"/>
              <a:chOff x="2228464" y="769658"/>
              <a:chExt cx="1530220" cy="1504560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4202E878-32C8-4DC3-8364-C6B14EA6C812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Teardrop 27">
                <a:extLst>
                  <a:ext uri="{FF2B5EF4-FFF2-40B4-BE49-F238E27FC236}">
                    <a16:creationId xmlns:a16="http://schemas.microsoft.com/office/drawing/2014/main" id="{35AE6FCC-D28B-475D-BD5A-4DB24DFD6CE9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1E688281-1937-B739-7B42-E2B4F871AF24}"/>
              </a:ext>
            </a:extLst>
          </p:cNvPr>
          <p:cNvGrpSpPr/>
          <p:nvPr/>
        </p:nvGrpSpPr>
        <p:grpSpPr>
          <a:xfrm>
            <a:off x="2515710" y="5684617"/>
            <a:ext cx="1042416" cy="1024128"/>
            <a:chOff x="352772" y="2676720"/>
            <a:chExt cx="1530220" cy="1504560"/>
          </a:xfrm>
        </p:grpSpPr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023F660A-8776-4259-B59B-F460203E82E7}"/>
                </a:ext>
              </a:extLst>
            </p:cNvPr>
            <p:cNvGrpSpPr/>
            <p:nvPr/>
          </p:nvGrpSpPr>
          <p:grpSpPr>
            <a:xfrm>
              <a:off x="686320" y="3101642"/>
              <a:ext cx="961295" cy="845164"/>
              <a:chOff x="6194169" y="5424303"/>
              <a:chExt cx="961295" cy="845164"/>
            </a:xfrm>
          </p:grpSpPr>
          <p:pic>
            <p:nvPicPr>
              <p:cNvPr id="94" name="Picture 93">
                <a:extLst>
                  <a:ext uri="{FF2B5EF4-FFF2-40B4-BE49-F238E27FC236}">
                    <a16:creationId xmlns:a16="http://schemas.microsoft.com/office/drawing/2014/main" id="{C398983D-9324-4EA2-AB41-F7189A151E5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194169" y="5424303"/>
                <a:ext cx="321197" cy="845164"/>
              </a:xfrm>
              <a:prstGeom prst="rect">
                <a:avLst/>
              </a:prstGeom>
            </p:spPr>
          </p:pic>
          <p:pic>
            <p:nvPicPr>
              <p:cNvPr id="83" name="Picture 82" descr="Icon&#10;&#10;Description automatically generated">
                <a:extLst>
                  <a:ext uri="{FF2B5EF4-FFF2-40B4-BE49-F238E27FC236}">
                    <a16:creationId xmlns:a16="http://schemas.microsoft.com/office/drawing/2014/main" id="{F67915E7-8EF8-45F4-9D1B-63252046C9E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988"/>
              <a:stretch/>
            </p:blipFill>
            <p:spPr>
              <a:xfrm>
                <a:off x="6507956" y="5567381"/>
                <a:ext cx="647508" cy="681505"/>
              </a:xfrm>
              <a:prstGeom prst="rect">
                <a:avLst/>
              </a:prstGeom>
            </p:spPr>
          </p:pic>
        </p:grp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782F898E-F156-4070-AB85-FC8678F5EFDF}"/>
                </a:ext>
              </a:extLst>
            </p:cNvPr>
            <p:cNvGrpSpPr/>
            <p:nvPr/>
          </p:nvGrpSpPr>
          <p:grpSpPr>
            <a:xfrm>
              <a:off x="352772" y="2676720"/>
              <a:ext cx="1530220" cy="1504560"/>
              <a:chOff x="352772" y="769658"/>
              <a:chExt cx="1530220" cy="1504560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8542BF9A-11F8-469D-9C67-C3449A292604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" name="Teardrop 48">
                <a:extLst>
                  <a:ext uri="{FF2B5EF4-FFF2-40B4-BE49-F238E27FC236}">
                    <a16:creationId xmlns:a16="http://schemas.microsoft.com/office/drawing/2014/main" id="{D7D4067E-0164-496A-AB4E-DB612D0BB968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09678728-F1A2-F44F-15CB-F8FAC1CB7788}"/>
              </a:ext>
            </a:extLst>
          </p:cNvPr>
          <p:cNvGrpSpPr/>
          <p:nvPr/>
        </p:nvGrpSpPr>
        <p:grpSpPr>
          <a:xfrm>
            <a:off x="3697377" y="5677674"/>
            <a:ext cx="1042416" cy="1024128"/>
            <a:chOff x="2228464" y="2676720"/>
            <a:chExt cx="1530220" cy="1504560"/>
          </a:xfrm>
        </p:grpSpPr>
        <p:pic>
          <p:nvPicPr>
            <p:cNvPr id="101" name="Picture 100">
              <a:extLst>
                <a:ext uri="{FF2B5EF4-FFF2-40B4-BE49-F238E27FC236}">
                  <a16:creationId xmlns:a16="http://schemas.microsoft.com/office/drawing/2014/main" id="{4F4F9E8C-0A55-4F21-A3DC-4B3F6790812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496500" y="2935761"/>
              <a:ext cx="1022493" cy="1113198"/>
            </a:xfrm>
            <a:prstGeom prst="rect">
              <a:avLst/>
            </a:prstGeom>
          </p:spPr>
        </p:pic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9214B4DB-A2DB-4D04-910F-874B7A08C0C3}"/>
                </a:ext>
              </a:extLst>
            </p:cNvPr>
            <p:cNvGrpSpPr/>
            <p:nvPr/>
          </p:nvGrpSpPr>
          <p:grpSpPr>
            <a:xfrm>
              <a:off x="2228464" y="2676720"/>
              <a:ext cx="1530220" cy="1504560"/>
              <a:chOff x="2228464" y="769658"/>
              <a:chExt cx="1530220" cy="1504560"/>
            </a:xfrm>
          </p:grpSpPr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B22B8026-19AD-4F2F-9B42-E3B7C115014A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" name="Teardrop 51">
                <a:extLst>
                  <a:ext uri="{FF2B5EF4-FFF2-40B4-BE49-F238E27FC236}">
                    <a16:creationId xmlns:a16="http://schemas.microsoft.com/office/drawing/2014/main" id="{7B6F327F-D7CC-49B0-BEA8-019AEE1B2761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F2750D5-F7C1-04D2-12FB-4B643C75E3FA}"/>
              </a:ext>
            </a:extLst>
          </p:cNvPr>
          <p:cNvGrpSpPr/>
          <p:nvPr/>
        </p:nvGrpSpPr>
        <p:grpSpPr>
          <a:xfrm>
            <a:off x="6090560" y="588567"/>
            <a:ext cx="1042416" cy="1024128"/>
            <a:chOff x="4097762" y="4572232"/>
            <a:chExt cx="1530220" cy="1504560"/>
          </a:xfrm>
        </p:grpSpPr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B20EDF07-ABEC-4D99-AFD3-F4A653C25825}"/>
                </a:ext>
              </a:extLst>
            </p:cNvPr>
            <p:cNvGrpSpPr/>
            <p:nvPr/>
          </p:nvGrpSpPr>
          <p:grpSpPr>
            <a:xfrm>
              <a:off x="4392672" y="4974910"/>
              <a:ext cx="1007494" cy="939822"/>
              <a:chOff x="5330919" y="4897904"/>
              <a:chExt cx="1007494" cy="939822"/>
            </a:xfrm>
          </p:grpSpPr>
          <p:pic>
            <p:nvPicPr>
              <p:cNvPr id="103" name="Picture 102">
                <a:extLst>
                  <a:ext uri="{FF2B5EF4-FFF2-40B4-BE49-F238E27FC236}">
                    <a16:creationId xmlns:a16="http://schemas.microsoft.com/office/drawing/2014/main" id="{70AB0F92-3A99-4434-AFE3-A89672E662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330919" y="5133416"/>
                <a:ext cx="648998" cy="704310"/>
              </a:xfrm>
              <a:prstGeom prst="rect">
                <a:avLst/>
              </a:prstGeom>
            </p:spPr>
          </p:pic>
          <p:grpSp>
            <p:nvGrpSpPr>
              <p:cNvPr id="90" name="Group 89">
                <a:extLst>
                  <a:ext uri="{FF2B5EF4-FFF2-40B4-BE49-F238E27FC236}">
                    <a16:creationId xmlns:a16="http://schemas.microsoft.com/office/drawing/2014/main" id="{16B5D48B-17D4-409E-B487-966E14BC1A06}"/>
                  </a:ext>
                </a:extLst>
              </p:cNvPr>
              <p:cNvGrpSpPr/>
              <p:nvPr/>
            </p:nvGrpSpPr>
            <p:grpSpPr>
              <a:xfrm rot="16533413">
                <a:off x="5722767" y="4873085"/>
                <a:ext cx="590827" cy="640465"/>
                <a:chOff x="4052911" y="4937513"/>
                <a:chExt cx="1077055" cy="1167544"/>
              </a:xfrm>
            </p:grpSpPr>
            <p:pic>
              <p:nvPicPr>
                <p:cNvPr id="91" name="Picture 2" descr="Lance Icon #332107 - Free Icons Library">
                  <a:extLst>
                    <a:ext uri="{FF2B5EF4-FFF2-40B4-BE49-F238E27FC236}">
                      <a16:creationId xmlns:a16="http://schemas.microsoft.com/office/drawing/2014/main" id="{36600687-4174-4ED9-8200-D2DF3400D10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052911" y="4937513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2" name="Picture 2" descr="Lance Icon #332107 - Free Icons Library">
                  <a:extLst>
                    <a:ext uri="{FF2B5EF4-FFF2-40B4-BE49-F238E27FC236}">
                      <a16:creationId xmlns:a16="http://schemas.microsoft.com/office/drawing/2014/main" id="{CA2AC811-6885-4824-9757-72E31174BD4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317022" y="5010105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3" name="Picture 2" descr="Lance Icon #332107 - Free Icons Library">
                  <a:extLst>
                    <a:ext uri="{FF2B5EF4-FFF2-40B4-BE49-F238E27FC236}">
                      <a16:creationId xmlns:a16="http://schemas.microsoft.com/office/drawing/2014/main" id="{5C8EB19D-B0ED-4943-8AB4-926D556F176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211343" y="5292113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8CD8C3D4-B16E-415E-A11E-86B7F408E189}"/>
                </a:ext>
              </a:extLst>
            </p:cNvPr>
            <p:cNvGrpSpPr/>
            <p:nvPr/>
          </p:nvGrpSpPr>
          <p:grpSpPr>
            <a:xfrm>
              <a:off x="4097762" y="4572232"/>
              <a:ext cx="1530220" cy="1504560"/>
              <a:chOff x="2228464" y="769658"/>
              <a:chExt cx="1530220" cy="1504560"/>
            </a:xfrm>
          </p:grpSpPr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A6F9E373-F494-4A64-94D4-A1978CB86B0F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Teardrop 57">
                <a:extLst>
                  <a:ext uri="{FF2B5EF4-FFF2-40B4-BE49-F238E27FC236}">
                    <a16:creationId xmlns:a16="http://schemas.microsoft.com/office/drawing/2014/main" id="{137246EC-676C-4426-8DB7-D3C1758B6189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437FCA6-7624-0F53-503C-C8437C562FC9}"/>
              </a:ext>
            </a:extLst>
          </p:cNvPr>
          <p:cNvGrpSpPr/>
          <p:nvPr/>
        </p:nvGrpSpPr>
        <p:grpSpPr>
          <a:xfrm>
            <a:off x="4875435" y="5684617"/>
            <a:ext cx="1042416" cy="1024128"/>
            <a:chOff x="352772" y="4591705"/>
            <a:chExt cx="1530220" cy="1504560"/>
          </a:xfrm>
        </p:grpSpPr>
        <p:pic>
          <p:nvPicPr>
            <p:cNvPr id="80" name="Picture 79" descr="A black dog running&#10;&#10;Description automatically generated with low confidence">
              <a:extLst>
                <a:ext uri="{FF2B5EF4-FFF2-40B4-BE49-F238E27FC236}">
                  <a16:creationId xmlns:a16="http://schemas.microsoft.com/office/drawing/2014/main" id="{54B2D537-8E47-4FBA-9C27-C9FB91C8501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4512" y="4932274"/>
              <a:ext cx="1024584" cy="1024584"/>
            </a:xfrm>
            <a:prstGeom prst="rect">
              <a:avLst/>
            </a:prstGeom>
          </p:spPr>
        </p:pic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06F4695A-992C-43DE-8DF7-95F632AF5AF5}"/>
                </a:ext>
              </a:extLst>
            </p:cNvPr>
            <p:cNvGrpSpPr/>
            <p:nvPr/>
          </p:nvGrpSpPr>
          <p:grpSpPr>
            <a:xfrm>
              <a:off x="352772" y="4591705"/>
              <a:ext cx="1530220" cy="1504560"/>
              <a:chOff x="352772" y="769658"/>
              <a:chExt cx="1530220" cy="1504560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4E743758-DB4C-4612-9354-CD469FCDA466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" name="Teardrop 66">
                <a:extLst>
                  <a:ext uri="{FF2B5EF4-FFF2-40B4-BE49-F238E27FC236}">
                    <a16:creationId xmlns:a16="http://schemas.microsoft.com/office/drawing/2014/main" id="{5561F6FA-6BDB-4004-8EB6-FA354CC9D255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7C8B39A-08BB-9FCA-3903-E17D07D602D1}"/>
              </a:ext>
            </a:extLst>
          </p:cNvPr>
          <p:cNvGrpSpPr/>
          <p:nvPr/>
        </p:nvGrpSpPr>
        <p:grpSpPr>
          <a:xfrm>
            <a:off x="1333182" y="579654"/>
            <a:ext cx="1042416" cy="1024128"/>
            <a:chOff x="2228464" y="769658"/>
            <a:chExt cx="1530220" cy="150456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095E676-6F86-466E-B850-E997863AC062}"/>
                </a:ext>
              </a:extLst>
            </p:cNvPr>
            <p:cNvGrpSpPr/>
            <p:nvPr/>
          </p:nvGrpSpPr>
          <p:grpSpPr>
            <a:xfrm>
              <a:off x="2228464" y="769658"/>
              <a:ext cx="1530220" cy="1504560"/>
              <a:chOff x="2228464" y="769658"/>
              <a:chExt cx="1530220" cy="1504560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F117E808-8A94-408E-80C8-021AD555741D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Teardrop 13">
                <a:extLst>
                  <a:ext uri="{FF2B5EF4-FFF2-40B4-BE49-F238E27FC236}">
                    <a16:creationId xmlns:a16="http://schemas.microsoft.com/office/drawing/2014/main" id="{9F841645-CDC5-4F2C-8C9B-7576F2C86001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70DD3B4B-C93D-48CE-843C-42D1BFAFABE7}"/>
                </a:ext>
              </a:extLst>
            </p:cNvPr>
            <p:cNvGrpSpPr/>
            <p:nvPr/>
          </p:nvGrpSpPr>
          <p:grpSpPr>
            <a:xfrm>
              <a:off x="2501689" y="1177784"/>
              <a:ext cx="976948" cy="812944"/>
              <a:chOff x="3594680" y="5038390"/>
              <a:chExt cx="976948" cy="812944"/>
            </a:xfrm>
          </p:grpSpPr>
          <p:pic>
            <p:nvPicPr>
              <p:cNvPr id="69" name="Picture 2" descr="Lance Icon #332107 - Free Icons Library">
                <a:extLst>
                  <a:ext uri="{FF2B5EF4-FFF2-40B4-BE49-F238E27FC236}">
                    <a16:creationId xmlns:a16="http://schemas.microsoft.com/office/drawing/2014/main" id="{0DBF0E08-A868-4346-BE3C-20FD81F6CFC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94680" y="5038390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0" name="Picture 2" descr="Lance Icon #332107 - Free Icons Library">
                <a:extLst>
                  <a:ext uri="{FF2B5EF4-FFF2-40B4-BE49-F238E27FC236}">
                    <a16:creationId xmlns:a16="http://schemas.microsoft.com/office/drawing/2014/main" id="{E6DC9AD1-0D15-4FA7-A657-FD8C601FF55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3758684" y="5038390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2DDD4286-2B27-9566-E989-3613B29703F8}"/>
              </a:ext>
            </a:extLst>
          </p:cNvPr>
          <p:cNvGrpSpPr/>
          <p:nvPr/>
        </p:nvGrpSpPr>
        <p:grpSpPr>
          <a:xfrm>
            <a:off x="2517595" y="575047"/>
            <a:ext cx="1042416" cy="1024128"/>
            <a:chOff x="4104156" y="769658"/>
            <a:chExt cx="1530220" cy="1504560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FB3E87B3-5A12-4019-BB45-079F9DD001BC}"/>
                </a:ext>
              </a:extLst>
            </p:cNvPr>
            <p:cNvGrpSpPr/>
            <p:nvPr/>
          </p:nvGrpSpPr>
          <p:grpSpPr>
            <a:xfrm>
              <a:off x="4104156" y="769658"/>
              <a:ext cx="1530220" cy="1504560"/>
              <a:chOff x="352772" y="769658"/>
              <a:chExt cx="1530220" cy="1504560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76D75A91-62F4-43D2-AA77-781AA4CAF8C2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Teardrop 18">
                <a:extLst>
                  <a:ext uri="{FF2B5EF4-FFF2-40B4-BE49-F238E27FC236}">
                    <a16:creationId xmlns:a16="http://schemas.microsoft.com/office/drawing/2014/main" id="{C78D89A9-F8D3-4771-A077-65787E4FC40E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D1793951-60EE-416E-97BC-FD54A857293F}"/>
                </a:ext>
              </a:extLst>
            </p:cNvPr>
            <p:cNvGrpSpPr/>
            <p:nvPr/>
          </p:nvGrpSpPr>
          <p:grpSpPr>
            <a:xfrm>
              <a:off x="4392672" y="1011115"/>
              <a:ext cx="1077055" cy="1167544"/>
              <a:chOff x="4052911" y="4937513"/>
              <a:chExt cx="1077055" cy="1167544"/>
            </a:xfrm>
          </p:grpSpPr>
          <p:pic>
            <p:nvPicPr>
              <p:cNvPr id="72" name="Picture 2" descr="Lance Icon #332107 - Free Icons Library">
                <a:extLst>
                  <a:ext uri="{FF2B5EF4-FFF2-40B4-BE49-F238E27FC236}">
                    <a16:creationId xmlns:a16="http://schemas.microsoft.com/office/drawing/2014/main" id="{062F49E8-C7DE-4EE5-A04D-0ED6178CC04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52911" y="49375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3" name="Picture 2" descr="Lance Icon #332107 - Free Icons Library">
                <a:extLst>
                  <a:ext uri="{FF2B5EF4-FFF2-40B4-BE49-F238E27FC236}">
                    <a16:creationId xmlns:a16="http://schemas.microsoft.com/office/drawing/2014/main" id="{F50473B2-6B1C-4B02-B6F0-2FBF1E6F75D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17022" y="5010105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4" name="Picture 2" descr="Lance Icon #332107 - Free Icons Library">
                <a:extLst>
                  <a:ext uri="{FF2B5EF4-FFF2-40B4-BE49-F238E27FC236}">
                    <a16:creationId xmlns:a16="http://schemas.microsoft.com/office/drawing/2014/main" id="{780F8B70-19B5-4C7A-83FC-87DA55D4CEC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211343" y="52921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7157ECDB-21E6-475F-9B9E-D629E25DB5C4}"/>
              </a:ext>
            </a:extLst>
          </p:cNvPr>
          <p:cNvGrpSpPr/>
          <p:nvPr/>
        </p:nvGrpSpPr>
        <p:grpSpPr>
          <a:xfrm>
            <a:off x="127089" y="5677674"/>
            <a:ext cx="1042416" cy="1024128"/>
            <a:chOff x="7855540" y="769658"/>
            <a:chExt cx="1530220" cy="1504560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D5A01EF2-6A72-416B-BEF4-9C5597EEED94}"/>
                </a:ext>
              </a:extLst>
            </p:cNvPr>
            <p:cNvGrpSpPr/>
            <p:nvPr/>
          </p:nvGrpSpPr>
          <p:grpSpPr>
            <a:xfrm>
              <a:off x="7855540" y="769658"/>
              <a:ext cx="1530220" cy="1504560"/>
              <a:chOff x="352772" y="769658"/>
              <a:chExt cx="1530220" cy="150456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3619308-869D-4B9D-80A6-D8DC09C6F4E6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ardrop 24">
                <a:extLst>
                  <a:ext uri="{FF2B5EF4-FFF2-40B4-BE49-F238E27FC236}">
                    <a16:creationId xmlns:a16="http://schemas.microsoft.com/office/drawing/2014/main" id="{680CD332-32EA-4074-B5AB-1A425EDFF978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1" name="Picture 80" descr="Icon&#10;&#10;Description automatically generated">
              <a:extLst>
                <a:ext uri="{FF2B5EF4-FFF2-40B4-BE49-F238E27FC236}">
                  <a16:creationId xmlns:a16="http://schemas.microsoft.com/office/drawing/2014/main" id="{05F88C78-AE5F-4153-82B6-A2190A1FABF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76486" y="1282062"/>
              <a:ext cx="681505" cy="681505"/>
            </a:xfrm>
            <a:prstGeom prst="rect">
              <a:avLst/>
            </a:prstGeom>
          </p:spPr>
        </p:pic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9A9E654B-B284-90EA-3E2D-B0F3FBCA15DC}"/>
              </a:ext>
            </a:extLst>
          </p:cNvPr>
          <p:cNvGrpSpPr/>
          <p:nvPr/>
        </p:nvGrpSpPr>
        <p:grpSpPr>
          <a:xfrm>
            <a:off x="4883010" y="581015"/>
            <a:ext cx="1042416" cy="1024128"/>
            <a:chOff x="2222070" y="4572232"/>
            <a:chExt cx="1530220" cy="1504560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1FC00529-23CE-4FCF-A50C-AA3AC5589DB0}"/>
                </a:ext>
              </a:extLst>
            </p:cNvPr>
            <p:cNvGrpSpPr/>
            <p:nvPr/>
          </p:nvGrpSpPr>
          <p:grpSpPr>
            <a:xfrm>
              <a:off x="2222070" y="4572232"/>
              <a:ext cx="1530220" cy="1504560"/>
              <a:chOff x="352772" y="769658"/>
              <a:chExt cx="1530220" cy="1504560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9CBDC72C-4EFD-4B41-832D-96B950A562D1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Teardrop 54">
                <a:extLst>
                  <a:ext uri="{FF2B5EF4-FFF2-40B4-BE49-F238E27FC236}">
                    <a16:creationId xmlns:a16="http://schemas.microsoft.com/office/drawing/2014/main" id="{811C71B9-307D-4216-BB63-5F451D2640CD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C8E909E2-06E2-4FA9-A98F-BB951140B5D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659270" y="5092666"/>
              <a:ext cx="648998" cy="704310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C4E5E77-E6BB-E278-31B5-A62B2471D117}"/>
              </a:ext>
            </a:extLst>
          </p:cNvPr>
          <p:cNvGrpSpPr/>
          <p:nvPr/>
        </p:nvGrpSpPr>
        <p:grpSpPr>
          <a:xfrm>
            <a:off x="2507926" y="1712623"/>
            <a:ext cx="1042416" cy="1024128"/>
            <a:chOff x="9731232" y="2676720"/>
            <a:chExt cx="1530220" cy="1504560"/>
          </a:xfrm>
        </p:grpSpPr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68292B91-F03C-4590-94F5-41F22747A8E2}"/>
                </a:ext>
              </a:extLst>
            </p:cNvPr>
            <p:cNvGrpSpPr/>
            <p:nvPr/>
          </p:nvGrpSpPr>
          <p:grpSpPr>
            <a:xfrm>
              <a:off x="9731232" y="2676720"/>
              <a:ext cx="1530220" cy="1504560"/>
              <a:chOff x="2228464" y="769658"/>
              <a:chExt cx="1530220" cy="1504560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9FE2E93B-D854-4C4B-968B-14061D22E4B3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" name="Teardrop 63">
                <a:extLst>
                  <a:ext uri="{FF2B5EF4-FFF2-40B4-BE49-F238E27FC236}">
                    <a16:creationId xmlns:a16="http://schemas.microsoft.com/office/drawing/2014/main" id="{C9FB5D00-DE57-4CCA-B2A9-F0D18C3345C3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8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1E8B8732-C418-4E1B-A18A-C4A0FB0470F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>
              <a:off x="10428205" y="3015261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7" name="Picture 6" descr="Rhinoceros Icon - Download Rhinoceros Icon 6866 | Noun Project">
              <a:extLst>
                <a:ext uri="{FF2B5EF4-FFF2-40B4-BE49-F238E27FC236}">
                  <a16:creationId xmlns:a16="http://schemas.microsoft.com/office/drawing/2014/main" id="{FAEE4A56-EE82-47C1-9109-8574C46EAD8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985" t="15480" r="7067" b="20695"/>
            <a:stretch/>
          </p:blipFill>
          <p:spPr bwMode="auto">
            <a:xfrm>
              <a:off x="10000658" y="3391528"/>
              <a:ext cx="855094" cy="6276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F6003A9-8951-9B8F-6195-9F8D658DB331}"/>
              </a:ext>
            </a:extLst>
          </p:cNvPr>
          <p:cNvGrpSpPr/>
          <p:nvPr/>
        </p:nvGrpSpPr>
        <p:grpSpPr>
          <a:xfrm>
            <a:off x="145211" y="1716953"/>
            <a:ext cx="1042416" cy="1024128"/>
            <a:chOff x="5544656" y="2694908"/>
            <a:chExt cx="1530220" cy="1504560"/>
          </a:xfrm>
        </p:grpSpPr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FA2C1872-4D5B-4ED1-9410-6D70FAA115FC}"/>
                </a:ext>
              </a:extLst>
            </p:cNvPr>
            <p:cNvGrpSpPr/>
            <p:nvPr/>
          </p:nvGrpSpPr>
          <p:grpSpPr>
            <a:xfrm>
              <a:off x="5544656" y="2694908"/>
              <a:ext cx="1530220" cy="1504560"/>
              <a:chOff x="352772" y="769658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AD017239-42A7-4AB2-B856-5E513DBE9043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Teardrop 96">
                <a:extLst>
                  <a:ext uri="{FF2B5EF4-FFF2-40B4-BE49-F238E27FC236}">
                    <a16:creationId xmlns:a16="http://schemas.microsoft.com/office/drawing/2014/main" id="{5C0D4A88-0239-40BD-9B0C-CBA7BDD41D77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8" name="Picture 6" descr="Rhinoceros Icon - Download Rhinoceros Icon 6866 | Noun Project">
              <a:extLst>
                <a:ext uri="{FF2B5EF4-FFF2-40B4-BE49-F238E27FC236}">
                  <a16:creationId xmlns:a16="http://schemas.microsoft.com/office/drawing/2014/main" id="{310AFD29-02F3-454D-8BB6-CD109FF333F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985" t="15480" r="7067" b="20695"/>
            <a:stretch/>
          </p:blipFill>
          <p:spPr bwMode="auto">
            <a:xfrm>
              <a:off x="5878807" y="3196702"/>
              <a:ext cx="855094" cy="6276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36C31A61-BA4B-9AD6-EE30-4DAC0A1102E2}"/>
              </a:ext>
            </a:extLst>
          </p:cNvPr>
          <p:cNvGrpSpPr/>
          <p:nvPr/>
        </p:nvGrpSpPr>
        <p:grpSpPr>
          <a:xfrm>
            <a:off x="1333262" y="1712623"/>
            <a:ext cx="1042416" cy="1024128"/>
            <a:chOff x="7637944" y="2676720"/>
            <a:chExt cx="1530220" cy="1504560"/>
          </a:xfrm>
        </p:grpSpPr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C1F0D551-45BF-4CDD-8F99-E2B349392D24}"/>
                </a:ext>
              </a:extLst>
            </p:cNvPr>
            <p:cNvGrpSpPr/>
            <p:nvPr/>
          </p:nvGrpSpPr>
          <p:grpSpPr>
            <a:xfrm>
              <a:off x="7637944" y="2676720"/>
              <a:ext cx="1530220" cy="1504560"/>
              <a:chOff x="352772" y="769658"/>
              <a:chExt cx="1530220" cy="1504560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4E351B2A-3565-44BD-9E25-E72A95F711CA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Teardrop 60">
                <a:extLst>
                  <a:ext uri="{FF2B5EF4-FFF2-40B4-BE49-F238E27FC236}">
                    <a16:creationId xmlns:a16="http://schemas.microsoft.com/office/drawing/2014/main" id="{C2727429-F34B-476D-AB34-AD9E65C36467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5" name="Picture 6" descr="Rhinoceros Icon - Download Rhinoceros Icon 6866 | Noun Project">
              <a:extLst>
                <a:ext uri="{FF2B5EF4-FFF2-40B4-BE49-F238E27FC236}">
                  <a16:creationId xmlns:a16="http://schemas.microsoft.com/office/drawing/2014/main" id="{29834DED-EA34-43D8-88DA-BED7F90B652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985" t="15480" r="7067" b="20695"/>
            <a:stretch/>
          </p:blipFill>
          <p:spPr bwMode="auto">
            <a:xfrm>
              <a:off x="7972096" y="3289583"/>
              <a:ext cx="855094" cy="6276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9C3B3DA8-C68F-419E-B57D-AEA41DA598D6}"/>
                </a:ext>
              </a:extLst>
            </p:cNvPr>
            <p:cNvGrpSpPr/>
            <p:nvPr/>
          </p:nvGrpSpPr>
          <p:grpSpPr>
            <a:xfrm>
              <a:off x="8153264" y="3019446"/>
              <a:ext cx="356803" cy="366090"/>
              <a:chOff x="5679550" y="3756554"/>
              <a:chExt cx="1025561" cy="1052253"/>
            </a:xfrm>
          </p:grpSpPr>
          <p:sp>
            <p:nvSpPr>
              <p:cNvPr id="100" name="Cross 99">
                <a:extLst>
                  <a:ext uri="{FF2B5EF4-FFF2-40B4-BE49-F238E27FC236}">
                    <a16:creationId xmlns:a16="http://schemas.microsoft.com/office/drawing/2014/main" id="{B88D9770-7D38-49BC-8EA6-5A23CA2044CB}"/>
                  </a:ext>
                </a:extLst>
              </p:cNvPr>
              <p:cNvSpPr/>
              <p:nvPr/>
            </p:nvSpPr>
            <p:spPr>
              <a:xfrm>
                <a:off x="5679550" y="4011624"/>
                <a:ext cx="797183" cy="797183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Cross 105">
                <a:extLst>
                  <a:ext uri="{FF2B5EF4-FFF2-40B4-BE49-F238E27FC236}">
                    <a16:creationId xmlns:a16="http://schemas.microsoft.com/office/drawing/2014/main" id="{278EDF28-2D31-4678-A971-D3DD001DEEAB}"/>
                  </a:ext>
                </a:extLst>
              </p:cNvPr>
              <p:cNvSpPr/>
              <p:nvPr/>
            </p:nvSpPr>
            <p:spPr>
              <a:xfrm>
                <a:off x="6248355" y="3756554"/>
                <a:ext cx="456756" cy="456756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0019379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9B9AD732-95A7-464E-84FB-345DEA6D5A03}"/>
              </a:ext>
            </a:extLst>
          </p:cNvPr>
          <p:cNvGrpSpPr/>
          <p:nvPr/>
        </p:nvGrpSpPr>
        <p:grpSpPr>
          <a:xfrm>
            <a:off x="3815787" y="330955"/>
            <a:ext cx="853552" cy="532349"/>
            <a:chOff x="2900763" y="2085703"/>
            <a:chExt cx="4705412" cy="2934705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5BC4F18-F19D-4F57-AB51-D3741AF92023}"/>
                </a:ext>
              </a:extLst>
            </p:cNvPr>
            <p:cNvGrpSpPr/>
            <p:nvPr/>
          </p:nvGrpSpPr>
          <p:grpSpPr>
            <a:xfrm>
              <a:off x="2900763" y="2861350"/>
              <a:ext cx="4198027" cy="1265260"/>
              <a:chOff x="4247860" y="4659923"/>
              <a:chExt cx="2418618" cy="720969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2159C10-DE56-4CFE-884E-D0D529D7D4DE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EE7EA624-658F-4DB6-AF85-748453202C8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ight Triangle 14">
                <a:extLst>
                  <a:ext uri="{FF2B5EF4-FFF2-40B4-BE49-F238E27FC236}">
                    <a16:creationId xmlns:a16="http://schemas.microsoft.com/office/drawing/2014/main" id="{B3C963C4-1622-4870-98CC-12939FFE2136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44359FE-9D98-4062-8606-C65EF7F4DF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24199" y="4123807"/>
              <a:ext cx="4308586" cy="896601"/>
            </a:xfrm>
            <a:prstGeom prst="rect">
              <a:avLst/>
            </a:prstGeom>
          </p:spPr>
        </p:pic>
        <p:sp>
          <p:nvSpPr>
            <p:cNvPr id="7" name="Flowchart: Terminator 6">
              <a:extLst>
                <a:ext uri="{FF2B5EF4-FFF2-40B4-BE49-F238E27FC236}">
                  <a16:creationId xmlns:a16="http://schemas.microsoft.com/office/drawing/2014/main" id="{CBCEF575-CF71-4E24-A603-B865CFE99D11}"/>
                </a:ext>
              </a:extLst>
            </p:cNvPr>
            <p:cNvSpPr/>
            <p:nvPr/>
          </p:nvSpPr>
          <p:spPr>
            <a:xfrm>
              <a:off x="5845110" y="2807720"/>
              <a:ext cx="1320835" cy="536293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9C2DC28-6CF9-4B02-864F-3AE0FE3FFBDD}"/>
                </a:ext>
              </a:extLst>
            </p:cNvPr>
            <p:cNvSpPr/>
            <p:nvPr/>
          </p:nvSpPr>
          <p:spPr>
            <a:xfrm>
              <a:off x="7093594" y="3503768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6D16D22-588D-49B7-865A-D7708139FE47}"/>
                </a:ext>
              </a:extLst>
            </p:cNvPr>
            <p:cNvSpPr/>
            <p:nvPr/>
          </p:nvSpPr>
          <p:spPr>
            <a:xfrm rot="2402351">
              <a:off x="7234434" y="3115554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AB7F893-550C-471F-ABD9-4144A9CE20F1}"/>
                </a:ext>
              </a:extLst>
            </p:cNvPr>
            <p:cNvSpPr/>
            <p:nvPr/>
          </p:nvSpPr>
          <p:spPr>
            <a:xfrm>
              <a:off x="3582903" y="3056767"/>
              <a:ext cx="1103909" cy="100320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1452C52-9CAA-4C9C-9B6F-243AF7B5F9FA}"/>
                </a:ext>
              </a:extLst>
            </p:cNvPr>
            <p:cNvGrpSpPr/>
            <p:nvPr/>
          </p:nvGrpSpPr>
          <p:grpSpPr>
            <a:xfrm>
              <a:off x="4134857" y="2085703"/>
              <a:ext cx="1609987" cy="1113795"/>
              <a:chOff x="7009704" y="3352146"/>
              <a:chExt cx="3690533" cy="2438650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C3E2D5EA-136F-4292-85DA-153A23FC21F7}"/>
                  </a:ext>
                </a:extLst>
              </p:cNvPr>
              <p:cNvGrpSpPr/>
              <p:nvPr/>
            </p:nvGrpSpPr>
            <p:grpSpPr>
              <a:xfrm rot="18486280">
                <a:off x="7600474" y="3032885"/>
                <a:ext cx="1486513" cy="2536581"/>
                <a:chOff x="7378980" y="3429000"/>
                <a:chExt cx="1501251" cy="2121715"/>
              </a:xfrm>
            </p:grpSpPr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91BE3346-8038-4187-A59C-850C635E27FF}"/>
                    </a:ext>
                  </a:extLst>
                </p:cNvPr>
                <p:cNvSpPr/>
                <p:nvPr/>
              </p:nvSpPr>
              <p:spPr>
                <a:xfrm>
                  <a:off x="7378980" y="3429000"/>
                  <a:ext cx="1501251" cy="410919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6B949AFD-90DD-4A27-8702-E8523BC1A783}"/>
                    </a:ext>
                  </a:extLst>
                </p:cNvPr>
                <p:cNvSpPr/>
                <p:nvPr/>
              </p:nvSpPr>
              <p:spPr>
                <a:xfrm>
                  <a:off x="7553151" y="3839919"/>
                  <a:ext cx="1152908" cy="171079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8" name="Isosceles Triangle 17">
                <a:extLst>
                  <a:ext uri="{FF2B5EF4-FFF2-40B4-BE49-F238E27FC236}">
                    <a16:creationId xmlns:a16="http://schemas.microsoft.com/office/drawing/2014/main" id="{25F40D95-11F8-4BD3-B573-782ACE7B646A}"/>
                  </a:ext>
                </a:extLst>
              </p:cNvPr>
              <p:cNvSpPr/>
              <p:nvPr/>
            </p:nvSpPr>
            <p:spPr>
              <a:xfrm>
                <a:off x="7496983" y="3444038"/>
                <a:ext cx="3203254" cy="2346758"/>
              </a:xfrm>
              <a:prstGeom prst="triangle">
                <a:avLst/>
              </a:prstGeom>
              <a:ln w="28575"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4EEA37B-A931-47AD-948F-4D599D294BAD}"/>
                  </a:ext>
                </a:extLst>
              </p:cNvPr>
              <p:cNvSpPr/>
              <p:nvPr/>
            </p:nvSpPr>
            <p:spPr>
              <a:xfrm>
                <a:off x="8536305" y="4179265"/>
                <a:ext cx="1162689" cy="1179050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C70C4659-B683-44DA-884C-6798EDE04B3D}"/>
                  </a:ext>
                </a:extLst>
              </p:cNvPr>
              <p:cNvSpPr/>
              <p:nvPr/>
            </p:nvSpPr>
            <p:spPr>
              <a:xfrm>
                <a:off x="8757589" y="4428162"/>
                <a:ext cx="720121" cy="681256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864F22AF-C9F7-4096-A6AF-393EC194825A}"/>
                  </a:ext>
                </a:extLst>
              </p:cNvPr>
              <p:cNvSpPr/>
              <p:nvPr/>
            </p:nvSpPr>
            <p:spPr>
              <a:xfrm>
                <a:off x="7009704" y="5043309"/>
                <a:ext cx="1528334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E50F5253-74C4-4B7D-9789-43478F90EDD4}"/>
                  </a:ext>
                </a:extLst>
              </p:cNvPr>
              <p:cNvSpPr/>
              <p:nvPr/>
            </p:nvSpPr>
            <p:spPr>
              <a:xfrm>
                <a:off x="9727403" y="5043309"/>
                <a:ext cx="912686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C62C8005-F8C8-4F42-A0BA-987886545D46}"/>
                  </a:ext>
                </a:extLst>
              </p:cNvPr>
              <p:cNvSpPr/>
              <p:nvPr/>
            </p:nvSpPr>
            <p:spPr>
              <a:xfrm>
                <a:off x="8730683" y="3352146"/>
                <a:ext cx="773931" cy="40512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B2473553-5049-474E-A0C2-C8EB49FE8F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867523" y="1763482"/>
            <a:ext cx="373309" cy="1095767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4A0C606F-4267-4499-86FF-E7C856830C15}"/>
              </a:ext>
            </a:extLst>
          </p:cNvPr>
          <p:cNvGrpSpPr/>
          <p:nvPr/>
        </p:nvGrpSpPr>
        <p:grpSpPr>
          <a:xfrm>
            <a:off x="1814970" y="864745"/>
            <a:ext cx="1085793" cy="994481"/>
            <a:chOff x="1814970" y="864745"/>
            <a:chExt cx="1085793" cy="994481"/>
          </a:xfrm>
        </p:grpSpPr>
        <p:pic>
          <p:nvPicPr>
            <p:cNvPr id="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8F953852-325B-47C5-ADDF-445C1B72304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814970" y="864745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6BCE5C89-CA25-4A1E-A8FD-C1AE8E5BA5D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814970" y="1275135"/>
              <a:ext cx="441135" cy="584091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8906169-481A-4B66-A073-9E433ABDF0BC}"/>
              </a:ext>
            </a:extLst>
          </p:cNvPr>
          <p:cNvGrpSpPr/>
          <p:nvPr/>
        </p:nvGrpSpPr>
        <p:grpSpPr>
          <a:xfrm>
            <a:off x="2710303" y="2152235"/>
            <a:ext cx="1173327" cy="882773"/>
            <a:chOff x="4159039" y="1783037"/>
            <a:chExt cx="1173327" cy="882773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1BF6CC51-8A70-4FEF-80AB-FFF006CB625E}"/>
                </a:ext>
              </a:extLst>
            </p:cNvPr>
            <p:cNvCxnSpPr/>
            <p:nvPr/>
          </p:nvCxnSpPr>
          <p:spPr>
            <a:xfrm>
              <a:off x="4370638" y="1797365"/>
              <a:ext cx="169273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6D3BFCBD-9181-4B04-83EB-0361B88EFE35}"/>
                </a:ext>
              </a:extLst>
            </p:cNvPr>
            <p:cNvCxnSpPr>
              <a:cxnSpLocks/>
            </p:cNvCxnSpPr>
            <p:nvPr/>
          </p:nvCxnSpPr>
          <p:spPr>
            <a:xfrm>
              <a:off x="4666868" y="1783037"/>
              <a:ext cx="0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DFB0307-E4B5-4C90-B43B-855BD63430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51510" y="1854676"/>
              <a:ext cx="221201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A120119-F222-4205-94B2-AE485FB322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93826" y="2173084"/>
              <a:ext cx="538540" cy="49272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F808F9F-DC13-4698-8D97-16687A2B4F06}"/>
                </a:ext>
              </a:extLst>
            </p:cNvPr>
            <p:cNvCxnSpPr>
              <a:cxnSpLocks/>
            </p:cNvCxnSpPr>
            <p:nvPr/>
          </p:nvCxnSpPr>
          <p:spPr>
            <a:xfrm>
              <a:off x="4159039" y="1995854"/>
              <a:ext cx="353163" cy="631024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1026" name="Picture 2" descr="Bear Vector | FreeVectors">
            <a:extLst>
              <a:ext uri="{FF2B5EF4-FFF2-40B4-BE49-F238E27FC236}">
                <a16:creationId xmlns:a16="http://schemas.microsoft.com/office/drawing/2014/main" id="{312E22FD-C866-4046-B97F-E07A53F958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1903" y="177043"/>
            <a:ext cx="940984" cy="542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Gear Vector Art, Icons, and Graphics for Free Download">
            <a:extLst>
              <a:ext uri="{FF2B5EF4-FFF2-40B4-BE49-F238E27FC236}">
                <a16:creationId xmlns:a16="http://schemas.microsoft.com/office/drawing/2014/main" id="{EF6E2183-A3F3-4487-B665-B9A13BB032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4813" y="507197"/>
            <a:ext cx="565638" cy="565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3" name="Group 52">
            <a:extLst>
              <a:ext uri="{FF2B5EF4-FFF2-40B4-BE49-F238E27FC236}">
                <a16:creationId xmlns:a16="http://schemas.microsoft.com/office/drawing/2014/main" id="{0E7A05D4-7056-43F0-9251-68B0CAA6C001}"/>
              </a:ext>
            </a:extLst>
          </p:cNvPr>
          <p:cNvGrpSpPr/>
          <p:nvPr/>
        </p:nvGrpSpPr>
        <p:grpSpPr>
          <a:xfrm>
            <a:off x="4024832" y="819388"/>
            <a:ext cx="808009" cy="989668"/>
            <a:chOff x="6194360" y="2439332"/>
            <a:chExt cx="808009" cy="989668"/>
          </a:xfrm>
        </p:grpSpPr>
        <p:pic>
          <p:nvPicPr>
            <p:cNvPr id="37" name="Picture 36" descr="Gear Vector Art, Icons, and Graphics for Free Download">
              <a:extLst>
                <a:ext uri="{FF2B5EF4-FFF2-40B4-BE49-F238E27FC236}">
                  <a16:creationId xmlns:a16="http://schemas.microsoft.com/office/drawing/2014/main" id="{512F20F5-4DAC-4F5D-8732-966F4BE738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36731" y="2863362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D67FF49-7387-41F6-B218-87299235481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8672860">
              <a:off x="5964883" y="2668809"/>
              <a:ext cx="832263" cy="373310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73B320FE-C6B3-4DB7-88F7-4427ECF331D3}"/>
              </a:ext>
            </a:extLst>
          </p:cNvPr>
          <p:cNvGrpSpPr/>
          <p:nvPr/>
        </p:nvGrpSpPr>
        <p:grpSpPr>
          <a:xfrm>
            <a:off x="6006261" y="435781"/>
            <a:ext cx="685437" cy="894020"/>
            <a:chOff x="9047699" y="4554101"/>
            <a:chExt cx="685437" cy="894020"/>
          </a:xfrm>
        </p:grpSpPr>
        <p:pic>
          <p:nvPicPr>
            <p:cNvPr id="40" name="Picture 39" descr="Gear Vector Art, Icons, and Graphics for Free Download">
              <a:extLst>
                <a:ext uri="{FF2B5EF4-FFF2-40B4-BE49-F238E27FC236}">
                  <a16:creationId xmlns:a16="http://schemas.microsoft.com/office/drawing/2014/main" id="{5189BD92-613C-4D1E-8947-9FE59C7B3D5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67498" y="4882483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562BE8C3-448B-4C08-8EE2-1E77230DAB9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 rot="2035663">
              <a:off x="9047699" y="4554101"/>
              <a:ext cx="239597" cy="814630"/>
            </a:xfrm>
            <a:prstGeom prst="rect">
              <a:avLst/>
            </a:prstGeom>
          </p:spPr>
        </p:pic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29AF205-DF1C-4A50-A607-BF81851A2E13}"/>
              </a:ext>
            </a:extLst>
          </p:cNvPr>
          <p:cNvGrpSpPr/>
          <p:nvPr/>
        </p:nvGrpSpPr>
        <p:grpSpPr>
          <a:xfrm>
            <a:off x="5216414" y="1110642"/>
            <a:ext cx="837375" cy="913076"/>
            <a:chOff x="7972517" y="3380162"/>
            <a:chExt cx="837375" cy="913076"/>
          </a:xfrm>
        </p:grpSpPr>
        <p:pic>
          <p:nvPicPr>
            <p:cNvPr id="39" name="Picture 38" descr="Gear Vector Art, Icons, and Graphics for Free Download">
              <a:extLst>
                <a:ext uri="{FF2B5EF4-FFF2-40B4-BE49-F238E27FC236}">
                  <a16:creationId xmlns:a16="http://schemas.microsoft.com/office/drawing/2014/main" id="{6436BB1C-16FD-48DB-ADFE-C25A6516EDC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4254" y="3727600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0A97646-9F73-4BFB-9CF4-784F5AD421D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036193">
              <a:off x="7972517" y="3380162"/>
              <a:ext cx="342429" cy="864423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D4E20CA-ED72-4A5A-B58A-838AD2E15487}"/>
              </a:ext>
            </a:extLst>
          </p:cNvPr>
          <p:cNvGrpSpPr/>
          <p:nvPr/>
        </p:nvGrpSpPr>
        <p:grpSpPr>
          <a:xfrm>
            <a:off x="629222" y="420091"/>
            <a:ext cx="441899" cy="897919"/>
            <a:chOff x="2336221" y="3379711"/>
            <a:chExt cx="1561840" cy="3173589"/>
          </a:xfrm>
        </p:grpSpPr>
        <p:pic>
          <p:nvPicPr>
            <p:cNvPr id="4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7686C0B7-919E-420E-81D6-F409F607DA8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143162" y="3900994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8CC7C5A8-4C10-44E2-BC51-E94D4860901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461799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6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95C18155-9B0E-49C4-97F3-585BFE85964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780436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7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18D2CBC-9AA4-45DE-8810-6E95A973CA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3142529" y="3932952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96544C69-553F-4A5D-B604-7C56F9B0F7F2}"/>
                </a:ext>
              </a:extLst>
            </p:cNvPr>
            <p:cNvGrpSpPr/>
            <p:nvPr/>
          </p:nvGrpSpPr>
          <p:grpSpPr>
            <a:xfrm>
              <a:off x="2336221" y="4342941"/>
              <a:ext cx="1561840" cy="2210359"/>
              <a:chOff x="2505808" y="3487056"/>
              <a:chExt cx="1561840" cy="2210359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0EA58C43-F8DB-41DC-A02A-04349537069A}"/>
                  </a:ext>
                </a:extLst>
              </p:cNvPr>
              <p:cNvSpPr/>
              <p:nvPr/>
            </p:nvSpPr>
            <p:spPr>
              <a:xfrm>
                <a:off x="2681654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87A2BA07-FA85-4210-8997-A70804C0E748}"/>
                  </a:ext>
                </a:extLst>
              </p:cNvPr>
              <p:cNvSpPr/>
              <p:nvPr/>
            </p:nvSpPr>
            <p:spPr>
              <a:xfrm>
                <a:off x="3008398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B6E274C8-FE67-4C64-B784-8B7BCCCDD5FF}"/>
                  </a:ext>
                </a:extLst>
              </p:cNvPr>
              <p:cNvSpPr/>
              <p:nvPr/>
            </p:nvSpPr>
            <p:spPr>
              <a:xfrm>
                <a:off x="3332039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4461F1B2-49AA-4495-8074-F2B22751B062}"/>
                  </a:ext>
                </a:extLst>
              </p:cNvPr>
              <p:cNvSpPr/>
              <p:nvPr/>
            </p:nvSpPr>
            <p:spPr>
              <a:xfrm>
                <a:off x="3658783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99661D0-B268-40A2-8194-547B6F0E435C}"/>
                  </a:ext>
                </a:extLst>
              </p:cNvPr>
              <p:cNvSpPr/>
              <p:nvPr/>
            </p:nvSpPr>
            <p:spPr>
              <a:xfrm>
                <a:off x="2505808" y="4818185"/>
                <a:ext cx="1561840" cy="87923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F9A7E959-0827-410E-90A2-8A0C3201A67E}"/>
                  </a:ext>
                </a:extLst>
              </p:cNvPr>
              <p:cNvSpPr/>
              <p:nvPr/>
            </p:nvSpPr>
            <p:spPr>
              <a:xfrm>
                <a:off x="2630373" y="496141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4F3796C7-2846-45A4-A4E7-9376EA3D2DC4}"/>
                  </a:ext>
                </a:extLst>
              </p:cNvPr>
              <p:cNvSpPr/>
              <p:nvPr/>
            </p:nvSpPr>
            <p:spPr>
              <a:xfrm>
                <a:off x="3606630" y="4952237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4E4C2054-85B0-4047-A709-AC7E12DDBA24}"/>
                  </a:ext>
                </a:extLst>
              </p:cNvPr>
              <p:cNvSpPr/>
              <p:nvPr/>
            </p:nvSpPr>
            <p:spPr>
              <a:xfrm>
                <a:off x="3118501" y="495223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DB3C579F-C10D-4E90-83C8-2A2E95DE616C}"/>
                </a:ext>
              </a:extLst>
            </p:cNvPr>
            <p:cNvSpPr/>
            <p:nvPr/>
          </p:nvSpPr>
          <p:spPr>
            <a:xfrm>
              <a:off x="2989385" y="3437792"/>
              <a:ext cx="44044" cy="202223"/>
            </a:xfrm>
            <a:custGeom>
              <a:avLst/>
              <a:gdLst>
                <a:gd name="connsiteX0" fmla="*/ 8792 w 44044"/>
                <a:gd name="connsiteY0" fmla="*/ 0 h 202223"/>
                <a:gd name="connsiteX1" fmla="*/ 43961 w 44044"/>
                <a:gd name="connsiteY1" fmla="*/ 79131 h 202223"/>
                <a:gd name="connsiteX2" fmla="*/ 26377 w 44044"/>
                <a:gd name="connsiteY2" fmla="*/ 184639 h 202223"/>
                <a:gd name="connsiteX3" fmla="*/ 0 w 44044"/>
                <a:gd name="connsiteY3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044" h="202223">
                  <a:moveTo>
                    <a:pt x="8792" y="0"/>
                  </a:moveTo>
                  <a:cubicBezTo>
                    <a:pt x="20674" y="19804"/>
                    <a:pt x="45670" y="51792"/>
                    <a:pt x="43961" y="79131"/>
                  </a:cubicBezTo>
                  <a:cubicBezTo>
                    <a:pt x="41737" y="114716"/>
                    <a:pt x="38369" y="151062"/>
                    <a:pt x="26377" y="184639"/>
                  </a:cubicBezTo>
                  <a:cubicBezTo>
                    <a:pt x="22823" y="194590"/>
                    <a:pt x="0" y="202223"/>
                    <a:pt x="0" y="202223"/>
                  </a:cubicBez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76390397-67A1-4E1E-BAA2-FF85E56084CE}"/>
                </a:ext>
              </a:extLst>
            </p:cNvPr>
            <p:cNvSpPr/>
            <p:nvPr/>
          </p:nvSpPr>
          <p:spPr>
            <a:xfrm>
              <a:off x="2637692" y="3771900"/>
              <a:ext cx="101042" cy="202223"/>
            </a:xfrm>
            <a:custGeom>
              <a:avLst/>
              <a:gdLst>
                <a:gd name="connsiteX0" fmla="*/ 52754 w 101042"/>
                <a:gd name="connsiteY0" fmla="*/ 0 h 202223"/>
                <a:gd name="connsiteX1" fmla="*/ 96716 w 101042"/>
                <a:gd name="connsiteY1" fmla="*/ 35169 h 202223"/>
                <a:gd name="connsiteX2" fmla="*/ 61546 w 101042"/>
                <a:gd name="connsiteY2" fmla="*/ 158262 h 202223"/>
                <a:gd name="connsiteX3" fmla="*/ 8793 w 101042"/>
                <a:gd name="connsiteY3" fmla="*/ 193431 h 202223"/>
                <a:gd name="connsiteX4" fmla="*/ 0 w 101042"/>
                <a:gd name="connsiteY4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042" h="202223">
                  <a:moveTo>
                    <a:pt x="52754" y="0"/>
                  </a:moveTo>
                  <a:cubicBezTo>
                    <a:pt x="67408" y="11723"/>
                    <a:pt x="91561" y="17125"/>
                    <a:pt x="96716" y="35169"/>
                  </a:cubicBezTo>
                  <a:cubicBezTo>
                    <a:pt x="109029" y="78265"/>
                    <a:pt x="94369" y="129086"/>
                    <a:pt x="61546" y="158262"/>
                  </a:cubicBezTo>
                  <a:cubicBezTo>
                    <a:pt x="45751" y="172303"/>
                    <a:pt x="23738" y="178488"/>
                    <a:pt x="8793" y="193431"/>
                  </a:cubicBezTo>
                  <a:lnTo>
                    <a:pt x="0" y="202223"/>
                  </a:ln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9" name="Picture 58">
            <a:extLst>
              <a:ext uri="{FF2B5EF4-FFF2-40B4-BE49-F238E27FC236}">
                <a16:creationId xmlns:a16="http://schemas.microsoft.com/office/drawing/2014/main" id="{0EAB3AF7-FB98-4253-A8B4-98E5847F2A9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20981837">
            <a:off x="3512502" y="1112595"/>
            <a:ext cx="300479" cy="817119"/>
          </a:xfrm>
          <a:prstGeom prst="rect">
            <a:avLst/>
          </a:prstGeom>
        </p:spPr>
      </p:pic>
      <p:grpSp>
        <p:nvGrpSpPr>
          <p:cNvPr id="60" name="Group 59">
            <a:extLst>
              <a:ext uri="{FF2B5EF4-FFF2-40B4-BE49-F238E27FC236}">
                <a16:creationId xmlns:a16="http://schemas.microsoft.com/office/drawing/2014/main" id="{85511A02-3777-4EE5-84C7-9B7AAB889910}"/>
              </a:ext>
            </a:extLst>
          </p:cNvPr>
          <p:cNvGrpSpPr/>
          <p:nvPr/>
        </p:nvGrpSpPr>
        <p:grpSpPr>
          <a:xfrm>
            <a:off x="1711140" y="1820997"/>
            <a:ext cx="584643" cy="1235338"/>
            <a:chOff x="4175671" y="3350868"/>
            <a:chExt cx="584643" cy="1235338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A49D81EB-A8E8-470F-9399-F90B4711EF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21124584">
              <a:off x="4459835" y="3350868"/>
              <a:ext cx="300479" cy="817119"/>
            </a:xfrm>
            <a:prstGeom prst="rect">
              <a:avLst/>
            </a:prstGeom>
          </p:spPr>
        </p:pic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4557273B-AAF8-4CF0-B3CD-8714FAF8D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19982547">
              <a:off x="4183393" y="3448098"/>
              <a:ext cx="300479" cy="817119"/>
            </a:xfrm>
            <a:prstGeom prst="rect">
              <a:avLst/>
            </a:prstGeom>
          </p:spPr>
        </p:pic>
        <p:pic>
          <p:nvPicPr>
            <p:cNvPr id="62" name="Picture 61">
              <a:extLst>
                <a:ext uri="{FF2B5EF4-FFF2-40B4-BE49-F238E27FC236}">
                  <a16:creationId xmlns:a16="http://schemas.microsoft.com/office/drawing/2014/main" id="{D5C6E92C-0918-4B0E-B3C2-33E411B5C6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18968452">
              <a:off x="4175671" y="3769087"/>
              <a:ext cx="300479" cy="817119"/>
            </a:xfrm>
            <a:prstGeom prst="rect">
              <a:avLst/>
            </a:prstGeom>
          </p:spPr>
        </p:pic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7CD4FD97-DE7F-4B54-B498-7FED9BFF43F6}"/>
              </a:ext>
            </a:extLst>
          </p:cNvPr>
          <p:cNvGrpSpPr/>
          <p:nvPr/>
        </p:nvGrpSpPr>
        <p:grpSpPr>
          <a:xfrm>
            <a:off x="6832589" y="163414"/>
            <a:ext cx="767956" cy="1109015"/>
            <a:chOff x="664466" y="3345800"/>
            <a:chExt cx="1751197" cy="2528925"/>
          </a:xfrm>
        </p:grpSpPr>
        <p:pic>
          <p:nvPicPr>
            <p:cNvPr id="69" name="Picture 68">
              <a:extLst>
                <a:ext uri="{FF2B5EF4-FFF2-40B4-BE49-F238E27FC236}">
                  <a16:creationId xmlns:a16="http://schemas.microsoft.com/office/drawing/2014/main" id="{AA738FF7-C5E2-40BD-BAF9-A7396B575C41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 rot="2428800">
              <a:off x="1547765" y="3345800"/>
              <a:ext cx="403801" cy="2382441"/>
            </a:xfrm>
            <a:prstGeom prst="rect">
              <a:avLst/>
            </a:prstGeom>
          </p:spPr>
        </p:pic>
        <p:pic>
          <p:nvPicPr>
            <p:cNvPr id="58" name="Picture 2" descr="Medusa Icon - Download in Glyph Style">
              <a:extLst>
                <a:ext uri="{FF2B5EF4-FFF2-40B4-BE49-F238E27FC236}">
                  <a16:creationId xmlns:a16="http://schemas.microsoft.com/office/drawing/2014/main" id="{628094E2-A346-4085-8783-81C618AC0B9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664466" y="3523031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5EDDDEFB-D3BE-44ED-89C2-D42510CBDDD6}"/>
              </a:ext>
            </a:extLst>
          </p:cNvPr>
          <p:cNvGrpSpPr/>
          <p:nvPr/>
        </p:nvGrpSpPr>
        <p:grpSpPr>
          <a:xfrm>
            <a:off x="7963167" y="230978"/>
            <a:ext cx="786368" cy="1031293"/>
            <a:chOff x="2900763" y="3463813"/>
            <a:chExt cx="1793182" cy="2351694"/>
          </a:xfrm>
        </p:grpSpPr>
        <p:pic>
          <p:nvPicPr>
            <p:cNvPr id="6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544530-C780-49F5-9DC1-B25F628D6E0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3923115" y="3523031"/>
              <a:ext cx="770830" cy="13284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5" name="Picture 2" descr="Medusa Icon - Download in Glyph Style">
              <a:extLst>
                <a:ext uri="{FF2B5EF4-FFF2-40B4-BE49-F238E27FC236}">
                  <a16:creationId xmlns:a16="http://schemas.microsoft.com/office/drawing/2014/main" id="{204F92A3-9BA6-4874-8C39-A98C6285C65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2900763" y="3463813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68" name="Picture 2" descr="Medusa Icon - Download in Glyph Style">
            <a:extLst>
              <a:ext uri="{FF2B5EF4-FFF2-40B4-BE49-F238E27FC236}">
                <a16:creationId xmlns:a16="http://schemas.microsoft.com/office/drawing/2014/main" id="{38113AFB-A0B6-47A9-94D2-EB20B0DE8D4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51" r="13384"/>
          <a:stretch/>
        </p:blipFill>
        <p:spPr bwMode="auto">
          <a:xfrm>
            <a:off x="8972784" y="203953"/>
            <a:ext cx="767956" cy="10312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B2B20C4D-FCE9-49B2-B956-815DEC2C09E0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668934" y="3119713"/>
            <a:ext cx="565638" cy="898367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9A120853-D46D-4A15-B916-A241A1E450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0832" y="3153147"/>
            <a:ext cx="441135" cy="584091"/>
          </a:xfrm>
          <a:prstGeom prst="rect">
            <a:avLst/>
          </a:prstGeom>
        </p:spPr>
      </p:pic>
      <p:pic>
        <p:nvPicPr>
          <p:cNvPr id="74" name="Picture 10" descr="✓ flamethrower free vector eps, cdr, ai, svg vector illustration graphic art">
            <a:extLst>
              <a:ext uri="{FF2B5EF4-FFF2-40B4-BE49-F238E27FC236}">
                <a16:creationId xmlns:a16="http://schemas.microsoft.com/office/drawing/2014/main" id="{1F73333C-8BD9-45E2-A3C8-C87407712E6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258" b="25887"/>
          <a:stretch/>
        </p:blipFill>
        <p:spPr bwMode="auto">
          <a:xfrm rot="16200000">
            <a:off x="9573138" y="696876"/>
            <a:ext cx="1994433" cy="10195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6" name="Picture 75" descr="Shape&#10;&#10;Description automatically generated">
            <a:extLst>
              <a:ext uri="{FF2B5EF4-FFF2-40B4-BE49-F238E27FC236}">
                <a16:creationId xmlns:a16="http://schemas.microsoft.com/office/drawing/2014/main" id="{EEAC8945-235C-403B-B021-63173C457249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1698" y="1768648"/>
            <a:ext cx="368103" cy="456756"/>
          </a:xfrm>
          <a:prstGeom prst="rect">
            <a:avLst/>
          </a:prstGeom>
        </p:spPr>
      </p:pic>
      <p:pic>
        <p:nvPicPr>
          <p:cNvPr id="64" name="Picture 2" descr="Lance Icon #332107 - Free Icons Library">
            <a:extLst>
              <a:ext uri="{FF2B5EF4-FFF2-40B4-BE49-F238E27FC236}">
                <a16:creationId xmlns:a16="http://schemas.microsoft.com/office/drawing/2014/main" id="{79E27384-F17B-4B0E-A96D-C9711F4E5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0747" y="1904893"/>
            <a:ext cx="812944" cy="812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7" name="Picture 2" descr="Lance Icon #332107 - Free Icons Library">
            <a:extLst>
              <a:ext uri="{FF2B5EF4-FFF2-40B4-BE49-F238E27FC236}">
                <a16:creationId xmlns:a16="http://schemas.microsoft.com/office/drawing/2014/main" id="{980823C4-34C7-4F93-A663-447DF67B0F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05144" y="1932647"/>
            <a:ext cx="812944" cy="812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5" name="Picture 74" descr="A black dog running&#10;&#10;Description automatically generated with low confidence">
            <a:extLst>
              <a:ext uri="{FF2B5EF4-FFF2-40B4-BE49-F238E27FC236}">
                <a16:creationId xmlns:a16="http://schemas.microsoft.com/office/drawing/2014/main" id="{81278251-15F9-4ACB-ADC5-7F7E0A1E0C4F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1109" y="2256335"/>
            <a:ext cx="797183" cy="797183"/>
          </a:xfrm>
          <a:prstGeom prst="rect">
            <a:avLst/>
          </a:prstGeom>
        </p:spPr>
      </p:pic>
      <p:pic>
        <p:nvPicPr>
          <p:cNvPr id="79" name="Picture 78" descr="Icon&#10;&#10;Description automatically generated">
            <a:extLst>
              <a:ext uri="{FF2B5EF4-FFF2-40B4-BE49-F238E27FC236}">
                <a16:creationId xmlns:a16="http://schemas.microsoft.com/office/drawing/2014/main" id="{9652A323-A022-4A3E-9B2E-A0E85723D5E2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804" y="4059436"/>
            <a:ext cx="749371" cy="749371"/>
          </a:xfrm>
          <a:prstGeom prst="rect">
            <a:avLst/>
          </a:prstGeom>
        </p:spPr>
      </p:pic>
      <p:pic>
        <p:nvPicPr>
          <p:cNvPr id="1028" name="Picture 4" descr="Wood, log icon - Download on Iconfinder on Iconfinder">
            <a:extLst>
              <a:ext uri="{FF2B5EF4-FFF2-40B4-BE49-F238E27FC236}">
                <a16:creationId xmlns:a16="http://schemas.microsoft.com/office/drawing/2014/main" id="{FF3A671D-A6E3-44D7-9895-77F922B9C9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1637688" y="4042949"/>
            <a:ext cx="1128346" cy="665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Rhinoceros Icon - Download Rhinoceros Icon 6866 | Noun Project">
            <a:extLst>
              <a:ext uri="{FF2B5EF4-FFF2-40B4-BE49-F238E27FC236}">
                <a16:creationId xmlns:a16="http://schemas.microsoft.com/office/drawing/2014/main" id="{6BFD91E2-290C-484C-B4C4-EABE4F3B35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t="15480" r="7067" b="20695"/>
          <a:stretch/>
        </p:blipFill>
        <p:spPr bwMode="auto">
          <a:xfrm>
            <a:off x="9943417" y="2256335"/>
            <a:ext cx="1537128" cy="11283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49 Ring Of Fire Silhouette Stock Photos, Pictures &amp;amp; Royalty-Free Images -  iStock">
            <a:extLst>
              <a:ext uri="{FF2B5EF4-FFF2-40B4-BE49-F238E27FC236}">
                <a16:creationId xmlns:a16="http://schemas.microsoft.com/office/drawing/2014/main" id="{2B390836-17C3-40F7-9F69-6C111E9D613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01" t="3260" r="8629" b="5100"/>
          <a:stretch/>
        </p:blipFill>
        <p:spPr bwMode="auto">
          <a:xfrm>
            <a:off x="3741729" y="4809661"/>
            <a:ext cx="1091112" cy="12488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" name="Picture 80">
            <a:extLst>
              <a:ext uri="{FF2B5EF4-FFF2-40B4-BE49-F238E27FC236}">
                <a16:creationId xmlns:a16="http://schemas.microsoft.com/office/drawing/2014/main" id="{3052D884-7E89-4B8E-93F5-E72B3A515DA2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511919" y="3199065"/>
            <a:ext cx="795040" cy="862799"/>
          </a:xfrm>
          <a:prstGeom prst="rect">
            <a:avLst/>
          </a:prstGeom>
        </p:spPr>
      </p:pic>
      <p:pic>
        <p:nvPicPr>
          <p:cNvPr id="87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E5AAA06F-95F8-46F1-A21C-6436FDA68FD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10267935" y="4059436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8" name="Group 77">
            <a:extLst>
              <a:ext uri="{FF2B5EF4-FFF2-40B4-BE49-F238E27FC236}">
                <a16:creationId xmlns:a16="http://schemas.microsoft.com/office/drawing/2014/main" id="{77F85BC3-E016-44F9-940A-36673CD21FA5}"/>
              </a:ext>
            </a:extLst>
          </p:cNvPr>
          <p:cNvGrpSpPr/>
          <p:nvPr/>
        </p:nvGrpSpPr>
        <p:grpSpPr>
          <a:xfrm>
            <a:off x="6096000" y="3908350"/>
            <a:ext cx="356803" cy="366090"/>
            <a:chOff x="5679550" y="3756554"/>
            <a:chExt cx="1025561" cy="1052253"/>
          </a:xfrm>
        </p:grpSpPr>
        <p:sp>
          <p:nvSpPr>
            <p:cNvPr id="72" name="Cross 71">
              <a:extLst>
                <a:ext uri="{FF2B5EF4-FFF2-40B4-BE49-F238E27FC236}">
                  <a16:creationId xmlns:a16="http://schemas.microsoft.com/office/drawing/2014/main" id="{F1E41016-64DC-4027-92F5-743AF21216EC}"/>
                </a:ext>
              </a:extLst>
            </p:cNvPr>
            <p:cNvSpPr/>
            <p:nvPr/>
          </p:nvSpPr>
          <p:spPr>
            <a:xfrm>
              <a:off x="5679550" y="4011624"/>
              <a:ext cx="797183" cy="797183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Cross 84">
              <a:extLst>
                <a:ext uri="{FF2B5EF4-FFF2-40B4-BE49-F238E27FC236}">
                  <a16:creationId xmlns:a16="http://schemas.microsoft.com/office/drawing/2014/main" id="{348FA164-77D2-41B1-925D-61372ABFF391}"/>
                </a:ext>
              </a:extLst>
            </p:cNvPr>
            <p:cNvSpPr/>
            <p:nvPr/>
          </p:nvSpPr>
          <p:spPr>
            <a:xfrm>
              <a:off x="6248355" y="3756554"/>
              <a:ext cx="456756" cy="456756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B4A89F24-265B-4784-A5B5-10025DBC352A}"/>
              </a:ext>
            </a:extLst>
          </p:cNvPr>
          <p:cNvGrpSpPr/>
          <p:nvPr/>
        </p:nvGrpSpPr>
        <p:grpSpPr>
          <a:xfrm>
            <a:off x="5429581" y="4834283"/>
            <a:ext cx="913393" cy="682777"/>
            <a:chOff x="5429581" y="4834283"/>
            <a:chExt cx="913393" cy="682777"/>
          </a:xfrm>
        </p:grpSpPr>
        <p:pic>
          <p:nvPicPr>
            <p:cNvPr id="80" name="Picture 2" descr="Ax, halberd, knight, medieval, spear, warrior, weapon icon - Download on  Iconfinder">
              <a:extLst>
                <a:ext uri="{FF2B5EF4-FFF2-40B4-BE49-F238E27FC236}">
                  <a16:creationId xmlns:a16="http://schemas.microsoft.com/office/drawing/2014/main" id="{0B332E83-E1E6-418F-99E6-E19C68564B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60197" y="4834283"/>
              <a:ext cx="682777" cy="6827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2" descr="Ax, halberd, knight, medieval, spear, warrior, weapon icon - Download on  Iconfinder">
              <a:extLst>
                <a:ext uri="{FF2B5EF4-FFF2-40B4-BE49-F238E27FC236}">
                  <a16:creationId xmlns:a16="http://schemas.microsoft.com/office/drawing/2014/main" id="{4F845E28-5862-4921-B5FB-1481C821EC0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429581" y="4834283"/>
              <a:ext cx="682777" cy="6827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84" name="Picture 4" descr="Injector Icon #428145 - Free Icons Library">
            <a:extLst>
              <a:ext uri="{FF2B5EF4-FFF2-40B4-BE49-F238E27FC236}">
                <a16:creationId xmlns:a16="http://schemas.microsoft.com/office/drawing/2014/main" id="{BC0C8E6B-21B3-4419-B1F2-3895907F6D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76953" y="4363054"/>
            <a:ext cx="749371" cy="749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3" name="Star: 6 Points 82">
            <a:extLst>
              <a:ext uri="{FF2B5EF4-FFF2-40B4-BE49-F238E27FC236}">
                <a16:creationId xmlns:a16="http://schemas.microsoft.com/office/drawing/2014/main" id="{9F31FF51-88BC-4570-9476-84D902EB734F}"/>
              </a:ext>
            </a:extLst>
          </p:cNvPr>
          <p:cNvSpPr/>
          <p:nvPr/>
        </p:nvSpPr>
        <p:spPr>
          <a:xfrm>
            <a:off x="9603361" y="4961724"/>
            <a:ext cx="914400" cy="1128348"/>
          </a:xfrm>
          <a:prstGeom prst="star6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2" name="Star: 6 Points 91">
            <a:extLst>
              <a:ext uri="{FF2B5EF4-FFF2-40B4-BE49-F238E27FC236}">
                <a16:creationId xmlns:a16="http://schemas.microsoft.com/office/drawing/2014/main" id="{0ECA931E-5DE6-9FD4-A7CD-A4DAA4568BC7}"/>
              </a:ext>
            </a:extLst>
          </p:cNvPr>
          <p:cNvSpPr/>
          <p:nvPr/>
        </p:nvSpPr>
        <p:spPr>
          <a:xfrm>
            <a:off x="315032" y="1997026"/>
            <a:ext cx="312526" cy="387530"/>
          </a:xfrm>
          <a:prstGeom prst="star6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96223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ell Hound Clip Art - Royalty Free - GoGraph">
            <a:extLst>
              <a:ext uri="{FF2B5EF4-FFF2-40B4-BE49-F238E27FC236}">
                <a16:creationId xmlns:a16="http://schemas.microsoft.com/office/drawing/2014/main" id="{C1CEC88E-8AAA-4C61-BB3D-EA97E3BA1E0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681" b="60944"/>
          <a:stretch/>
        </p:blipFill>
        <p:spPr bwMode="auto">
          <a:xfrm>
            <a:off x="1021008" y="509222"/>
            <a:ext cx="922093" cy="721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0FEB92B4-F0CB-4B67-B32C-E6B82A069402}"/>
              </a:ext>
            </a:extLst>
          </p:cNvPr>
          <p:cNvGrpSpPr/>
          <p:nvPr/>
        </p:nvGrpSpPr>
        <p:grpSpPr>
          <a:xfrm rot="284745">
            <a:off x="2272079" y="849872"/>
            <a:ext cx="1385521" cy="569828"/>
            <a:chOff x="2676525" y="1935534"/>
            <a:chExt cx="6838950" cy="281267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D3A5509-E0BA-41D8-AAB9-E527AB804F9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76525" y="2109787"/>
              <a:ext cx="6838950" cy="2638425"/>
            </a:xfrm>
            <a:prstGeom prst="rect">
              <a:avLst/>
            </a:prstGeom>
          </p:spPr>
        </p:pic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3D42A16-59E3-4FAF-B71A-57EE6815BBD9}"/>
                </a:ext>
              </a:extLst>
            </p:cNvPr>
            <p:cNvSpPr/>
            <p:nvPr/>
          </p:nvSpPr>
          <p:spPr>
            <a:xfrm rot="21316495" flipH="1">
              <a:off x="7325852" y="1935534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A2A7D183-9415-4171-961A-016942699C90}"/>
                </a:ext>
              </a:extLst>
            </p:cNvPr>
            <p:cNvSpPr/>
            <p:nvPr/>
          </p:nvSpPr>
          <p:spPr>
            <a:xfrm rot="21173588" flipH="1">
              <a:off x="6964047" y="2008805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D5E39C4-9268-43F8-883C-FEA128882EFC}"/>
                </a:ext>
              </a:extLst>
            </p:cNvPr>
            <p:cNvSpPr/>
            <p:nvPr/>
          </p:nvSpPr>
          <p:spPr>
            <a:xfrm rot="21047560" flipH="1">
              <a:off x="6669360" y="2162000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4FC2E58F-7498-46E2-8EFA-018A62253DF1}"/>
                </a:ext>
              </a:extLst>
            </p:cNvPr>
            <p:cNvSpPr/>
            <p:nvPr/>
          </p:nvSpPr>
          <p:spPr>
            <a:xfrm rot="21103619" flipH="1">
              <a:off x="6450315" y="2349899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97B18A-C2D7-4766-9444-97A6E4CAAE7D}"/>
                </a:ext>
              </a:extLst>
            </p:cNvPr>
            <p:cNvSpPr/>
            <p:nvPr/>
          </p:nvSpPr>
          <p:spPr>
            <a:xfrm rot="20920544" flipH="1">
              <a:off x="5473029" y="2505529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8F831AC-6D9F-4185-8DB8-330F506B847A}"/>
                </a:ext>
              </a:extLst>
            </p:cNvPr>
            <p:cNvSpPr/>
            <p:nvPr/>
          </p:nvSpPr>
          <p:spPr>
            <a:xfrm rot="20920544" flipH="1">
              <a:off x="5249968" y="2584232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F500629-F960-40BF-AA5B-87C4AC4E22EC}"/>
                </a:ext>
              </a:extLst>
            </p:cNvPr>
            <p:cNvSpPr/>
            <p:nvPr/>
          </p:nvSpPr>
          <p:spPr>
            <a:xfrm rot="20920544" flipH="1">
              <a:off x="5006555" y="2663340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E71A6AB-9DAA-4672-A7EE-DA5D69855C2E}"/>
                </a:ext>
              </a:extLst>
            </p:cNvPr>
            <p:cNvSpPr/>
            <p:nvPr/>
          </p:nvSpPr>
          <p:spPr>
            <a:xfrm rot="20920544" flipH="1">
              <a:off x="4803466" y="2742448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169D391-7033-4678-8455-0D7D43806E3D}"/>
              </a:ext>
            </a:extLst>
          </p:cNvPr>
          <p:cNvGrpSpPr/>
          <p:nvPr/>
        </p:nvGrpSpPr>
        <p:grpSpPr>
          <a:xfrm>
            <a:off x="677328" y="1476039"/>
            <a:ext cx="839896" cy="1221835"/>
            <a:chOff x="677328" y="1476039"/>
            <a:chExt cx="839896" cy="1221835"/>
          </a:xfrm>
        </p:grpSpPr>
        <p:pic>
          <p:nvPicPr>
            <p:cNvPr id="23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441E083B-FA7C-4C50-8D38-B83C479B8C6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677328" y="1876242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6A58698F-A5F6-4EA8-BBDB-AED197AA4F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1661" y="1476039"/>
              <a:ext cx="591228" cy="5912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054" name="Picture 6" descr="Black demon mask Royalty Free Vector Image - VectorStock">
            <a:extLst>
              <a:ext uri="{FF2B5EF4-FFF2-40B4-BE49-F238E27FC236}">
                <a16:creationId xmlns:a16="http://schemas.microsoft.com/office/drawing/2014/main" id="{02BC1ED4-B1D0-4EFA-83A2-E73DB448F17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58" t="3076" r="5741" b="21026"/>
          <a:stretch/>
        </p:blipFill>
        <p:spPr bwMode="auto">
          <a:xfrm>
            <a:off x="5038622" y="174121"/>
            <a:ext cx="1077723" cy="1054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Demon silhouette Images, Stock Photos &amp;amp; Vectors | Shutterstock">
            <a:extLst>
              <a:ext uri="{FF2B5EF4-FFF2-40B4-BE49-F238E27FC236}">
                <a16:creationId xmlns:a16="http://schemas.microsoft.com/office/drawing/2014/main" id="{16DE8D8B-A9C0-4E2D-B8EB-B1D4F42E2D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86" t="3846" r="2458" b="10440"/>
          <a:stretch/>
        </p:blipFill>
        <p:spPr bwMode="auto">
          <a:xfrm>
            <a:off x="3912448" y="183553"/>
            <a:ext cx="1011115" cy="1047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3CFC9E65-24A3-407D-8D41-D4380AC039A1}"/>
              </a:ext>
            </a:extLst>
          </p:cNvPr>
          <p:cNvGrpSpPr/>
          <p:nvPr/>
        </p:nvGrpSpPr>
        <p:grpSpPr>
          <a:xfrm>
            <a:off x="1702199" y="1630873"/>
            <a:ext cx="878523" cy="1153062"/>
            <a:chOff x="2597771" y="2002265"/>
            <a:chExt cx="878523" cy="1153062"/>
          </a:xfrm>
        </p:grpSpPr>
        <p:pic>
          <p:nvPicPr>
            <p:cNvPr id="26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CE9E562F-D6D5-44DF-9F04-01EEFC6206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2624147" y="2002265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8" name="Picture 10" descr="Trident fork Images, Stock Photos &amp;amp; Vectors | Shutterstock">
              <a:extLst>
                <a:ext uri="{FF2B5EF4-FFF2-40B4-BE49-F238E27FC236}">
                  <a16:creationId xmlns:a16="http://schemas.microsoft.com/office/drawing/2014/main" id="{018A2271-E781-4E83-B2C5-2DF1F4B74E1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18" t="17157" r="10000" b="25809"/>
            <a:stretch/>
          </p:blipFill>
          <p:spPr bwMode="auto">
            <a:xfrm>
              <a:off x="2597771" y="2697874"/>
              <a:ext cx="878523" cy="4574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341BD591-8BA6-40EE-AC9F-0B041CCA22F0}"/>
                </a:ext>
              </a:extLst>
            </p:cNvPr>
            <p:cNvSpPr/>
            <p:nvPr/>
          </p:nvSpPr>
          <p:spPr>
            <a:xfrm rot="10800000">
              <a:off x="2939320" y="2709597"/>
              <a:ext cx="209550" cy="1143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5147A08F-4E05-45A0-BFB7-D047D8D8C6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8290" y="317177"/>
            <a:ext cx="1698449" cy="1273837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81A152A8-B717-48D1-81E1-AF6FE4093FB8}"/>
              </a:ext>
            </a:extLst>
          </p:cNvPr>
          <p:cNvGrpSpPr/>
          <p:nvPr/>
        </p:nvGrpSpPr>
        <p:grpSpPr>
          <a:xfrm>
            <a:off x="3199686" y="1734599"/>
            <a:ext cx="1503359" cy="647324"/>
            <a:chOff x="3112479" y="3199094"/>
            <a:chExt cx="1714395" cy="738193"/>
          </a:xfrm>
        </p:grpSpPr>
        <p:pic>
          <p:nvPicPr>
            <p:cNvPr id="3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7516E5C2-BA2D-4719-BC09-6D4B537AC78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450510" flipH="1">
              <a:off x="3112479" y="3514270"/>
              <a:ext cx="1332843" cy="4230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DF3F9986-DD74-404F-ACBA-34C697B68BA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4111041" y="3057878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9" name="Picture 6" descr="Musket silhouette flintlock old pistol symbol Vector Image">
            <a:extLst>
              <a:ext uri="{FF2B5EF4-FFF2-40B4-BE49-F238E27FC236}">
                <a16:creationId xmlns:a16="http://schemas.microsoft.com/office/drawing/2014/main" id="{A12D7B36-9280-4A4B-A911-44B2ADF64C5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3" t="30698" r="9130" b="37600"/>
          <a:stretch/>
        </p:blipFill>
        <p:spPr bwMode="auto">
          <a:xfrm rot="21128797">
            <a:off x="5086102" y="1379796"/>
            <a:ext cx="719381" cy="449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65792F3A-DEE3-4449-A014-AE891CF75E56}"/>
              </a:ext>
            </a:extLst>
          </p:cNvPr>
          <p:cNvGrpSpPr/>
          <p:nvPr/>
        </p:nvGrpSpPr>
        <p:grpSpPr>
          <a:xfrm>
            <a:off x="6001962" y="1771652"/>
            <a:ext cx="879947" cy="537139"/>
            <a:chOff x="6463936" y="4349523"/>
            <a:chExt cx="1205547" cy="735893"/>
          </a:xfrm>
        </p:grpSpPr>
        <p:pic>
          <p:nvPicPr>
            <p:cNvPr id="30" name="Picture 2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606ACEB-13B5-4A78-B878-56E0798B07F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605152" y="4369583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168D8CDE-F1F3-4A6E-9A6B-85E6C484C6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21128797">
              <a:off x="6950102" y="4349523"/>
              <a:ext cx="719381" cy="4494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35" name="Picture 34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D668840-1B19-48DF-902E-56AF8B0627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 rot="17746167">
            <a:off x="5289855" y="1927647"/>
            <a:ext cx="503884" cy="7515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160D9018-21F8-4484-AEF5-79D4ECB000D9}"/>
              </a:ext>
            </a:extLst>
          </p:cNvPr>
          <p:cNvGrpSpPr/>
          <p:nvPr/>
        </p:nvGrpSpPr>
        <p:grpSpPr>
          <a:xfrm>
            <a:off x="2810832" y="3134497"/>
            <a:ext cx="1074226" cy="828920"/>
            <a:chOff x="2810832" y="3134497"/>
            <a:chExt cx="1074226" cy="828920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BAA6B95C-D83F-4A28-A1B5-77C72047B3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3402696" y="3134497"/>
              <a:ext cx="482362" cy="828920"/>
            </a:xfrm>
            <a:prstGeom prst="rect">
              <a:avLst/>
            </a:prstGeom>
          </p:spPr>
        </p:pic>
        <p:pic>
          <p:nvPicPr>
            <p:cNvPr id="37" name="Picture 36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A0C16A1E-4F82-4CED-A413-32E545B6A6D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0832" y="3154414"/>
              <a:ext cx="591189" cy="789087"/>
            </a:xfrm>
            <a:prstGeom prst="rect">
              <a:avLst/>
            </a:prstGeom>
          </p:spPr>
        </p:pic>
      </p:grpSp>
      <p:pic>
        <p:nvPicPr>
          <p:cNvPr id="2049" name="Picture 2048">
            <a:extLst>
              <a:ext uri="{FF2B5EF4-FFF2-40B4-BE49-F238E27FC236}">
                <a16:creationId xmlns:a16="http://schemas.microsoft.com/office/drawing/2014/main" id="{474BF955-9C43-40B9-971D-5AFD031A87D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83300" y="3052245"/>
            <a:ext cx="706434" cy="993423"/>
          </a:xfrm>
          <a:prstGeom prst="rect">
            <a:avLst/>
          </a:prstGeom>
        </p:spPr>
      </p:pic>
      <p:pic>
        <p:nvPicPr>
          <p:cNvPr id="2053" name="Picture 2052">
            <a:extLst>
              <a:ext uri="{FF2B5EF4-FFF2-40B4-BE49-F238E27FC236}">
                <a16:creationId xmlns:a16="http://schemas.microsoft.com/office/drawing/2014/main" id="{DA691F31-DDD4-46D4-B46B-28594ACA559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84581" y="2214034"/>
            <a:ext cx="367418" cy="682348"/>
          </a:xfrm>
          <a:prstGeom prst="rect">
            <a:avLst/>
          </a:prstGeom>
        </p:spPr>
      </p:pic>
      <p:pic>
        <p:nvPicPr>
          <p:cNvPr id="2057" name="Picture 2056">
            <a:extLst>
              <a:ext uri="{FF2B5EF4-FFF2-40B4-BE49-F238E27FC236}">
                <a16:creationId xmlns:a16="http://schemas.microsoft.com/office/drawing/2014/main" id="{2279D88C-595B-4E00-8E8B-D6DDAE04AF8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444964" y="1986540"/>
            <a:ext cx="268205" cy="1065700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B087EC79-EBC5-4A33-A359-56046B5EEC7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355044" y="2301674"/>
            <a:ext cx="268205" cy="106570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48E9B0A-0611-4A04-BDC1-A077127211F5}"/>
              </a:ext>
            </a:extLst>
          </p:cNvPr>
          <p:cNvGrpSpPr/>
          <p:nvPr/>
        </p:nvGrpSpPr>
        <p:grpSpPr>
          <a:xfrm>
            <a:off x="10512878" y="457878"/>
            <a:ext cx="281393" cy="1273838"/>
            <a:chOff x="10512878" y="403188"/>
            <a:chExt cx="328865" cy="1328528"/>
          </a:xfrm>
        </p:grpSpPr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7FB78D92-3A25-43A9-98C4-17A8504B8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747528" y="403188"/>
              <a:ext cx="94215" cy="1006616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9EC443AE-6411-4FBB-B7A8-07E508361389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512878" y="434626"/>
              <a:ext cx="94215" cy="1006616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3F7A4D9F-37A1-4F9E-9CD3-9BF8B911C7B1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630202" y="725100"/>
              <a:ext cx="94215" cy="1006616"/>
            </a:xfrm>
            <a:prstGeom prst="rect">
              <a:avLst/>
            </a:prstGeom>
          </p:spPr>
        </p:pic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6593F164-8D3C-4BD4-A5D4-1933226FB1A2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250294" y="2796616"/>
            <a:ext cx="472098" cy="1482713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B5A4C5B-FC2E-4134-ADFA-7C7CD97205B4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22496" y="3162824"/>
            <a:ext cx="719115" cy="949584"/>
          </a:xfrm>
          <a:prstGeom prst="rect">
            <a:avLst/>
          </a:prstGeom>
        </p:spPr>
      </p:pic>
      <p:pic>
        <p:nvPicPr>
          <p:cNvPr id="48" name="Picture 4" descr="demon Icon - Download demon Icon 247538 | Noun Project">
            <a:extLst>
              <a:ext uri="{FF2B5EF4-FFF2-40B4-BE49-F238E27FC236}">
                <a16:creationId xmlns:a16="http://schemas.microsoft.com/office/drawing/2014/main" id="{B0E4F69F-98F2-4BD6-99CD-627DD6D6C2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2569" y="4166696"/>
            <a:ext cx="591228" cy="5912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48" name="Arrow: Right 2047">
            <a:extLst>
              <a:ext uri="{FF2B5EF4-FFF2-40B4-BE49-F238E27FC236}">
                <a16:creationId xmlns:a16="http://schemas.microsoft.com/office/drawing/2014/main" id="{CD469C1B-2563-41D8-9080-ADD4EE125D64}"/>
              </a:ext>
            </a:extLst>
          </p:cNvPr>
          <p:cNvSpPr/>
          <p:nvPr/>
        </p:nvSpPr>
        <p:spPr>
          <a:xfrm rot="13614897">
            <a:off x="850479" y="4704355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Arrow: Right 49">
            <a:extLst>
              <a:ext uri="{FF2B5EF4-FFF2-40B4-BE49-F238E27FC236}">
                <a16:creationId xmlns:a16="http://schemas.microsoft.com/office/drawing/2014/main" id="{4A338A6E-AA40-49B6-901C-F0F97C120BAF}"/>
              </a:ext>
            </a:extLst>
          </p:cNvPr>
          <p:cNvSpPr/>
          <p:nvPr/>
        </p:nvSpPr>
        <p:spPr>
          <a:xfrm rot="13614897">
            <a:off x="830906" y="4869284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Death Knight Logo Vector Images (over 240)">
            <a:extLst>
              <a:ext uri="{FF2B5EF4-FFF2-40B4-BE49-F238E27FC236}">
                <a16:creationId xmlns:a16="http://schemas.microsoft.com/office/drawing/2014/main" id="{835B893A-9544-47EE-82A0-528E3CAEC8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50" t="5916" r="4666" b="5976"/>
          <a:stretch/>
        </p:blipFill>
        <p:spPr bwMode="auto">
          <a:xfrm>
            <a:off x="3818346" y="4709344"/>
            <a:ext cx="780863" cy="8289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y Scythes - Scythe Logo, HD Png Download - kindpng">
            <a:extLst>
              <a:ext uri="{FF2B5EF4-FFF2-40B4-BE49-F238E27FC236}">
                <a16:creationId xmlns:a16="http://schemas.microsoft.com/office/drawing/2014/main" id="{DD7D6D7C-40EA-4861-9689-97FB06474A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01" t="4312" r="7496" b="25425"/>
          <a:stretch/>
        </p:blipFill>
        <p:spPr bwMode="auto">
          <a:xfrm>
            <a:off x="7065246" y="4863563"/>
            <a:ext cx="527548" cy="658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offin Clipart - 330x596 PNG Download - PNGkit">
            <a:extLst>
              <a:ext uri="{FF2B5EF4-FFF2-40B4-BE49-F238E27FC236}">
                <a16:creationId xmlns:a16="http://schemas.microsoft.com/office/drawing/2014/main" id="{B769661D-90D0-4D33-83D5-EEA6AA643E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56" t="5478" r="29199" b="6148"/>
          <a:stretch/>
        </p:blipFill>
        <p:spPr bwMode="auto">
          <a:xfrm>
            <a:off x="6737792" y="3291049"/>
            <a:ext cx="591228" cy="1171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64" name="Group 2063">
            <a:extLst>
              <a:ext uri="{FF2B5EF4-FFF2-40B4-BE49-F238E27FC236}">
                <a16:creationId xmlns:a16="http://schemas.microsoft.com/office/drawing/2014/main" id="{4F2D99BB-F890-4CA6-9624-609147D94EF5}"/>
              </a:ext>
            </a:extLst>
          </p:cNvPr>
          <p:cNvGrpSpPr/>
          <p:nvPr/>
        </p:nvGrpSpPr>
        <p:grpSpPr>
          <a:xfrm>
            <a:off x="8004598" y="3428999"/>
            <a:ext cx="521482" cy="523433"/>
            <a:chOff x="9266739" y="4222422"/>
            <a:chExt cx="1355004" cy="1892178"/>
          </a:xfrm>
        </p:grpSpPr>
        <p:pic>
          <p:nvPicPr>
            <p:cNvPr id="2061" name="Picture 2060">
              <a:extLst>
                <a:ext uri="{FF2B5EF4-FFF2-40B4-BE49-F238E27FC236}">
                  <a16:creationId xmlns:a16="http://schemas.microsoft.com/office/drawing/2014/main" id="{A10B72F8-BE6E-4391-83D7-D038FD7325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 rot="362829">
              <a:off x="9299833" y="5499423"/>
              <a:ext cx="1030423" cy="615177"/>
            </a:xfrm>
            <a:prstGeom prst="rect">
              <a:avLst/>
            </a:prstGeom>
          </p:spPr>
        </p:pic>
        <p:pic>
          <p:nvPicPr>
            <p:cNvPr id="2063" name="Picture 2062">
              <a:extLst>
                <a:ext uri="{FF2B5EF4-FFF2-40B4-BE49-F238E27FC236}">
                  <a16:creationId xmlns:a16="http://schemas.microsoft.com/office/drawing/2014/main" id="{EB725972-86D0-497E-9AEF-12328C6E4E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924075">
              <a:off x="9916893" y="4222422"/>
              <a:ext cx="704850" cy="1362075"/>
            </a:xfrm>
            <a:prstGeom prst="rect">
              <a:avLst/>
            </a:prstGeom>
          </p:spPr>
        </p:pic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2D4EA07A-2E0F-4598-99E0-CA3DABCB53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9266739" y="4466503"/>
              <a:ext cx="704850" cy="1078006"/>
            </a:xfrm>
            <a:prstGeom prst="rect">
              <a:avLst/>
            </a:prstGeom>
          </p:spPr>
        </p:pic>
      </p:grpSp>
      <p:grpSp>
        <p:nvGrpSpPr>
          <p:cNvPr id="2065" name="Group 2064">
            <a:extLst>
              <a:ext uri="{FF2B5EF4-FFF2-40B4-BE49-F238E27FC236}">
                <a16:creationId xmlns:a16="http://schemas.microsoft.com/office/drawing/2014/main" id="{B1574D1F-4411-4FBC-BFAC-05A69BC9F430}"/>
              </a:ext>
            </a:extLst>
          </p:cNvPr>
          <p:cNvGrpSpPr/>
          <p:nvPr/>
        </p:nvGrpSpPr>
        <p:grpSpPr>
          <a:xfrm>
            <a:off x="9714508" y="3473793"/>
            <a:ext cx="621597" cy="1362303"/>
            <a:chOff x="9714508" y="3473793"/>
            <a:chExt cx="621597" cy="1362303"/>
          </a:xfrm>
        </p:grpSpPr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927F2638-7F0A-4262-AB7C-F3A63267E5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14508" y="3560847"/>
              <a:ext cx="311794" cy="979248"/>
            </a:xfrm>
            <a:prstGeom prst="rect">
              <a:avLst/>
            </a:prstGeom>
          </p:spPr>
        </p:pic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B198996D-E3C3-475E-8CBB-8185100F72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41025" y="3856848"/>
              <a:ext cx="311794" cy="979248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FF94479B-9826-4CEC-B9F9-A65141F02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10024311" y="3473793"/>
              <a:ext cx="311794" cy="979248"/>
            </a:xfrm>
            <a:prstGeom prst="rect">
              <a:avLst/>
            </a:prstGeom>
          </p:spPr>
        </p:pic>
      </p:grpSp>
      <p:grpSp>
        <p:nvGrpSpPr>
          <p:cNvPr id="2066" name="Group 2065">
            <a:extLst>
              <a:ext uri="{FF2B5EF4-FFF2-40B4-BE49-F238E27FC236}">
                <a16:creationId xmlns:a16="http://schemas.microsoft.com/office/drawing/2014/main" id="{48460BEA-6BCF-4269-87E1-7CF7B31B8F3A}"/>
              </a:ext>
            </a:extLst>
          </p:cNvPr>
          <p:cNvGrpSpPr/>
          <p:nvPr/>
        </p:nvGrpSpPr>
        <p:grpSpPr>
          <a:xfrm>
            <a:off x="1739453" y="4716210"/>
            <a:ext cx="292325" cy="637084"/>
            <a:chOff x="1739453" y="4716210"/>
            <a:chExt cx="292325" cy="637084"/>
          </a:xfrm>
        </p:grpSpPr>
        <p:sp>
          <p:nvSpPr>
            <p:cNvPr id="51" name="Arrow: Right 50">
              <a:extLst>
                <a:ext uri="{FF2B5EF4-FFF2-40B4-BE49-F238E27FC236}">
                  <a16:creationId xmlns:a16="http://schemas.microsoft.com/office/drawing/2014/main" id="{FD7C992C-89B8-4707-936A-0E21370F769B}"/>
                </a:ext>
              </a:extLst>
            </p:cNvPr>
            <p:cNvSpPr/>
            <p:nvPr/>
          </p:nvSpPr>
          <p:spPr>
            <a:xfrm rot="13614897">
              <a:off x="1559780" y="4919821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Arrow: Right 74">
              <a:extLst>
                <a:ext uri="{FF2B5EF4-FFF2-40B4-BE49-F238E27FC236}">
                  <a16:creationId xmlns:a16="http://schemas.microsoft.com/office/drawing/2014/main" id="{5856F4BE-250E-4CB5-86D8-580949235EA5}"/>
                </a:ext>
              </a:extLst>
            </p:cNvPr>
            <p:cNvSpPr/>
            <p:nvPr/>
          </p:nvSpPr>
          <p:spPr>
            <a:xfrm rot="13614897">
              <a:off x="1535842" y="5059896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Arrow: Right 75">
              <a:extLst>
                <a:ext uri="{FF2B5EF4-FFF2-40B4-BE49-F238E27FC236}">
                  <a16:creationId xmlns:a16="http://schemas.microsoft.com/office/drawing/2014/main" id="{C8429293-6E2A-4BB0-80A9-94EA78E3B3CB}"/>
                </a:ext>
              </a:extLst>
            </p:cNvPr>
            <p:cNvSpPr/>
            <p:nvPr/>
          </p:nvSpPr>
          <p:spPr>
            <a:xfrm rot="13614897">
              <a:off x="1738380" y="4950372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93945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E2D362B3-55A9-408C-8231-32CB617D45E7}"/>
              </a:ext>
            </a:extLst>
          </p:cNvPr>
          <p:cNvGrpSpPr/>
          <p:nvPr/>
        </p:nvGrpSpPr>
        <p:grpSpPr>
          <a:xfrm>
            <a:off x="532309" y="483577"/>
            <a:ext cx="716200" cy="922640"/>
            <a:chOff x="919169" y="747323"/>
            <a:chExt cx="1079599" cy="152054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48715DC-7F38-4118-9C44-51EA43E0DD9D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CAE813A6-0408-4BF4-A77B-77BC5BE13A65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E75C596A-D0F0-4DF4-93CB-A35E5A48F6ED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D8844F6-D37E-4B30-99EF-D3D2A887A2B9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44F28BA-A034-45B0-B1E9-82DC019DF4C8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981E681-5416-4E58-A961-47E458A5F13E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D57B15F-15CA-4E25-8AE2-7A64C1292201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089E61-EF64-458D-A339-32FB274987E8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860FD5C-493C-4E5C-8B6C-ADCEBAE60E29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4EE5920-65CB-4DE5-AAC1-C839F39371DC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20EFB9E-D8E1-44BB-9BAA-E98FE73E8430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8142630-6350-464D-B174-C6E87EA1FD09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432DE2B1-CD12-47DA-A115-157E17CBF87B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0FC737DB-CC3B-4B26-B889-61F9EE222909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29499858-BB13-4161-BD40-D154161F2C5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C96DE616-9290-4983-9EA4-A8A34C3F1DFD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59FA6559-09BF-4546-8892-51C6EC30B509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667A9203-AD31-4368-8401-8B5D5F5792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17302323-B475-4A75-AE41-DD04719B2770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5243CFC7-3B08-43A2-8ED3-7EABF5F5948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77503534-6730-42C2-B20D-7CEBDF92A5B4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A2D8E76-27CF-42CE-9F4D-0ECA0C460BCF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0E52BF7-560F-4B33-AD5E-7E4D4B5CAF73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C0A6C929-0172-4AEB-8481-A6DD0E41ECB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8F68336D-0F4D-4A1B-901B-F27A031D4E59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A8F3202B-3702-452C-8F25-82D89633CF68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BF93FA36-3FA7-4F94-B182-1FA92979FE51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A3B0AFD5-85B9-481E-8277-6836FFEC41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3D013D12-5C06-4D4C-8744-C066F130EB26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DD255347-4437-42A6-A490-38554F8E152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1026" name="Picture 2" descr="Ent tree silhouette ancient legend fantasy Vector Image">
            <a:extLst>
              <a:ext uri="{FF2B5EF4-FFF2-40B4-BE49-F238E27FC236}">
                <a16:creationId xmlns:a16="http://schemas.microsoft.com/office/drawing/2014/main" id="{8A405CEA-8B14-49F7-8175-BE054ABA7B9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4" r="8889" b="7436"/>
          <a:stretch/>
        </p:blipFill>
        <p:spPr bwMode="auto">
          <a:xfrm>
            <a:off x="1916723" y="383516"/>
            <a:ext cx="571500" cy="998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1A4FCD6-EB42-4E83-BD88-EC54A8A810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>
            <a:off x="3007097" y="736224"/>
            <a:ext cx="574617" cy="857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2D3905E6-80AA-4135-BE37-956741926631}"/>
              </a:ext>
            </a:extLst>
          </p:cNvPr>
          <p:cNvGrpSpPr/>
          <p:nvPr/>
        </p:nvGrpSpPr>
        <p:grpSpPr>
          <a:xfrm>
            <a:off x="4100588" y="635580"/>
            <a:ext cx="719018" cy="877203"/>
            <a:chOff x="1353377" y="2714855"/>
            <a:chExt cx="719018" cy="877203"/>
          </a:xfrm>
        </p:grpSpPr>
        <p:pic>
          <p:nvPicPr>
            <p:cNvPr id="36" name="Picture 35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2B332C45-17D2-4E26-BC06-1C4F92736CF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20477473">
              <a:off x="1353377" y="2714855"/>
              <a:ext cx="376503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616636D-5D52-47AB-BFC1-30C610DB80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31260" y="3007967"/>
              <a:ext cx="441135" cy="584091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137A992-7929-4A5E-A08E-1FBFA973B0D2}"/>
              </a:ext>
            </a:extLst>
          </p:cNvPr>
          <p:cNvGrpSpPr/>
          <p:nvPr/>
        </p:nvGrpSpPr>
        <p:grpSpPr>
          <a:xfrm>
            <a:off x="5250881" y="707921"/>
            <a:ext cx="833525" cy="859878"/>
            <a:chOff x="1892090" y="3349869"/>
            <a:chExt cx="1345405" cy="1387941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DFE405B-70C6-403C-AF26-09C002766BE8}"/>
                </a:ext>
              </a:extLst>
            </p:cNvPr>
            <p:cNvGrpSpPr/>
            <p:nvPr/>
          </p:nvGrpSpPr>
          <p:grpSpPr>
            <a:xfrm>
              <a:off x="2259623" y="3349869"/>
              <a:ext cx="713540" cy="685799"/>
              <a:chOff x="2259623" y="3349869"/>
              <a:chExt cx="713540" cy="685799"/>
            </a:xfrm>
          </p:grpSpPr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60C41A4F-5819-435C-9152-7FB9A55D05FD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3C91945E-9801-498A-97C6-5D8A51ED6B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918389C7-20FC-466E-892A-B558767BC38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2DEC243B-63AB-43B0-B344-1A03E241B22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755E6968-3667-40EF-9086-E409B9CA3998}"/>
                </a:ext>
              </a:extLst>
            </p:cNvPr>
            <p:cNvGrpSpPr/>
            <p:nvPr/>
          </p:nvGrpSpPr>
          <p:grpSpPr>
            <a:xfrm rot="7499415">
              <a:off x="2537826" y="4038140"/>
              <a:ext cx="713540" cy="685799"/>
              <a:chOff x="2259623" y="3349869"/>
              <a:chExt cx="713540" cy="685799"/>
            </a:xfrm>
          </p:grpSpPr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0656714E-BDFD-4BA4-A843-737AA316A943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E89D219F-E952-42D1-BA15-37489C1317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0F59440B-687B-46F6-A93C-65932D1BC6B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B0E0393-5270-42DE-92FD-C5CB289664E2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C59804DC-B6FC-43F8-8B43-95618EBD66CA}"/>
                </a:ext>
              </a:extLst>
            </p:cNvPr>
            <p:cNvGrpSpPr/>
            <p:nvPr/>
          </p:nvGrpSpPr>
          <p:grpSpPr>
            <a:xfrm rot="14084301">
              <a:off x="1878220" y="3928883"/>
              <a:ext cx="713540" cy="685799"/>
              <a:chOff x="2259623" y="3349869"/>
              <a:chExt cx="713540" cy="685799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B656724B-74EC-4EE9-B7C0-FDA6C7EB42E9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0BA3A777-80D5-437A-BCA6-4962566CD4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4470A6BF-C84C-40C5-A0F9-19B74A93F66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0F41FFDE-1A05-4918-985E-C342761184F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61" name="Picture 60">
            <a:extLst>
              <a:ext uri="{FF2B5EF4-FFF2-40B4-BE49-F238E27FC236}">
                <a16:creationId xmlns:a16="http://schemas.microsoft.com/office/drawing/2014/main" id="{B411028F-BCAA-4795-970B-8F3F948249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2109" y="742157"/>
            <a:ext cx="836387" cy="765806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8E592E74-3B2A-4E8C-A2D6-A603990EC62C}"/>
              </a:ext>
            </a:extLst>
          </p:cNvPr>
          <p:cNvGrpSpPr/>
          <p:nvPr/>
        </p:nvGrpSpPr>
        <p:grpSpPr>
          <a:xfrm>
            <a:off x="7229314" y="1534371"/>
            <a:ext cx="745310" cy="652959"/>
            <a:chOff x="7229314" y="1534371"/>
            <a:chExt cx="745310" cy="652959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65102C77-E5FC-43F7-853A-8D73D4BD7A1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229314" y="1552476"/>
              <a:ext cx="701954" cy="631759"/>
            </a:xfrm>
            <a:prstGeom prst="rect">
              <a:avLst/>
            </a:prstGeom>
          </p:spPr>
        </p:pic>
        <p:sp>
          <p:nvSpPr>
            <p:cNvPr id="1024" name="Oval 1023">
              <a:extLst>
                <a:ext uri="{FF2B5EF4-FFF2-40B4-BE49-F238E27FC236}">
                  <a16:creationId xmlns:a16="http://schemas.microsoft.com/office/drawing/2014/main" id="{0838C029-4B90-4CA2-81FF-7082A5A26DC9}"/>
                </a:ext>
              </a:extLst>
            </p:cNvPr>
            <p:cNvSpPr/>
            <p:nvPr/>
          </p:nvSpPr>
          <p:spPr>
            <a:xfrm>
              <a:off x="7295797" y="1682544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3DBBD6E0-F2AB-4332-BBD2-5DBEBCC56BED}"/>
                </a:ext>
              </a:extLst>
            </p:cNvPr>
            <p:cNvSpPr/>
            <p:nvPr/>
          </p:nvSpPr>
          <p:spPr>
            <a:xfrm>
              <a:off x="7346895" y="1552476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5DFEBCF7-4ABE-4DC7-8FFE-C63A548A49D5}"/>
                </a:ext>
              </a:extLst>
            </p:cNvPr>
            <p:cNvSpPr/>
            <p:nvPr/>
          </p:nvSpPr>
          <p:spPr>
            <a:xfrm>
              <a:off x="7655143" y="1612864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9308E45-D793-4F2A-A926-75C0BF6AFF62}"/>
                </a:ext>
              </a:extLst>
            </p:cNvPr>
            <p:cNvSpPr/>
            <p:nvPr/>
          </p:nvSpPr>
          <p:spPr>
            <a:xfrm>
              <a:off x="7931268" y="1682543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AF539F6A-714B-45B9-87D7-F3BAC51B8BCE}"/>
                </a:ext>
              </a:extLst>
            </p:cNvPr>
            <p:cNvSpPr/>
            <p:nvPr/>
          </p:nvSpPr>
          <p:spPr>
            <a:xfrm>
              <a:off x="7904208" y="1812611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14DC0A4C-E572-4030-B9F0-21B8F8937AE3}"/>
                </a:ext>
              </a:extLst>
            </p:cNvPr>
            <p:cNvSpPr/>
            <p:nvPr/>
          </p:nvSpPr>
          <p:spPr>
            <a:xfrm>
              <a:off x="7269990" y="1812610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789623A-61CC-423D-B924-6F41CFDDE6DF}"/>
                </a:ext>
              </a:extLst>
            </p:cNvPr>
            <p:cNvSpPr/>
            <p:nvPr/>
          </p:nvSpPr>
          <p:spPr>
            <a:xfrm>
              <a:off x="7250992" y="1998422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0E9BBD8B-7D05-427A-8FD9-FC95935AB0E3}"/>
                </a:ext>
              </a:extLst>
            </p:cNvPr>
            <p:cNvSpPr/>
            <p:nvPr/>
          </p:nvSpPr>
          <p:spPr>
            <a:xfrm>
              <a:off x="7390251" y="2044875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E860D7D0-33EF-4C6C-AD26-6C6DCB5DDEC7}"/>
                </a:ext>
              </a:extLst>
            </p:cNvPr>
            <p:cNvSpPr/>
            <p:nvPr/>
          </p:nvSpPr>
          <p:spPr>
            <a:xfrm>
              <a:off x="7698499" y="2140877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EBC504E7-AE1F-407E-8386-082CCB02F8A7}"/>
                </a:ext>
              </a:extLst>
            </p:cNvPr>
            <p:cNvSpPr/>
            <p:nvPr/>
          </p:nvSpPr>
          <p:spPr>
            <a:xfrm>
              <a:off x="7896060" y="1975196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D2BA0396-E774-41EE-B8A9-218A13A2E89A}"/>
                </a:ext>
              </a:extLst>
            </p:cNvPr>
            <p:cNvSpPr/>
            <p:nvPr/>
          </p:nvSpPr>
          <p:spPr>
            <a:xfrm>
              <a:off x="7507833" y="1534371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42B41D1F-1334-42A7-A072-53C22EA9A69B}"/>
                </a:ext>
              </a:extLst>
            </p:cNvPr>
            <p:cNvSpPr/>
            <p:nvPr/>
          </p:nvSpPr>
          <p:spPr>
            <a:xfrm>
              <a:off x="7864674" y="1580823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27" name="Group 1026">
            <a:extLst>
              <a:ext uri="{FF2B5EF4-FFF2-40B4-BE49-F238E27FC236}">
                <a16:creationId xmlns:a16="http://schemas.microsoft.com/office/drawing/2014/main" id="{DBD63A67-FEF2-4188-8D59-016204A0D34C}"/>
              </a:ext>
            </a:extLst>
          </p:cNvPr>
          <p:cNvGrpSpPr/>
          <p:nvPr/>
        </p:nvGrpSpPr>
        <p:grpSpPr>
          <a:xfrm>
            <a:off x="8609984" y="853983"/>
            <a:ext cx="1236523" cy="857049"/>
            <a:chOff x="2649677" y="2639366"/>
            <a:chExt cx="1576764" cy="778626"/>
          </a:xfrm>
        </p:grpSpPr>
        <p:pic>
          <p:nvPicPr>
            <p:cNvPr id="1030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7E74D04A-8E0F-4E45-8A35-6464B0B0703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649677" y="2639366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4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E0B4D742-21DB-4195-A626-7CDA3BAE31B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936986" y="3028679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33" name="Group 1032">
            <a:extLst>
              <a:ext uri="{FF2B5EF4-FFF2-40B4-BE49-F238E27FC236}">
                <a16:creationId xmlns:a16="http://schemas.microsoft.com/office/drawing/2014/main" id="{FE5702C1-C548-4F0F-AEA6-40DDFFD8338D}"/>
              </a:ext>
            </a:extLst>
          </p:cNvPr>
          <p:cNvGrpSpPr/>
          <p:nvPr/>
        </p:nvGrpSpPr>
        <p:grpSpPr>
          <a:xfrm rot="1828857">
            <a:off x="10379319" y="1041248"/>
            <a:ext cx="1034673" cy="853601"/>
            <a:chOff x="2196207" y="2863637"/>
            <a:chExt cx="2757986" cy="2275327"/>
          </a:xfrm>
        </p:grpSpPr>
        <p:pic>
          <p:nvPicPr>
            <p:cNvPr id="1032" name="Picture 8" descr="Line icon for gatling 3237222 Vector Art at Vecteezy">
              <a:extLst>
                <a:ext uri="{FF2B5EF4-FFF2-40B4-BE49-F238E27FC236}">
                  <a16:creationId xmlns:a16="http://schemas.microsoft.com/office/drawing/2014/main" id="{3F170FCF-6164-4FFD-9353-698401285F8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96207" y="2925471"/>
              <a:ext cx="2623399" cy="22134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29" name="Rectangle 1028">
              <a:extLst>
                <a:ext uri="{FF2B5EF4-FFF2-40B4-BE49-F238E27FC236}">
                  <a16:creationId xmlns:a16="http://schemas.microsoft.com/office/drawing/2014/main" id="{86D6CE6D-DB5B-462E-8B4A-D161A3C832C4}"/>
                </a:ext>
              </a:extLst>
            </p:cNvPr>
            <p:cNvSpPr/>
            <p:nvPr/>
          </p:nvSpPr>
          <p:spPr>
            <a:xfrm rot="19527126">
              <a:off x="3163796" y="2863637"/>
              <a:ext cx="101956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1" name="Rectangle 1030">
              <a:extLst>
                <a:ext uri="{FF2B5EF4-FFF2-40B4-BE49-F238E27FC236}">
                  <a16:creationId xmlns:a16="http://schemas.microsoft.com/office/drawing/2014/main" id="{2D922C79-8CC3-4FE5-A4D7-AB84196D9370}"/>
                </a:ext>
              </a:extLst>
            </p:cNvPr>
            <p:cNvSpPr/>
            <p:nvPr/>
          </p:nvSpPr>
          <p:spPr>
            <a:xfrm rot="19081648">
              <a:off x="4013700" y="3428531"/>
              <a:ext cx="157110" cy="4132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81EB805D-A2D5-48C8-A1B5-BC90B2348343}"/>
                </a:ext>
              </a:extLst>
            </p:cNvPr>
            <p:cNvSpPr/>
            <p:nvPr/>
          </p:nvSpPr>
          <p:spPr>
            <a:xfrm rot="13584833">
              <a:off x="2830186" y="4013063"/>
              <a:ext cx="137209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B20F5BDF-F9F3-437F-85DA-2CA8B472A953}"/>
                </a:ext>
              </a:extLst>
            </p:cNvPr>
            <p:cNvSpPr/>
            <p:nvPr/>
          </p:nvSpPr>
          <p:spPr>
            <a:xfrm rot="13584833">
              <a:off x="3103724" y="4494607"/>
              <a:ext cx="231175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6EFD5629-ED2B-401A-9584-E6B0043FB66F}"/>
                </a:ext>
              </a:extLst>
            </p:cNvPr>
            <p:cNvSpPr/>
            <p:nvPr/>
          </p:nvSpPr>
          <p:spPr>
            <a:xfrm rot="19044101">
              <a:off x="3850222" y="3905329"/>
              <a:ext cx="110397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37" name="Group 1036">
            <a:extLst>
              <a:ext uri="{FF2B5EF4-FFF2-40B4-BE49-F238E27FC236}">
                <a16:creationId xmlns:a16="http://schemas.microsoft.com/office/drawing/2014/main" id="{97FF2C67-581B-473F-A8E2-E6C3D7E7D1FA}"/>
              </a:ext>
            </a:extLst>
          </p:cNvPr>
          <p:cNvGrpSpPr/>
          <p:nvPr/>
        </p:nvGrpSpPr>
        <p:grpSpPr>
          <a:xfrm rot="20273403">
            <a:off x="7942742" y="2850710"/>
            <a:ext cx="1045962" cy="619186"/>
            <a:chOff x="2784071" y="2614136"/>
            <a:chExt cx="1814967" cy="1074420"/>
          </a:xfrm>
        </p:grpSpPr>
        <p:pic>
          <p:nvPicPr>
            <p:cNvPr id="1034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7E18833-44D1-4FDB-BE79-0969871280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35" name="Flowchart: Terminator 1034">
              <a:extLst>
                <a:ext uri="{FF2B5EF4-FFF2-40B4-BE49-F238E27FC236}">
                  <a16:creationId xmlns:a16="http://schemas.microsoft.com/office/drawing/2014/main" id="{EF5430FB-CB4E-4F06-84DB-968D8892D026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1CE79052-1EF3-40D6-960B-6714D0D62074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40" name="Picture 1039">
            <a:extLst>
              <a:ext uri="{FF2B5EF4-FFF2-40B4-BE49-F238E27FC236}">
                <a16:creationId xmlns:a16="http://schemas.microsoft.com/office/drawing/2014/main" id="{DEBBAFDC-15B6-427F-AA46-5ABF724C65E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5776" y="1835836"/>
            <a:ext cx="830947" cy="754930"/>
          </a:xfrm>
          <a:prstGeom prst="rect">
            <a:avLst/>
          </a:prstGeom>
        </p:spPr>
      </p:pic>
      <p:pic>
        <p:nvPicPr>
          <p:cNvPr id="1043" name="Picture 1042">
            <a:extLst>
              <a:ext uri="{FF2B5EF4-FFF2-40B4-BE49-F238E27FC236}">
                <a16:creationId xmlns:a16="http://schemas.microsoft.com/office/drawing/2014/main" id="{C43027D3-FFFD-41C3-A056-E79FC61045B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64837" y="1669241"/>
            <a:ext cx="669388" cy="843207"/>
          </a:xfrm>
          <a:prstGeom prst="rect">
            <a:avLst/>
          </a:prstGeom>
        </p:spPr>
      </p:pic>
      <p:grpSp>
        <p:nvGrpSpPr>
          <p:cNvPr id="1044" name="Group 1043">
            <a:extLst>
              <a:ext uri="{FF2B5EF4-FFF2-40B4-BE49-F238E27FC236}">
                <a16:creationId xmlns:a16="http://schemas.microsoft.com/office/drawing/2014/main" id="{E2439325-9DE1-43F7-B69C-5C9821DBE387}"/>
              </a:ext>
            </a:extLst>
          </p:cNvPr>
          <p:cNvGrpSpPr/>
          <p:nvPr/>
        </p:nvGrpSpPr>
        <p:grpSpPr>
          <a:xfrm>
            <a:off x="5860090" y="1810795"/>
            <a:ext cx="911793" cy="662027"/>
            <a:chOff x="2272059" y="3781225"/>
            <a:chExt cx="1441455" cy="1005088"/>
          </a:xfrm>
        </p:grpSpPr>
        <p:pic>
          <p:nvPicPr>
            <p:cNvPr id="1041" name="Picture 14" descr="Cannon Gun Stock Illustrations – 10,392 Cannon Gun Stock Illustrations,  Vectors &amp;amp; Clipart - Dreamstime">
              <a:extLst>
                <a:ext uri="{FF2B5EF4-FFF2-40B4-BE49-F238E27FC236}">
                  <a16:creationId xmlns:a16="http://schemas.microsoft.com/office/drawing/2014/main" id="{76906319-A7A5-4A19-B95A-96B27FE618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5277" y="4123592"/>
              <a:ext cx="1058237" cy="6627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8E1BBA0A-5137-4C7E-B39A-FCE560B943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272059" y="3781225"/>
              <a:ext cx="432328" cy="544589"/>
            </a:xfrm>
            <a:prstGeom prst="rect">
              <a:avLst/>
            </a:prstGeom>
          </p:spPr>
        </p:pic>
      </p:grpSp>
      <p:pic>
        <p:nvPicPr>
          <p:cNvPr id="89" name="Picture 88">
            <a:extLst>
              <a:ext uri="{FF2B5EF4-FFF2-40B4-BE49-F238E27FC236}">
                <a16:creationId xmlns:a16="http://schemas.microsoft.com/office/drawing/2014/main" id="{15BFCBF9-9503-4151-8E3A-6B7DC35F79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7928" y="1706376"/>
            <a:ext cx="441135" cy="58409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9F810F3-7EF4-411A-A041-629CA07B7A7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17384" y="1909757"/>
            <a:ext cx="863170" cy="86317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2C46256F-2433-4EC4-86A2-44142BBBF6E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89153" y="2693174"/>
            <a:ext cx="929088" cy="735826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2BA6F0B5-8630-4C7E-B5EE-29E5D1649987}"/>
              </a:ext>
            </a:extLst>
          </p:cNvPr>
          <p:cNvGrpSpPr/>
          <p:nvPr/>
        </p:nvGrpSpPr>
        <p:grpSpPr>
          <a:xfrm>
            <a:off x="3083503" y="3658134"/>
            <a:ext cx="1032055" cy="853880"/>
            <a:chOff x="3220783" y="5383543"/>
            <a:chExt cx="1032055" cy="853880"/>
          </a:xfrm>
        </p:grpSpPr>
        <p:pic>
          <p:nvPicPr>
            <p:cNvPr id="122" name="Picture 121">
              <a:extLst>
                <a:ext uri="{FF2B5EF4-FFF2-40B4-BE49-F238E27FC236}">
                  <a16:creationId xmlns:a16="http://schemas.microsoft.com/office/drawing/2014/main" id="{526AB92A-A1C0-405C-A426-01933A8F5B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8924177">
              <a:off x="3220783" y="5383543"/>
              <a:ext cx="721862" cy="736182"/>
            </a:xfrm>
            <a:prstGeom prst="rect">
              <a:avLst/>
            </a:prstGeom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2F74E799-8408-4893-942A-C8FB333C97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693326" y="5506327"/>
              <a:ext cx="559512" cy="731096"/>
            </a:xfrm>
            <a:prstGeom prst="rect">
              <a:avLst/>
            </a:prstGeom>
          </p:spPr>
        </p:pic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12866120-206C-451B-9842-C2B63F50E94F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879672" y="2402106"/>
            <a:ext cx="509931" cy="841513"/>
          </a:xfrm>
          <a:prstGeom prst="rect">
            <a:avLst/>
          </a:prstGeom>
        </p:spPr>
      </p:pic>
      <p:grpSp>
        <p:nvGrpSpPr>
          <p:cNvPr id="64" name="Group 63">
            <a:extLst>
              <a:ext uri="{FF2B5EF4-FFF2-40B4-BE49-F238E27FC236}">
                <a16:creationId xmlns:a16="http://schemas.microsoft.com/office/drawing/2014/main" id="{AA5B24D4-3683-46EE-8157-29271F3E469A}"/>
              </a:ext>
            </a:extLst>
          </p:cNvPr>
          <p:cNvGrpSpPr/>
          <p:nvPr/>
        </p:nvGrpSpPr>
        <p:grpSpPr>
          <a:xfrm>
            <a:off x="4638485" y="4014555"/>
            <a:ext cx="1121232" cy="841513"/>
            <a:chOff x="4638485" y="4014555"/>
            <a:chExt cx="1121232" cy="841513"/>
          </a:xfrm>
        </p:grpSpPr>
        <p:pic>
          <p:nvPicPr>
            <p:cNvPr id="99" name="Picture 98">
              <a:extLst>
                <a:ext uri="{FF2B5EF4-FFF2-40B4-BE49-F238E27FC236}">
                  <a16:creationId xmlns:a16="http://schemas.microsoft.com/office/drawing/2014/main" id="{4A4D797D-DB7F-46A8-91AF-C6D85B136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4638485" y="4085074"/>
              <a:ext cx="559512" cy="731096"/>
            </a:xfrm>
            <a:prstGeom prst="rect">
              <a:avLst/>
            </a:prstGeom>
          </p:spPr>
        </p:pic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A3F0D457-1120-4BF2-8CD4-91FF2A6F8A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5249786" y="4014555"/>
              <a:ext cx="509931" cy="841513"/>
            </a:xfrm>
            <a:prstGeom prst="rect">
              <a:avLst/>
            </a:prstGeom>
          </p:spPr>
        </p:pic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BB416787-47F8-4477-8D00-234F903E0137}"/>
              </a:ext>
            </a:extLst>
          </p:cNvPr>
          <p:cNvGrpSpPr/>
          <p:nvPr/>
        </p:nvGrpSpPr>
        <p:grpSpPr>
          <a:xfrm>
            <a:off x="9168924" y="3267684"/>
            <a:ext cx="883833" cy="898245"/>
            <a:chOff x="6250804" y="4469864"/>
            <a:chExt cx="1767666" cy="179649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8601E962-EBF6-4EAD-A65C-3436852D8F5B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FCDD5344-FD02-46B5-90B0-5AFDF1CACA7C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669758D6-3E94-4A9E-BE2C-0F5D53BE58A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7A9142C9-1414-46FC-812D-6287719A67C8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163D20FF-5F8A-4B4E-A677-7975F5A7C841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7A0A1A9C-5776-4F10-B313-6EFC1DBA8596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28DAA40E-F3DB-44C3-AE44-0671F2365891}"/>
              </a:ext>
            </a:extLst>
          </p:cNvPr>
          <p:cNvGrpSpPr/>
          <p:nvPr/>
        </p:nvGrpSpPr>
        <p:grpSpPr>
          <a:xfrm>
            <a:off x="7346895" y="225411"/>
            <a:ext cx="1238046" cy="1061212"/>
            <a:chOff x="2735036" y="4735612"/>
            <a:chExt cx="1238046" cy="1061212"/>
          </a:xfrm>
        </p:grpSpPr>
        <p:pic>
          <p:nvPicPr>
            <p:cNvPr id="88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4340AFBE-997F-4D1A-B218-BF6B1E46C9E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350834">
              <a:off x="2735036" y="4735612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9" name="Picture 108">
              <a:extLst>
                <a:ext uri="{FF2B5EF4-FFF2-40B4-BE49-F238E27FC236}">
                  <a16:creationId xmlns:a16="http://schemas.microsoft.com/office/drawing/2014/main" id="{35B89269-E76B-4788-BCEA-39A2FBC57FA4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3193333" y="5076519"/>
              <a:ext cx="779749" cy="720305"/>
            </a:xfrm>
            <a:prstGeom prst="rect">
              <a:avLst/>
            </a:prstGeom>
          </p:spPr>
        </p:pic>
      </p:grpSp>
      <p:pic>
        <p:nvPicPr>
          <p:cNvPr id="84" name="Picture 83">
            <a:extLst>
              <a:ext uri="{FF2B5EF4-FFF2-40B4-BE49-F238E27FC236}">
                <a16:creationId xmlns:a16="http://schemas.microsoft.com/office/drawing/2014/main" id="{B54FB809-8AE5-42CF-AD67-EB109588B565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110407" y="2589103"/>
            <a:ext cx="1054636" cy="724422"/>
          </a:xfrm>
          <a:prstGeom prst="rect">
            <a:avLst/>
          </a:prstGeom>
        </p:spPr>
      </p:pic>
      <p:grpSp>
        <p:nvGrpSpPr>
          <p:cNvPr id="90" name="Group 89">
            <a:extLst>
              <a:ext uri="{FF2B5EF4-FFF2-40B4-BE49-F238E27FC236}">
                <a16:creationId xmlns:a16="http://schemas.microsoft.com/office/drawing/2014/main" id="{11FD3B2B-9CEC-4A0A-BFCE-CB04ED4456EB}"/>
              </a:ext>
            </a:extLst>
          </p:cNvPr>
          <p:cNvGrpSpPr/>
          <p:nvPr/>
        </p:nvGrpSpPr>
        <p:grpSpPr>
          <a:xfrm>
            <a:off x="6632110" y="3352116"/>
            <a:ext cx="631076" cy="1000141"/>
            <a:chOff x="6506167" y="3616847"/>
            <a:chExt cx="1337615" cy="2119878"/>
          </a:xfrm>
        </p:grpSpPr>
        <p:pic>
          <p:nvPicPr>
            <p:cNvPr id="85" name="Picture 2" descr="Church Organ Stock Illustrations – 171 Church Organ Stock Illustrations,  Vectors &amp;amp; Clipart - Dreamstime">
              <a:extLst>
                <a:ext uri="{FF2B5EF4-FFF2-40B4-BE49-F238E27FC236}">
                  <a16:creationId xmlns:a16="http://schemas.microsoft.com/office/drawing/2014/main" id="{9815DB9A-74A7-45D4-9921-CC28D36ECD9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1900"/>
            <a:stretch/>
          </p:blipFill>
          <p:spPr bwMode="auto">
            <a:xfrm>
              <a:off x="6609949" y="3616847"/>
              <a:ext cx="1130052" cy="15586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A80F1EF3-5BC3-4A25-9C7A-21AC4B24D3F8}"/>
                </a:ext>
              </a:extLst>
            </p:cNvPr>
            <p:cNvSpPr/>
            <p:nvPr/>
          </p:nvSpPr>
          <p:spPr>
            <a:xfrm>
              <a:off x="6506167" y="5050089"/>
              <a:ext cx="1337615" cy="6866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B44FC2BD-A270-46E8-B1B7-928C1F6D5BAB}"/>
                </a:ext>
              </a:extLst>
            </p:cNvPr>
            <p:cNvSpPr/>
            <p:nvPr/>
          </p:nvSpPr>
          <p:spPr>
            <a:xfrm>
              <a:off x="6656512" y="5175457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B447E97F-4F01-49A9-B297-9477CD38C086}"/>
                </a:ext>
              </a:extLst>
            </p:cNvPr>
            <p:cNvSpPr/>
            <p:nvPr/>
          </p:nvSpPr>
          <p:spPr>
            <a:xfrm>
              <a:off x="7395917" y="5179353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25B17512-078B-4AF8-B477-A67A64A1239B}"/>
                </a:ext>
              </a:extLst>
            </p:cNvPr>
            <p:cNvSpPr/>
            <p:nvPr/>
          </p:nvSpPr>
          <p:spPr>
            <a:xfrm>
              <a:off x="7023933" y="5259625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9E83F13C-F0AD-42AA-8F72-F840D17A8CCB}"/>
                </a:ext>
              </a:extLst>
            </p:cNvPr>
            <p:cNvSpPr/>
            <p:nvPr/>
          </p:nvSpPr>
          <p:spPr>
            <a:xfrm>
              <a:off x="6655167" y="5428420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EE634280-6560-47C7-9107-3D468B8D6E7A}"/>
                </a:ext>
              </a:extLst>
            </p:cNvPr>
            <p:cNvSpPr/>
            <p:nvPr/>
          </p:nvSpPr>
          <p:spPr>
            <a:xfrm>
              <a:off x="7394572" y="5432316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5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A0A51AFF-BE51-477A-9F1D-58ABC5E0ED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983553" y="2977860"/>
            <a:ext cx="734341" cy="7485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63099D3A-0437-45E6-9B2B-11A0B79D7EB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84027" y="2540363"/>
            <a:ext cx="559512" cy="731096"/>
          </a:xfrm>
          <a:prstGeom prst="rect">
            <a:avLst/>
          </a:prstGeom>
        </p:spPr>
      </p:pic>
      <p:pic>
        <p:nvPicPr>
          <p:cNvPr id="125" name="Picture 124">
            <a:extLst>
              <a:ext uri="{FF2B5EF4-FFF2-40B4-BE49-F238E27FC236}">
                <a16:creationId xmlns:a16="http://schemas.microsoft.com/office/drawing/2014/main" id="{A2CDCF50-8931-4BCA-B43C-D72CC5A49EAF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083875" y="1981429"/>
            <a:ext cx="666586" cy="673235"/>
          </a:xfrm>
          <a:prstGeom prst="rect">
            <a:avLst/>
          </a:prstGeom>
        </p:spPr>
      </p:pic>
      <p:grpSp>
        <p:nvGrpSpPr>
          <p:cNvPr id="95" name="Group 94">
            <a:extLst>
              <a:ext uri="{FF2B5EF4-FFF2-40B4-BE49-F238E27FC236}">
                <a16:creationId xmlns:a16="http://schemas.microsoft.com/office/drawing/2014/main" id="{309514D9-FA64-4E1C-8E90-B221C759C571}"/>
              </a:ext>
            </a:extLst>
          </p:cNvPr>
          <p:cNvGrpSpPr/>
          <p:nvPr/>
        </p:nvGrpSpPr>
        <p:grpSpPr>
          <a:xfrm>
            <a:off x="3133547" y="5458317"/>
            <a:ext cx="982011" cy="754920"/>
            <a:chOff x="3133547" y="5458317"/>
            <a:chExt cx="982011" cy="754920"/>
          </a:xfrm>
        </p:grpSpPr>
        <p:pic>
          <p:nvPicPr>
            <p:cNvPr id="120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CF2D909B-39D0-477B-B633-D1E772ACCE6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506181">
              <a:off x="3133547" y="5458317"/>
              <a:ext cx="666079" cy="66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6" name="Picture 125">
              <a:extLst>
                <a:ext uri="{FF2B5EF4-FFF2-40B4-BE49-F238E27FC236}">
                  <a16:creationId xmlns:a16="http://schemas.microsoft.com/office/drawing/2014/main" id="{8D2F050A-2339-480A-AE4A-B9150B0C1A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3552362" y="5644423"/>
              <a:ext cx="563196" cy="568814"/>
            </a:xfrm>
            <a:prstGeom prst="rect">
              <a:avLst/>
            </a:prstGeom>
          </p:spPr>
        </p:pic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709DC66-B7C1-4579-86D5-13DF224C2D7F}"/>
              </a:ext>
            </a:extLst>
          </p:cNvPr>
          <p:cNvGrpSpPr/>
          <p:nvPr/>
        </p:nvGrpSpPr>
        <p:grpSpPr>
          <a:xfrm>
            <a:off x="1312655" y="5005076"/>
            <a:ext cx="1026105" cy="944796"/>
            <a:chOff x="1312656" y="4916258"/>
            <a:chExt cx="1131044" cy="1033613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17A8F7C0-D0E1-40FE-B530-7977AAE23F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631382">
              <a:off x="1312656" y="4916258"/>
              <a:ext cx="579620" cy="908129"/>
            </a:xfrm>
            <a:prstGeom prst="rect">
              <a:avLst/>
            </a:prstGeom>
          </p:spPr>
        </p:pic>
        <p:pic>
          <p:nvPicPr>
            <p:cNvPr id="128" name="Picture 127">
              <a:extLst>
                <a:ext uri="{FF2B5EF4-FFF2-40B4-BE49-F238E27FC236}">
                  <a16:creationId xmlns:a16="http://schemas.microsoft.com/office/drawing/2014/main" id="{DD69BD05-35A1-41F9-B860-9F18C3DEBE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1777114" y="5276636"/>
              <a:ext cx="666586" cy="673235"/>
            </a:xfrm>
            <a:prstGeom prst="rect">
              <a:avLst/>
            </a:prstGeom>
          </p:spPr>
        </p:pic>
      </p:grpSp>
      <p:pic>
        <p:nvPicPr>
          <p:cNvPr id="129" name="Picture 128">
            <a:extLst>
              <a:ext uri="{FF2B5EF4-FFF2-40B4-BE49-F238E27FC236}">
                <a16:creationId xmlns:a16="http://schemas.microsoft.com/office/drawing/2014/main" id="{7C4592B7-2345-4E5B-992E-BB17CB2D5303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38696" y="1883559"/>
            <a:ext cx="579620" cy="908129"/>
          </a:xfrm>
          <a:prstGeom prst="rect">
            <a:avLst/>
          </a:prstGeom>
        </p:spPr>
      </p:pic>
      <p:grpSp>
        <p:nvGrpSpPr>
          <p:cNvPr id="92" name="Group 91">
            <a:extLst>
              <a:ext uri="{FF2B5EF4-FFF2-40B4-BE49-F238E27FC236}">
                <a16:creationId xmlns:a16="http://schemas.microsoft.com/office/drawing/2014/main" id="{36AD8A1C-9813-47FA-8A86-2A0256929BBF}"/>
              </a:ext>
            </a:extLst>
          </p:cNvPr>
          <p:cNvGrpSpPr/>
          <p:nvPr/>
        </p:nvGrpSpPr>
        <p:grpSpPr>
          <a:xfrm>
            <a:off x="6107495" y="5162541"/>
            <a:ext cx="768894" cy="787329"/>
            <a:chOff x="6107494" y="5006299"/>
            <a:chExt cx="921479" cy="943572"/>
          </a:xfrm>
        </p:grpSpPr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D4DFB801-DCBC-4B40-A4D5-DEDF5C9463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6107494" y="5006299"/>
              <a:ext cx="254893" cy="943572"/>
            </a:xfrm>
            <a:prstGeom prst="rect">
              <a:avLst/>
            </a:prstGeom>
          </p:spPr>
        </p:pic>
        <p:pic>
          <p:nvPicPr>
            <p:cNvPr id="135" name="Picture 134">
              <a:extLst>
                <a:ext uri="{FF2B5EF4-FFF2-40B4-BE49-F238E27FC236}">
                  <a16:creationId xmlns:a16="http://schemas.microsoft.com/office/drawing/2014/main" id="{CD349F46-4519-4AB8-BDF9-78D7FAFCF5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6362387" y="5238678"/>
              <a:ext cx="666586" cy="673235"/>
            </a:xfrm>
            <a:prstGeom prst="rect">
              <a:avLst/>
            </a:prstGeom>
          </p:spPr>
        </p:pic>
      </p:grpSp>
      <p:pic>
        <p:nvPicPr>
          <p:cNvPr id="93" name="Picture 2" descr="Chess knight stock vector. Illustration of play, abstract - 98504632">
            <a:extLst>
              <a:ext uri="{FF2B5EF4-FFF2-40B4-BE49-F238E27FC236}">
                <a16:creationId xmlns:a16="http://schemas.microsoft.com/office/drawing/2014/main" id="{400FABD1-D565-4BE4-B8DB-E2B6DC7AEC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17168" y="2875413"/>
            <a:ext cx="556209" cy="798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9" name="Picture 138">
            <a:extLst>
              <a:ext uri="{FF2B5EF4-FFF2-40B4-BE49-F238E27FC236}">
                <a16:creationId xmlns:a16="http://schemas.microsoft.com/office/drawing/2014/main" id="{14496AA8-A15A-46AA-85B8-C5BAE9C8D240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 rot="10800000" flipH="1">
            <a:off x="5987732" y="3473473"/>
            <a:ext cx="212686" cy="787329"/>
          </a:xfrm>
          <a:prstGeom prst="rect">
            <a:avLst/>
          </a:prstGeom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AEC316B6-A026-4ED3-BCF0-D5B11FBCFD05}"/>
              </a:ext>
            </a:extLst>
          </p:cNvPr>
          <p:cNvGrpSpPr/>
          <p:nvPr/>
        </p:nvGrpSpPr>
        <p:grpSpPr>
          <a:xfrm>
            <a:off x="8522163" y="4632794"/>
            <a:ext cx="772701" cy="807486"/>
            <a:chOff x="8522163" y="4632794"/>
            <a:chExt cx="772701" cy="807486"/>
          </a:xfrm>
        </p:grpSpPr>
        <p:pic>
          <p:nvPicPr>
            <p:cNvPr id="138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F9053E86-8BE9-48EC-9E29-673D2158C3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38655" y="4642000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0" name="Picture 139">
              <a:extLst>
                <a:ext uri="{FF2B5EF4-FFF2-40B4-BE49-F238E27FC236}">
                  <a16:creationId xmlns:a16="http://schemas.microsoft.com/office/drawing/2014/main" id="{65905365-C845-4E82-B17F-F6C153B84E4C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8522163" y="4632794"/>
              <a:ext cx="212686" cy="787329"/>
            </a:xfrm>
            <a:prstGeom prst="rect">
              <a:avLst/>
            </a:prstGeom>
          </p:spPr>
        </p:pic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A66B8F1D-BCF6-4F76-B1D6-4AFC1C2D9C1C}"/>
              </a:ext>
            </a:extLst>
          </p:cNvPr>
          <p:cNvGrpSpPr/>
          <p:nvPr/>
        </p:nvGrpSpPr>
        <p:grpSpPr>
          <a:xfrm>
            <a:off x="8272684" y="5594533"/>
            <a:ext cx="1068217" cy="977291"/>
            <a:chOff x="8272684" y="5594533"/>
            <a:chExt cx="1068217" cy="977291"/>
          </a:xfrm>
        </p:grpSpPr>
        <p:pic>
          <p:nvPicPr>
            <p:cNvPr id="1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9AF6471C-47B4-46EC-A443-9D7B227A6C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14192">
              <a:off x="8272684" y="5594533"/>
              <a:ext cx="788355" cy="7883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1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070108C8-0561-4AB2-B1E1-D4704AEBC8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84692" y="5773544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9650720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3E072809-0D36-4B6E-82E1-BD13E7F0CEB7}"/>
              </a:ext>
            </a:extLst>
          </p:cNvPr>
          <p:cNvGrpSpPr/>
          <p:nvPr/>
        </p:nvGrpSpPr>
        <p:grpSpPr>
          <a:xfrm>
            <a:off x="3078484" y="288315"/>
            <a:ext cx="918521" cy="782270"/>
            <a:chOff x="2025344" y="4153673"/>
            <a:chExt cx="918521" cy="782270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D2D3B25-25B9-4B05-9108-F0B17E14E6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8905671">
              <a:off x="2396158" y="4265522"/>
              <a:ext cx="547707" cy="558572"/>
            </a:xfrm>
            <a:prstGeom prst="rect">
              <a:avLst/>
            </a:prstGeom>
          </p:spPr>
        </p:pic>
        <p:pic>
          <p:nvPicPr>
            <p:cNvPr id="4" name="Picture 6" descr="Chess, knight, game icon - Download on Iconfinder">
              <a:extLst>
                <a:ext uri="{FF2B5EF4-FFF2-40B4-BE49-F238E27FC236}">
                  <a16:creationId xmlns:a16="http://schemas.microsoft.com/office/drawing/2014/main" id="{C17C1827-87C9-4B88-99CE-6C785E017F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2025344" y="4153673"/>
              <a:ext cx="545769" cy="7822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8" name="Picture 4" descr="Musket Silhouette. Flintlock Old Pistol Symbol. Rustic Vintage Gun Vector  Silhouette Illustration Isolated On White Background. Royalty Free  Cliparts, Vectors, And Stock Illustration. Image 147714752.">
            <a:extLst>
              <a:ext uri="{FF2B5EF4-FFF2-40B4-BE49-F238E27FC236}">
                <a16:creationId xmlns:a16="http://schemas.microsoft.com/office/drawing/2014/main" id="{77CC34B6-2AF4-4776-99F7-95C203B8F81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72" t="16514" r="8246" b="7006"/>
          <a:stretch/>
        </p:blipFill>
        <p:spPr bwMode="auto">
          <a:xfrm rot="17201017">
            <a:off x="2588770" y="4321537"/>
            <a:ext cx="1126540" cy="328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9861CD71-1949-4D6F-97BA-59745F1961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20150930">
            <a:off x="4065925" y="5095802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DA8E6C-B619-4120-AF11-1F2EE8E429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7808" y="5506126"/>
            <a:ext cx="441135" cy="58409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93CFC9D-3A40-4377-A9B3-16425979A8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594483" y="819705"/>
            <a:ext cx="1168958" cy="1192147"/>
          </a:xfrm>
          <a:prstGeom prst="rect">
            <a:avLst/>
          </a:prstGeom>
        </p:spPr>
      </p:pic>
      <p:pic>
        <p:nvPicPr>
          <p:cNvPr id="7" name="Picture 2" descr="Spear icon simple style Royalty Free Vector Image">
            <a:extLst>
              <a:ext uri="{FF2B5EF4-FFF2-40B4-BE49-F238E27FC236}">
                <a16:creationId xmlns:a16="http://schemas.microsoft.com/office/drawing/2014/main" id="{C5686E42-C11A-4543-A3A6-77AE8C5BF2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433"/>
          <a:stretch/>
        </p:blipFill>
        <p:spPr bwMode="auto">
          <a:xfrm>
            <a:off x="4095538" y="770668"/>
            <a:ext cx="687593" cy="6799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0909F761-4384-4A3C-862B-FFF599B07DCE}"/>
              </a:ext>
            </a:extLst>
          </p:cNvPr>
          <p:cNvGrpSpPr/>
          <p:nvPr/>
        </p:nvGrpSpPr>
        <p:grpSpPr>
          <a:xfrm>
            <a:off x="6273233" y="850386"/>
            <a:ext cx="852406" cy="662477"/>
            <a:chOff x="3741815" y="4973520"/>
            <a:chExt cx="1685668" cy="1310075"/>
          </a:xfrm>
        </p:grpSpPr>
        <p:pic>
          <p:nvPicPr>
            <p:cNvPr id="12" name="Picture 6" descr="Chess, knight, game icon - Download on Iconfinder">
              <a:extLst>
                <a:ext uri="{FF2B5EF4-FFF2-40B4-BE49-F238E27FC236}">
                  <a16:creationId xmlns:a16="http://schemas.microsoft.com/office/drawing/2014/main" id="{DD8403BE-C27E-4B5F-9AAE-3651875C662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Arrow: Up 12">
              <a:extLst>
                <a:ext uri="{FF2B5EF4-FFF2-40B4-BE49-F238E27FC236}">
                  <a16:creationId xmlns:a16="http://schemas.microsoft.com/office/drawing/2014/main" id="{04F985B1-1642-45A1-83C9-85FDA9827E4A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726EEE25-7983-4924-844E-B5A693CC0AE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3563" y="1930199"/>
            <a:ext cx="666586" cy="67323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97FD5CE-E450-4FE7-BC85-02BF1669490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98477" y="1359312"/>
            <a:ext cx="525313" cy="101373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05D03B2-5143-4251-B24D-281125B9946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95538" y="1885878"/>
            <a:ext cx="687594" cy="684447"/>
          </a:xfrm>
          <a:prstGeom prst="rect">
            <a:avLst/>
          </a:prstGeom>
        </p:spPr>
      </p:pic>
      <p:pic>
        <p:nvPicPr>
          <p:cNvPr id="2050" name="Picture 2" descr="Halberd Icon - Download Halberd Icon 2008 | Noun Project">
            <a:extLst>
              <a:ext uri="{FF2B5EF4-FFF2-40B4-BE49-F238E27FC236}">
                <a16:creationId xmlns:a16="http://schemas.microsoft.com/office/drawing/2014/main" id="{3C25CF8A-E841-404C-AE79-D3DDF0663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373" y="2096175"/>
            <a:ext cx="813014" cy="813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6" descr="Chess, knight, game icon - Download on Iconfinder">
            <a:extLst>
              <a:ext uri="{FF2B5EF4-FFF2-40B4-BE49-F238E27FC236}">
                <a16:creationId xmlns:a16="http://schemas.microsoft.com/office/drawing/2014/main" id="{CBBBC952-60EE-4545-96DA-C765800E90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80" r="16253"/>
          <a:stretch/>
        </p:blipFill>
        <p:spPr bwMode="auto">
          <a:xfrm flipH="1">
            <a:off x="925770" y="694609"/>
            <a:ext cx="545769" cy="782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C6EF6C-E7E0-4C1E-9ADE-B5A262741C8C}"/>
              </a:ext>
            </a:extLst>
          </p:cNvPr>
          <p:cNvPicPr>
            <a:picLocks noChangeAspect="1"/>
          </p:cNvPicPr>
          <p:nvPr/>
        </p:nvPicPr>
        <p:blipFill rotWithShape="1">
          <a:blip r:embed="rId12"/>
          <a:srcRect r="557"/>
          <a:stretch/>
        </p:blipFill>
        <p:spPr>
          <a:xfrm>
            <a:off x="5502588" y="306873"/>
            <a:ext cx="760975" cy="410919"/>
          </a:xfrm>
          <a:prstGeom prst="rect">
            <a:avLst/>
          </a:prstGeom>
        </p:spPr>
      </p:pic>
      <p:grpSp>
        <p:nvGrpSpPr>
          <p:cNvPr id="2054" name="Group 2053">
            <a:extLst>
              <a:ext uri="{FF2B5EF4-FFF2-40B4-BE49-F238E27FC236}">
                <a16:creationId xmlns:a16="http://schemas.microsoft.com/office/drawing/2014/main" id="{E74BEA6E-2F53-4941-8B52-E0832F3FCF99}"/>
              </a:ext>
            </a:extLst>
          </p:cNvPr>
          <p:cNvGrpSpPr/>
          <p:nvPr/>
        </p:nvGrpSpPr>
        <p:grpSpPr>
          <a:xfrm>
            <a:off x="7378980" y="458133"/>
            <a:ext cx="987497" cy="652524"/>
            <a:chOff x="7009704" y="3352146"/>
            <a:chExt cx="3690533" cy="2438650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2A26A93-035D-4338-974D-69C20C415CD4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A4ECA865-33F0-4EE0-8AE3-3EDD763E0EE2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05B7F99-5993-422B-B492-76DB97ACA877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1" name="Isosceles Triangle 30">
              <a:extLst>
                <a:ext uri="{FF2B5EF4-FFF2-40B4-BE49-F238E27FC236}">
                  <a16:creationId xmlns:a16="http://schemas.microsoft.com/office/drawing/2014/main" id="{73DC8BB2-F7ED-4430-ADDF-202CDC3DA08D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48" name="Oval 2047">
              <a:extLst>
                <a:ext uri="{FF2B5EF4-FFF2-40B4-BE49-F238E27FC236}">
                  <a16:creationId xmlns:a16="http://schemas.microsoft.com/office/drawing/2014/main" id="{C6ACA231-039E-4FBA-B655-4EA1BF51A869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1458A151-F7C1-4983-8D20-2FAB7738CEA9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49" name="Rectangle 2048">
              <a:extLst>
                <a:ext uri="{FF2B5EF4-FFF2-40B4-BE49-F238E27FC236}">
                  <a16:creationId xmlns:a16="http://schemas.microsoft.com/office/drawing/2014/main" id="{7E718675-2163-4902-8DD4-6BC5AFCD557E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3B1A9CB-22AF-411A-BD3C-F8C280138B19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1" name="Rectangle 2050">
              <a:extLst>
                <a:ext uri="{FF2B5EF4-FFF2-40B4-BE49-F238E27FC236}">
                  <a16:creationId xmlns:a16="http://schemas.microsoft.com/office/drawing/2014/main" id="{13B51292-9B58-4CC6-B02B-D0EF4B1CDCD0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63" name="Group 2062">
            <a:extLst>
              <a:ext uri="{FF2B5EF4-FFF2-40B4-BE49-F238E27FC236}">
                <a16:creationId xmlns:a16="http://schemas.microsoft.com/office/drawing/2014/main" id="{E9B4033E-1CEF-49F9-B4B7-4D17C0BF30D4}"/>
              </a:ext>
            </a:extLst>
          </p:cNvPr>
          <p:cNvGrpSpPr/>
          <p:nvPr/>
        </p:nvGrpSpPr>
        <p:grpSpPr>
          <a:xfrm>
            <a:off x="8473951" y="1648807"/>
            <a:ext cx="813015" cy="562002"/>
            <a:chOff x="4408730" y="3718330"/>
            <a:chExt cx="2603249" cy="1799514"/>
          </a:xfrm>
        </p:grpSpPr>
        <p:grpSp>
          <p:nvGrpSpPr>
            <p:cNvPr id="2057" name="Group 2056">
              <a:extLst>
                <a:ext uri="{FF2B5EF4-FFF2-40B4-BE49-F238E27FC236}">
                  <a16:creationId xmlns:a16="http://schemas.microsoft.com/office/drawing/2014/main" id="{8B7FB0A7-DAB5-44D1-B8E4-199071D0AF0B}"/>
                </a:ext>
              </a:extLst>
            </p:cNvPr>
            <p:cNvGrpSpPr/>
            <p:nvPr/>
          </p:nvGrpSpPr>
          <p:grpSpPr>
            <a:xfrm>
              <a:off x="4595122" y="4287572"/>
              <a:ext cx="2289255" cy="720969"/>
              <a:chOff x="4247860" y="4659923"/>
              <a:chExt cx="2418618" cy="720969"/>
            </a:xfrm>
          </p:grpSpPr>
          <p:sp>
            <p:nvSpPr>
              <p:cNvPr id="2055" name="Rectangle 2054">
                <a:extLst>
                  <a:ext uri="{FF2B5EF4-FFF2-40B4-BE49-F238E27FC236}">
                    <a16:creationId xmlns:a16="http://schemas.microsoft.com/office/drawing/2014/main" id="{2CC55DB4-9569-46AF-85F4-F2D906B50ADA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24FB359-5F24-47D2-9637-C2F15090E20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56" name="Right Triangle 2055">
                <a:extLst>
                  <a:ext uri="{FF2B5EF4-FFF2-40B4-BE49-F238E27FC236}">
                    <a16:creationId xmlns:a16="http://schemas.microsoft.com/office/drawing/2014/main" id="{C403DE14-749D-403C-B5A7-918C6221A4DE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93FAB1C0-ACA3-4E88-B257-AF74617DAD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4662435" y="5006944"/>
              <a:ext cx="2349544" cy="510900"/>
            </a:xfrm>
            <a:prstGeom prst="rect">
              <a:avLst/>
            </a:prstGeom>
          </p:spPr>
        </p:pic>
        <p:sp>
          <p:nvSpPr>
            <p:cNvPr id="2060" name="Flowchart: Terminator 2059">
              <a:extLst>
                <a:ext uri="{FF2B5EF4-FFF2-40B4-BE49-F238E27FC236}">
                  <a16:creationId xmlns:a16="http://schemas.microsoft.com/office/drawing/2014/main" id="{5E9043FC-5E1A-41A7-B1CC-7194EC1A5A9D}"/>
                </a:ext>
              </a:extLst>
            </p:cNvPr>
            <p:cNvSpPr/>
            <p:nvPr/>
          </p:nvSpPr>
          <p:spPr>
            <a:xfrm>
              <a:off x="6200725" y="4257015"/>
              <a:ext cx="720274" cy="305591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F28942B1-7176-48B7-856D-790253A3AD9C}"/>
                </a:ext>
              </a:extLst>
            </p:cNvPr>
            <p:cNvSpPr/>
            <p:nvPr/>
          </p:nvSpPr>
          <p:spPr>
            <a:xfrm>
              <a:off x="5961387" y="393954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9220CA9D-3E7A-4C49-9B22-4B55AA5436E1}"/>
                </a:ext>
              </a:extLst>
            </p:cNvPr>
            <p:cNvSpPr/>
            <p:nvPr/>
          </p:nvSpPr>
          <p:spPr>
            <a:xfrm rot="2402351">
              <a:off x="6038191" y="371833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027D0E5-DA01-4A7B-8E34-B6FD4C271F8D}"/>
                </a:ext>
              </a:extLst>
            </p:cNvPr>
            <p:cNvSpPr/>
            <p:nvPr/>
          </p:nvSpPr>
          <p:spPr>
            <a:xfrm rot="17535441">
              <a:off x="4630679" y="4217679"/>
              <a:ext cx="202716" cy="5190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2" name="Oval 2061">
              <a:extLst>
                <a:ext uri="{FF2B5EF4-FFF2-40B4-BE49-F238E27FC236}">
                  <a16:creationId xmlns:a16="http://schemas.microsoft.com/office/drawing/2014/main" id="{790EDAEC-CD61-4EED-AEEC-54A273FD1E97}"/>
                </a:ext>
              </a:extLst>
            </p:cNvPr>
            <p:cNvSpPr/>
            <p:nvPr/>
          </p:nvSpPr>
          <p:spPr>
            <a:xfrm>
              <a:off x="4967104" y="4398926"/>
              <a:ext cx="601980" cy="57164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9FD86440-E061-4965-BA62-6B1600E152D0}"/>
                </a:ext>
              </a:extLst>
            </p:cNvPr>
            <p:cNvSpPr/>
            <p:nvPr/>
          </p:nvSpPr>
          <p:spPr>
            <a:xfrm rot="12147540">
              <a:off x="4408730" y="4195605"/>
              <a:ext cx="87941" cy="3179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722E1B1B-A169-4B40-8246-FF22DDBF2AC9}"/>
              </a:ext>
            </a:extLst>
          </p:cNvPr>
          <p:cNvGrpSpPr/>
          <p:nvPr/>
        </p:nvGrpSpPr>
        <p:grpSpPr>
          <a:xfrm>
            <a:off x="9873337" y="1364888"/>
            <a:ext cx="1073093" cy="965233"/>
            <a:chOff x="2281553" y="3804928"/>
            <a:chExt cx="1073093" cy="965233"/>
          </a:xfrm>
        </p:grpSpPr>
        <p:pic>
          <p:nvPicPr>
            <p:cNvPr id="43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AB0B673C-BC80-4337-A6A8-587BC33BA01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580259">
              <a:off x="2281553" y="3804928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0C7E1DBF-B2D0-449D-86B2-1A8D22A82AE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688060" y="4096926"/>
              <a:ext cx="666586" cy="673235"/>
            </a:xfrm>
            <a:prstGeom prst="rect">
              <a:avLst/>
            </a:prstGeom>
          </p:spPr>
        </p:pic>
      </p:grpSp>
      <p:pic>
        <p:nvPicPr>
          <p:cNvPr id="1028" name="Picture 4" descr="Bow And Arrow Png posted by Samantha Tremblay">
            <a:extLst>
              <a:ext uri="{FF2B5EF4-FFF2-40B4-BE49-F238E27FC236}">
                <a16:creationId xmlns:a16="http://schemas.microsoft.com/office/drawing/2014/main" id="{70B8842B-2990-46B6-8EA8-9920E09375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14" t="6682" r="23634" b="5823"/>
          <a:stretch/>
        </p:blipFill>
        <p:spPr bwMode="auto">
          <a:xfrm>
            <a:off x="2340115" y="2775791"/>
            <a:ext cx="687594" cy="684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ow Arrow Png 50929 | UPSTORE - ClipArt Best - ClipArt Best">
            <a:extLst>
              <a:ext uri="{FF2B5EF4-FFF2-40B4-BE49-F238E27FC236}">
                <a16:creationId xmlns:a16="http://schemas.microsoft.com/office/drawing/2014/main" id="{21A9D44F-F425-40FE-9791-66BB4F1FFF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37" t="6997" r="18766" b="10600"/>
          <a:stretch/>
        </p:blipFill>
        <p:spPr bwMode="auto">
          <a:xfrm>
            <a:off x="3627729" y="2730509"/>
            <a:ext cx="588239" cy="1013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6ACA3721-9CAC-42CD-B934-A1A52355D560}"/>
              </a:ext>
            </a:extLst>
          </p:cNvPr>
          <p:cNvGrpSpPr/>
          <p:nvPr/>
        </p:nvGrpSpPr>
        <p:grpSpPr>
          <a:xfrm>
            <a:off x="4439334" y="3051383"/>
            <a:ext cx="573182" cy="904359"/>
            <a:chOff x="5783656" y="3875645"/>
            <a:chExt cx="667104" cy="1052548"/>
          </a:xfrm>
        </p:grpSpPr>
        <p:pic>
          <p:nvPicPr>
            <p:cNvPr id="51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C76493C8-5205-42A6-A3D9-C07FA5376F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5783656" y="3875645"/>
              <a:ext cx="588239" cy="10137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462A9F0-900C-4E54-82B2-1753DB500A1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6371895" y="3875645"/>
              <a:ext cx="78865" cy="1052548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9923B4-D704-4EBF-9625-FD6141C9A16C}"/>
              </a:ext>
            </a:extLst>
          </p:cNvPr>
          <p:cNvGrpSpPr/>
          <p:nvPr/>
        </p:nvGrpSpPr>
        <p:grpSpPr>
          <a:xfrm>
            <a:off x="1012829" y="2582529"/>
            <a:ext cx="902760" cy="1031585"/>
            <a:chOff x="1012829" y="2582529"/>
            <a:chExt cx="902760" cy="1031585"/>
          </a:xfrm>
        </p:grpSpPr>
        <p:pic>
          <p:nvPicPr>
            <p:cNvPr id="54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1502BEA0-34CA-40C0-AC47-7D73B3FC592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1012829" y="2582529"/>
              <a:ext cx="505420" cy="8710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029FA583-BCAD-408E-B4A9-459D98669EB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1518249" y="2582529"/>
              <a:ext cx="67762" cy="904359"/>
            </a:xfrm>
            <a:prstGeom prst="rect">
              <a:avLst/>
            </a:prstGeom>
          </p:spPr>
        </p:pic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FDCE13D0-E82A-44C1-AC34-69BC2627DD4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543783" y="3121819"/>
              <a:ext cx="371806" cy="492295"/>
            </a:xfrm>
            <a:prstGeom prst="rect">
              <a:avLst/>
            </a:prstGeom>
          </p:spPr>
        </p:pic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AF8F3710-CCAC-4F7B-85DB-017B8895A7F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90767" y="3258369"/>
            <a:ext cx="900481" cy="622531"/>
          </a:xfrm>
          <a:prstGeom prst="rect">
            <a:avLst/>
          </a:prstGeom>
        </p:spPr>
      </p:pic>
      <p:pic>
        <p:nvPicPr>
          <p:cNvPr id="1032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D4EB0D15-116F-4F3E-9273-4EF401AA7D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6915774" y="3018034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B23A28C1-F662-4B46-B3F9-BE7CEA47DC45}"/>
              </a:ext>
            </a:extLst>
          </p:cNvPr>
          <p:cNvGrpSpPr/>
          <p:nvPr/>
        </p:nvGrpSpPr>
        <p:grpSpPr>
          <a:xfrm>
            <a:off x="7664179" y="2909189"/>
            <a:ext cx="609033" cy="636508"/>
            <a:chOff x="2189444" y="4586095"/>
            <a:chExt cx="1002523" cy="1047750"/>
          </a:xfrm>
        </p:grpSpPr>
        <p:pic>
          <p:nvPicPr>
            <p:cNvPr id="61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9CE37F6-3A2A-4371-8B65-001166D3B06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190643" y="4584896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2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D4EE4F0-F50B-47F3-AB79-79DF442B7B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585930" y="5027809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71" name="Group 2070">
            <a:extLst>
              <a:ext uri="{FF2B5EF4-FFF2-40B4-BE49-F238E27FC236}">
                <a16:creationId xmlns:a16="http://schemas.microsoft.com/office/drawing/2014/main" id="{5E0CB38E-C5EF-4189-98A7-A51327D5D67C}"/>
              </a:ext>
            </a:extLst>
          </p:cNvPr>
          <p:cNvGrpSpPr/>
          <p:nvPr/>
        </p:nvGrpSpPr>
        <p:grpSpPr>
          <a:xfrm>
            <a:off x="8399038" y="2570325"/>
            <a:ext cx="1004261" cy="1083495"/>
            <a:chOff x="3478591" y="4575175"/>
            <a:chExt cx="1004261" cy="1083495"/>
          </a:xfrm>
        </p:grpSpPr>
        <p:sp>
          <p:nvSpPr>
            <p:cNvPr id="2053" name="Freeform: Shape 2052">
              <a:extLst>
                <a:ext uri="{FF2B5EF4-FFF2-40B4-BE49-F238E27FC236}">
                  <a16:creationId xmlns:a16="http://schemas.microsoft.com/office/drawing/2014/main" id="{0C8EA85F-C8A1-4C54-9846-28B5B286ADFA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36AC77DD-BE93-41DE-A9BF-0D9FF928E0C1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91407AC-235D-4B48-A14A-F956A7358AE6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53603561-6CF5-4C7C-B250-B578923DA7A4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8" name="Freeform: Shape 2057">
              <a:extLst>
                <a:ext uri="{FF2B5EF4-FFF2-40B4-BE49-F238E27FC236}">
                  <a16:creationId xmlns:a16="http://schemas.microsoft.com/office/drawing/2014/main" id="{F8EF1CBD-4294-41D9-A30F-1459936F0709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4" name="Freeform: Shape 2063">
              <a:extLst>
                <a:ext uri="{FF2B5EF4-FFF2-40B4-BE49-F238E27FC236}">
                  <a16:creationId xmlns:a16="http://schemas.microsoft.com/office/drawing/2014/main" id="{36A5A748-4A95-4B87-88B7-52BE90D5FED3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0900A2B8-1371-4C4E-B8FD-F79D524B8AB1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5" name="Freeform: Shape 2064">
              <a:extLst>
                <a:ext uri="{FF2B5EF4-FFF2-40B4-BE49-F238E27FC236}">
                  <a16:creationId xmlns:a16="http://schemas.microsoft.com/office/drawing/2014/main" id="{92460CC8-E713-4FBB-9C4D-B84EE16C053E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6" name="Freeform: Shape 2065">
              <a:extLst>
                <a:ext uri="{FF2B5EF4-FFF2-40B4-BE49-F238E27FC236}">
                  <a16:creationId xmlns:a16="http://schemas.microsoft.com/office/drawing/2014/main" id="{F57FE5F8-4845-46A5-8401-AE7DC5BF88E4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7" name="Freeform: Shape 2066">
              <a:extLst>
                <a:ext uri="{FF2B5EF4-FFF2-40B4-BE49-F238E27FC236}">
                  <a16:creationId xmlns:a16="http://schemas.microsoft.com/office/drawing/2014/main" id="{806840CB-E83A-436C-B0CB-4506FBBE7E6B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08D38A93-3FCA-4E9D-9909-50E89D46A09D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00D891D3-9AD1-4409-A6D4-A033F8221B91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DD6C9AAD-122E-425E-8B0C-C1B31F179F90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B4733D-01D6-4243-B66A-1FB06B91D804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9" name="Freeform: Shape 2068">
              <a:extLst>
                <a:ext uri="{FF2B5EF4-FFF2-40B4-BE49-F238E27FC236}">
                  <a16:creationId xmlns:a16="http://schemas.microsoft.com/office/drawing/2014/main" id="{A2943225-6754-49F1-845B-C02FE69D4FA5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0" name="Freeform: Shape 2069">
              <a:extLst>
                <a:ext uri="{FF2B5EF4-FFF2-40B4-BE49-F238E27FC236}">
                  <a16:creationId xmlns:a16="http://schemas.microsoft.com/office/drawing/2014/main" id="{50E8A003-66DB-4E20-BBA0-DA321CFA473D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D9389906-8828-4EA1-A7E3-25F3BA8E1D06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 rot="2566217" flipH="1">
            <a:off x="885301" y="1759513"/>
            <a:ext cx="94215" cy="1006616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4B448A28-AC14-4B00-B250-972CFA812ED3}"/>
              </a:ext>
            </a:extLst>
          </p:cNvPr>
          <p:cNvGrpSpPr/>
          <p:nvPr/>
        </p:nvGrpSpPr>
        <p:grpSpPr>
          <a:xfrm>
            <a:off x="9343020" y="398689"/>
            <a:ext cx="581947" cy="903393"/>
            <a:chOff x="9343020" y="398689"/>
            <a:chExt cx="581947" cy="903393"/>
          </a:xfrm>
        </p:grpSpPr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ED05EFB4-120B-4B96-AD4E-C926970690C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483832" y="635502"/>
              <a:ext cx="441135" cy="584091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35B79CC0-3A4F-46EC-86D6-C5F2F193B0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 flipH="1">
              <a:off x="9343020" y="398689"/>
              <a:ext cx="84554" cy="903393"/>
            </a:xfrm>
            <a:prstGeom prst="rect">
              <a:avLst/>
            </a:prstGeom>
          </p:spPr>
        </p:pic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11B52B17-27FC-4CF1-ADA4-9CB396615D7F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67744" y="2608697"/>
            <a:ext cx="900482" cy="1135548"/>
          </a:xfrm>
          <a:prstGeom prst="rect">
            <a:avLst/>
          </a:prstGeom>
        </p:spPr>
      </p:pic>
      <p:pic>
        <p:nvPicPr>
          <p:cNvPr id="2068" name="Picture 2067">
            <a:extLst>
              <a:ext uri="{FF2B5EF4-FFF2-40B4-BE49-F238E27FC236}">
                <a16:creationId xmlns:a16="http://schemas.microsoft.com/office/drawing/2014/main" id="{39037369-8F09-4F60-809C-5D58D574AC6B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371363" y="424503"/>
            <a:ext cx="652055" cy="617171"/>
          </a:xfrm>
          <a:prstGeom prst="rect">
            <a:avLst/>
          </a:prstGeom>
        </p:spPr>
      </p:pic>
      <p:grpSp>
        <p:nvGrpSpPr>
          <p:cNvPr id="86" name="Group 85">
            <a:extLst>
              <a:ext uri="{FF2B5EF4-FFF2-40B4-BE49-F238E27FC236}">
                <a16:creationId xmlns:a16="http://schemas.microsoft.com/office/drawing/2014/main" id="{11AEB59B-78ED-49B5-A757-8492A4F376AA}"/>
              </a:ext>
            </a:extLst>
          </p:cNvPr>
          <p:cNvGrpSpPr/>
          <p:nvPr/>
        </p:nvGrpSpPr>
        <p:grpSpPr>
          <a:xfrm>
            <a:off x="4904599" y="4129771"/>
            <a:ext cx="894181" cy="911246"/>
            <a:chOff x="6129412" y="1341195"/>
            <a:chExt cx="894181" cy="911246"/>
          </a:xfrm>
        </p:grpSpPr>
        <p:pic>
          <p:nvPicPr>
            <p:cNvPr id="87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C0CB28-6AE4-4903-9E24-E01CC0BD839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98C3A3C1-C388-4808-A269-7C5E500A63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pic>
        <p:nvPicPr>
          <p:cNvPr id="2073" name="Picture 2072">
            <a:extLst>
              <a:ext uri="{FF2B5EF4-FFF2-40B4-BE49-F238E27FC236}">
                <a16:creationId xmlns:a16="http://schemas.microsoft.com/office/drawing/2014/main" id="{64E95384-6A70-4708-8206-9AFC78B659AB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76853" y="3647138"/>
            <a:ext cx="568717" cy="900695"/>
          </a:xfrm>
          <a:prstGeom prst="rect">
            <a:avLst/>
          </a:prstGeom>
        </p:spPr>
      </p:pic>
      <p:grpSp>
        <p:nvGrpSpPr>
          <p:cNvPr id="2077" name="Group 2076">
            <a:extLst>
              <a:ext uri="{FF2B5EF4-FFF2-40B4-BE49-F238E27FC236}">
                <a16:creationId xmlns:a16="http://schemas.microsoft.com/office/drawing/2014/main" id="{4206C80D-1849-4EC6-A2A9-4776117B15B8}"/>
              </a:ext>
            </a:extLst>
          </p:cNvPr>
          <p:cNvGrpSpPr/>
          <p:nvPr/>
        </p:nvGrpSpPr>
        <p:grpSpPr>
          <a:xfrm>
            <a:off x="1671579" y="3879426"/>
            <a:ext cx="609600" cy="896782"/>
            <a:chOff x="1671579" y="3879426"/>
            <a:chExt cx="609600" cy="896782"/>
          </a:xfrm>
        </p:grpSpPr>
        <p:sp>
          <p:nvSpPr>
            <p:cNvPr id="2074" name="Rectangle 2073">
              <a:extLst>
                <a:ext uri="{FF2B5EF4-FFF2-40B4-BE49-F238E27FC236}">
                  <a16:creationId xmlns:a16="http://schemas.microsoft.com/office/drawing/2014/main" id="{FE7F59BA-4368-4E1F-8D24-27D247C47B9A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3B1D55EA-926F-4BEA-9346-5C64234F2D8D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5" name="Arrow: Right 2074">
              <a:extLst>
                <a:ext uri="{FF2B5EF4-FFF2-40B4-BE49-F238E27FC236}">
                  <a16:creationId xmlns:a16="http://schemas.microsoft.com/office/drawing/2014/main" id="{3CD47419-967F-4A85-9D69-F38351C83BA1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FC44F00-8C47-40FD-9553-999F78B6D61F}"/>
              </a:ext>
            </a:extLst>
          </p:cNvPr>
          <p:cNvGrpSpPr/>
          <p:nvPr/>
        </p:nvGrpSpPr>
        <p:grpSpPr>
          <a:xfrm>
            <a:off x="11035313" y="3113296"/>
            <a:ext cx="894181" cy="911246"/>
            <a:chOff x="6129412" y="1341195"/>
            <a:chExt cx="894181" cy="911246"/>
          </a:xfrm>
        </p:grpSpPr>
        <p:pic>
          <p:nvPicPr>
            <p:cNvPr id="9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DAE18131-5862-4271-9E5B-309FED988A1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48494A1E-4DAD-4DE4-81C3-4098499B44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AC055E5F-81B3-4AE8-8041-77EE870DD4FD}"/>
              </a:ext>
            </a:extLst>
          </p:cNvPr>
          <p:cNvGrpSpPr/>
          <p:nvPr/>
        </p:nvGrpSpPr>
        <p:grpSpPr>
          <a:xfrm>
            <a:off x="9914173" y="4085927"/>
            <a:ext cx="1032257" cy="1031680"/>
            <a:chOff x="7785498" y="1295721"/>
            <a:chExt cx="1032257" cy="1031680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38AEAFF4-B5AF-435F-97A5-1FFA75A355BC}"/>
                </a:ext>
              </a:extLst>
            </p:cNvPr>
            <p:cNvGrpSpPr/>
            <p:nvPr/>
          </p:nvGrpSpPr>
          <p:grpSpPr>
            <a:xfrm>
              <a:off x="7785498" y="1295721"/>
              <a:ext cx="224894" cy="458529"/>
              <a:chOff x="1671579" y="3879426"/>
              <a:chExt cx="609600" cy="896782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D4E4B994-68A7-4916-AA63-0A6018FFDB09}"/>
                  </a:ext>
                </a:extLst>
              </p:cNvPr>
              <p:cNvSpPr/>
              <p:nvPr/>
            </p:nvSpPr>
            <p:spPr>
              <a:xfrm rot="2311362">
                <a:off x="1817486" y="3879426"/>
                <a:ext cx="132212" cy="3114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9927CEF7-1D85-424D-A1B6-C996EE3B56D6}"/>
                  </a:ext>
                </a:extLst>
              </p:cNvPr>
              <p:cNvSpPr/>
              <p:nvPr/>
            </p:nvSpPr>
            <p:spPr>
              <a:xfrm rot="19763709">
                <a:off x="1792679" y="4464272"/>
                <a:ext cx="126736" cy="3119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Arrow: Right 105">
                <a:extLst>
                  <a:ext uri="{FF2B5EF4-FFF2-40B4-BE49-F238E27FC236}">
                    <a16:creationId xmlns:a16="http://schemas.microsoft.com/office/drawing/2014/main" id="{62D1CE95-D439-45AC-BC21-7BBE6909A7EA}"/>
                  </a:ext>
                </a:extLst>
              </p:cNvPr>
              <p:cNvSpPr/>
              <p:nvPr/>
            </p:nvSpPr>
            <p:spPr>
              <a:xfrm rot="10800000">
                <a:off x="1671579" y="4268791"/>
                <a:ext cx="609600" cy="114300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0F9AD695-3277-40E1-A647-747BD7625D0A}"/>
                </a:ext>
              </a:extLst>
            </p:cNvPr>
            <p:cNvGrpSpPr/>
            <p:nvPr/>
          </p:nvGrpSpPr>
          <p:grpSpPr>
            <a:xfrm>
              <a:off x="8027533" y="1417306"/>
              <a:ext cx="790222" cy="910095"/>
              <a:chOff x="4336171" y="5052482"/>
              <a:chExt cx="790222" cy="910095"/>
            </a:xfrm>
          </p:grpSpPr>
          <p:pic>
            <p:nvPicPr>
              <p:cNvPr id="102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A730B49B-33AE-4E33-BBC3-E8DD9283B38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" name="Picture 102">
                <a:extLst>
                  <a:ext uri="{FF2B5EF4-FFF2-40B4-BE49-F238E27FC236}">
                    <a16:creationId xmlns:a16="http://schemas.microsoft.com/office/drawing/2014/main" id="{77913E8A-8EC2-4046-ABA2-58C24679BB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F1FFBEA2-4682-4663-82C2-FA09F35C1B9E}"/>
              </a:ext>
            </a:extLst>
          </p:cNvPr>
          <p:cNvGrpSpPr/>
          <p:nvPr/>
        </p:nvGrpSpPr>
        <p:grpSpPr>
          <a:xfrm>
            <a:off x="8363359" y="4314232"/>
            <a:ext cx="1057780" cy="1019709"/>
            <a:chOff x="9526786" y="1303522"/>
            <a:chExt cx="1057780" cy="1019709"/>
          </a:xfrm>
        </p:grpSpPr>
        <p:pic>
          <p:nvPicPr>
            <p:cNvPr id="108" name="Picture 107">
              <a:extLst>
                <a:ext uri="{FF2B5EF4-FFF2-40B4-BE49-F238E27FC236}">
                  <a16:creationId xmlns:a16="http://schemas.microsoft.com/office/drawing/2014/main" id="{873F6C50-8069-4500-9D8F-A0137AB6E3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9526786" y="1303522"/>
              <a:ext cx="218634" cy="346258"/>
            </a:xfrm>
            <a:prstGeom prst="rect">
              <a:avLst/>
            </a:prstGeom>
          </p:spPr>
        </p:pic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EE8DBFE1-3FAF-4315-898D-612E346ACBE3}"/>
                </a:ext>
              </a:extLst>
            </p:cNvPr>
            <p:cNvGrpSpPr/>
            <p:nvPr/>
          </p:nvGrpSpPr>
          <p:grpSpPr>
            <a:xfrm>
              <a:off x="9794344" y="1413136"/>
              <a:ext cx="790222" cy="910095"/>
              <a:chOff x="4336171" y="5052482"/>
              <a:chExt cx="790222" cy="910095"/>
            </a:xfrm>
          </p:grpSpPr>
          <p:pic>
            <p:nvPicPr>
              <p:cNvPr id="110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8D201092-98AC-481F-924C-44975977AE2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1" name="Picture 110">
                <a:extLst>
                  <a:ext uri="{FF2B5EF4-FFF2-40B4-BE49-F238E27FC236}">
                    <a16:creationId xmlns:a16="http://schemas.microsoft.com/office/drawing/2014/main" id="{4874071B-405A-4BA8-93FF-0D31EF7632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pic>
        <p:nvPicPr>
          <p:cNvPr id="2079" name="Picture 2078">
            <a:extLst>
              <a:ext uri="{FF2B5EF4-FFF2-40B4-BE49-F238E27FC236}">
                <a16:creationId xmlns:a16="http://schemas.microsoft.com/office/drawing/2014/main" id="{93244368-6D3B-45B8-9049-950103A8A318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663967" y="4031882"/>
            <a:ext cx="840292" cy="844536"/>
          </a:xfrm>
          <a:prstGeom prst="rect">
            <a:avLst/>
          </a:prstGeom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89F3D6C7-AE21-47F0-85D2-D5F8F649652B}"/>
              </a:ext>
            </a:extLst>
          </p:cNvPr>
          <p:cNvGrpSpPr/>
          <p:nvPr/>
        </p:nvGrpSpPr>
        <p:grpSpPr>
          <a:xfrm>
            <a:off x="4618755" y="5547145"/>
            <a:ext cx="883833" cy="898245"/>
            <a:chOff x="6250804" y="4469864"/>
            <a:chExt cx="1767666" cy="1796490"/>
          </a:xfrm>
        </p:grpSpPr>
        <p:grpSp>
          <p:nvGrpSpPr>
            <p:cNvPr id="113" name="Group 112">
              <a:extLst>
                <a:ext uri="{FF2B5EF4-FFF2-40B4-BE49-F238E27FC236}">
                  <a16:creationId xmlns:a16="http://schemas.microsoft.com/office/drawing/2014/main" id="{C122C5E1-1988-471D-99ED-DC786E638677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731371DD-21AE-47B4-A97F-3BAA4D913513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id="{BC31596D-0889-471E-9E14-522294B13A1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52D47E64-0AD6-47C1-BE9D-21F72F02550B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3626667-C57A-421F-BB0A-DBCE02A0C1DE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E22C41DA-767A-4D99-B63E-22EC7554A538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9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401A5F77-78E2-4F2B-8FFB-8283072636F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444687" y="4944359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0" name="Picture 2" descr="Halberd Icon - Download Halberd Icon 2008 | Noun Project">
            <a:extLst>
              <a:ext uri="{FF2B5EF4-FFF2-40B4-BE49-F238E27FC236}">
                <a16:creationId xmlns:a16="http://schemas.microsoft.com/office/drawing/2014/main" id="{BDFD85C3-5E81-4487-B4D1-D6BB15ED61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131617">
            <a:off x="1140389" y="5018680"/>
            <a:ext cx="866551" cy="866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1" name="Picture 120">
            <a:extLst>
              <a:ext uri="{FF2B5EF4-FFF2-40B4-BE49-F238E27FC236}">
                <a16:creationId xmlns:a16="http://schemas.microsoft.com/office/drawing/2014/main" id="{847B7ED0-CE65-40F9-976D-DF45CFA05C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954440" y="5220802"/>
            <a:ext cx="721862" cy="736182"/>
          </a:xfrm>
          <a:prstGeom prst="rect">
            <a:avLst/>
          </a:prstGeom>
        </p:spPr>
      </p:pic>
      <p:grpSp>
        <p:nvGrpSpPr>
          <p:cNvPr id="123" name="Group 122">
            <a:extLst>
              <a:ext uri="{FF2B5EF4-FFF2-40B4-BE49-F238E27FC236}">
                <a16:creationId xmlns:a16="http://schemas.microsoft.com/office/drawing/2014/main" id="{F1F534EC-140E-40C2-AD66-D5D54E7F2BF3}"/>
              </a:ext>
            </a:extLst>
          </p:cNvPr>
          <p:cNvGrpSpPr/>
          <p:nvPr/>
        </p:nvGrpSpPr>
        <p:grpSpPr>
          <a:xfrm>
            <a:off x="10258916" y="5451955"/>
            <a:ext cx="224894" cy="458529"/>
            <a:chOff x="1671579" y="3879426"/>
            <a:chExt cx="609600" cy="896782"/>
          </a:xfrm>
        </p:grpSpPr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947B99CC-7421-4E7A-A820-5233189793B4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2A45C7AC-A00F-4ADA-83AB-C0DB28CDC0E5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Arrow: Right 128">
              <a:extLst>
                <a:ext uri="{FF2B5EF4-FFF2-40B4-BE49-F238E27FC236}">
                  <a16:creationId xmlns:a16="http://schemas.microsoft.com/office/drawing/2014/main" id="{A260F710-18CD-45A3-BA5E-22B18AEDB477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7D2F9B8-693F-425F-8953-9B3156AB3594}"/>
              </a:ext>
            </a:extLst>
          </p:cNvPr>
          <p:cNvGrpSpPr/>
          <p:nvPr/>
        </p:nvGrpSpPr>
        <p:grpSpPr>
          <a:xfrm>
            <a:off x="7603219" y="5606554"/>
            <a:ext cx="1196039" cy="999503"/>
            <a:chOff x="7603219" y="5606554"/>
            <a:chExt cx="1196039" cy="999503"/>
          </a:xfrm>
        </p:grpSpPr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F04C3CD4-0FB9-49F8-A20E-6651FB4FB18F}"/>
                </a:ext>
              </a:extLst>
            </p:cNvPr>
            <p:cNvGrpSpPr/>
            <p:nvPr/>
          </p:nvGrpSpPr>
          <p:grpSpPr>
            <a:xfrm>
              <a:off x="8009036" y="5695962"/>
              <a:ext cx="790222" cy="910095"/>
              <a:chOff x="4336171" y="5052482"/>
              <a:chExt cx="790222" cy="910095"/>
            </a:xfrm>
          </p:grpSpPr>
          <p:pic>
            <p:nvPicPr>
              <p:cNvPr id="12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22EAFA61-C96F-434F-89BF-F9EAAD25A12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6" name="Picture 125">
                <a:extLst>
                  <a:ext uri="{FF2B5EF4-FFF2-40B4-BE49-F238E27FC236}">
                    <a16:creationId xmlns:a16="http://schemas.microsoft.com/office/drawing/2014/main" id="{5D3880DA-E650-4DA8-8DB2-9E0B369078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  <p:pic>
          <p:nvPicPr>
            <p:cNvPr id="14" name="Picture 13" descr="Shape&#10;&#10;Description automatically generated">
              <a:extLst>
                <a:ext uri="{FF2B5EF4-FFF2-40B4-BE49-F238E27FC236}">
                  <a16:creationId xmlns:a16="http://schemas.microsoft.com/office/drawing/2014/main" id="{E8586148-B584-4726-B960-29D09BC7B4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03219" y="5606554"/>
              <a:ext cx="368103" cy="456756"/>
            </a:xfrm>
            <a:prstGeom prst="rect">
              <a:avLst/>
            </a:prstGeom>
          </p:spPr>
        </p:pic>
      </p:grpSp>
      <p:grpSp>
        <p:nvGrpSpPr>
          <p:cNvPr id="2072" name="Group 2071">
            <a:extLst>
              <a:ext uri="{FF2B5EF4-FFF2-40B4-BE49-F238E27FC236}">
                <a16:creationId xmlns:a16="http://schemas.microsoft.com/office/drawing/2014/main" id="{1420CD50-4168-44FB-BE12-A26D63F2A813}"/>
              </a:ext>
            </a:extLst>
          </p:cNvPr>
          <p:cNvGrpSpPr/>
          <p:nvPr/>
        </p:nvGrpSpPr>
        <p:grpSpPr>
          <a:xfrm>
            <a:off x="2954610" y="5467206"/>
            <a:ext cx="813015" cy="562002"/>
            <a:chOff x="2954610" y="5467206"/>
            <a:chExt cx="813015" cy="562002"/>
          </a:xfrm>
        </p:grpSpPr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3399F59C-8A4E-42D5-9E47-6AF51BE37770}"/>
                </a:ext>
              </a:extLst>
            </p:cNvPr>
            <p:cNvGrpSpPr/>
            <p:nvPr/>
          </p:nvGrpSpPr>
          <p:grpSpPr>
            <a:xfrm>
              <a:off x="3012822" y="5644985"/>
              <a:ext cx="714952" cy="225164"/>
              <a:chOff x="4247860" y="4659923"/>
              <a:chExt cx="2418618" cy="720969"/>
            </a:xfrm>
          </p:grpSpPr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7A187749-B09F-4442-A8BF-6087875C1AA7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B4F18544-C93A-4DB7-8211-5611AF1514C1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Right Triangle 140">
                <a:extLst>
                  <a:ext uri="{FF2B5EF4-FFF2-40B4-BE49-F238E27FC236}">
                    <a16:creationId xmlns:a16="http://schemas.microsoft.com/office/drawing/2014/main" id="{8E5233E3-5AA0-4596-A032-BC861ED14E07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2" name="Picture 131">
              <a:extLst>
                <a:ext uri="{FF2B5EF4-FFF2-40B4-BE49-F238E27FC236}">
                  <a16:creationId xmlns:a16="http://schemas.microsoft.com/office/drawing/2014/main" id="{0FB47794-17B6-459C-9C70-9CE676A065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033844" y="5869650"/>
              <a:ext cx="733781" cy="159558"/>
            </a:xfrm>
            <a:prstGeom prst="rect">
              <a:avLst/>
            </a:prstGeom>
          </p:spPr>
        </p:pic>
        <p:sp>
          <p:nvSpPr>
            <p:cNvPr id="133" name="Flowchart: Terminator 132">
              <a:extLst>
                <a:ext uri="{FF2B5EF4-FFF2-40B4-BE49-F238E27FC236}">
                  <a16:creationId xmlns:a16="http://schemas.microsoft.com/office/drawing/2014/main" id="{6E8095E0-F217-4675-A0D9-C53D4CB6DAF0}"/>
                </a:ext>
              </a:extLst>
            </p:cNvPr>
            <p:cNvSpPr/>
            <p:nvPr/>
          </p:nvSpPr>
          <p:spPr>
            <a:xfrm>
              <a:off x="3514264" y="5635441"/>
              <a:ext cx="224947" cy="95438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ED22EFEE-B65F-4BB5-9CD4-AB4F3A2D0F6E}"/>
                </a:ext>
              </a:extLst>
            </p:cNvPr>
            <p:cNvSpPr/>
            <p:nvPr/>
          </p:nvSpPr>
          <p:spPr>
            <a:xfrm>
              <a:off x="3439517" y="5536292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8F5D5C20-C3C2-4936-88FB-D2D804D0BEF8}"/>
                </a:ext>
              </a:extLst>
            </p:cNvPr>
            <p:cNvSpPr/>
            <p:nvPr/>
          </p:nvSpPr>
          <p:spPr>
            <a:xfrm rot="2402351">
              <a:off x="3463503" y="5467206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0A7D3FAA-8522-4E2F-A3B6-860F54D6FF4B}"/>
                </a:ext>
              </a:extLst>
            </p:cNvPr>
            <p:cNvSpPr/>
            <p:nvPr/>
          </p:nvSpPr>
          <p:spPr>
            <a:xfrm rot="17535441">
              <a:off x="3023926" y="5623156"/>
              <a:ext cx="63310" cy="16208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B56A2312-0842-4FE8-9E75-2734FF50B9A1}"/>
                </a:ext>
              </a:extLst>
            </p:cNvPr>
            <p:cNvSpPr/>
            <p:nvPr/>
          </p:nvSpPr>
          <p:spPr>
            <a:xfrm>
              <a:off x="3128995" y="5679761"/>
              <a:ext cx="188003" cy="178529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B66C049F-5C9C-4438-9988-B2B96EC9FF44}"/>
                </a:ext>
              </a:extLst>
            </p:cNvPr>
            <p:cNvSpPr/>
            <p:nvPr/>
          </p:nvSpPr>
          <p:spPr>
            <a:xfrm rot="12147540">
              <a:off x="2954610" y="5616263"/>
              <a:ext cx="27465" cy="9928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76" name="Group 2075">
            <a:extLst>
              <a:ext uri="{FF2B5EF4-FFF2-40B4-BE49-F238E27FC236}">
                <a16:creationId xmlns:a16="http://schemas.microsoft.com/office/drawing/2014/main" id="{B4FF8251-B7E4-9B35-ADB2-D0361956D93A}"/>
              </a:ext>
            </a:extLst>
          </p:cNvPr>
          <p:cNvGrpSpPr/>
          <p:nvPr/>
        </p:nvGrpSpPr>
        <p:grpSpPr>
          <a:xfrm>
            <a:off x="6262946" y="5781189"/>
            <a:ext cx="1005249" cy="761549"/>
            <a:chOff x="6262946" y="5781189"/>
            <a:chExt cx="1005249" cy="761549"/>
          </a:xfrm>
        </p:grpSpPr>
        <p:pic>
          <p:nvPicPr>
            <p:cNvPr id="143" name="Picture 142">
              <a:extLst>
                <a:ext uri="{FF2B5EF4-FFF2-40B4-BE49-F238E27FC236}">
                  <a16:creationId xmlns:a16="http://schemas.microsoft.com/office/drawing/2014/main" id="{029A724A-C046-1674-D467-D682884AF16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8920006">
              <a:off x="6262946" y="5781189"/>
              <a:ext cx="746736" cy="761549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32C606CE-E14C-4C80-33C7-428C9594C08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827060" y="5938696"/>
              <a:ext cx="441135" cy="5840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655146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1215</TotalTime>
  <Words>10</Words>
  <Application>Microsoft Office PowerPoint</Application>
  <PresentationFormat>Widescreen</PresentationFormat>
  <Paragraphs>10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AlexLiu.HUST@gmail.com</dc:creator>
  <cp:lastModifiedBy>AlexLiu.HUST@gmail.com</cp:lastModifiedBy>
  <cp:revision>88</cp:revision>
  <dcterms:created xsi:type="dcterms:W3CDTF">2022-01-10T19:03:27Z</dcterms:created>
  <dcterms:modified xsi:type="dcterms:W3CDTF">2022-05-03T23:28:21Z</dcterms:modified>
</cp:coreProperties>
</file>