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18FE4-31C8-8A8B-7B7C-CD0DFA567623}"/>
              </a:ext>
            </a:extLst>
          </p:cNvPr>
          <p:cNvGrpSpPr/>
          <p:nvPr/>
        </p:nvGrpSpPr>
        <p:grpSpPr>
          <a:xfrm>
            <a:off x="546541" y="2727815"/>
            <a:ext cx="813727" cy="477825"/>
            <a:chOff x="3243145" y="3555274"/>
            <a:chExt cx="2506443" cy="147179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05038E1-13DA-DD3A-19D0-B7C2FD53436C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CF48D29-BF3A-FA92-9C5C-194068FD4906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6B3F4BA-F128-4DE6-12BF-05C51911410E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Single Corner Snipped 4">
              <a:extLst>
                <a:ext uri="{FF2B5EF4-FFF2-40B4-BE49-F238E27FC236}">
                  <a16:creationId xmlns:a16="http://schemas.microsoft.com/office/drawing/2014/main" id="{6D44BDEE-AC4D-6F4D-8E92-663DA327FE44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5354914" y="2339923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3554998" y="2350615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3863560" y="2643031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5734570" y="2597437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7060096" y="2296634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8635838" y="2282288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7391816" y="2553723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9044079" y="2530495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1340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98</cp:revision>
  <dcterms:created xsi:type="dcterms:W3CDTF">2022-01-10T19:03:27Z</dcterms:created>
  <dcterms:modified xsi:type="dcterms:W3CDTF">2022-06-01T19:06:53Z</dcterms:modified>
</cp:coreProperties>
</file>