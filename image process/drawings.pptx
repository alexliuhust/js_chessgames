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1" r:id="rId5"/>
    <p:sldId id="262" r:id="rId6"/>
    <p:sldId id="267" r:id="rId7"/>
    <p:sldId id="263" r:id="rId8"/>
    <p:sldId id="266" r:id="rId9"/>
    <p:sldId id="265" r:id="rId10"/>
    <p:sldId id="264" r:id="rId11"/>
    <p:sldId id="260" r:id="rId12"/>
    <p:sldId id="25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7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4.jpe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3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2.png"/><Relationship Id="rId5" Type="http://schemas.openxmlformats.org/officeDocument/2006/relationships/image" Target="../media/image27.jpe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jpe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4.png"/><Relationship Id="rId3" Type="http://schemas.openxmlformats.org/officeDocument/2006/relationships/image" Target="../media/image7.png"/><Relationship Id="rId7" Type="http://schemas.openxmlformats.org/officeDocument/2006/relationships/image" Target="../media/image40.png"/><Relationship Id="rId12" Type="http://schemas.openxmlformats.org/officeDocument/2006/relationships/image" Target="../media/image4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.jpeg"/><Relationship Id="rId5" Type="http://schemas.openxmlformats.org/officeDocument/2006/relationships/image" Target="../media/image38.jpeg"/><Relationship Id="rId15" Type="http://schemas.openxmlformats.org/officeDocument/2006/relationships/image" Target="../media/image45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3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0.png"/><Relationship Id="rId7" Type="http://schemas.openxmlformats.org/officeDocument/2006/relationships/image" Target="../media/image24.jpeg"/><Relationship Id="rId12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34.jpeg"/><Relationship Id="rId5" Type="http://schemas.openxmlformats.org/officeDocument/2006/relationships/image" Target="../media/image7.png"/><Relationship Id="rId10" Type="http://schemas.openxmlformats.org/officeDocument/2006/relationships/image" Target="../media/image25.png"/><Relationship Id="rId4" Type="http://schemas.openxmlformats.org/officeDocument/2006/relationships/image" Target="../media/image12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6.png"/><Relationship Id="rId7" Type="http://schemas.openxmlformats.org/officeDocument/2006/relationships/image" Target="../media/image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jpeg"/><Relationship Id="rId11" Type="http://schemas.openxmlformats.org/officeDocument/2006/relationships/image" Target="../media/image53.png"/><Relationship Id="rId5" Type="http://schemas.openxmlformats.org/officeDocument/2006/relationships/image" Target="../media/image48.jpeg"/><Relationship Id="rId10" Type="http://schemas.openxmlformats.org/officeDocument/2006/relationships/image" Target="../media/image52.png"/><Relationship Id="rId4" Type="http://schemas.openxmlformats.org/officeDocument/2006/relationships/image" Target="../media/image47.jpeg"/><Relationship Id="rId9" Type="http://schemas.openxmlformats.org/officeDocument/2006/relationships/image" Target="../media/image51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28.jpeg"/><Relationship Id="rId7" Type="http://schemas.openxmlformats.org/officeDocument/2006/relationships/image" Target="../media/image5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58.png"/><Relationship Id="rId5" Type="http://schemas.openxmlformats.org/officeDocument/2006/relationships/image" Target="../media/image54.png"/><Relationship Id="rId10" Type="http://schemas.openxmlformats.org/officeDocument/2006/relationships/image" Target="../media/image3.jpeg"/><Relationship Id="rId4" Type="http://schemas.openxmlformats.org/officeDocument/2006/relationships/image" Target="../media/image19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3.png"/><Relationship Id="rId7" Type="http://schemas.openxmlformats.org/officeDocument/2006/relationships/image" Target="../media/image8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jpeg"/><Relationship Id="rId11" Type="http://schemas.openxmlformats.org/officeDocument/2006/relationships/image" Target="../media/image66.png"/><Relationship Id="rId5" Type="http://schemas.openxmlformats.org/officeDocument/2006/relationships/image" Target="../media/image61.png"/><Relationship Id="rId10" Type="http://schemas.openxmlformats.org/officeDocument/2006/relationships/image" Target="../media/image65.png"/><Relationship Id="rId4" Type="http://schemas.openxmlformats.org/officeDocument/2006/relationships/image" Target="../media/image60.jpeg"/><Relationship Id="rId9" Type="http://schemas.openxmlformats.org/officeDocument/2006/relationships/image" Target="../media/image6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54.png"/><Relationship Id="rId18" Type="http://schemas.openxmlformats.org/officeDocument/2006/relationships/image" Target="../media/image63.png"/><Relationship Id="rId3" Type="http://schemas.openxmlformats.org/officeDocument/2006/relationships/image" Target="../media/image52.png"/><Relationship Id="rId21" Type="http://schemas.openxmlformats.org/officeDocument/2006/relationships/image" Target="../media/image61.png"/><Relationship Id="rId7" Type="http://schemas.openxmlformats.org/officeDocument/2006/relationships/image" Target="../media/image48.jpeg"/><Relationship Id="rId12" Type="http://schemas.openxmlformats.org/officeDocument/2006/relationships/image" Target="../media/image19.png"/><Relationship Id="rId17" Type="http://schemas.openxmlformats.org/officeDocument/2006/relationships/image" Target="../media/image8.png"/><Relationship Id="rId25" Type="http://schemas.openxmlformats.org/officeDocument/2006/relationships/image" Target="../media/image66.png"/><Relationship Id="rId2" Type="http://schemas.openxmlformats.org/officeDocument/2006/relationships/image" Target="../media/image67.jpeg"/><Relationship Id="rId16" Type="http://schemas.openxmlformats.org/officeDocument/2006/relationships/image" Target="../media/image58.png"/><Relationship Id="rId20" Type="http://schemas.openxmlformats.org/officeDocument/2006/relationships/image" Target="../media/image6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jpeg"/><Relationship Id="rId11" Type="http://schemas.openxmlformats.org/officeDocument/2006/relationships/image" Target="../media/image28.jpeg"/><Relationship Id="rId24" Type="http://schemas.openxmlformats.org/officeDocument/2006/relationships/image" Target="../media/image65.png"/><Relationship Id="rId5" Type="http://schemas.openxmlformats.org/officeDocument/2006/relationships/image" Target="../media/image53.png"/><Relationship Id="rId15" Type="http://schemas.openxmlformats.org/officeDocument/2006/relationships/image" Target="../media/image55.png"/><Relationship Id="rId23" Type="http://schemas.openxmlformats.org/officeDocument/2006/relationships/image" Target="../media/image64.png"/><Relationship Id="rId10" Type="http://schemas.openxmlformats.org/officeDocument/2006/relationships/image" Target="../media/image27.jpeg"/><Relationship Id="rId19" Type="http://schemas.openxmlformats.org/officeDocument/2006/relationships/image" Target="../media/image59.png"/><Relationship Id="rId4" Type="http://schemas.openxmlformats.org/officeDocument/2006/relationships/image" Target="../media/image47.jpeg"/><Relationship Id="rId9" Type="http://schemas.openxmlformats.org/officeDocument/2006/relationships/image" Target="../media/image3.jpeg"/><Relationship Id="rId14" Type="http://schemas.openxmlformats.org/officeDocument/2006/relationships/image" Target="../media/image56.png"/><Relationship Id="rId22" Type="http://schemas.openxmlformats.org/officeDocument/2006/relationships/image" Target="../media/image62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40.png"/><Relationship Id="rId18" Type="http://schemas.openxmlformats.org/officeDocument/2006/relationships/image" Target="../media/image15.jpeg"/><Relationship Id="rId26" Type="http://schemas.openxmlformats.org/officeDocument/2006/relationships/image" Target="../media/image51.jpeg"/><Relationship Id="rId3" Type="http://schemas.openxmlformats.org/officeDocument/2006/relationships/image" Target="../media/image27.jpeg"/><Relationship Id="rId21" Type="http://schemas.openxmlformats.org/officeDocument/2006/relationships/image" Target="../media/image38.jpeg"/><Relationship Id="rId7" Type="http://schemas.openxmlformats.org/officeDocument/2006/relationships/image" Target="../media/image28.jpeg"/><Relationship Id="rId12" Type="http://schemas.openxmlformats.org/officeDocument/2006/relationships/image" Target="../media/image30.jpeg"/><Relationship Id="rId17" Type="http://schemas.openxmlformats.org/officeDocument/2006/relationships/image" Target="../media/image42.png"/><Relationship Id="rId25" Type="http://schemas.openxmlformats.org/officeDocument/2006/relationships/image" Target="../media/image50.png"/><Relationship Id="rId2" Type="http://schemas.openxmlformats.org/officeDocument/2006/relationships/image" Target="../media/image21.jpeg"/><Relationship Id="rId16" Type="http://schemas.openxmlformats.org/officeDocument/2006/relationships/image" Target="../media/image41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1.png"/><Relationship Id="rId24" Type="http://schemas.openxmlformats.org/officeDocument/2006/relationships/image" Target="../media/image46.png"/><Relationship Id="rId5" Type="http://schemas.openxmlformats.org/officeDocument/2006/relationships/image" Target="../media/image32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5.png"/><Relationship Id="rId19" Type="http://schemas.openxmlformats.org/officeDocument/2006/relationships/image" Target="../media/image43.png"/><Relationship Id="rId4" Type="http://schemas.openxmlformats.org/officeDocument/2006/relationships/image" Target="../media/image7.png"/><Relationship Id="rId9" Type="http://schemas.openxmlformats.org/officeDocument/2006/relationships/image" Target="../media/image34.jpeg"/><Relationship Id="rId14" Type="http://schemas.openxmlformats.org/officeDocument/2006/relationships/image" Target="../media/image39.png"/><Relationship Id="rId22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9.jpe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68.png"/><Relationship Id="rId19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69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475862" y="4920253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451099" y="4721515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826798" y="5319654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58675" y="2444264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4159039" y="1783037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308" y="1613014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4239" y="1289038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6194360" y="2439332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9047699" y="455410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7972517" y="338016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2458864" y="4982113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2386561" y="2485086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B497C8F-AE1C-469F-8A77-B46B6BDADA8B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2386725" y="2832151"/>
            <a:chExt cx="1530220" cy="150456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23269780-4024-439A-89B9-057E85B7DBC3}"/>
                </a:ext>
              </a:extLst>
            </p:cNvPr>
            <p:cNvGrpSpPr/>
            <p:nvPr/>
          </p:nvGrpSpPr>
          <p:grpSpPr>
            <a:xfrm>
              <a:off x="2750957" y="3205807"/>
              <a:ext cx="807739" cy="1060157"/>
              <a:chOff x="2597771" y="2002265"/>
              <a:chExt cx="878523" cy="1153062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624147" y="2002265"/>
                <a:ext cx="839896" cy="821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10" descr="Trident fork Images, Stock Photos &amp;amp; Vectors | Shutterstock">
                <a:extLst>
                  <a:ext uri="{FF2B5EF4-FFF2-40B4-BE49-F238E27FC236}">
                    <a16:creationId xmlns:a16="http://schemas.microsoft.com/office/drawing/2014/main" id="{C04C2580-4867-4D42-B770-A3B01B6CDE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18" t="17157" r="10000" b="25809"/>
              <a:stretch/>
            </p:blipFill>
            <p:spPr bwMode="auto">
              <a:xfrm>
                <a:off x="2597771" y="2697874"/>
                <a:ext cx="878523" cy="457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2CD755F3-1B12-4190-93EF-5085BFB77C89}"/>
                  </a:ext>
                </a:extLst>
              </p:cNvPr>
              <p:cNvSpPr/>
              <p:nvPr/>
            </p:nvSpPr>
            <p:spPr>
              <a:xfrm rot="10800000">
                <a:off x="2939320" y="2709597"/>
                <a:ext cx="209550" cy="1143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14BC78-351F-446E-8F85-A5416FDB717A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24F13-7E86-4B2B-B0EC-88D14FB4E0B9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D91C314-C8A0-4A78-8DB6-B50EC105DAD2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81264" y="3362398"/>
              <a:ext cx="367418" cy="68234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0202" y="3272440"/>
              <a:ext cx="549195" cy="77230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6BE23F-009D-4C16-8D25-875B01DDF8D7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317099" y="2832151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4553140" y="3272440"/>
              <a:ext cx="1097562" cy="826477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4317099" y="2832151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05A500C6-8163-4147-BD12-B9074776D60E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6234824" y="283215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6234824" y="2832151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263E8F8-260F-49D6-9B79-BFA5032146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557"/>
            <a:stretch/>
          </p:blipFill>
          <p:spPr>
            <a:xfrm>
              <a:off x="6504663" y="3410082"/>
              <a:ext cx="1020743" cy="551191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58E7592-374A-4A56-B83E-6DE432D9A067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C66467-6B10-4C02-B04C-E146A5FF40E7}"/>
                </a:ext>
              </a:extLst>
            </p:cNvPr>
            <p:cNvGrpSpPr/>
            <p:nvPr/>
          </p:nvGrpSpPr>
          <p:grpSpPr>
            <a:xfrm>
              <a:off x="4878429" y="1208308"/>
              <a:ext cx="544380" cy="1193072"/>
              <a:chOff x="9714508" y="3473793"/>
              <a:chExt cx="621597" cy="1362303"/>
            </a:xfrm>
          </p:grpSpPr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703867FF-C5BD-4D01-A299-5DF550D1BA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14508" y="3560847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1B8BE2E4-B386-40C4-BB45-C4FBF1AB4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41025" y="3856848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D0690DDE-65C8-4E9E-A81A-EA3CD5391A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10024311" y="3473793"/>
                <a:ext cx="311794" cy="979248"/>
              </a:xfrm>
              <a:prstGeom prst="rect">
                <a:avLst/>
              </a:prstGeom>
            </p:spPr>
          </p:pic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9</Words>
  <Application>Microsoft Office PowerPoint</Application>
  <PresentationFormat>Widescreen</PresentationFormat>
  <Paragraphs>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48</cp:revision>
  <dcterms:created xsi:type="dcterms:W3CDTF">2022-01-10T19:03:27Z</dcterms:created>
  <dcterms:modified xsi:type="dcterms:W3CDTF">2022-02-21T03:03:45Z</dcterms:modified>
</cp:coreProperties>
</file>