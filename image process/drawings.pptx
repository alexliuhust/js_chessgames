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9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11" Type="http://schemas.openxmlformats.org/officeDocument/2006/relationships/image" Target="../media/image16.png"/><Relationship Id="rId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3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3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eg"/><Relationship Id="rId11" Type="http://schemas.openxmlformats.org/officeDocument/2006/relationships/image" Target="../media/image42.jpe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jpeg"/><Relationship Id="rId9" Type="http://schemas.openxmlformats.org/officeDocument/2006/relationships/image" Target="../media/image19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4.png"/><Relationship Id="rId3" Type="http://schemas.openxmlformats.org/officeDocument/2006/relationships/image" Target="../media/image19.png"/><Relationship Id="rId7" Type="http://schemas.openxmlformats.org/officeDocument/2006/relationships/image" Target="../media/image49.jpeg"/><Relationship Id="rId12" Type="http://schemas.openxmlformats.org/officeDocument/2006/relationships/image" Target="../media/image42.jpeg"/><Relationship Id="rId17" Type="http://schemas.openxmlformats.org/officeDocument/2006/relationships/image" Target="../media/image58.png"/><Relationship Id="rId2" Type="http://schemas.openxmlformats.org/officeDocument/2006/relationships/image" Target="../media/image45.jpe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jpeg"/><Relationship Id="rId15" Type="http://schemas.openxmlformats.org/officeDocument/2006/relationships/image" Target="../media/image56.png"/><Relationship Id="rId10" Type="http://schemas.openxmlformats.org/officeDocument/2006/relationships/image" Target="../media/image52.png"/><Relationship Id="rId4" Type="http://schemas.openxmlformats.org/officeDocument/2006/relationships/image" Target="../media/image46.jpeg"/><Relationship Id="rId9" Type="http://schemas.openxmlformats.org/officeDocument/2006/relationships/image" Target="../media/image51.png"/><Relationship Id="rId14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42.jpeg"/><Relationship Id="rId3" Type="http://schemas.openxmlformats.org/officeDocument/2006/relationships/image" Target="../media/image19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jpeg"/><Relationship Id="rId5" Type="http://schemas.openxmlformats.org/officeDocument/2006/relationships/image" Target="../media/image32.jpeg"/><Relationship Id="rId15" Type="http://schemas.openxmlformats.org/officeDocument/2006/relationships/image" Target="../media/image26.jpeg"/><Relationship Id="rId10" Type="http://schemas.openxmlformats.org/officeDocument/2006/relationships/image" Target="../media/image64.png"/><Relationship Id="rId4" Type="http://schemas.openxmlformats.org/officeDocument/2006/relationships/image" Target="../media/image59.png"/><Relationship Id="rId9" Type="http://schemas.openxmlformats.org/officeDocument/2006/relationships/image" Target="../media/image63.png"/><Relationship Id="rId14" Type="http://schemas.openxmlformats.org/officeDocument/2006/relationships/image" Target="../media/image6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4.png"/><Relationship Id="rId3" Type="http://schemas.openxmlformats.org/officeDocument/2006/relationships/image" Target="../media/image57.jpeg"/><Relationship Id="rId7" Type="http://schemas.openxmlformats.org/officeDocument/2006/relationships/image" Target="../media/image70.png"/><Relationship Id="rId12" Type="http://schemas.openxmlformats.org/officeDocument/2006/relationships/image" Target="../media/image73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2.png"/><Relationship Id="rId5" Type="http://schemas.openxmlformats.org/officeDocument/2006/relationships/image" Target="../media/image68.png"/><Relationship Id="rId15" Type="http://schemas.openxmlformats.org/officeDocument/2006/relationships/image" Target="../media/image75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6.jpeg"/><Relationship Id="rId14" Type="http://schemas.openxmlformats.org/officeDocument/2006/relationships/image" Target="../media/image7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8.png"/><Relationship Id="rId12" Type="http://schemas.openxmlformats.org/officeDocument/2006/relationships/image" Target="../media/image2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81.png"/><Relationship Id="rId5" Type="http://schemas.openxmlformats.org/officeDocument/2006/relationships/image" Target="../media/image77.png"/><Relationship Id="rId10" Type="http://schemas.openxmlformats.org/officeDocument/2006/relationships/image" Target="../media/image34.jpeg"/><Relationship Id="rId4" Type="http://schemas.openxmlformats.org/officeDocument/2006/relationships/image" Target="../media/image76.png"/><Relationship Id="rId9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4.png"/><Relationship Id="rId18" Type="http://schemas.openxmlformats.org/officeDocument/2006/relationships/image" Target="../media/image79.png"/><Relationship Id="rId26" Type="http://schemas.openxmlformats.org/officeDocument/2006/relationships/image" Target="../media/image35.png"/><Relationship Id="rId3" Type="http://schemas.openxmlformats.org/officeDocument/2006/relationships/image" Target="../media/image25.png"/><Relationship Id="rId21" Type="http://schemas.openxmlformats.org/officeDocument/2006/relationships/image" Target="../media/image77.png"/><Relationship Id="rId7" Type="http://schemas.openxmlformats.org/officeDocument/2006/relationships/image" Target="../media/image49.jpeg"/><Relationship Id="rId12" Type="http://schemas.openxmlformats.org/officeDocument/2006/relationships/image" Target="../media/image67.png"/><Relationship Id="rId17" Type="http://schemas.openxmlformats.org/officeDocument/2006/relationships/image" Target="../media/image21.png"/><Relationship Id="rId25" Type="http://schemas.openxmlformats.org/officeDocument/2006/relationships/image" Target="../media/image34.jpeg"/><Relationship Id="rId2" Type="http://schemas.openxmlformats.org/officeDocument/2006/relationships/image" Target="../media/image29.png"/><Relationship Id="rId16" Type="http://schemas.openxmlformats.org/officeDocument/2006/relationships/image" Target="../media/image41.png"/><Relationship Id="rId20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42.jpeg"/><Relationship Id="rId24" Type="http://schemas.openxmlformats.org/officeDocument/2006/relationships/image" Target="../media/image78.png"/><Relationship Id="rId5" Type="http://schemas.openxmlformats.org/officeDocument/2006/relationships/image" Target="../media/image19.png"/><Relationship Id="rId15" Type="http://schemas.openxmlformats.org/officeDocument/2006/relationships/image" Target="../media/image14.png"/><Relationship Id="rId23" Type="http://schemas.openxmlformats.org/officeDocument/2006/relationships/image" Target="../media/image82.jpeg"/><Relationship Id="rId10" Type="http://schemas.openxmlformats.org/officeDocument/2006/relationships/image" Target="../media/image51.png"/><Relationship Id="rId19" Type="http://schemas.openxmlformats.org/officeDocument/2006/relationships/image" Target="../media/image80.png"/><Relationship Id="rId4" Type="http://schemas.openxmlformats.org/officeDocument/2006/relationships/image" Target="../media/image8.png"/><Relationship Id="rId9" Type="http://schemas.openxmlformats.org/officeDocument/2006/relationships/image" Target="../media/image54.png"/><Relationship Id="rId14" Type="http://schemas.openxmlformats.org/officeDocument/2006/relationships/image" Target="../media/image73.png"/><Relationship Id="rId22" Type="http://schemas.openxmlformats.org/officeDocument/2006/relationships/image" Target="../media/image81.png"/><Relationship Id="rId27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8.png"/><Relationship Id="rId18" Type="http://schemas.openxmlformats.org/officeDocument/2006/relationships/image" Target="../media/image40.png"/><Relationship Id="rId3" Type="http://schemas.openxmlformats.org/officeDocument/2006/relationships/image" Target="../media/image10.png"/><Relationship Id="rId21" Type="http://schemas.openxmlformats.org/officeDocument/2006/relationships/image" Target="../media/image38.png"/><Relationship Id="rId7" Type="http://schemas.openxmlformats.org/officeDocument/2006/relationships/image" Target="../media/image84.jpe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87.png"/><Relationship Id="rId2" Type="http://schemas.openxmlformats.org/officeDocument/2006/relationships/image" Target="../media/image83.jpeg"/><Relationship Id="rId16" Type="http://schemas.openxmlformats.org/officeDocument/2006/relationships/image" Target="../media/image4.png"/><Relationship Id="rId20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57.jpeg"/><Relationship Id="rId24" Type="http://schemas.openxmlformats.org/officeDocument/2006/relationships/image" Target="../media/image86.png"/><Relationship Id="rId5" Type="http://schemas.openxmlformats.org/officeDocument/2006/relationships/image" Target="../media/image6.png"/><Relationship Id="rId15" Type="http://schemas.openxmlformats.org/officeDocument/2006/relationships/image" Target="../media/image69.png"/><Relationship Id="rId23" Type="http://schemas.openxmlformats.org/officeDocument/2006/relationships/image" Target="../media/image85.png"/><Relationship Id="rId10" Type="http://schemas.openxmlformats.org/officeDocument/2006/relationships/image" Target="../media/image45.jpeg"/><Relationship Id="rId19" Type="http://schemas.openxmlformats.org/officeDocument/2006/relationships/image" Target="../media/image36.png"/><Relationship Id="rId4" Type="http://schemas.openxmlformats.org/officeDocument/2006/relationships/image" Target="../media/image3.jpeg"/><Relationship Id="rId9" Type="http://schemas.openxmlformats.org/officeDocument/2006/relationships/image" Target="../media/image26.jpeg"/><Relationship Id="rId14" Type="http://schemas.openxmlformats.org/officeDocument/2006/relationships/image" Target="../media/image70.png"/><Relationship Id="rId22" Type="http://schemas.openxmlformats.org/officeDocument/2006/relationships/image" Target="../media/image3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13" Type="http://schemas.openxmlformats.org/officeDocument/2006/relationships/image" Target="../media/image60.png"/><Relationship Id="rId18" Type="http://schemas.openxmlformats.org/officeDocument/2006/relationships/image" Target="../media/image32.jpeg"/><Relationship Id="rId26" Type="http://schemas.openxmlformats.org/officeDocument/2006/relationships/image" Target="../media/image9.jpeg"/><Relationship Id="rId3" Type="http://schemas.openxmlformats.org/officeDocument/2006/relationships/image" Target="../media/image45.jpeg"/><Relationship Id="rId21" Type="http://schemas.openxmlformats.org/officeDocument/2006/relationships/image" Target="../media/image65.jpeg"/><Relationship Id="rId7" Type="http://schemas.openxmlformats.org/officeDocument/2006/relationships/image" Target="../media/image57.jpeg"/><Relationship Id="rId12" Type="http://schemas.openxmlformats.org/officeDocument/2006/relationships/image" Target="../media/image47.jpeg"/><Relationship Id="rId17" Type="http://schemas.openxmlformats.org/officeDocument/2006/relationships/image" Target="../media/image63.png"/><Relationship Id="rId25" Type="http://schemas.openxmlformats.org/officeDocument/2006/relationships/image" Target="../media/image7.png"/><Relationship Id="rId2" Type="http://schemas.openxmlformats.org/officeDocument/2006/relationships/image" Target="../media/image18.jpeg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.png"/><Relationship Id="rId24" Type="http://schemas.openxmlformats.org/officeDocument/2006/relationships/image" Target="../media/image1.png"/><Relationship Id="rId5" Type="http://schemas.openxmlformats.org/officeDocument/2006/relationships/image" Target="../media/image52.png"/><Relationship Id="rId15" Type="http://schemas.openxmlformats.org/officeDocument/2006/relationships/image" Target="../media/image28.png"/><Relationship Id="rId23" Type="http://schemas.openxmlformats.org/officeDocument/2006/relationships/image" Target="../media/image8.png"/><Relationship Id="rId10" Type="http://schemas.openxmlformats.org/officeDocument/2006/relationships/image" Target="../media/image88.png"/><Relationship Id="rId19" Type="http://schemas.openxmlformats.org/officeDocument/2006/relationships/image" Target="../media/image64.png"/><Relationship Id="rId4" Type="http://schemas.openxmlformats.org/officeDocument/2006/relationships/image" Target="../media/image19.png"/><Relationship Id="rId9" Type="http://schemas.openxmlformats.org/officeDocument/2006/relationships/image" Target="../media/image42.jpeg"/><Relationship Id="rId14" Type="http://schemas.openxmlformats.org/officeDocument/2006/relationships/image" Target="../media/image61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image" Target="../media/image27.png"/><Relationship Id="rId21" Type="http://schemas.openxmlformats.org/officeDocument/2006/relationships/image" Target="../media/image15.png"/><Relationship Id="rId7" Type="http://schemas.openxmlformats.org/officeDocument/2006/relationships/image" Target="../media/image89.jpeg"/><Relationship Id="rId12" Type="http://schemas.openxmlformats.org/officeDocument/2006/relationships/image" Target="../media/image30.png"/><Relationship Id="rId1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1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32.jpeg"/><Relationship Id="rId15" Type="http://schemas.openxmlformats.org/officeDocument/2006/relationships/image" Target="../media/image14.png"/><Relationship Id="rId23" Type="http://schemas.openxmlformats.org/officeDocument/2006/relationships/image" Target="../media/image17.png"/><Relationship Id="rId10" Type="http://schemas.openxmlformats.org/officeDocument/2006/relationships/image" Target="../media/image91.png"/><Relationship Id="rId19" Type="http://schemas.openxmlformats.org/officeDocument/2006/relationships/image" Target="../media/image20.png"/><Relationship Id="rId4" Type="http://schemas.openxmlformats.org/officeDocument/2006/relationships/image" Target="../media/image26.jpeg"/><Relationship Id="rId9" Type="http://schemas.openxmlformats.org/officeDocument/2006/relationships/image" Target="../media/image90.png"/><Relationship Id="rId14" Type="http://schemas.openxmlformats.org/officeDocument/2006/relationships/image" Target="../media/image92.jpeg"/><Relationship Id="rId22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jpeg"/><Relationship Id="rId4" Type="http://schemas.openxmlformats.org/officeDocument/2006/relationships/image" Target="../media/image9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046712" y="480632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3658381" y="474712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845684" y="469402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8465121" y="495625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9662760" y="492200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2A27A4-30AE-3F96-74E8-4E00C58E37EB}"/>
              </a:ext>
            </a:extLst>
          </p:cNvPr>
          <p:cNvGrpSpPr/>
          <p:nvPr/>
        </p:nvGrpSpPr>
        <p:grpSpPr>
          <a:xfrm>
            <a:off x="2467144" y="478696"/>
            <a:ext cx="1042416" cy="1024128"/>
            <a:chOff x="10403953" y="4059286"/>
            <a:chExt cx="1527048" cy="1508760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66B7F71-22A1-E840-6270-54A3FB77D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631382">
              <a:off x="10877820" y="4453518"/>
              <a:ext cx="637327" cy="1010989"/>
            </a:xfrm>
            <a:prstGeom prst="rect">
              <a:avLst/>
            </a:prstGeom>
          </p:spPr>
        </p:pic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370826AD-BE13-AF66-27BA-7DFCC02469B2}"/>
                </a:ext>
              </a:extLst>
            </p:cNvPr>
            <p:cNvGrpSpPr/>
            <p:nvPr/>
          </p:nvGrpSpPr>
          <p:grpSpPr>
            <a:xfrm>
              <a:off x="10403953" y="4059286"/>
              <a:ext cx="1527048" cy="1508760"/>
              <a:chOff x="475862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CD45D72-474D-0F4A-7497-B885D0D2939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elay 163">
                <a:extLst>
                  <a:ext uri="{FF2B5EF4-FFF2-40B4-BE49-F238E27FC236}">
                    <a16:creationId xmlns:a16="http://schemas.microsoft.com/office/drawing/2014/main" id="{630B8509-5B0C-EC3D-E3AC-33C5D26E7EC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7DEB3D-C4D3-ACE2-3708-642D10679789}"/>
              </a:ext>
            </a:extLst>
          </p:cNvPr>
          <p:cNvGrpSpPr/>
          <p:nvPr/>
        </p:nvGrpSpPr>
        <p:grpSpPr>
          <a:xfrm>
            <a:off x="95772" y="478696"/>
            <a:ext cx="1042416" cy="1024128"/>
            <a:chOff x="4203656" y="3104446"/>
            <a:chExt cx="1527048" cy="150876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01EA14CD-2E87-4E62-9261-794D26E8B734}"/>
                </a:ext>
              </a:extLst>
            </p:cNvPr>
            <p:cNvGrpSpPr/>
            <p:nvPr/>
          </p:nvGrpSpPr>
          <p:grpSpPr>
            <a:xfrm>
              <a:off x="4203656" y="3104446"/>
              <a:ext cx="1527048" cy="1508760"/>
              <a:chOff x="475862" y="905612"/>
              <a:chExt cx="1530220" cy="1504560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5C950D4-AABC-9742-26EC-0B663D609CD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lowchart: Delay 183">
                <a:extLst>
                  <a:ext uri="{FF2B5EF4-FFF2-40B4-BE49-F238E27FC236}">
                    <a16:creationId xmlns:a16="http://schemas.microsoft.com/office/drawing/2014/main" id="{A6688122-17B5-BFF2-09A1-7B856604462D}"/>
                  </a:ext>
                </a:extLst>
              </p:cNvPr>
              <p:cNvSpPr/>
              <p:nvPr/>
            </p:nvSpPr>
            <p:spPr>
              <a:xfrm rot="16200000">
                <a:off x="642694" y="1175339"/>
                <a:ext cx="1214140" cy="1176013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6E997806-0BAB-C7F6-54C7-0DD90A8C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4650022" y="3595321"/>
              <a:ext cx="212245" cy="789526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B27A3F6-7C1A-585C-2A52-77ECFA712738}"/>
                </a:ext>
              </a:extLst>
            </p:cNvPr>
            <p:cNvGrpSpPr/>
            <p:nvPr/>
          </p:nvGrpSpPr>
          <p:grpSpPr>
            <a:xfrm>
              <a:off x="4862267" y="3816745"/>
              <a:ext cx="442103" cy="549642"/>
              <a:chOff x="6391816" y="829908"/>
              <a:chExt cx="1389375" cy="1727331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E46F39E-DB85-3867-1DAC-F5C213C70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77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11C25E92-15C3-0E7D-47C6-6E795DC768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7191974-7C20-72E2-1112-15F667E9E91C}"/>
              </a:ext>
            </a:extLst>
          </p:cNvPr>
          <p:cNvGrpSpPr/>
          <p:nvPr/>
        </p:nvGrpSpPr>
        <p:grpSpPr>
          <a:xfrm>
            <a:off x="1281458" y="478696"/>
            <a:ext cx="1042416" cy="1024128"/>
            <a:chOff x="7096667" y="3979652"/>
            <a:chExt cx="1527048" cy="150876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6B5A9A9-A1EA-F450-EF04-6FAA05327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 rot="1751473">
              <a:off x="7488695" y="4322742"/>
              <a:ext cx="392895" cy="1089538"/>
            </a:xfrm>
            <a:prstGeom prst="rect">
              <a:avLst/>
            </a:prstGeom>
          </p:spPr>
        </p:pic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B1EC21E5-0D41-56C4-1919-B2DCCA1CB561}"/>
                </a:ext>
              </a:extLst>
            </p:cNvPr>
            <p:cNvGrpSpPr/>
            <p:nvPr/>
          </p:nvGrpSpPr>
          <p:grpSpPr>
            <a:xfrm>
              <a:off x="7096667" y="3979652"/>
              <a:ext cx="1527048" cy="1508760"/>
              <a:chOff x="47586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66915FF-F1CD-244D-A93D-64AC4C46905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Flowchart: Delay 190">
                <a:extLst>
                  <a:ext uri="{FF2B5EF4-FFF2-40B4-BE49-F238E27FC236}">
                    <a16:creationId xmlns:a16="http://schemas.microsoft.com/office/drawing/2014/main" id="{8204C701-119D-8841-B51A-018FBBC19C9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10675BD-22C5-8C47-8191-A172C3E3A7E9}"/>
                </a:ext>
              </a:extLst>
            </p:cNvPr>
            <p:cNvGrpSpPr/>
            <p:nvPr/>
          </p:nvGrpSpPr>
          <p:grpSpPr>
            <a:xfrm>
              <a:off x="7760713" y="4742630"/>
              <a:ext cx="442103" cy="549642"/>
              <a:chOff x="6391816" y="829908"/>
              <a:chExt cx="1389375" cy="1727331"/>
            </a:xfrm>
          </p:grpSpPr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B09D23CD-6DB8-587D-B8E5-337EE03F3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82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79645FBE-3233-4FD8-7489-C8AD8F8A7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C3533DC-8F1E-5846-EACE-92178FD5EF58}"/>
              </a:ext>
            </a:extLst>
          </p:cNvPr>
          <p:cNvGrpSpPr/>
          <p:nvPr/>
        </p:nvGrpSpPr>
        <p:grpSpPr>
          <a:xfrm>
            <a:off x="3658381" y="1657526"/>
            <a:ext cx="1042416" cy="1024128"/>
            <a:chOff x="5955132" y="1374713"/>
            <a:chExt cx="1600200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3539E5F-1B8F-FF87-28AD-51C319B5437C}"/>
                </a:ext>
              </a:extLst>
            </p:cNvPr>
            <p:cNvGrpSpPr/>
            <p:nvPr/>
          </p:nvGrpSpPr>
          <p:grpSpPr>
            <a:xfrm>
              <a:off x="6357806" y="2007598"/>
              <a:ext cx="1028164" cy="808170"/>
              <a:chOff x="6037055" y="5227676"/>
              <a:chExt cx="973879" cy="798280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4631CD73-1E04-2604-7690-FD94E0267213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F10C47F4-027A-2448-3944-CFD323D974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359C8AF1-FB45-1E1A-1796-741A2FB345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93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17C694FE-62D4-C51A-DAE0-DA77FFC1A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4FDBCB9-A4D0-CF40-F076-7546F6BF80A0}"/>
                </a:ext>
              </a:extLst>
            </p:cNvPr>
            <p:cNvGrpSpPr/>
            <p:nvPr/>
          </p:nvGrpSpPr>
          <p:grpSpPr>
            <a:xfrm>
              <a:off x="5955132" y="1374713"/>
              <a:ext cx="1600200" cy="1508760"/>
              <a:chOff x="475862" y="905612"/>
              <a:chExt cx="1530220" cy="150456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8711FD2-EA24-86A4-CAB9-1754F430683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lowchart: Delay 196">
                <a:extLst>
                  <a:ext uri="{FF2B5EF4-FFF2-40B4-BE49-F238E27FC236}">
                    <a16:creationId xmlns:a16="http://schemas.microsoft.com/office/drawing/2014/main" id="{D28B7C2F-8E62-3B10-4A25-256F987EAFA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8" name="Star: 6 Points 197">
              <a:extLst>
                <a:ext uri="{FF2B5EF4-FFF2-40B4-BE49-F238E27FC236}">
                  <a16:creationId xmlns:a16="http://schemas.microsoft.com/office/drawing/2014/main" id="{91A01053-719B-B0E7-21F3-10E4CA8C5B2D}"/>
                </a:ext>
              </a:extLst>
            </p:cNvPr>
            <p:cNvSpPr/>
            <p:nvPr/>
          </p:nvSpPr>
          <p:spPr>
            <a:xfrm>
              <a:off x="6621533" y="168099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77766-2B58-5B43-C1B1-3925540A9C09}"/>
              </a:ext>
            </a:extLst>
          </p:cNvPr>
          <p:cNvGrpSpPr/>
          <p:nvPr/>
        </p:nvGrpSpPr>
        <p:grpSpPr>
          <a:xfrm>
            <a:off x="7264212" y="492215"/>
            <a:ext cx="1042416" cy="1024128"/>
            <a:chOff x="4733373" y="806850"/>
            <a:chExt cx="1532864" cy="1505972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BE5C897-DE4C-6D89-420F-899615642A8E}"/>
                </a:ext>
              </a:extLst>
            </p:cNvPr>
            <p:cNvGrpSpPr/>
            <p:nvPr/>
          </p:nvGrpSpPr>
          <p:grpSpPr>
            <a:xfrm>
              <a:off x="5111438" y="1454528"/>
              <a:ext cx="837508" cy="770537"/>
              <a:chOff x="1312656" y="4916258"/>
              <a:chExt cx="1131044" cy="1033613"/>
            </a:xfrm>
          </p:grpSpPr>
          <p:pic>
            <p:nvPicPr>
              <p:cNvPr id="204" name="Picture 203">
                <a:extLst>
                  <a:ext uri="{FF2B5EF4-FFF2-40B4-BE49-F238E27FC236}">
                    <a16:creationId xmlns:a16="http://schemas.microsoft.com/office/drawing/2014/main" id="{FE49B388-5DEB-5A4C-CABA-698358EA5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205" name="Picture 204">
                <a:extLst>
                  <a:ext uri="{FF2B5EF4-FFF2-40B4-BE49-F238E27FC236}">
                    <a16:creationId xmlns:a16="http://schemas.microsoft.com/office/drawing/2014/main" id="{5B0BBFC5-4170-AB96-0B81-BDFE64E250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EFF9A808-7803-2B8D-E1B8-3B558B569B06}"/>
                </a:ext>
              </a:extLst>
            </p:cNvPr>
            <p:cNvGrpSpPr/>
            <p:nvPr/>
          </p:nvGrpSpPr>
          <p:grpSpPr>
            <a:xfrm>
              <a:off x="4733373" y="806850"/>
              <a:ext cx="1532864" cy="1505972"/>
              <a:chOff x="475862" y="905612"/>
              <a:chExt cx="1530220" cy="1504560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A00A9FB-3DDA-34A6-3843-0561F4FC5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Flowchart: Delay 202">
                <a:extLst>
                  <a:ext uri="{FF2B5EF4-FFF2-40B4-BE49-F238E27FC236}">
                    <a16:creationId xmlns:a16="http://schemas.microsoft.com/office/drawing/2014/main" id="{CFE8FA15-2805-E2BB-F166-CAD68F71399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Star: 6 Points 205">
              <a:extLst>
                <a:ext uri="{FF2B5EF4-FFF2-40B4-BE49-F238E27FC236}">
                  <a16:creationId xmlns:a16="http://schemas.microsoft.com/office/drawing/2014/main" id="{E618B7A1-9D2C-25D6-4889-5D0131A8F401}"/>
                </a:ext>
              </a:extLst>
            </p:cNvPr>
            <p:cNvSpPr/>
            <p:nvPr/>
          </p:nvSpPr>
          <p:spPr>
            <a:xfrm>
              <a:off x="5360826" y="109633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096000" y="601563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8524294" y="601563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A97069-E485-FFB9-0066-EF5D36A82AE5}"/>
              </a:ext>
            </a:extLst>
          </p:cNvPr>
          <p:cNvGrpSpPr/>
          <p:nvPr/>
        </p:nvGrpSpPr>
        <p:grpSpPr>
          <a:xfrm>
            <a:off x="132119" y="623474"/>
            <a:ext cx="1036542" cy="1024128"/>
            <a:chOff x="4575230" y="2860750"/>
            <a:chExt cx="1527048" cy="1508760"/>
          </a:xfrm>
        </p:grpSpPr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931B3616-A87C-48CE-AD81-6675201FF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2306956" flipV="1">
              <a:off x="5242348" y="3156333"/>
              <a:ext cx="235359" cy="1174676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4575230" y="2860750"/>
              <a:ext cx="1527048" cy="15087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42CF1B-1557-CB9F-9DC8-5ADEDA6CE660}"/>
              </a:ext>
            </a:extLst>
          </p:cNvPr>
          <p:cNvGrpSpPr/>
          <p:nvPr/>
        </p:nvGrpSpPr>
        <p:grpSpPr>
          <a:xfrm>
            <a:off x="2498107" y="593551"/>
            <a:ext cx="1036542" cy="1024128"/>
            <a:chOff x="7624606" y="2847147"/>
            <a:chExt cx="1527048" cy="15087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8254539" y="3286664"/>
              <a:ext cx="429684" cy="859996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7624606" y="2847147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7761947" y="3094293"/>
              <a:ext cx="1252364" cy="121753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7320264" y="609725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3698743" y="595430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2551069" y="4495474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1340134" y="4495474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117406" y="4495474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FDE39C-CA18-2C28-946A-3149CB172E3B}"/>
              </a:ext>
            </a:extLst>
          </p:cNvPr>
          <p:cNvGrpSpPr/>
          <p:nvPr/>
        </p:nvGrpSpPr>
        <p:grpSpPr>
          <a:xfrm>
            <a:off x="1315113" y="604813"/>
            <a:ext cx="1036542" cy="1024128"/>
            <a:chOff x="6065291" y="2424995"/>
            <a:chExt cx="1527048" cy="150876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CEE037DF-06C7-D190-66C8-1B5B1A82B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V="1">
              <a:off x="6511301" y="2810062"/>
              <a:ext cx="176688" cy="881848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0EC155E-18B6-1BF2-D01B-96A401F79670}"/>
                </a:ext>
              </a:extLst>
            </p:cNvPr>
            <p:cNvGrpSpPr/>
            <p:nvPr/>
          </p:nvGrpSpPr>
          <p:grpSpPr>
            <a:xfrm>
              <a:off x="6065291" y="2424995"/>
              <a:ext cx="1527048" cy="1508760"/>
              <a:chOff x="423110" y="896820"/>
              <a:chExt cx="1530220" cy="150456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886D669B-9449-5DF7-3DA6-119731ECE124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Hexagon 141">
                <a:extLst>
                  <a:ext uri="{FF2B5EF4-FFF2-40B4-BE49-F238E27FC236}">
                    <a16:creationId xmlns:a16="http://schemas.microsoft.com/office/drawing/2014/main" id="{35989830-60D9-DE78-B470-BE818A81CDC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BB090794-4EE1-29D4-25DB-AE4942204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87989" y="3017932"/>
              <a:ext cx="472588" cy="62524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BD5CA34-242F-0D49-DB22-2B1AD52B93A2}"/>
              </a:ext>
            </a:extLst>
          </p:cNvPr>
          <p:cNvGrpSpPr/>
          <p:nvPr/>
        </p:nvGrpSpPr>
        <p:grpSpPr>
          <a:xfrm>
            <a:off x="4921240" y="593551"/>
            <a:ext cx="1036542" cy="1024128"/>
            <a:chOff x="8329987" y="3967519"/>
            <a:chExt cx="1527048" cy="1508760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F0EA342-4E04-B121-C627-8DA774875479}"/>
                </a:ext>
              </a:extLst>
            </p:cNvPr>
            <p:cNvGrpSpPr/>
            <p:nvPr/>
          </p:nvGrpSpPr>
          <p:grpSpPr>
            <a:xfrm>
              <a:off x="8329987" y="3967519"/>
              <a:ext cx="1527048" cy="1508760"/>
              <a:chOff x="423110" y="896820"/>
              <a:chExt cx="1530220" cy="1504560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8449D3E-5217-4B2C-A8ED-13EE03B62129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Hexagon 184">
                <a:extLst>
                  <a:ext uri="{FF2B5EF4-FFF2-40B4-BE49-F238E27FC236}">
                    <a16:creationId xmlns:a16="http://schemas.microsoft.com/office/drawing/2014/main" id="{802CA337-578B-5123-F1C5-29072F22015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2E85A7F-AF65-34D6-59C3-4A871B3F67C0}"/>
                </a:ext>
              </a:extLst>
            </p:cNvPr>
            <p:cNvGrpSpPr/>
            <p:nvPr/>
          </p:nvGrpSpPr>
          <p:grpSpPr>
            <a:xfrm>
              <a:off x="8837928" y="4580792"/>
              <a:ext cx="547739" cy="810146"/>
              <a:chOff x="8818437" y="4369949"/>
              <a:chExt cx="581442" cy="859996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48671309-83F2-8629-5874-7A1EAED7C4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8818437" y="4369949"/>
                <a:ext cx="318360" cy="859996"/>
              </a:xfrm>
              <a:prstGeom prst="rect">
                <a:avLst/>
              </a:prstGeom>
            </p:spPr>
          </p:pic>
          <p:pic>
            <p:nvPicPr>
              <p:cNvPr id="183" name="Picture 182">
                <a:extLst>
                  <a:ext uri="{FF2B5EF4-FFF2-40B4-BE49-F238E27FC236}">
                    <a16:creationId xmlns:a16="http://schemas.microsoft.com/office/drawing/2014/main" id="{DFADDC6C-B193-744E-2052-C96282857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59658" y="4601605"/>
                <a:ext cx="440221" cy="585721"/>
              </a:xfrm>
              <a:prstGeom prst="rect">
                <a:avLst/>
              </a:prstGeom>
            </p:spPr>
          </p:pic>
        </p:grpSp>
        <p:sp>
          <p:nvSpPr>
            <p:cNvPr id="186" name="Star: 6 Points 185">
              <a:extLst>
                <a:ext uri="{FF2B5EF4-FFF2-40B4-BE49-F238E27FC236}">
                  <a16:creationId xmlns:a16="http://schemas.microsoft.com/office/drawing/2014/main" id="{8E09FD5D-50BC-2E8D-5E17-F9AC0C962613}"/>
                </a:ext>
              </a:extLst>
            </p:cNvPr>
            <p:cNvSpPr/>
            <p:nvPr/>
          </p:nvSpPr>
          <p:spPr>
            <a:xfrm>
              <a:off x="8937248" y="426345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08256C7-451E-975D-C2DF-03313ED5DD46}"/>
              </a:ext>
            </a:extLst>
          </p:cNvPr>
          <p:cNvGrpSpPr/>
          <p:nvPr/>
        </p:nvGrpSpPr>
        <p:grpSpPr>
          <a:xfrm>
            <a:off x="3754971" y="5687017"/>
            <a:ext cx="1042416" cy="1024128"/>
            <a:chOff x="4830786" y="3216590"/>
            <a:chExt cx="1527048" cy="1508760"/>
          </a:xfrm>
        </p:grpSpPr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5FC93E4D-C996-480F-4D2E-4369B5EDC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349824" y="3695529"/>
              <a:ext cx="506556" cy="753944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F33EB9B-21B2-8C88-1A9F-73FA478DAE31}"/>
                </a:ext>
              </a:extLst>
            </p:cNvPr>
            <p:cNvGrpSpPr/>
            <p:nvPr/>
          </p:nvGrpSpPr>
          <p:grpSpPr>
            <a:xfrm>
              <a:off x="4830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E36FFE52-2020-6F2D-A69E-4A031D04B720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Hexagon 190">
                <a:extLst>
                  <a:ext uri="{FF2B5EF4-FFF2-40B4-BE49-F238E27FC236}">
                    <a16:creationId xmlns:a16="http://schemas.microsoft.com/office/drawing/2014/main" id="{CF78259B-5F38-A42A-A964-330680CDE1B8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A26B1D-25EC-3590-3660-05206C894B97}"/>
              </a:ext>
            </a:extLst>
          </p:cNvPr>
          <p:cNvGrpSpPr/>
          <p:nvPr/>
        </p:nvGrpSpPr>
        <p:grpSpPr>
          <a:xfrm>
            <a:off x="4959569" y="5694890"/>
            <a:ext cx="1042416" cy="1024128"/>
            <a:chOff x="6543786" y="3216590"/>
            <a:chExt cx="1527048" cy="1508760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B008BC2-FAE3-69EC-A1F0-0E076F616B9D}"/>
                </a:ext>
              </a:extLst>
            </p:cNvPr>
            <p:cNvGrpSpPr/>
            <p:nvPr/>
          </p:nvGrpSpPr>
          <p:grpSpPr>
            <a:xfrm>
              <a:off x="6543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448C1752-F588-98B4-8ACC-46A9FC3F1CAC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Hexagon 194">
                <a:extLst>
                  <a:ext uri="{FF2B5EF4-FFF2-40B4-BE49-F238E27FC236}">
                    <a16:creationId xmlns:a16="http://schemas.microsoft.com/office/drawing/2014/main" id="{00140BE6-D7F5-424C-9D5A-FBAF761B2F1A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196" name="Picture 4" descr="Werewolf Icon - Download Werewolf Icon 1390109 | Noun Project">
              <a:extLst>
                <a:ext uri="{FF2B5EF4-FFF2-40B4-BE49-F238E27FC236}">
                  <a16:creationId xmlns:a16="http://schemas.microsoft.com/office/drawing/2014/main" id="{9A57BD3E-07B1-3205-D1C1-EE025D0703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9341" y="3555988"/>
              <a:ext cx="1033025" cy="1033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425857" y="529903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1387084" y="4402899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2647866" y="4402899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51013" y="548844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3885215" y="4390880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7889890-4A42-DC8A-16D1-4B0715089719}"/>
              </a:ext>
            </a:extLst>
          </p:cNvPr>
          <p:cNvGrpSpPr/>
          <p:nvPr/>
        </p:nvGrpSpPr>
        <p:grpSpPr>
          <a:xfrm>
            <a:off x="9855089" y="563231"/>
            <a:ext cx="1042416" cy="1024128"/>
            <a:chOff x="3604401" y="2419931"/>
            <a:chExt cx="1527048" cy="1508760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224069" y="3174311"/>
              <a:ext cx="513474" cy="529408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3604401" y="2419931"/>
              <a:ext cx="1527048" cy="15087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8258" y="2795085"/>
              <a:ext cx="791753" cy="7956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2BC7BB-B197-C0CB-1CA9-E8A6233716A8}"/>
              </a:ext>
            </a:extLst>
          </p:cNvPr>
          <p:cNvGrpSpPr/>
          <p:nvPr/>
        </p:nvGrpSpPr>
        <p:grpSpPr>
          <a:xfrm>
            <a:off x="188461" y="4419894"/>
            <a:ext cx="1042416" cy="1029932"/>
            <a:chOff x="2797196" y="2002402"/>
            <a:chExt cx="1527048" cy="15087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2797196" y="2002402"/>
              <a:ext cx="1527048" cy="15087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30" name="Picture 6" descr="Clipart, Horror, And Png Image - Horror Manga Transparent - (404x501) Png  Clipart Download">
              <a:extLst>
                <a:ext uri="{FF2B5EF4-FFF2-40B4-BE49-F238E27FC236}">
                  <a16:creationId xmlns:a16="http://schemas.microsoft.com/office/drawing/2014/main" id="{347AAB0C-1F28-64C8-B3E8-C169C3FFA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4002" y="2355068"/>
              <a:ext cx="825843" cy="10241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C57E1-1020-3350-29D0-1025519181E8}"/>
              </a:ext>
            </a:extLst>
          </p:cNvPr>
          <p:cNvGrpSpPr/>
          <p:nvPr/>
        </p:nvGrpSpPr>
        <p:grpSpPr>
          <a:xfrm>
            <a:off x="6193843" y="529903"/>
            <a:ext cx="1042416" cy="1024128"/>
            <a:chOff x="9942247" y="90561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F381B39-B409-C116-E808-2EBBEAE9F24F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144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301B63CA-E0A0-38EE-2748-2B644111BA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5BFE45EB-BED0-F4A3-2520-D6A268FE6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871748B3-D368-C46E-6BD8-724780365534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6B594630-B8E8-AEB6-55AC-1B006ED1B00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lowchart: Display 142">
                <a:extLst>
                  <a:ext uri="{FF2B5EF4-FFF2-40B4-BE49-F238E27FC236}">
                    <a16:creationId xmlns:a16="http://schemas.microsoft.com/office/drawing/2014/main" id="{4CB17FBF-D6B4-193D-3D99-05D8F73290D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C96108C-BFF9-7F34-6A69-E460C166E631}"/>
              </a:ext>
            </a:extLst>
          </p:cNvPr>
          <p:cNvGrpSpPr/>
          <p:nvPr/>
        </p:nvGrpSpPr>
        <p:grpSpPr>
          <a:xfrm>
            <a:off x="2567859" y="1694568"/>
            <a:ext cx="1036542" cy="1024128"/>
            <a:chOff x="6877238" y="2582272"/>
            <a:chExt cx="1527048" cy="1508760"/>
          </a:xfrm>
        </p:grpSpPr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CC3CB38E-5C6E-07C7-7B5C-28893A1C01DD}"/>
                </a:ext>
              </a:extLst>
            </p:cNvPr>
            <p:cNvGrpSpPr/>
            <p:nvPr/>
          </p:nvGrpSpPr>
          <p:grpSpPr>
            <a:xfrm>
              <a:off x="6877238" y="2582272"/>
              <a:ext cx="1527048" cy="1508760"/>
              <a:chOff x="475862" y="905612"/>
              <a:chExt cx="1530220" cy="1504560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3D615075-9FB9-A9D6-E1E9-5088E01573E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isplay 163">
                <a:extLst>
                  <a:ext uri="{FF2B5EF4-FFF2-40B4-BE49-F238E27FC236}">
                    <a16:creationId xmlns:a16="http://schemas.microsoft.com/office/drawing/2014/main" id="{92401D48-C43B-60F1-70E9-BB58FC62B92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D1454361-F72C-26FB-2E89-A85BBC4A4ED4}"/>
                </a:ext>
              </a:extLst>
            </p:cNvPr>
            <p:cNvGrpSpPr/>
            <p:nvPr/>
          </p:nvGrpSpPr>
          <p:grpSpPr>
            <a:xfrm rot="20273403">
              <a:off x="7209012" y="3223131"/>
              <a:ext cx="978518" cy="582085"/>
              <a:chOff x="2784071" y="2614136"/>
              <a:chExt cx="1814967" cy="1074420"/>
            </a:xfrm>
          </p:grpSpPr>
          <p:pic>
            <p:nvPicPr>
              <p:cNvPr id="16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277C1C2D-A62F-7572-A865-439318B13A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1" name="Flowchart: Terminator 160">
                <a:extLst>
                  <a:ext uri="{FF2B5EF4-FFF2-40B4-BE49-F238E27FC236}">
                    <a16:creationId xmlns:a16="http://schemas.microsoft.com/office/drawing/2014/main" id="{2D9F387F-CD48-4CAE-E661-D4E4B52B8169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8B4ED742-13E4-F693-C265-9D663DA63AFE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5" name="Star: 6 Points 164">
              <a:extLst>
                <a:ext uri="{FF2B5EF4-FFF2-40B4-BE49-F238E27FC236}">
                  <a16:creationId xmlns:a16="http://schemas.microsoft.com/office/drawing/2014/main" id="{04433AF7-C56E-395E-BBF2-0D4085311BD0}"/>
                </a:ext>
              </a:extLst>
            </p:cNvPr>
            <p:cNvSpPr/>
            <p:nvPr/>
          </p:nvSpPr>
          <p:spPr>
            <a:xfrm>
              <a:off x="7484498" y="290309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1308CE-765E-AA7A-C133-C6EAC796C8DA}"/>
              </a:ext>
            </a:extLst>
          </p:cNvPr>
          <p:cNvGrpSpPr/>
          <p:nvPr/>
        </p:nvGrpSpPr>
        <p:grpSpPr>
          <a:xfrm>
            <a:off x="188477" y="1709845"/>
            <a:ext cx="1036542" cy="1024128"/>
            <a:chOff x="2040946" y="2420382"/>
            <a:chExt cx="1527048" cy="15087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2448801" y="3156186"/>
              <a:ext cx="783395" cy="545628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2040946" y="2420382"/>
              <a:ext cx="1527048" cy="15087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6" name="Star: 6 Points 165">
              <a:extLst>
                <a:ext uri="{FF2B5EF4-FFF2-40B4-BE49-F238E27FC236}">
                  <a16:creationId xmlns:a16="http://schemas.microsoft.com/office/drawing/2014/main" id="{A0638658-CCB0-6AFF-4BB1-001F95EEDF53}"/>
                </a:ext>
              </a:extLst>
            </p:cNvPr>
            <p:cNvSpPr/>
            <p:nvPr/>
          </p:nvSpPr>
          <p:spPr>
            <a:xfrm>
              <a:off x="2646975" y="2730002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68F062E-9742-A6FA-F9DD-6037E14EB1B1}"/>
              </a:ext>
            </a:extLst>
          </p:cNvPr>
          <p:cNvGrpSpPr/>
          <p:nvPr/>
        </p:nvGrpSpPr>
        <p:grpSpPr>
          <a:xfrm>
            <a:off x="1387648" y="1701450"/>
            <a:ext cx="1036542" cy="1024128"/>
            <a:chOff x="4383560" y="2572782"/>
            <a:chExt cx="1527048" cy="15087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8B3DF28-099E-D4D0-9E66-9B69932FE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49055" y="3369208"/>
              <a:ext cx="1022140" cy="427288"/>
            </a:xfrm>
            <a:prstGeom prst="rect">
              <a:avLst/>
            </a:prstGeom>
          </p:spPr>
        </p:pic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E3AF8773-C677-61E7-F348-DE9BCDB34D1B}"/>
                </a:ext>
              </a:extLst>
            </p:cNvPr>
            <p:cNvGrpSpPr/>
            <p:nvPr/>
          </p:nvGrpSpPr>
          <p:grpSpPr>
            <a:xfrm>
              <a:off x="4383560" y="2572782"/>
              <a:ext cx="1527048" cy="1508760"/>
              <a:chOff x="475862" y="905612"/>
              <a:chExt cx="1530220" cy="150456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9D532140-3C79-6E11-5230-2132CFD99F3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lowchart: Display 149">
                <a:extLst>
                  <a:ext uri="{FF2B5EF4-FFF2-40B4-BE49-F238E27FC236}">
                    <a16:creationId xmlns:a16="http://schemas.microsoft.com/office/drawing/2014/main" id="{369A368D-DE77-0A4C-8173-2AC2425FBB1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7" name="Star: 6 Points 166">
              <a:extLst>
                <a:ext uri="{FF2B5EF4-FFF2-40B4-BE49-F238E27FC236}">
                  <a16:creationId xmlns:a16="http://schemas.microsoft.com/office/drawing/2014/main" id="{0A9EB618-9809-A32A-40D0-F1015516C931}"/>
                </a:ext>
              </a:extLst>
            </p:cNvPr>
            <p:cNvSpPr/>
            <p:nvPr/>
          </p:nvSpPr>
          <p:spPr>
            <a:xfrm>
              <a:off x="4986789" y="289592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B1F8DF6F-2BD6-534C-247B-2F22492A81CB}"/>
              </a:ext>
            </a:extLst>
          </p:cNvPr>
          <p:cNvGrpSpPr/>
          <p:nvPr/>
        </p:nvGrpSpPr>
        <p:grpSpPr>
          <a:xfrm>
            <a:off x="1364187" y="5697686"/>
            <a:ext cx="1036542" cy="1024128"/>
            <a:chOff x="6193843" y="2678461"/>
            <a:chExt cx="1527048" cy="1508760"/>
          </a:xfrm>
        </p:grpSpPr>
        <p:pic>
          <p:nvPicPr>
            <p:cNvPr id="173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A729820D-6DB7-9BB8-2F51-E4C5D9388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6613" y="3555158"/>
              <a:ext cx="737386" cy="4640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85FBDE45-A5B4-D7E5-D256-0F511B4F1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74794" y="3173836"/>
              <a:ext cx="301249" cy="381322"/>
            </a:xfrm>
            <a:prstGeom prst="rect">
              <a:avLst/>
            </a:prstGeom>
          </p:spPr>
        </p:pic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A4CEC4A4-CE7E-24CA-8E32-D5E82E7ACA7C}"/>
                </a:ext>
              </a:extLst>
            </p:cNvPr>
            <p:cNvGrpSpPr/>
            <p:nvPr/>
          </p:nvGrpSpPr>
          <p:grpSpPr>
            <a:xfrm>
              <a:off x="6193843" y="2678461"/>
              <a:ext cx="1527048" cy="1508760"/>
              <a:chOff x="475862" y="905612"/>
              <a:chExt cx="1530220" cy="150456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0059697-1B63-1CC0-D963-8C439EF3528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lowchart: Display 171">
                <a:extLst>
                  <a:ext uri="{FF2B5EF4-FFF2-40B4-BE49-F238E27FC236}">
                    <a16:creationId xmlns:a16="http://schemas.microsoft.com/office/drawing/2014/main" id="{3138847E-1DEC-59D5-F5E3-F3AE6E98782E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F9010965-9DE7-D1BC-F3F5-F6689D2BB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04681" y="3041077"/>
              <a:ext cx="301249" cy="381322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EE2B94A9-C7BD-71B5-5C8F-756EE0CE0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48159" y="3161869"/>
              <a:ext cx="301249" cy="3813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6044734" y="579271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8448108" y="577677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4845816" y="5728372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3656351" y="5739618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9688769" y="579330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3E49205-7528-879D-317C-C6578EB1016F}"/>
              </a:ext>
            </a:extLst>
          </p:cNvPr>
          <p:cNvGrpSpPr/>
          <p:nvPr/>
        </p:nvGrpSpPr>
        <p:grpSpPr>
          <a:xfrm>
            <a:off x="4851690" y="579271"/>
            <a:ext cx="1036542" cy="1024128"/>
            <a:chOff x="1063169" y="3338444"/>
            <a:chExt cx="1527048" cy="1508760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70E5ADF3-0940-CDD9-167D-4D706A8B3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2391" y="4025282"/>
              <a:ext cx="927162" cy="737880"/>
            </a:xfrm>
            <a:prstGeom prst="rect">
              <a:avLst/>
            </a:prstGeom>
          </p:spPr>
        </p:pic>
        <p:sp>
          <p:nvSpPr>
            <p:cNvPr id="130" name="Star: 6 Points 129">
              <a:extLst>
                <a:ext uri="{FF2B5EF4-FFF2-40B4-BE49-F238E27FC236}">
                  <a16:creationId xmlns:a16="http://schemas.microsoft.com/office/drawing/2014/main" id="{024023C3-FD6F-28F6-3BB4-C393872F8A0A}"/>
                </a:ext>
              </a:extLst>
            </p:cNvPr>
            <p:cNvSpPr/>
            <p:nvPr/>
          </p:nvSpPr>
          <p:spPr>
            <a:xfrm>
              <a:off x="1668501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58DC64B6-19A0-1F1F-F60B-FC722B54B823}"/>
                </a:ext>
              </a:extLst>
            </p:cNvPr>
            <p:cNvGrpSpPr/>
            <p:nvPr/>
          </p:nvGrpSpPr>
          <p:grpSpPr>
            <a:xfrm>
              <a:off x="1063169" y="3338444"/>
              <a:ext cx="1527048" cy="1508760"/>
              <a:chOff x="475862" y="905612"/>
              <a:chExt cx="1530220" cy="15045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29E0FA7C-2F9A-680A-1CF7-169AFD9C592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Pentagon 134">
                <a:extLst>
                  <a:ext uri="{FF2B5EF4-FFF2-40B4-BE49-F238E27FC236}">
                    <a16:creationId xmlns:a16="http://schemas.microsoft.com/office/drawing/2014/main" id="{D558C71D-0663-C075-5311-241EDE963BA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79DAE1E-49DD-1F34-4D70-F2489CB7732A}"/>
              </a:ext>
            </a:extLst>
          </p:cNvPr>
          <p:cNvGrpSpPr/>
          <p:nvPr/>
        </p:nvGrpSpPr>
        <p:grpSpPr>
          <a:xfrm>
            <a:off x="7230933" y="579537"/>
            <a:ext cx="1047208" cy="1034667"/>
            <a:chOff x="6094898" y="2582408"/>
            <a:chExt cx="1527048" cy="1508760"/>
          </a:xfrm>
        </p:grpSpPr>
        <p:pic>
          <p:nvPicPr>
            <p:cNvPr id="1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CB8DEFB-6C61-1B31-0C61-52AA62B56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6415382" y="3112056"/>
              <a:ext cx="563868" cy="562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6495295" y="3439061"/>
              <a:ext cx="933151" cy="2811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865FAF08-C53A-E6BD-C661-4B0EEA9386E5}"/>
                </a:ext>
              </a:extLst>
            </p:cNvPr>
            <p:cNvSpPr/>
            <p:nvPr/>
          </p:nvSpPr>
          <p:spPr>
            <a:xfrm>
              <a:off x="6094898" y="2582408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Pentagon 156">
              <a:extLst>
                <a:ext uri="{FF2B5EF4-FFF2-40B4-BE49-F238E27FC236}">
                  <a16:creationId xmlns:a16="http://schemas.microsoft.com/office/drawing/2014/main" id="{8A8238A0-918F-0872-413D-1901B0D63879}"/>
                </a:ext>
              </a:extLst>
            </p:cNvPr>
            <p:cNvSpPr/>
            <p:nvPr/>
          </p:nvSpPr>
          <p:spPr>
            <a:xfrm>
              <a:off x="6271635" y="2825005"/>
              <a:ext cx="1173574" cy="1217528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730A41DC-2AB6-FA4A-6C35-83C0F2E380EC}"/>
              </a:ext>
            </a:extLst>
          </p:cNvPr>
          <p:cNvGrpSpPr/>
          <p:nvPr/>
        </p:nvGrpSpPr>
        <p:grpSpPr>
          <a:xfrm>
            <a:off x="10910263" y="568879"/>
            <a:ext cx="1036542" cy="1024128"/>
            <a:chOff x="3480736" y="3338444"/>
            <a:chExt cx="1527048" cy="1508760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0465F1E6-2795-CA61-6F40-B5391D97935A}"/>
                </a:ext>
              </a:extLst>
            </p:cNvPr>
            <p:cNvGrpSpPr/>
            <p:nvPr/>
          </p:nvGrpSpPr>
          <p:grpSpPr>
            <a:xfrm>
              <a:off x="3817803" y="4034253"/>
              <a:ext cx="811757" cy="618653"/>
              <a:chOff x="4638485" y="4014555"/>
              <a:chExt cx="1121232" cy="841513"/>
            </a:xfrm>
          </p:grpSpPr>
          <p:pic>
            <p:nvPicPr>
              <p:cNvPr id="143" name="Picture 142">
                <a:extLst>
                  <a:ext uri="{FF2B5EF4-FFF2-40B4-BE49-F238E27FC236}">
                    <a16:creationId xmlns:a16="http://schemas.microsoft.com/office/drawing/2014/main" id="{40208AC7-17B6-E621-B493-DC719E92E3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EF25AF5B-9156-9D70-D8EE-7E685DA5FB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FD4AF955-2685-B100-7C80-0ACBAD167EA1}"/>
                </a:ext>
              </a:extLst>
            </p:cNvPr>
            <p:cNvGrpSpPr/>
            <p:nvPr/>
          </p:nvGrpSpPr>
          <p:grpSpPr>
            <a:xfrm>
              <a:off x="3480736" y="3338444"/>
              <a:ext cx="1527048" cy="1508760"/>
              <a:chOff x="475862" y="905612"/>
              <a:chExt cx="1530220" cy="1504560"/>
            </a:xfrm>
          </p:grpSpPr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DA61E00D-CAC9-DD2C-D9E5-DD5AE19F145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Pentagon 141">
                <a:extLst>
                  <a:ext uri="{FF2B5EF4-FFF2-40B4-BE49-F238E27FC236}">
                    <a16:creationId xmlns:a16="http://schemas.microsoft.com/office/drawing/2014/main" id="{2E7AD201-4511-C7BB-1C7D-1884D1869BA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BA6F68FC-7772-7BF0-4588-E0C64D96E139}"/>
                </a:ext>
              </a:extLst>
            </p:cNvPr>
            <p:cNvSpPr/>
            <p:nvPr/>
          </p:nvSpPr>
          <p:spPr>
            <a:xfrm>
              <a:off x="4083288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9060A16-9789-69C3-EFF2-A6CACB951B25}"/>
              </a:ext>
            </a:extLst>
          </p:cNvPr>
          <p:cNvGrpSpPr/>
          <p:nvPr/>
        </p:nvGrpSpPr>
        <p:grpSpPr>
          <a:xfrm>
            <a:off x="10921203" y="1781053"/>
            <a:ext cx="1036542" cy="1024128"/>
            <a:chOff x="5707651" y="3267755"/>
            <a:chExt cx="1527048" cy="1508760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ADB332A5-D6DA-AF7F-98FC-FA822CF6CDE2}"/>
                </a:ext>
              </a:extLst>
            </p:cNvPr>
            <p:cNvGrpSpPr/>
            <p:nvPr/>
          </p:nvGrpSpPr>
          <p:grpSpPr>
            <a:xfrm>
              <a:off x="5707651" y="3267755"/>
              <a:ext cx="1527048" cy="1508760"/>
              <a:chOff x="475862" y="905612"/>
              <a:chExt cx="1530220" cy="150456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126F8D72-FD8C-9E87-B54E-5FEAB9605F9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Pentagon 152">
                <a:extLst>
                  <a:ext uri="{FF2B5EF4-FFF2-40B4-BE49-F238E27FC236}">
                    <a16:creationId xmlns:a16="http://schemas.microsoft.com/office/drawing/2014/main" id="{110D2C90-0EDE-5B6E-F3C2-5300A9DCC17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ACC4DFC-06EC-9034-2EEB-6762796A442C}"/>
                </a:ext>
              </a:extLst>
            </p:cNvPr>
            <p:cNvGrpSpPr/>
            <p:nvPr/>
          </p:nvGrpSpPr>
          <p:grpSpPr>
            <a:xfrm>
              <a:off x="6096000" y="3957871"/>
              <a:ext cx="668504" cy="736247"/>
              <a:chOff x="6028135" y="3797403"/>
              <a:chExt cx="790798" cy="870934"/>
            </a:xfrm>
          </p:grpSpPr>
          <p:pic>
            <p:nvPicPr>
              <p:cNvPr id="146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4E1F6612-D81A-1D97-37DE-56341C1E31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20150930">
                <a:off x="6028135" y="3797403"/>
                <a:ext cx="563868" cy="5628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33A0F344-D008-5F0C-1DEF-4C1D200AE84E}"/>
                  </a:ext>
                </a:extLst>
              </p:cNvPr>
              <p:cNvGrpSpPr/>
              <p:nvPr/>
            </p:nvGrpSpPr>
            <p:grpSpPr>
              <a:xfrm rot="2544502">
                <a:off x="6465961" y="3843396"/>
                <a:ext cx="352972" cy="824941"/>
                <a:chOff x="6253973" y="5546706"/>
                <a:chExt cx="445761" cy="1036749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8050A620-4BEF-2CBF-C34E-CDAF959C822C}"/>
                    </a:ext>
                  </a:extLst>
                </p:cNvPr>
                <p:cNvSpPr/>
                <p:nvPr/>
              </p:nvSpPr>
              <p:spPr>
                <a:xfrm>
                  <a:off x="6392917" y="6058567"/>
                  <a:ext cx="177104" cy="52488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BE7A10A5-AAE6-53E1-AB91-2B41E16EBB0E}"/>
                    </a:ext>
                  </a:extLst>
                </p:cNvPr>
                <p:cNvSpPr/>
                <p:nvPr/>
              </p:nvSpPr>
              <p:spPr>
                <a:xfrm rot="16200000">
                  <a:off x="6409816" y="6293536"/>
                  <a:ext cx="134076" cy="44576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51" name="Picture 10" descr="✓ flamethrower free vector eps, cdr, ai, svg vector illustration graphic art">
                  <a:extLst>
                    <a:ext uri="{FF2B5EF4-FFF2-40B4-BE49-F238E27FC236}">
                      <a16:creationId xmlns:a16="http://schemas.microsoft.com/office/drawing/2014/main" id="{98D7FB29-921B-81F0-BC99-97A2F00CA6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9258" b="25887"/>
                <a:stretch/>
              </p:blipFill>
              <p:spPr bwMode="auto">
                <a:xfrm rot="16200000">
                  <a:off x="6220785" y="5663916"/>
                  <a:ext cx="479599" cy="24517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163" name="Star: 6 Points 162">
              <a:extLst>
                <a:ext uri="{FF2B5EF4-FFF2-40B4-BE49-F238E27FC236}">
                  <a16:creationId xmlns:a16="http://schemas.microsoft.com/office/drawing/2014/main" id="{C17F7DF7-BD8B-38B4-E1B3-14ECF0E5D1B2}"/>
                </a:ext>
              </a:extLst>
            </p:cNvPr>
            <p:cNvSpPr/>
            <p:nvPr/>
          </p:nvSpPr>
          <p:spPr>
            <a:xfrm>
              <a:off x="6314912" y="355788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3D26A01-2689-804C-F04E-3F9DF6CCD404}"/>
              </a:ext>
            </a:extLst>
          </p:cNvPr>
          <p:cNvGrpSpPr/>
          <p:nvPr/>
        </p:nvGrpSpPr>
        <p:grpSpPr>
          <a:xfrm>
            <a:off x="2470212" y="5734211"/>
            <a:ext cx="1036542" cy="1024128"/>
            <a:chOff x="4219845" y="2709281"/>
            <a:chExt cx="1527048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0C6B9B8D-A384-C2E1-D811-DE60B1398F78}"/>
                </a:ext>
              </a:extLst>
            </p:cNvPr>
            <p:cNvGrpSpPr/>
            <p:nvPr/>
          </p:nvGrpSpPr>
          <p:grpSpPr>
            <a:xfrm>
              <a:off x="4592566" y="3055014"/>
              <a:ext cx="758182" cy="1122430"/>
              <a:chOff x="6688184" y="2757638"/>
              <a:chExt cx="2587470" cy="3830549"/>
            </a:xfrm>
          </p:grpSpPr>
          <p:pic>
            <p:nvPicPr>
              <p:cNvPr id="17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079897D4-62CE-C056-2FEA-1BDFD29785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731195" y="3576017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B489CC6-8677-6EDE-FAEB-9BAA7DFE3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057978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18D090-AA37-9A8D-C06E-695E39EC76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384760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9E01A4A-1535-B4BF-32CB-E59105F151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756107" y="3608949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0F464C76-E2B4-4BAF-9551-C725DEE728A8}"/>
                  </a:ext>
                </a:extLst>
              </p:cNvPr>
              <p:cNvGrpSpPr/>
              <p:nvPr/>
            </p:nvGrpSpPr>
            <p:grpSpPr>
              <a:xfrm>
                <a:off x="7211479" y="4310279"/>
                <a:ext cx="1601761" cy="2277908"/>
                <a:chOff x="2505808" y="3487056"/>
                <a:chExt cx="1561840" cy="2210359"/>
              </a:xfrm>
            </p:grpSpPr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D2360386-0916-5423-64BE-108788E13DA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Rectangle 177">
                  <a:extLst>
                    <a:ext uri="{FF2B5EF4-FFF2-40B4-BE49-F238E27FC236}">
                      <a16:creationId xmlns:a16="http://schemas.microsoft.com/office/drawing/2014/main" id="{D0D2C2AF-AEEB-A9F1-A20D-E8664365F051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 178">
                  <a:extLst>
                    <a:ext uri="{FF2B5EF4-FFF2-40B4-BE49-F238E27FC236}">
                      <a16:creationId xmlns:a16="http://schemas.microsoft.com/office/drawing/2014/main" id="{1142E202-0C46-842D-DE65-18F4EF820359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77055D3D-BA23-DC7E-046D-98EEB4301855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 180">
                  <a:extLst>
                    <a:ext uri="{FF2B5EF4-FFF2-40B4-BE49-F238E27FC236}">
                      <a16:creationId xmlns:a16="http://schemas.microsoft.com/office/drawing/2014/main" id="{F6A1314A-A947-A8DC-9B3E-46B588CA7D42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 181">
                  <a:extLst>
                    <a:ext uri="{FF2B5EF4-FFF2-40B4-BE49-F238E27FC236}">
                      <a16:creationId xmlns:a16="http://schemas.microsoft.com/office/drawing/2014/main" id="{A2EBA4D0-8F95-5DCC-1DB1-80EAA6BC018A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28F83060-9FBA-6FAD-C5A9-B6D7C692EDB8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BD7C5441-67C4-A44A-46D7-146A7FF440C5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6EC21C5-BEB6-D91C-6921-D665C142D9B7}"/>
                  </a:ext>
                </a:extLst>
              </p:cNvPr>
              <p:cNvSpPr/>
              <p:nvPr/>
            </p:nvSpPr>
            <p:spPr>
              <a:xfrm>
                <a:off x="7881338" y="3254472"/>
                <a:ext cx="45171" cy="331405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B285014-8660-254A-759C-2000C516443D}"/>
                  </a:ext>
                </a:extLst>
              </p:cNvPr>
              <p:cNvSpPr/>
              <p:nvPr/>
            </p:nvSpPr>
            <p:spPr>
              <a:xfrm>
                <a:off x="7520652" y="3598795"/>
                <a:ext cx="103625" cy="331405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10E47656-4459-A3FB-225E-388C23D550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5108690">
                <a:off x="6175144" y="4634344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8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84C278-78F5-ABA2-483D-0E9058EB2F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987515">
                <a:off x="8279935" y="4654096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DCA5A048-6188-AA47-7D23-053C5BE9DCE8}"/>
                </a:ext>
              </a:extLst>
            </p:cNvPr>
            <p:cNvGrpSpPr/>
            <p:nvPr/>
          </p:nvGrpSpPr>
          <p:grpSpPr>
            <a:xfrm>
              <a:off x="4219845" y="2709281"/>
              <a:ext cx="1527048" cy="1508760"/>
              <a:chOff x="475862" y="905612"/>
              <a:chExt cx="1530220" cy="150456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24995515-F153-2333-8D9E-D75E69F978B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Pentagon 185">
                <a:extLst>
                  <a:ext uri="{FF2B5EF4-FFF2-40B4-BE49-F238E27FC236}">
                    <a16:creationId xmlns:a16="http://schemas.microsoft.com/office/drawing/2014/main" id="{40049FB7-A1E5-6613-55E0-731F0C8435FD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6066627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7269260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4863994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8497279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4887092" y="5730578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5EEB21F-742F-F035-64BF-C8FA1EDAD166}"/>
              </a:ext>
            </a:extLst>
          </p:cNvPr>
          <p:cNvGrpSpPr/>
          <p:nvPr/>
        </p:nvGrpSpPr>
        <p:grpSpPr>
          <a:xfrm>
            <a:off x="10890560" y="564476"/>
            <a:ext cx="1036542" cy="1024128"/>
            <a:chOff x="3237864" y="2405218"/>
            <a:chExt cx="1527048" cy="1508760"/>
          </a:xfrm>
        </p:grpSpPr>
        <p:sp>
          <p:nvSpPr>
            <p:cNvPr id="100" name="Star: 6 Points 99">
              <a:extLst>
                <a:ext uri="{FF2B5EF4-FFF2-40B4-BE49-F238E27FC236}">
                  <a16:creationId xmlns:a16="http://schemas.microsoft.com/office/drawing/2014/main" id="{1F39C370-E05F-601D-B8C4-23A5A021DA34}"/>
                </a:ext>
              </a:extLst>
            </p:cNvPr>
            <p:cNvSpPr/>
            <p:nvPr/>
          </p:nvSpPr>
          <p:spPr>
            <a:xfrm>
              <a:off x="3652600" y="268576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8E2AC5F-5F19-EBD4-05DC-8165D4CAE56B}"/>
                </a:ext>
              </a:extLst>
            </p:cNvPr>
            <p:cNvGrpSpPr/>
            <p:nvPr/>
          </p:nvGrpSpPr>
          <p:grpSpPr>
            <a:xfrm>
              <a:off x="3688699" y="3016995"/>
              <a:ext cx="728987" cy="774462"/>
              <a:chOff x="781933" y="3250400"/>
              <a:chExt cx="730501" cy="772306"/>
            </a:xfrm>
          </p:grpSpPr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9EA9ABE4-071E-081C-D86E-02D8D111C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7C86C31B-2F44-6C16-FA74-B96DAE1B6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B15E208F-6263-8AC0-C2BF-4CB7133A35C2}"/>
                </a:ext>
              </a:extLst>
            </p:cNvPr>
            <p:cNvGrpSpPr/>
            <p:nvPr/>
          </p:nvGrpSpPr>
          <p:grpSpPr>
            <a:xfrm>
              <a:off x="3237864" y="2405218"/>
              <a:ext cx="1527048" cy="1508760"/>
              <a:chOff x="423110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7C3601B7-81C4-1494-9C9B-B160D41A19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laque 128">
                <a:extLst>
                  <a:ext uri="{FF2B5EF4-FFF2-40B4-BE49-F238E27FC236}">
                    <a16:creationId xmlns:a16="http://schemas.microsoft.com/office/drawing/2014/main" id="{97D874AB-D702-5B35-1FCA-A77B622B83F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B6BD763-2ABB-CFF3-6975-B934FF94C4AB}"/>
              </a:ext>
            </a:extLst>
          </p:cNvPr>
          <p:cNvGrpSpPr/>
          <p:nvPr/>
        </p:nvGrpSpPr>
        <p:grpSpPr>
          <a:xfrm>
            <a:off x="1290999" y="4555620"/>
            <a:ext cx="1036542" cy="1024128"/>
            <a:chOff x="5641158" y="2352140"/>
            <a:chExt cx="1527048" cy="150876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8305184-43BD-2A62-760E-788E51A9731E}"/>
                </a:ext>
              </a:extLst>
            </p:cNvPr>
            <p:cNvGrpSpPr/>
            <p:nvPr/>
          </p:nvGrpSpPr>
          <p:grpSpPr>
            <a:xfrm>
              <a:off x="5641158" y="2352140"/>
              <a:ext cx="1527048" cy="1508760"/>
              <a:chOff x="423110" y="905612"/>
              <a:chExt cx="1530220" cy="150456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C8799D1-90B4-10EF-C4B1-FED7F19C3B70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Plaque 137">
                <a:extLst>
                  <a:ext uri="{FF2B5EF4-FFF2-40B4-BE49-F238E27FC236}">
                    <a16:creationId xmlns:a16="http://schemas.microsoft.com/office/drawing/2014/main" id="{3B4058C8-7F19-0084-437A-6524C8806CBC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9466988-215C-8C2D-780D-DC629B89F270}"/>
                </a:ext>
              </a:extLst>
            </p:cNvPr>
            <p:cNvGrpSpPr/>
            <p:nvPr/>
          </p:nvGrpSpPr>
          <p:grpSpPr>
            <a:xfrm>
              <a:off x="6083345" y="2773173"/>
              <a:ext cx="708348" cy="869758"/>
              <a:chOff x="4692416" y="4836461"/>
              <a:chExt cx="1397339" cy="1715748"/>
            </a:xfrm>
          </p:grpSpPr>
          <p:pic>
            <p:nvPicPr>
              <p:cNvPr id="13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354BB72E-0469-E027-34D2-DA40610C1D7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 rot="20513004">
                <a:off x="5530101" y="4846853"/>
                <a:ext cx="559654" cy="9691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6" name="Picture 2" descr="Medusa Icon - Download in Glyph Style">
                <a:extLst>
                  <a:ext uri="{FF2B5EF4-FFF2-40B4-BE49-F238E27FC236}">
                    <a16:creationId xmlns:a16="http://schemas.microsoft.com/office/drawing/2014/main" id="{46905BC0-0F17-8013-DCC2-29F3121839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4692416" y="4836461"/>
                <a:ext cx="1271440" cy="171574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8DC168-DDE4-959B-BDD4-65FF37F5B5AD}"/>
              </a:ext>
            </a:extLst>
          </p:cNvPr>
          <p:cNvGrpSpPr/>
          <p:nvPr/>
        </p:nvGrpSpPr>
        <p:grpSpPr>
          <a:xfrm>
            <a:off x="2507468" y="5730578"/>
            <a:ext cx="1036542" cy="1024128"/>
            <a:chOff x="7676427" y="2416751"/>
            <a:chExt cx="1527048" cy="150876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E0A0789-6536-3D9A-9A3B-06C89E09CCB3}"/>
                </a:ext>
              </a:extLst>
            </p:cNvPr>
            <p:cNvGrpSpPr/>
            <p:nvPr/>
          </p:nvGrpSpPr>
          <p:grpSpPr>
            <a:xfrm>
              <a:off x="8044452" y="2746509"/>
              <a:ext cx="770059" cy="939306"/>
              <a:chOff x="5641158" y="4442006"/>
              <a:chExt cx="1673129" cy="2040855"/>
            </a:xfrm>
          </p:grpSpPr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304A591B-1410-6EDF-A534-4C91BA440F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5641158" y="5216833"/>
                <a:ext cx="1673129" cy="1266028"/>
              </a:xfrm>
              <a:prstGeom prst="rect">
                <a:avLst/>
              </a:prstGeom>
            </p:spPr>
          </p:pic>
          <p:pic>
            <p:nvPicPr>
              <p:cNvPr id="1026" name="Picture 2" descr="Keg Clip Art Png">
                <a:extLst>
                  <a:ext uri="{FF2B5EF4-FFF2-40B4-BE49-F238E27FC236}">
                    <a16:creationId xmlns:a16="http://schemas.microsoft.com/office/drawing/2014/main" id="{9AD562C0-AD04-2ABB-11D3-AD5440077A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87616" y="4681931"/>
                <a:ext cx="517065" cy="517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0" name="Picture 2" descr="Keg Clip Art Png">
                <a:extLst>
                  <a:ext uri="{FF2B5EF4-FFF2-40B4-BE49-F238E27FC236}">
                    <a16:creationId xmlns:a16="http://schemas.microsoft.com/office/drawing/2014/main" id="{82BB0029-BB99-A185-D40C-B7BA213B70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34479" y="4442006"/>
                <a:ext cx="756990" cy="7569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FFF4FBAB-91B6-88CD-DE7F-87D38DE329B2}"/>
                </a:ext>
              </a:extLst>
            </p:cNvPr>
            <p:cNvGrpSpPr/>
            <p:nvPr/>
          </p:nvGrpSpPr>
          <p:grpSpPr>
            <a:xfrm>
              <a:off x="7676427" y="2416751"/>
              <a:ext cx="1527048" cy="1508760"/>
              <a:chOff x="423110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F82D9C02-59A1-102B-6A2D-A8C1B69F7A4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Plaque 142">
                <a:extLst>
                  <a:ext uri="{FF2B5EF4-FFF2-40B4-BE49-F238E27FC236}">
                    <a16:creationId xmlns:a16="http://schemas.microsoft.com/office/drawing/2014/main" id="{90376DF8-CBAC-CA40-154A-2D10DBFCD1C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C4F841-A28E-CD74-FB29-E58C5EE307E6}"/>
              </a:ext>
            </a:extLst>
          </p:cNvPr>
          <p:cNvGrpSpPr/>
          <p:nvPr/>
        </p:nvGrpSpPr>
        <p:grpSpPr>
          <a:xfrm>
            <a:off x="9703752" y="551606"/>
            <a:ext cx="1036542" cy="1024128"/>
            <a:chOff x="1208754" y="2476487"/>
            <a:chExt cx="1527048" cy="150876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B092D275-F724-EB3D-F243-79DCF9458899}"/>
                </a:ext>
              </a:extLst>
            </p:cNvPr>
            <p:cNvGrpSpPr/>
            <p:nvPr/>
          </p:nvGrpSpPr>
          <p:grpSpPr>
            <a:xfrm>
              <a:off x="1516955" y="3099450"/>
              <a:ext cx="863538" cy="731728"/>
              <a:chOff x="2810832" y="3154414"/>
              <a:chExt cx="935768" cy="789087"/>
            </a:xfrm>
          </p:grpSpPr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2F075CC4-03BE-A3A6-0C4C-57A1F3996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124" name="Picture 123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476CBDB1-2C20-7604-7DFF-1E4D3BD8E1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1DBBC5D4-283C-D1BA-094B-83BEE954AA6D}"/>
                </a:ext>
              </a:extLst>
            </p:cNvPr>
            <p:cNvGrpSpPr/>
            <p:nvPr/>
          </p:nvGrpSpPr>
          <p:grpSpPr>
            <a:xfrm>
              <a:off x="1208754" y="2476487"/>
              <a:ext cx="1527048" cy="1508760"/>
              <a:chOff x="423110" y="905612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2435CA9-9918-7439-88FD-8F26215B4DB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2" name="Plaque 121">
                <a:extLst>
                  <a:ext uri="{FF2B5EF4-FFF2-40B4-BE49-F238E27FC236}">
                    <a16:creationId xmlns:a16="http://schemas.microsoft.com/office/drawing/2014/main" id="{1E1C7EDB-B106-1B88-9323-76C5B4BDFB18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8" name="Star: 6 Points 147">
              <a:extLst>
                <a:ext uri="{FF2B5EF4-FFF2-40B4-BE49-F238E27FC236}">
                  <a16:creationId xmlns:a16="http://schemas.microsoft.com/office/drawing/2014/main" id="{7C6A4101-E444-DAEE-5CDA-273C7DBB786B}"/>
                </a:ext>
              </a:extLst>
            </p:cNvPr>
            <p:cNvSpPr/>
            <p:nvPr/>
          </p:nvSpPr>
          <p:spPr>
            <a:xfrm>
              <a:off x="1606864" y="2762170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30B5A2-462E-7D77-CF8C-10D373C1ABA9}"/>
              </a:ext>
            </a:extLst>
          </p:cNvPr>
          <p:cNvGrpSpPr/>
          <p:nvPr/>
        </p:nvGrpSpPr>
        <p:grpSpPr>
          <a:xfrm>
            <a:off x="3703286" y="5730578"/>
            <a:ext cx="1036542" cy="1024128"/>
            <a:chOff x="9569800" y="2392865"/>
            <a:chExt cx="1527048" cy="1508760"/>
          </a:xfrm>
        </p:grpSpPr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B9E14335-A2E4-A607-A56A-1B7189F365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9937825" y="3079238"/>
              <a:ext cx="770059" cy="582691"/>
            </a:xfrm>
            <a:prstGeom prst="rect">
              <a:avLst/>
            </a:prstGeom>
          </p:spPr>
        </p:pic>
        <p:pic>
          <p:nvPicPr>
            <p:cNvPr id="1028" name="Picture 4" descr="pirate flag Icon - Download pirate flag Icon 166439 | Noun Project">
              <a:extLst>
                <a:ext uri="{FF2B5EF4-FFF2-40B4-BE49-F238E27FC236}">
                  <a16:creationId xmlns:a16="http://schemas.microsoft.com/office/drawing/2014/main" id="{898C2630-3021-3A30-4C5F-7BB2E86C3C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14787" y="2570209"/>
              <a:ext cx="693097" cy="6930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59D6995A-7644-9297-2334-089BB6FDA796}"/>
                </a:ext>
              </a:extLst>
            </p:cNvPr>
            <p:cNvGrpSpPr/>
            <p:nvPr/>
          </p:nvGrpSpPr>
          <p:grpSpPr>
            <a:xfrm>
              <a:off x="9569800" y="2392865"/>
              <a:ext cx="1527048" cy="1508760"/>
              <a:chOff x="423110" y="905612"/>
              <a:chExt cx="1530220" cy="1504560"/>
            </a:xfrm>
          </p:grpSpPr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B03D1637-BF2C-1B28-569D-D1C8840A7918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" name="Plaque 156">
                <a:extLst>
                  <a:ext uri="{FF2B5EF4-FFF2-40B4-BE49-F238E27FC236}">
                    <a16:creationId xmlns:a16="http://schemas.microsoft.com/office/drawing/2014/main" id="{CD09EEE7-244F-3D07-FC8C-EE47575F8A7E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27DB645-2203-4FF4-3A6E-90D15E371309}"/>
              </a:ext>
            </a:extLst>
          </p:cNvPr>
          <p:cNvGrpSpPr/>
          <p:nvPr/>
        </p:nvGrpSpPr>
        <p:grpSpPr>
          <a:xfrm>
            <a:off x="3707487" y="572002"/>
            <a:ext cx="1036541" cy="1024128"/>
            <a:chOff x="4532259" y="4432114"/>
            <a:chExt cx="1527047" cy="1508760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1FCA48C0-CB24-87CD-3EA6-D322C1EEEC07}"/>
                </a:ext>
              </a:extLst>
            </p:cNvPr>
            <p:cNvGrpSpPr/>
            <p:nvPr/>
          </p:nvGrpSpPr>
          <p:grpSpPr>
            <a:xfrm>
              <a:off x="4532259" y="4432114"/>
              <a:ext cx="1527047" cy="1508760"/>
              <a:chOff x="423110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CC160FB9-4314-F55B-7D59-A7414B4747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Plaque 162">
                <a:extLst>
                  <a:ext uri="{FF2B5EF4-FFF2-40B4-BE49-F238E27FC236}">
                    <a16:creationId xmlns:a16="http://schemas.microsoft.com/office/drawing/2014/main" id="{41C47939-7A68-5F52-EBC5-58974EC90AA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3A87FD9-0293-1EEB-70E0-FD921DB128D0}"/>
                </a:ext>
              </a:extLst>
            </p:cNvPr>
            <p:cNvGrpSpPr/>
            <p:nvPr/>
          </p:nvGrpSpPr>
          <p:grpSpPr>
            <a:xfrm>
              <a:off x="4815918" y="5119514"/>
              <a:ext cx="959727" cy="673460"/>
              <a:chOff x="4758323" y="4972648"/>
              <a:chExt cx="1061841" cy="745116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BF5A534-46F3-3DA0-609B-F9C9E806C3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4758323" y="4972648"/>
                <a:ext cx="1061841" cy="36759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E841E289-9F93-F1AD-2747-EE435A52A5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5066502" y="5222708"/>
                <a:ext cx="398551" cy="5915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64" name="Star: 6 Points 163">
              <a:extLst>
                <a:ext uri="{FF2B5EF4-FFF2-40B4-BE49-F238E27FC236}">
                  <a16:creationId xmlns:a16="http://schemas.microsoft.com/office/drawing/2014/main" id="{876D6211-20D9-C788-F4CB-B743F88BEC61}"/>
                </a:ext>
              </a:extLst>
            </p:cNvPr>
            <p:cNvSpPr/>
            <p:nvPr/>
          </p:nvSpPr>
          <p:spPr>
            <a:xfrm>
              <a:off x="4952147" y="470114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4915398" y="587995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8478166" y="589886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7270616" y="582334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02942D-CD1D-B11D-7B5F-42837340AB50}"/>
              </a:ext>
            </a:extLst>
          </p:cNvPr>
          <p:cNvGrpSpPr/>
          <p:nvPr/>
        </p:nvGrpSpPr>
        <p:grpSpPr>
          <a:xfrm>
            <a:off x="3709974" y="576978"/>
            <a:ext cx="1042416" cy="1029932"/>
            <a:chOff x="2700560" y="3187959"/>
            <a:chExt cx="1527048" cy="1508760"/>
          </a:xfrm>
        </p:grpSpPr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65B11F03-FEBD-3393-DF13-2BB7EB47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8695" y="3478924"/>
              <a:ext cx="368103" cy="456756"/>
            </a:xfrm>
            <a:prstGeom prst="rect">
              <a:avLst/>
            </a:prstGeom>
          </p:spPr>
        </p:pic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41978C7E-247C-9C1C-5BEE-4DD1CA214177}"/>
                </a:ext>
              </a:extLst>
            </p:cNvPr>
            <p:cNvGrpSpPr/>
            <p:nvPr/>
          </p:nvGrpSpPr>
          <p:grpSpPr>
            <a:xfrm>
              <a:off x="2700560" y="3187959"/>
              <a:ext cx="1527048" cy="1508760"/>
              <a:chOff x="352772" y="769658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4A430893-8B99-DDA4-1920-A52C8DE8F7E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Teardrop 128">
                <a:extLst>
                  <a:ext uri="{FF2B5EF4-FFF2-40B4-BE49-F238E27FC236}">
                    <a16:creationId xmlns:a16="http://schemas.microsoft.com/office/drawing/2014/main" id="{B1020F04-FBE1-B5F8-CCED-6299913C1A61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329F49C2-A811-6585-53BE-C2BE096C96B3}"/>
                </a:ext>
              </a:extLst>
            </p:cNvPr>
            <p:cNvGrpSpPr/>
            <p:nvPr/>
          </p:nvGrpSpPr>
          <p:grpSpPr>
            <a:xfrm>
              <a:off x="3062988" y="3557795"/>
              <a:ext cx="962737" cy="1048709"/>
              <a:chOff x="4052911" y="4937513"/>
              <a:chExt cx="1077055" cy="1167544"/>
            </a:xfrm>
          </p:grpSpPr>
          <p:pic>
            <p:nvPicPr>
              <p:cNvPr id="125" name="Picture 2" descr="Lance Icon #332107 - Free Icons Library">
                <a:extLst>
                  <a:ext uri="{FF2B5EF4-FFF2-40B4-BE49-F238E27FC236}">
                    <a16:creationId xmlns:a16="http://schemas.microsoft.com/office/drawing/2014/main" id="{C5023C68-621B-5FA2-D504-473697D827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2" descr="Lance Icon #332107 - Free Icons Library">
                <a:extLst>
                  <a:ext uri="{FF2B5EF4-FFF2-40B4-BE49-F238E27FC236}">
                    <a16:creationId xmlns:a16="http://schemas.microsoft.com/office/drawing/2014/main" id="{A2A34F44-1C0D-E54D-E8FF-3CDEB029E0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7" name="Picture 2" descr="Lance Icon #332107 - Free Icons Library">
                <a:extLst>
                  <a:ext uri="{FF2B5EF4-FFF2-40B4-BE49-F238E27FC236}">
                    <a16:creationId xmlns:a16="http://schemas.microsoft.com/office/drawing/2014/main" id="{60900903-1874-F432-CB0A-D4DAF4C6048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D03E22-289B-4A9C-BB06-2E1098E41E22}"/>
              </a:ext>
            </a:extLst>
          </p:cNvPr>
          <p:cNvGrpSpPr/>
          <p:nvPr/>
        </p:nvGrpSpPr>
        <p:grpSpPr>
          <a:xfrm>
            <a:off x="9670988" y="589886"/>
            <a:ext cx="1042416" cy="1029932"/>
            <a:chOff x="6544843" y="3392408"/>
            <a:chExt cx="1527048" cy="1508760"/>
          </a:xfrm>
        </p:grpSpPr>
        <p:pic>
          <p:nvPicPr>
            <p:cNvPr id="147" name="Picture 146" descr="Shape&#10;&#10;Description automatically generated">
              <a:extLst>
                <a:ext uri="{FF2B5EF4-FFF2-40B4-BE49-F238E27FC236}">
                  <a16:creationId xmlns:a16="http://schemas.microsoft.com/office/drawing/2014/main" id="{5FB3AE46-08B7-8D2B-2DE4-02FB63C682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7817" y="3687706"/>
              <a:ext cx="368103" cy="456756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4AF062F-E146-AA86-15A3-600A40F2F00B}"/>
                </a:ext>
              </a:extLst>
            </p:cNvPr>
            <p:cNvGrpSpPr/>
            <p:nvPr/>
          </p:nvGrpSpPr>
          <p:grpSpPr>
            <a:xfrm>
              <a:off x="6912553" y="3927524"/>
              <a:ext cx="949608" cy="890142"/>
              <a:chOff x="5330919" y="4897904"/>
              <a:chExt cx="1007494" cy="93982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9587A3ED-3F5F-CBC7-C05E-4F1C2DCC1A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CF4AFF06-233E-5734-AE65-197E81BAD87B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137" name="Picture 2" descr="Lance Icon #332107 - Free Icons Library">
                  <a:extLst>
                    <a:ext uri="{FF2B5EF4-FFF2-40B4-BE49-F238E27FC236}">
                      <a16:creationId xmlns:a16="http://schemas.microsoft.com/office/drawing/2014/main" id="{D8D5E26E-8733-55E8-7329-07A2CF2C8AE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95CEAE-57D2-DA1B-08DB-D0B198B8F56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DD3BDC-B3B2-C703-6734-622FD1346D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49BBD9FA-F7FE-850B-9D17-0EF3AE9901A1}"/>
                </a:ext>
              </a:extLst>
            </p:cNvPr>
            <p:cNvGrpSpPr/>
            <p:nvPr/>
          </p:nvGrpSpPr>
          <p:grpSpPr>
            <a:xfrm>
              <a:off x="6544843" y="3392408"/>
              <a:ext cx="1527048" cy="1508760"/>
              <a:chOff x="2228464" y="769658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82C8811A-3F69-5420-F1BF-6512E625DFF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Teardrop 133">
                <a:extLst>
                  <a:ext uri="{FF2B5EF4-FFF2-40B4-BE49-F238E27FC236}">
                    <a16:creationId xmlns:a16="http://schemas.microsoft.com/office/drawing/2014/main" id="{C6AE28E3-9F9E-D70B-6D6D-565F992661ED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AD4E474-90F1-0601-2DFF-121A6A0368A6}"/>
              </a:ext>
            </a:extLst>
          </p:cNvPr>
          <p:cNvGrpSpPr/>
          <p:nvPr/>
        </p:nvGrpSpPr>
        <p:grpSpPr>
          <a:xfrm>
            <a:off x="6102280" y="584730"/>
            <a:ext cx="1042416" cy="1033855"/>
            <a:chOff x="4521760" y="3327989"/>
            <a:chExt cx="1527048" cy="1514507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DFF8014D-E4A5-7AC0-B30E-5398F1009EBD}"/>
                </a:ext>
              </a:extLst>
            </p:cNvPr>
            <p:cNvGrpSpPr/>
            <p:nvPr/>
          </p:nvGrpSpPr>
          <p:grpSpPr>
            <a:xfrm>
              <a:off x="4973755" y="3818368"/>
              <a:ext cx="491516" cy="1024128"/>
              <a:chOff x="4175671" y="3350868"/>
              <a:chExt cx="584643" cy="1235338"/>
            </a:xfrm>
          </p:grpSpPr>
          <p:pic>
            <p:nvPicPr>
              <p:cNvPr id="114" name="Picture 113">
                <a:extLst>
                  <a:ext uri="{FF2B5EF4-FFF2-40B4-BE49-F238E27FC236}">
                    <a16:creationId xmlns:a16="http://schemas.microsoft.com/office/drawing/2014/main" id="{F5E0ECD4-18E4-EF42-D2E3-C17BF7D1E4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5" name="Picture 114">
                <a:extLst>
                  <a:ext uri="{FF2B5EF4-FFF2-40B4-BE49-F238E27FC236}">
                    <a16:creationId xmlns:a16="http://schemas.microsoft.com/office/drawing/2014/main" id="{9EADFC0E-BC2E-325B-453C-70BCF8488D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6" name="Picture 115">
                <a:extLst>
                  <a:ext uri="{FF2B5EF4-FFF2-40B4-BE49-F238E27FC236}">
                    <a16:creationId xmlns:a16="http://schemas.microsoft.com/office/drawing/2014/main" id="{E3827633-7D8F-F575-5AEF-7E642FCD27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EAF5063E-3CAC-D42B-1237-8BA14205B86C}"/>
                </a:ext>
              </a:extLst>
            </p:cNvPr>
            <p:cNvGrpSpPr/>
            <p:nvPr/>
          </p:nvGrpSpPr>
          <p:grpSpPr>
            <a:xfrm>
              <a:off x="4521760" y="3327989"/>
              <a:ext cx="1527048" cy="1480573"/>
              <a:chOff x="2228464" y="769658"/>
              <a:chExt cx="1530220" cy="1504560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290E313-6BF1-F597-55B3-7CD78C1B8AE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Teardrop 112">
                <a:extLst>
                  <a:ext uri="{FF2B5EF4-FFF2-40B4-BE49-F238E27FC236}">
                    <a16:creationId xmlns:a16="http://schemas.microsoft.com/office/drawing/2014/main" id="{F660B670-B2FB-7E45-D7BE-48B585B3EBB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0" name="Star: 6 Points 139">
              <a:extLst>
                <a:ext uri="{FF2B5EF4-FFF2-40B4-BE49-F238E27FC236}">
                  <a16:creationId xmlns:a16="http://schemas.microsoft.com/office/drawing/2014/main" id="{EAE95B56-C843-A961-7690-B3A4193839B6}"/>
                </a:ext>
              </a:extLst>
            </p:cNvPr>
            <p:cNvSpPr/>
            <p:nvPr/>
          </p:nvSpPr>
          <p:spPr>
            <a:xfrm>
              <a:off x="5520471" y="360020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6F8B437-3F20-F8EC-5BCB-82B8F2F5F2F9}"/>
              </a:ext>
            </a:extLst>
          </p:cNvPr>
          <p:cNvGrpSpPr/>
          <p:nvPr/>
        </p:nvGrpSpPr>
        <p:grpSpPr>
          <a:xfrm>
            <a:off x="6051169" y="5674772"/>
            <a:ext cx="1042416" cy="1029932"/>
            <a:chOff x="8602038" y="3327755"/>
            <a:chExt cx="1527048" cy="1508760"/>
          </a:xfrm>
        </p:grpSpPr>
        <p:pic>
          <p:nvPicPr>
            <p:cNvPr id="118" name="Picture 117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899FECA8-A4E3-C708-39B0-4EF656F7A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1287" y="3713235"/>
              <a:ext cx="1022460" cy="1027444"/>
            </a:xfrm>
            <a:prstGeom prst="rect">
              <a:avLst/>
            </a:prstGeom>
          </p:spPr>
        </p:pic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70271C5C-D0FB-8152-4135-2E57EC3E96A0}"/>
                </a:ext>
              </a:extLst>
            </p:cNvPr>
            <p:cNvGrpSpPr/>
            <p:nvPr/>
          </p:nvGrpSpPr>
          <p:grpSpPr>
            <a:xfrm>
              <a:off x="8602038" y="3327755"/>
              <a:ext cx="1527048" cy="1508760"/>
              <a:chOff x="352772" y="769658"/>
              <a:chExt cx="1530220" cy="1504560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24AF4D2A-CC1A-0A06-FA53-8CD27BFAE79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Teardrop 120">
                <a:extLst>
                  <a:ext uri="{FF2B5EF4-FFF2-40B4-BE49-F238E27FC236}">
                    <a16:creationId xmlns:a16="http://schemas.microsoft.com/office/drawing/2014/main" id="{5DFEFE5F-F32C-0289-95F1-A7DF6ED6C73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1EEB34E6-3E64-8370-3616-9C34A5A1D182}"/>
                </a:ext>
              </a:extLst>
            </p:cNvPr>
            <p:cNvGrpSpPr/>
            <p:nvPr/>
          </p:nvGrpSpPr>
          <p:grpSpPr>
            <a:xfrm>
              <a:off x="9436061" y="3618843"/>
              <a:ext cx="468635" cy="413537"/>
              <a:chOff x="9550162" y="3618843"/>
              <a:chExt cx="354534" cy="31285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BD23CD47-9D57-C92E-F586-714AC86A6AE4}"/>
                  </a:ext>
                </a:extLst>
              </p:cNvPr>
              <p:cNvSpPr/>
              <p:nvPr/>
            </p:nvSpPr>
            <p:spPr>
              <a:xfrm>
                <a:off x="9639611" y="3618843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247A5CA3-FF47-BA0F-CF4D-28A0AA5E08F6}"/>
                  </a:ext>
                </a:extLst>
              </p:cNvPr>
              <p:cNvSpPr/>
              <p:nvPr/>
            </p:nvSpPr>
            <p:spPr>
              <a:xfrm>
                <a:off x="9550162" y="3757752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E676FA24-0200-748E-DD30-3EFA08035E4E}"/>
                  </a:ext>
                </a:extLst>
              </p:cNvPr>
              <p:cNvSpPr/>
              <p:nvPr/>
            </p:nvSpPr>
            <p:spPr>
              <a:xfrm>
                <a:off x="9727973" y="3762396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22C1ABE-E776-F56A-BBA4-E840B9065F10}"/>
              </a:ext>
            </a:extLst>
          </p:cNvPr>
          <p:cNvGrpSpPr/>
          <p:nvPr/>
        </p:nvGrpSpPr>
        <p:grpSpPr>
          <a:xfrm>
            <a:off x="3699701" y="5684617"/>
            <a:ext cx="1042416" cy="1029932"/>
            <a:chOff x="8237686" y="657232"/>
            <a:chExt cx="1527048" cy="15087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A3D8BE7B-3987-533A-971D-1249259E662B}"/>
                </a:ext>
              </a:extLst>
            </p:cNvPr>
            <p:cNvGrpSpPr/>
            <p:nvPr/>
          </p:nvGrpSpPr>
          <p:grpSpPr>
            <a:xfrm>
              <a:off x="8523300" y="1155952"/>
              <a:ext cx="959302" cy="847523"/>
              <a:chOff x="6194169" y="5424303"/>
              <a:chExt cx="961295" cy="845164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BBA97008-F0D0-BE5E-84AA-88B18F9C7A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154" name="Picture 153" descr="Icon&#10;&#10;Description automatically generated">
                <a:extLst>
                  <a:ext uri="{FF2B5EF4-FFF2-40B4-BE49-F238E27FC236}">
                    <a16:creationId xmlns:a16="http://schemas.microsoft.com/office/drawing/2014/main" id="{239CE77C-7512-EAF3-A90A-611D267D683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A6B5F7F-F798-12BA-9B8C-86BA8F745EFD}"/>
                </a:ext>
              </a:extLst>
            </p:cNvPr>
            <p:cNvGrpSpPr/>
            <p:nvPr/>
          </p:nvGrpSpPr>
          <p:grpSpPr>
            <a:xfrm>
              <a:off x="8237686" y="657232"/>
              <a:ext cx="1527048" cy="1508760"/>
              <a:chOff x="352772" y="769658"/>
              <a:chExt cx="1530220" cy="1504560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77990203-92E3-3C98-1553-9B1A32368C9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Teardrop 151">
                <a:extLst>
                  <a:ext uri="{FF2B5EF4-FFF2-40B4-BE49-F238E27FC236}">
                    <a16:creationId xmlns:a16="http://schemas.microsoft.com/office/drawing/2014/main" id="{6EE39D6D-E677-8674-863C-95AA36E0F974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5" name="Star: 6 Points 154">
              <a:extLst>
                <a:ext uri="{FF2B5EF4-FFF2-40B4-BE49-F238E27FC236}">
                  <a16:creationId xmlns:a16="http://schemas.microsoft.com/office/drawing/2014/main" id="{20C57EFE-292A-8E90-2853-35F071F5B924}"/>
                </a:ext>
              </a:extLst>
            </p:cNvPr>
            <p:cNvSpPr/>
            <p:nvPr/>
          </p:nvSpPr>
          <p:spPr>
            <a:xfrm>
              <a:off x="9254804" y="93085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8AEAFF4-B5AF-435F-97A5-1FFA75A355BC}"/>
              </a:ext>
            </a:extLst>
          </p:cNvPr>
          <p:cNvGrpSpPr/>
          <p:nvPr/>
        </p:nvGrpSpPr>
        <p:grpSpPr>
          <a:xfrm>
            <a:off x="9914173" y="4085927"/>
            <a:ext cx="224894" cy="458529"/>
            <a:chOff x="1671579" y="3879426"/>
            <a:chExt cx="609600" cy="896782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D4E4B994-68A7-4916-AA63-0A6018FFDB09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9927CEF7-1D85-424D-A1B6-C996EE3B56D6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Arrow: Right 105">
              <a:extLst>
                <a:ext uri="{FF2B5EF4-FFF2-40B4-BE49-F238E27FC236}">
                  <a16:creationId xmlns:a16="http://schemas.microsoft.com/office/drawing/2014/main" id="{62D1CE95-D439-45AC-BC21-7BBE6909A7EA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F9AD695-3277-40E1-A647-747BD7625D0A}"/>
              </a:ext>
            </a:extLst>
          </p:cNvPr>
          <p:cNvGrpSpPr/>
          <p:nvPr/>
        </p:nvGrpSpPr>
        <p:grpSpPr>
          <a:xfrm>
            <a:off x="10156208" y="4207512"/>
            <a:ext cx="790222" cy="910095"/>
            <a:chOff x="4336171" y="5052482"/>
            <a:chExt cx="790222" cy="910095"/>
          </a:xfrm>
        </p:grpSpPr>
        <p:pic>
          <p:nvPicPr>
            <p:cNvPr id="1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A730B49B-33AE-4E33-BBC3-E8DD9283B3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4704274" y="5235122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7913E8A-8EC2-4046-ABA2-58C24679B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36171" y="5052482"/>
              <a:ext cx="368103" cy="617171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1447F0-97C7-E22E-F429-4862D2D8D7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87274">
            <a:off x="410395" y="558006"/>
            <a:ext cx="845384" cy="3259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1E2C4C-C804-1541-2484-B62F07DF4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501" y="3276599"/>
            <a:ext cx="231012" cy="4286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2B228A-105A-2857-417B-7A1B80AF4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941" y="1858962"/>
            <a:ext cx="1543050" cy="29527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DBF548C-208F-9C31-2AA7-BC028869294E}"/>
              </a:ext>
            </a:extLst>
          </p:cNvPr>
          <p:cNvGrpSpPr/>
          <p:nvPr/>
        </p:nvGrpSpPr>
        <p:grpSpPr>
          <a:xfrm>
            <a:off x="1602601" y="402718"/>
            <a:ext cx="1027992" cy="796156"/>
            <a:chOff x="2872601" y="2994794"/>
            <a:chExt cx="1027992" cy="79615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8170197-213F-8278-5C2F-BA65E6302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47940-990D-201D-7278-8357BBDBA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17ACAF2-DB74-698C-1807-A6ABDE6D2B4E}"/>
              </a:ext>
            </a:extLst>
          </p:cNvPr>
          <p:cNvGrpSpPr/>
          <p:nvPr/>
        </p:nvGrpSpPr>
        <p:grpSpPr>
          <a:xfrm>
            <a:off x="2954573" y="1450677"/>
            <a:ext cx="224894" cy="458529"/>
            <a:chOff x="1671579" y="3879426"/>
            <a:chExt cx="609600" cy="89678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F11373-EEA0-7BA8-8B18-0B088F9AB4C6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3467FB-D889-6711-D836-566577176A81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228DB636-93E8-A21C-C0E2-B172D48BC998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EE75188-60A5-59C8-3F37-C14A27256FE0}"/>
              </a:ext>
            </a:extLst>
          </p:cNvPr>
          <p:cNvGrpSpPr/>
          <p:nvPr/>
        </p:nvGrpSpPr>
        <p:grpSpPr>
          <a:xfrm>
            <a:off x="10582728" y="2266212"/>
            <a:ext cx="1371600" cy="1371600"/>
            <a:chOff x="1298501" y="962272"/>
            <a:chExt cx="1371600" cy="1371600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65093C6E-42DB-F820-4D70-AC36960B1F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Arrow: Pentagon 141">
              <a:extLst>
                <a:ext uri="{FF2B5EF4-FFF2-40B4-BE49-F238E27FC236}">
                  <a16:creationId xmlns:a16="http://schemas.microsoft.com/office/drawing/2014/main" id="{6C2DB26D-0C0A-BDB5-3207-531A6F583A5B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F72E5F3-1ECD-92E4-BA89-45EF20385377}"/>
              </a:ext>
            </a:extLst>
          </p:cNvPr>
          <p:cNvGrpSpPr/>
          <p:nvPr/>
        </p:nvGrpSpPr>
        <p:grpSpPr>
          <a:xfrm>
            <a:off x="10990969" y="2514419"/>
            <a:ext cx="545684" cy="748114"/>
            <a:chOff x="6712366" y="4633331"/>
            <a:chExt cx="545684" cy="748114"/>
          </a:xfrm>
        </p:grpSpPr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2BADC1B8-A9A2-F803-DBA0-DE982375543A}"/>
                </a:ext>
              </a:extLst>
            </p:cNvPr>
            <p:cNvGrpSpPr/>
            <p:nvPr/>
          </p:nvGrpSpPr>
          <p:grpSpPr>
            <a:xfrm>
              <a:off x="6712366" y="4868535"/>
              <a:ext cx="545684" cy="512910"/>
              <a:chOff x="6203315" y="3923025"/>
              <a:chExt cx="969301" cy="911086"/>
            </a:xfrm>
          </p:grpSpPr>
          <p:sp>
            <p:nvSpPr>
              <p:cNvPr id="179" name="Flowchart: Manual Operation 178">
                <a:extLst>
                  <a:ext uri="{FF2B5EF4-FFF2-40B4-BE49-F238E27FC236}">
                    <a16:creationId xmlns:a16="http://schemas.microsoft.com/office/drawing/2014/main" id="{1D226BC2-A0DE-C6B5-F608-0C62082B7622}"/>
                  </a:ext>
                </a:extLst>
              </p:cNvPr>
              <p:cNvSpPr/>
              <p:nvPr/>
            </p:nvSpPr>
            <p:spPr>
              <a:xfrm flipV="1">
                <a:off x="6362626" y="4024689"/>
                <a:ext cx="659305" cy="211637"/>
              </a:xfrm>
              <a:prstGeom prst="flowChartManualOperati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4C314E8-2052-8B00-A7C9-6078E0065975}"/>
                  </a:ext>
                </a:extLst>
              </p:cNvPr>
              <p:cNvSpPr/>
              <p:nvPr/>
            </p:nvSpPr>
            <p:spPr>
              <a:xfrm>
                <a:off x="6568843" y="4236326"/>
                <a:ext cx="246871" cy="38020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9246D572-005B-536B-87FC-C72D73291DA6}"/>
                  </a:ext>
                </a:extLst>
              </p:cNvPr>
              <p:cNvSpPr/>
              <p:nvPr/>
            </p:nvSpPr>
            <p:spPr>
              <a:xfrm>
                <a:off x="6312622" y="4552470"/>
                <a:ext cx="759312" cy="21163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Arrow: Right 181">
                <a:extLst>
                  <a:ext uri="{FF2B5EF4-FFF2-40B4-BE49-F238E27FC236}">
                    <a16:creationId xmlns:a16="http://schemas.microsoft.com/office/drawing/2014/main" id="{5708BA10-C33A-2F1B-296A-582BC4633CA2}"/>
                  </a:ext>
                </a:extLst>
              </p:cNvPr>
              <p:cNvSpPr/>
              <p:nvPr/>
            </p:nvSpPr>
            <p:spPr>
              <a:xfrm rot="16200000">
                <a:off x="6070609" y="4570249"/>
                <a:ext cx="396568" cy="131155"/>
              </a:xfrm>
              <a:prstGeom prst="rightArrow">
                <a:avLst>
                  <a:gd name="adj1" fmla="val 50000"/>
                  <a:gd name="adj2" fmla="val 86364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Arrow: Right 182">
                <a:extLst>
                  <a:ext uri="{FF2B5EF4-FFF2-40B4-BE49-F238E27FC236}">
                    <a16:creationId xmlns:a16="http://schemas.microsoft.com/office/drawing/2014/main" id="{D299453C-17E5-B9C7-A455-47CA24EFC20D}"/>
                  </a:ext>
                </a:extLst>
              </p:cNvPr>
              <p:cNvSpPr/>
              <p:nvPr/>
            </p:nvSpPr>
            <p:spPr>
              <a:xfrm rot="16200000">
                <a:off x="6908755" y="4570249"/>
                <a:ext cx="396568" cy="131155"/>
              </a:xfrm>
              <a:prstGeom prst="rightArrow">
                <a:avLst>
                  <a:gd name="adj1" fmla="val 50000"/>
                  <a:gd name="adj2" fmla="val 88636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C485F57-0E4F-E604-0423-42685F050D8E}"/>
                  </a:ext>
                </a:extLst>
              </p:cNvPr>
              <p:cNvSpPr/>
              <p:nvPr/>
            </p:nvSpPr>
            <p:spPr>
              <a:xfrm>
                <a:off x="6519185" y="3923938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7EA63DA4-AB0D-3526-F0B9-8140892348B1}"/>
                  </a:ext>
                </a:extLst>
              </p:cNvPr>
              <p:cNvSpPr/>
              <p:nvPr/>
            </p:nvSpPr>
            <p:spPr>
              <a:xfrm>
                <a:off x="6807792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7A2080F-99E9-04BA-A6C5-B692986B776F}"/>
                  </a:ext>
                </a:extLst>
              </p:cNvPr>
              <p:cNvSpPr/>
              <p:nvPr/>
            </p:nvSpPr>
            <p:spPr>
              <a:xfrm>
                <a:off x="6609497" y="3923025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B48D2C8B-47B7-AE77-2790-411B85881597}"/>
                  </a:ext>
                </a:extLst>
              </p:cNvPr>
              <p:cNvSpPr/>
              <p:nvPr/>
            </p:nvSpPr>
            <p:spPr>
              <a:xfrm>
                <a:off x="6717479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59A42A4B-4294-DC58-8721-78F4A400D82C}"/>
                  </a:ext>
                </a:extLst>
              </p:cNvPr>
              <p:cNvGrpSpPr/>
              <p:nvPr/>
            </p:nvGrpSpPr>
            <p:grpSpPr>
              <a:xfrm rot="19228888">
                <a:off x="6412508" y="4086562"/>
                <a:ext cx="63146" cy="127118"/>
                <a:chOff x="3806073" y="5091415"/>
                <a:chExt cx="134521" cy="270800"/>
              </a:xfrm>
            </p:grpSpPr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35895EFF-B567-0122-1340-B496266BB1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Oval 212">
                  <a:extLst>
                    <a:ext uri="{FF2B5EF4-FFF2-40B4-BE49-F238E27FC236}">
                      <a16:creationId xmlns:a16="http://schemas.microsoft.com/office/drawing/2014/main" id="{AD8B4816-1544-E660-39D7-F816AC56B7CF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497452D-0247-0ABF-D73F-6274DA1CDA7E}"/>
                  </a:ext>
                </a:extLst>
              </p:cNvPr>
              <p:cNvGrpSpPr/>
              <p:nvPr/>
            </p:nvGrpSpPr>
            <p:grpSpPr>
              <a:xfrm rot="9885821">
                <a:off x="6899501" y="4141179"/>
                <a:ext cx="63146" cy="127118"/>
                <a:chOff x="3806073" y="5091415"/>
                <a:chExt cx="134521" cy="270800"/>
              </a:xfrm>
            </p:grpSpPr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CE5AB49-53B2-F5C0-85F1-FF10D8A9E5E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9D8291B2-39AC-EAF9-AFF0-1A56B12FAD7D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9A4087CF-6F6B-9E44-3151-B5D82EC9070E}"/>
                  </a:ext>
                </a:extLst>
              </p:cNvPr>
              <p:cNvGrpSpPr/>
              <p:nvPr/>
            </p:nvGrpSpPr>
            <p:grpSpPr>
              <a:xfrm>
                <a:off x="6516621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C085FE73-3E72-7223-6E66-1B4474760FDD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F39F72CF-6E48-1DE8-37F0-76057E99668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9" name="Oval 208">
                    <a:extLst>
                      <a:ext uri="{FF2B5EF4-FFF2-40B4-BE49-F238E27FC236}">
                        <a16:creationId xmlns:a16="http://schemas.microsoft.com/office/drawing/2014/main" id="{4A3BC783-4C6A-D165-C243-2EEF25685875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0DA0FAC8-EDF7-5082-2AB1-252B9E9D83FE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47700E71-AE76-13B9-F9A2-BABA59C69D7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Oval 206">
                    <a:extLst>
                      <a:ext uri="{FF2B5EF4-FFF2-40B4-BE49-F238E27FC236}">
                        <a16:creationId xmlns:a16="http://schemas.microsoft.com/office/drawing/2014/main" id="{7E2EA210-0C89-6C78-F2B7-E37B75190AAD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2F24C10C-5FAB-0E98-D5D9-5C6E01940E0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1B944315-46AD-5DB0-1030-B9FBD34BFC51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Oval 204">
                    <a:extLst>
                      <a:ext uri="{FF2B5EF4-FFF2-40B4-BE49-F238E27FC236}">
                        <a16:creationId xmlns:a16="http://schemas.microsoft.com/office/drawing/2014/main" id="{B344B3A7-3840-7E02-5398-2CCACD182DF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68AA5CF4-A07D-6FF1-279C-5FA5DB7E28C3}"/>
                  </a:ext>
                </a:extLst>
              </p:cNvPr>
              <p:cNvGrpSpPr/>
              <p:nvPr/>
            </p:nvGrpSpPr>
            <p:grpSpPr>
              <a:xfrm rot="10800000">
                <a:off x="6737076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192" name="Group 191">
                  <a:extLst>
                    <a:ext uri="{FF2B5EF4-FFF2-40B4-BE49-F238E27FC236}">
                      <a16:creationId xmlns:a16="http://schemas.microsoft.com/office/drawing/2014/main" id="{CAEBEDBE-7E58-4328-CFE5-7BD653D577A3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24B240A6-DAA6-6A18-32BF-F6C94F5AD21F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0" name="Oval 199">
                    <a:extLst>
                      <a:ext uri="{FF2B5EF4-FFF2-40B4-BE49-F238E27FC236}">
                        <a16:creationId xmlns:a16="http://schemas.microsoft.com/office/drawing/2014/main" id="{F9152D01-FA9E-A017-C325-C59E42C7CC8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3" name="Group 192">
                  <a:extLst>
                    <a:ext uri="{FF2B5EF4-FFF2-40B4-BE49-F238E27FC236}">
                      <a16:creationId xmlns:a16="http://schemas.microsoft.com/office/drawing/2014/main" id="{596CB9C6-04BE-B329-5601-6D538ABA60DF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FBB3AC41-D555-AC51-3B25-F76AA79F57C2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Oval 197">
                    <a:extLst>
                      <a:ext uri="{FF2B5EF4-FFF2-40B4-BE49-F238E27FC236}">
                        <a16:creationId xmlns:a16="http://schemas.microsoft.com/office/drawing/2014/main" id="{D839E029-79E5-A778-9E9C-EE43E4753871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4" name="Group 193">
                  <a:extLst>
                    <a:ext uri="{FF2B5EF4-FFF2-40B4-BE49-F238E27FC236}">
                      <a16:creationId xmlns:a16="http://schemas.microsoft.com/office/drawing/2014/main" id="{62F24E20-9F6D-3743-4DF5-CD6940680C9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7C4E32F6-F9CD-21ED-093A-44DD55C7374C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9C40F1D9-7508-1051-4DB3-73095F0A763F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1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E09F289-A7EC-6C7C-4347-265F25E6A8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7150" y="4688831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398F3904-BFBC-32CB-2F8C-C0FB0F3C9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866743" y="4689239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A036B8B-4427-8F7D-5041-DA91FDE810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953265" y="4689742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1356</TotalTime>
  <Words>12</Words>
  <Application>Microsoft Office PowerPoint</Application>
  <PresentationFormat>Widescreen</PresentationFormat>
  <Paragraphs>11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100</cp:revision>
  <dcterms:created xsi:type="dcterms:W3CDTF">2022-01-10T19:03:27Z</dcterms:created>
  <dcterms:modified xsi:type="dcterms:W3CDTF">2022-06-02T13:33:36Z</dcterms:modified>
</cp:coreProperties>
</file>