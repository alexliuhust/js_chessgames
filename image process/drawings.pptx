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7" r:id="rId5"/>
    <p:sldId id="261" r:id="rId6"/>
    <p:sldId id="262" r:id="rId7"/>
    <p:sldId id="263" r:id="rId8"/>
    <p:sldId id="266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11" Type="http://schemas.openxmlformats.org/officeDocument/2006/relationships/image" Target="../media/image32.png"/><Relationship Id="rId5" Type="http://schemas.openxmlformats.org/officeDocument/2006/relationships/image" Target="../media/image26.jpeg"/><Relationship Id="rId10" Type="http://schemas.openxmlformats.org/officeDocument/2006/relationships/image" Target="../media/image31.jpe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4.png"/><Relationship Id="rId7" Type="http://schemas.openxmlformats.org/officeDocument/2006/relationships/image" Target="../media/image36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9.png"/><Relationship Id="rId5" Type="http://schemas.openxmlformats.org/officeDocument/2006/relationships/image" Target="../media/image15.jpeg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4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jpeg"/><Relationship Id="rId11" Type="http://schemas.openxmlformats.org/officeDocument/2006/relationships/image" Target="../media/image47.png"/><Relationship Id="rId5" Type="http://schemas.openxmlformats.org/officeDocument/2006/relationships/image" Target="../media/image42.jpeg"/><Relationship Id="rId10" Type="http://schemas.openxmlformats.org/officeDocument/2006/relationships/image" Target="../media/image46.png"/><Relationship Id="rId4" Type="http://schemas.openxmlformats.org/officeDocument/2006/relationships/image" Target="../media/image41.jpeg"/><Relationship Id="rId9" Type="http://schemas.openxmlformats.org/officeDocument/2006/relationships/image" Target="../media/image45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25.jpeg"/><Relationship Id="rId7" Type="http://schemas.openxmlformats.org/officeDocument/2006/relationships/image" Target="../media/image50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2.png"/><Relationship Id="rId5" Type="http://schemas.openxmlformats.org/officeDocument/2006/relationships/image" Target="../media/image48.png"/><Relationship Id="rId10" Type="http://schemas.openxmlformats.org/officeDocument/2006/relationships/image" Target="../media/image3.jpe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7.png"/><Relationship Id="rId7" Type="http://schemas.openxmlformats.org/officeDocument/2006/relationships/image" Target="../media/image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jpeg"/><Relationship Id="rId11" Type="http://schemas.openxmlformats.org/officeDocument/2006/relationships/image" Target="../media/image60.png"/><Relationship Id="rId5" Type="http://schemas.openxmlformats.org/officeDocument/2006/relationships/image" Target="../media/image55.png"/><Relationship Id="rId10" Type="http://schemas.openxmlformats.org/officeDocument/2006/relationships/image" Target="../media/image59.png"/><Relationship Id="rId4" Type="http://schemas.openxmlformats.org/officeDocument/2006/relationships/image" Target="../media/image54.jpeg"/><Relationship Id="rId9" Type="http://schemas.openxmlformats.org/officeDocument/2006/relationships/image" Target="../media/image5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48.png"/><Relationship Id="rId18" Type="http://schemas.openxmlformats.org/officeDocument/2006/relationships/image" Target="../media/image57.png"/><Relationship Id="rId3" Type="http://schemas.openxmlformats.org/officeDocument/2006/relationships/image" Target="../media/image46.png"/><Relationship Id="rId21" Type="http://schemas.openxmlformats.org/officeDocument/2006/relationships/image" Target="../media/image55.png"/><Relationship Id="rId7" Type="http://schemas.openxmlformats.org/officeDocument/2006/relationships/image" Target="../media/image42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0.png"/><Relationship Id="rId2" Type="http://schemas.openxmlformats.org/officeDocument/2006/relationships/image" Target="../media/image61.jpeg"/><Relationship Id="rId16" Type="http://schemas.openxmlformats.org/officeDocument/2006/relationships/image" Target="../media/image52.png"/><Relationship Id="rId20" Type="http://schemas.openxmlformats.org/officeDocument/2006/relationships/image" Target="../media/image5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jpeg"/><Relationship Id="rId11" Type="http://schemas.openxmlformats.org/officeDocument/2006/relationships/image" Target="../media/image25.jpeg"/><Relationship Id="rId24" Type="http://schemas.openxmlformats.org/officeDocument/2006/relationships/image" Target="../media/image59.png"/><Relationship Id="rId5" Type="http://schemas.openxmlformats.org/officeDocument/2006/relationships/image" Target="../media/image47.png"/><Relationship Id="rId15" Type="http://schemas.openxmlformats.org/officeDocument/2006/relationships/image" Target="../media/image49.png"/><Relationship Id="rId23" Type="http://schemas.openxmlformats.org/officeDocument/2006/relationships/image" Target="../media/image58.png"/><Relationship Id="rId10" Type="http://schemas.openxmlformats.org/officeDocument/2006/relationships/image" Target="../media/image24.jpeg"/><Relationship Id="rId19" Type="http://schemas.openxmlformats.org/officeDocument/2006/relationships/image" Target="../media/image53.png"/><Relationship Id="rId4" Type="http://schemas.openxmlformats.org/officeDocument/2006/relationships/image" Target="../media/image41.jpeg"/><Relationship Id="rId9" Type="http://schemas.openxmlformats.org/officeDocument/2006/relationships/image" Target="../media/image3.jpeg"/><Relationship Id="rId14" Type="http://schemas.openxmlformats.org/officeDocument/2006/relationships/image" Target="../media/image50.png"/><Relationship Id="rId22" Type="http://schemas.openxmlformats.org/officeDocument/2006/relationships/image" Target="../media/image56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5.png"/><Relationship Id="rId18" Type="http://schemas.openxmlformats.org/officeDocument/2006/relationships/image" Target="../media/image15.jpeg"/><Relationship Id="rId26" Type="http://schemas.openxmlformats.org/officeDocument/2006/relationships/image" Target="../media/image45.jpeg"/><Relationship Id="rId3" Type="http://schemas.openxmlformats.org/officeDocument/2006/relationships/image" Target="../media/image24.jpeg"/><Relationship Id="rId21" Type="http://schemas.openxmlformats.org/officeDocument/2006/relationships/image" Target="../media/image33.jpeg"/><Relationship Id="rId7" Type="http://schemas.openxmlformats.org/officeDocument/2006/relationships/image" Target="../media/image25.jpeg"/><Relationship Id="rId12" Type="http://schemas.openxmlformats.org/officeDocument/2006/relationships/image" Target="../media/image27.jpeg"/><Relationship Id="rId17" Type="http://schemas.openxmlformats.org/officeDocument/2006/relationships/image" Target="../media/image37.png"/><Relationship Id="rId25" Type="http://schemas.openxmlformats.org/officeDocument/2006/relationships/image" Target="../media/image44.png"/><Relationship Id="rId2" Type="http://schemas.openxmlformats.org/officeDocument/2006/relationships/image" Target="../media/image21.jpeg"/><Relationship Id="rId16" Type="http://schemas.openxmlformats.org/officeDocument/2006/relationships/image" Target="../media/image36.png"/><Relationship Id="rId20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28.png"/><Relationship Id="rId24" Type="http://schemas.openxmlformats.org/officeDocument/2006/relationships/image" Target="../media/image40.png"/><Relationship Id="rId5" Type="http://schemas.openxmlformats.org/officeDocument/2006/relationships/image" Target="../media/image29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2.png"/><Relationship Id="rId19" Type="http://schemas.openxmlformats.org/officeDocument/2006/relationships/image" Target="../media/image38.png"/><Relationship Id="rId4" Type="http://schemas.openxmlformats.org/officeDocument/2006/relationships/image" Target="../media/image7.png"/><Relationship Id="rId9" Type="http://schemas.openxmlformats.org/officeDocument/2006/relationships/image" Target="../media/image31.jpeg"/><Relationship Id="rId14" Type="http://schemas.openxmlformats.org/officeDocument/2006/relationships/image" Target="../media/image34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62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63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2900763" y="4488059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58675" y="2444264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4159039" y="1783037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308" y="1613014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42</cp:revision>
  <dcterms:created xsi:type="dcterms:W3CDTF">2022-01-10T19:03:27Z</dcterms:created>
  <dcterms:modified xsi:type="dcterms:W3CDTF">2022-02-20T03:59:51Z</dcterms:modified>
</cp:coreProperties>
</file>