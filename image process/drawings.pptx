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5/2/2022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4.png"/><Relationship Id="rId4" Type="http://schemas.openxmlformats.org/officeDocument/2006/relationships/image" Target="../media/image10.png"/><Relationship Id="rId9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20.jpeg"/><Relationship Id="rId10" Type="http://schemas.openxmlformats.org/officeDocument/2006/relationships/image" Target="../media/image22.png"/><Relationship Id="rId4" Type="http://schemas.openxmlformats.org/officeDocument/2006/relationships/image" Target="../media/image19.png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13" Type="http://schemas.openxmlformats.org/officeDocument/2006/relationships/image" Target="../media/image33.jpeg"/><Relationship Id="rId3" Type="http://schemas.openxmlformats.org/officeDocument/2006/relationships/image" Target="../media/image24.png"/><Relationship Id="rId7" Type="http://schemas.openxmlformats.org/officeDocument/2006/relationships/image" Target="../media/image27.jpeg"/><Relationship Id="rId12" Type="http://schemas.openxmlformats.org/officeDocument/2006/relationships/image" Target="../media/image32.png"/><Relationship Id="rId2" Type="http://schemas.openxmlformats.org/officeDocument/2006/relationships/image" Target="../media/image23.jpeg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31.png"/><Relationship Id="rId5" Type="http://schemas.openxmlformats.org/officeDocument/2006/relationships/image" Target="../media/image26.jpe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jpe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13" Type="http://schemas.openxmlformats.org/officeDocument/2006/relationships/image" Target="../media/image44.png"/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3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3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0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59.png"/><Relationship Id="rId5" Type="http://schemas.openxmlformats.org/officeDocument/2006/relationships/image" Target="../media/image27.jpeg"/><Relationship Id="rId10" Type="http://schemas.openxmlformats.org/officeDocument/2006/relationships/image" Target="../media/image49.png"/><Relationship Id="rId4" Type="http://schemas.openxmlformats.org/officeDocument/2006/relationships/image" Target="../media/image26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19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33.jpeg"/><Relationship Id="rId5" Type="http://schemas.openxmlformats.org/officeDocument/2006/relationships/image" Target="../media/image63.jpeg"/><Relationship Id="rId10" Type="http://schemas.openxmlformats.org/officeDocument/2006/relationships/image" Target="../media/image66.png"/><Relationship Id="rId4" Type="http://schemas.openxmlformats.org/officeDocument/2006/relationships/image" Target="../media/image47.png"/><Relationship Id="rId9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68.png"/><Relationship Id="rId7" Type="http://schemas.openxmlformats.org/officeDocument/2006/relationships/image" Target="../media/image71.png"/><Relationship Id="rId12" Type="http://schemas.openxmlformats.org/officeDocument/2006/relationships/image" Target="../media/image15.jpe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11" Type="http://schemas.openxmlformats.org/officeDocument/2006/relationships/image" Target="../media/image73.png"/><Relationship Id="rId5" Type="http://schemas.openxmlformats.org/officeDocument/2006/relationships/image" Target="../media/image50.png"/><Relationship Id="rId10" Type="http://schemas.openxmlformats.org/officeDocument/2006/relationships/image" Target="../media/image72.png"/><Relationship Id="rId4" Type="http://schemas.openxmlformats.org/officeDocument/2006/relationships/image" Target="../media/image69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9.png"/><Relationship Id="rId18" Type="http://schemas.openxmlformats.org/officeDocument/2006/relationships/image" Target="../media/image68.png"/><Relationship Id="rId26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72.png"/><Relationship Id="rId7" Type="http://schemas.openxmlformats.org/officeDocument/2006/relationships/image" Target="../media/image23.jpeg"/><Relationship Id="rId12" Type="http://schemas.openxmlformats.org/officeDocument/2006/relationships/image" Target="../media/image45.png"/><Relationship Id="rId17" Type="http://schemas.openxmlformats.org/officeDocument/2006/relationships/image" Target="../media/image19.png"/><Relationship Id="rId25" Type="http://schemas.openxmlformats.org/officeDocument/2006/relationships/image" Target="../media/image15.jpeg"/><Relationship Id="rId2" Type="http://schemas.openxmlformats.org/officeDocument/2006/relationships/image" Target="../media/image7.png"/><Relationship Id="rId16" Type="http://schemas.openxmlformats.org/officeDocument/2006/relationships/image" Target="../media/image66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33.jpeg"/><Relationship Id="rId24" Type="http://schemas.openxmlformats.org/officeDocument/2006/relationships/image" Target="../media/image67.png"/><Relationship Id="rId5" Type="http://schemas.openxmlformats.org/officeDocument/2006/relationships/image" Target="../media/image1.png"/><Relationship Id="rId15" Type="http://schemas.openxmlformats.org/officeDocument/2006/relationships/image" Target="../media/image10.png"/><Relationship Id="rId23" Type="http://schemas.openxmlformats.org/officeDocument/2006/relationships/image" Target="../media/image74.jpeg"/><Relationship Id="rId10" Type="http://schemas.openxmlformats.org/officeDocument/2006/relationships/image" Target="../media/image24.png"/><Relationship Id="rId19" Type="http://schemas.openxmlformats.org/officeDocument/2006/relationships/image" Target="../media/image71.png"/><Relationship Id="rId4" Type="http://schemas.openxmlformats.org/officeDocument/2006/relationships/image" Target="../media/image9.png"/><Relationship Id="rId9" Type="http://schemas.openxmlformats.org/officeDocument/2006/relationships/image" Target="../media/image35.png"/><Relationship Id="rId14" Type="http://schemas.openxmlformats.org/officeDocument/2006/relationships/image" Target="../media/image60.png"/><Relationship Id="rId22" Type="http://schemas.openxmlformats.org/officeDocument/2006/relationships/image" Target="../media/image73.png"/><Relationship Id="rId27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6.jpeg"/><Relationship Id="rId12" Type="http://schemas.openxmlformats.org/officeDocument/2006/relationships/image" Target="../media/image18.png"/><Relationship Id="rId17" Type="http://schemas.openxmlformats.org/officeDocument/2006/relationships/image" Target="../media/image6.png"/><Relationship Id="rId25" Type="http://schemas.openxmlformats.org/officeDocument/2006/relationships/image" Target="../media/image79.png"/><Relationship Id="rId2" Type="http://schemas.openxmlformats.org/officeDocument/2006/relationships/image" Target="../media/image75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7.jpeg"/><Relationship Id="rId24" Type="http://schemas.openxmlformats.org/officeDocument/2006/relationships/image" Target="../media/image78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77.png"/><Relationship Id="rId10" Type="http://schemas.openxmlformats.org/officeDocument/2006/relationships/image" Target="../media/image26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jpeg"/><Relationship Id="rId13" Type="http://schemas.openxmlformats.org/officeDocument/2006/relationships/image" Target="../media/image40.png"/><Relationship Id="rId18" Type="http://schemas.openxmlformats.org/officeDocument/2006/relationships/image" Target="../media/image12.jpeg"/><Relationship Id="rId26" Type="http://schemas.openxmlformats.org/officeDocument/2006/relationships/image" Target="../media/image52.jpeg"/><Relationship Id="rId3" Type="http://schemas.openxmlformats.org/officeDocument/2006/relationships/image" Target="../media/image26.jpeg"/><Relationship Id="rId21" Type="http://schemas.openxmlformats.org/officeDocument/2006/relationships/image" Target="../media/image38.jpeg"/><Relationship Id="rId7" Type="http://schemas.openxmlformats.org/officeDocument/2006/relationships/image" Target="../media/image27.jpeg"/><Relationship Id="rId12" Type="http://schemas.openxmlformats.org/officeDocument/2006/relationships/image" Target="../media/image29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0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0.png"/><Relationship Id="rId24" Type="http://schemas.openxmlformats.org/officeDocument/2006/relationships/image" Target="../media/image50.png"/><Relationship Id="rId5" Type="http://schemas.openxmlformats.org/officeDocument/2006/relationships/image" Target="../media/image31.png"/><Relationship Id="rId15" Type="http://schemas.openxmlformats.org/officeDocument/2006/relationships/image" Target="../media/image5.png"/><Relationship Id="rId23" Type="http://schemas.openxmlformats.org/officeDocument/2006/relationships/image" Target="../media/image9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1.png"/><Relationship Id="rId9" Type="http://schemas.openxmlformats.org/officeDocument/2006/relationships/image" Target="../media/image33.jpeg"/><Relationship Id="rId14" Type="http://schemas.openxmlformats.org/officeDocument/2006/relationships/image" Target="../media/image39.png"/><Relationship Id="rId22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7.png"/><Relationship Id="rId18" Type="http://schemas.openxmlformats.org/officeDocument/2006/relationships/image" Target="../media/image15.jpeg"/><Relationship Id="rId3" Type="http://schemas.openxmlformats.org/officeDocument/2006/relationships/image" Target="../media/image4.png"/><Relationship Id="rId21" Type="http://schemas.openxmlformats.org/officeDocument/2006/relationships/image" Target="../media/image18.png"/><Relationship Id="rId7" Type="http://schemas.openxmlformats.org/officeDocument/2006/relationships/image" Target="../media/image80.jpeg"/><Relationship Id="rId12" Type="http://schemas.openxmlformats.org/officeDocument/2006/relationships/image" Target="../media/image8.png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1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9.png"/><Relationship Id="rId24" Type="http://schemas.openxmlformats.org/officeDocument/2006/relationships/image" Target="../media/image19.png"/><Relationship Id="rId5" Type="http://schemas.openxmlformats.org/officeDocument/2006/relationships/image" Target="../media/image12.jpeg"/><Relationship Id="rId15" Type="http://schemas.openxmlformats.org/officeDocument/2006/relationships/image" Target="../media/image10.png"/><Relationship Id="rId23" Type="http://schemas.openxmlformats.org/officeDocument/2006/relationships/image" Target="../media/image21.png"/><Relationship Id="rId10" Type="http://schemas.openxmlformats.org/officeDocument/2006/relationships/image" Target="../media/image82.png"/><Relationship Id="rId19" Type="http://schemas.openxmlformats.org/officeDocument/2006/relationships/image" Target="../media/image6.png"/><Relationship Id="rId4" Type="http://schemas.openxmlformats.org/officeDocument/2006/relationships/image" Target="../media/image3.jpeg"/><Relationship Id="rId9" Type="http://schemas.openxmlformats.org/officeDocument/2006/relationships/image" Target="../media/image81.png"/><Relationship Id="rId14" Type="http://schemas.openxmlformats.org/officeDocument/2006/relationships/image" Target="../media/image83.jpe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1593666" y="3324394"/>
            <a:ext cx="1527048" cy="15087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121289" y="173627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1312090" y="174085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2535555" y="175455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8EE5B03-F51C-3940-F8D2-D3EEBAFE3DB5}"/>
              </a:ext>
            </a:extLst>
          </p:cNvPr>
          <p:cNvGrpSpPr/>
          <p:nvPr/>
        </p:nvGrpSpPr>
        <p:grpSpPr>
          <a:xfrm>
            <a:off x="4077215" y="3324394"/>
            <a:ext cx="1527048" cy="1508760"/>
            <a:chOff x="4119821" y="905612"/>
            <a:chExt cx="1530220" cy="1504560"/>
          </a:xfrm>
        </p:grpSpPr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119821" y="905612"/>
              <a:ext cx="1530220" cy="15045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69613">
              <a:off x="4625929" y="1493321"/>
              <a:ext cx="761200" cy="76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2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AA9AAB0E-FFB5-4BF1-9B83-F8BAAB00C2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806770" flipH="1">
              <a:off x="4367844" y="1384142"/>
              <a:ext cx="761200" cy="761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D954E34-30F5-A4F5-87B2-4EBDA7D0DA25}"/>
              </a:ext>
            </a:extLst>
          </p:cNvPr>
          <p:cNvGrpSpPr/>
          <p:nvPr/>
        </p:nvGrpSpPr>
        <p:grpSpPr>
          <a:xfrm>
            <a:off x="4905878" y="540032"/>
            <a:ext cx="1042416" cy="1024128"/>
            <a:chOff x="5907456" y="863833"/>
            <a:chExt cx="1530220" cy="1504560"/>
          </a:xfrm>
        </p:grpSpPr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9F8A3FD2-5A4C-4624-9310-8F4B10C9555A}"/>
                </a:ext>
              </a:extLst>
            </p:cNvPr>
            <p:cNvSpPr/>
            <p:nvPr/>
          </p:nvSpPr>
          <p:spPr>
            <a:xfrm>
              <a:off x="6171930" y="1164382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BFCC8FC2-A74D-4EDE-9071-70C034A64C4F}"/>
                </a:ext>
              </a:extLst>
            </p:cNvPr>
            <p:cNvGrpSpPr/>
            <p:nvPr/>
          </p:nvGrpSpPr>
          <p:grpSpPr>
            <a:xfrm>
              <a:off x="6461965" y="1384108"/>
              <a:ext cx="806074" cy="738285"/>
              <a:chOff x="1814970" y="864745"/>
              <a:chExt cx="1085793" cy="994481"/>
            </a:xfrm>
          </p:grpSpPr>
          <p:pic>
            <p:nvPicPr>
              <p:cNvPr id="166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82493AAF-764C-4B0E-84AC-C46DCE70D5E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0" name="Picture 169">
                <a:extLst>
                  <a:ext uri="{FF2B5EF4-FFF2-40B4-BE49-F238E27FC236}">
                    <a16:creationId xmlns:a16="http://schemas.microsoft.com/office/drawing/2014/main" id="{83477A1E-D3AF-40A6-9758-1FCA8DA56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1EE71040-DF55-47D6-B0C6-6F9D2B46DE66}"/>
                </a:ext>
              </a:extLst>
            </p:cNvPr>
            <p:cNvGrpSpPr/>
            <p:nvPr/>
          </p:nvGrpSpPr>
          <p:grpSpPr>
            <a:xfrm>
              <a:off x="5907456" y="863833"/>
              <a:ext cx="1530220" cy="1504560"/>
              <a:chOff x="2307593" y="905612"/>
              <a:chExt cx="1530220" cy="1504560"/>
            </a:xfrm>
          </p:grpSpPr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9BAC98C2-6AF6-41AD-96C9-8DDE4CAEC10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Rectangle: Diagonal Corners Snipped 174">
                <a:extLst>
                  <a:ext uri="{FF2B5EF4-FFF2-40B4-BE49-F238E27FC236}">
                    <a16:creationId xmlns:a16="http://schemas.microsoft.com/office/drawing/2014/main" id="{602EAA34-FB2D-4BA6-A553-6CF80FCFDD0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4128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5187381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4685144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5788179" y="2676720"/>
            <a:ext cx="1530220" cy="1504560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4323062" y="4787458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2361836" y="4787458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0E3770D6-52E0-4BF6-A05D-0185C64CC232}"/>
              </a:ext>
            </a:extLst>
          </p:cNvPr>
          <p:cNvGrpSpPr/>
          <p:nvPr/>
        </p:nvGrpSpPr>
        <p:grpSpPr>
          <a:xfrm>
            <a:off x="4287906" y="2832151"/>
            <a:ext cx="1530220" cy="1504560"/>
            <a:chOff x="475862" y="905612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D9AD8E21-7247-4DA8-B8B3-9E38911BA60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lowchart: Display 130">
              <a:extLst>
                <a:ext uri="{FF2B5EF4-FFF2-40B4-BE49-F238E27FC236}">
                  <a16:creationId xmlns:a16="http://schemas.microsoft.com/office/drawing/2014/main" id="{C43ED343-9F84-4C40-A658-854EA7CA8B78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65B0D05-E493-4899-9B57-B2F9DF66EBE9}"/>
              </a:ext>
            </a:extLst>
          </p:cNvPr>
          <p:cNvGrpSpPr/>
          <p:nvPr/>
        </p:nvGrpSpPr>
        <p:grpSpPr>
          <a:xfrm>
            <a:off x="6162940" y="2832151"/>
            <a:ext cx="1530220" cy="1504560"/>
            <a:chOff x="475862" y="905612"/>
            <a:chExt cx="1530220" cy="1504560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645BEC30-FA6A-428D-94D2-3205D5EAF1D5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Flowchart: Display 133">
              <a:extLst>
                <a:ext uri="{FF2B5EF4-FFF2-40B4-BE49-F238E27FC236}">
                  <a16:creationId xmlns:a16="http://schemas.microsoft.com/office/drawing/2014/main" id="{B76E0E44-4E29-413C-A122-413C3DFF446F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F9D113E-99FF-4CF6-A49D-C6DD3577016A}"/>
              </a:ext>
            </a:extLst>
          </p:cNvPr>
          <p:cNvGrpSpPr/>
          <p:nvPr/>
        </p:nvGrpSpPr>
        <p:grpSpPr>
          <a:xfrm>
            <a:off x="4712813" y="3325626"/>
            <a:ext cx="673522" cy="691053"/>
            <a:chOff x="5679550" y="3756554"/>
            <a:chExt cx="1025561" cy="1052253"/>
          </a:xfrm>
        </p:grpSpPr>
        <p:sp>
          <p:nvSpPr>
            <p:cNvPr id="136" name="Cross 135">
              <a:extLst>
                <a:ext uri="{FF2B5EF4-FFF2-40B4-BE49-F238E27FC236}">
                  <a16:creationId xmlns:a16="http://schemas.microsoft.com/office/drawing/2014/main" id="{B3664B08-10F4-49EB-A5A8-7705D0FF560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Cross 136">
              <a:extLst>
                <a:ext uri="{FF2B5EF4-FFF2-40B4-BE49-F238E27FC236}">
                  <a16:creationId xmlns:a16="http://schemas.microsoft.com/office/drawing/2014/main" id="{3701F42C-231F-41D9-9F98-4889F0EE6594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4" descr="Injector Icon #428145 - Free Icons Library">
            <a:extLst>
              <a:ext uri="{FF2B5EF4-FFF2-40B4-BE49-F238E27FC236}">
                <a16:creationId xmlns:a16="http://schemas.microsoft.com/office/drawing/2014/main" id="{A1A4336E-3DCF-4968-A364-4E42951B26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315" y="3246853"/>
            <a:ext cx="983365" cy="983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784050" y="4843720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6798085" y="4819749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7173784" y="5417888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2450766" y="2851147"/>
            <a:ext cx="1530220" cy="1504560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6461358" y="5176855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37BB9C2-FD5E-4F59-A139-B9C37BB18AB6}"/>
              </a:ext>
            </a:extLst>
          </p:cNvPr>
          <p:cNvGrpSpPr/>
          <p:nvPr/>
        </p:nvGrpSpPr>
        <p:grpSpPr>
          <a:xfrm>
            <a:off x="781933" y="3250400"/>
            <a:ext cx="730501" cy="772306"/>
            <a:chOff x="781933" y="3250400"/>
            <a:chExt cx="730501" cy="772306"/>
          </a:xfrm>
        </p:grpSpPr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015F1320-F7B1-4665-BDA0-E0040CDD2F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9689919">
              <a:off x="781933" y="3335830"/>
              <a:ext cx="198963" cy="369503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848A236-7FC1-435C-A496-412F209F19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63239" y="3250400"/>
              <a:ext cx="549195" cy="772306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6080575" y="4836630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2737068" y="5414321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2360348" y="4817472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4191070" y="4836630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538" y="5415688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CA02C0A3-9116-4286-9F17-EE14CB8793E8}"/>
              </a:ext>
            </a:extLst>
          </p:cNvPr>
          <p:cNvGrpSpPr/>
          <p:nvPr/>
        </p:nvGrpSpPr>
        <p:grpSpPr>
          <a:xfrm>
            <a:off x="4297586" y="2832151"/>
            <a:ext cx="1530220" cy="1504560"/>
            <a:chOff x="423110" y="905612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C1E63172-60E9-4D07-BE27-FFFB45BA31C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Plaque 115">
              <a:extLst>
                <a:ext uri="{FF2B5EF4-FFF2-40B4-BE49-F238E27FC236}">
                  <a16:creationId xmlns:a16="http://schemas.microsoft.com/office/drawing/2014/main" id="{FDE7A714-5044-4BDD-B215-A1E259FECFF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2A7778-2660-43FD-953C-D119E5B2B02F}"/>
              </a:ext>
            </a:extLst>
          </p:cNvPr>
          <p:cNvGrpSpPr/>
          <p:nvPr/>
        </p:nvGrpSpPr>
        <p:grpSpPr>
          <a:xfrm>
            <a:off x="4564390" y="3326685"/>
            <a:ext cx="972452" cy="688004"/>
            <a:chOff x="4520430" y="3326685"/>
            <a:chExt cx="972452" cy="688004"/>
          </a:xfrm>
        </p:grpSpPr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D5CBE0EA-DE92-4CCB-8F95-0770ED5F6E28}"/>
                </a:ext>
              </a:extLst>
            </p:cNvPr>
            <p:cNvGrpSpPr/>
            <p:nvPr/>
          </p:nvGrpSpPr>
          <p:grpSpPr>
            <a:xfrm>
              <a:off x="4700095" y="3326685"/>
              <a:ext cx="627265" cy="688004"/>
              <a:chOff x="808309" y="3250400"/>
              <a:chExt cx="704125" cy="772306"/>
            </a:xfrm>
          </p:grpSpPr>
          <p:pic>
            <p:nvPicPr>
              <p:cNvPr id="118" name="Picture 117">
                <a:extLst>
                  <a:ext uri="{FF2B5EF4-FFF2-40B4-BE49-F238E27FC236}">
                    <a16:creationId xmlns:a16="http://schemas.microsoft.com/office/drawing/2014/main" id="{081C82B8-7DAE-427F-9FA6-E099CA9FFE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9689919">
                <a:off x="808309" y="3344622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19" name="Picture 118">
                <a:extLst>
                  <a:ext uri="{FF2B5EF4-FFF2-40B4-BE49-F238E27FC236}">
                    <a16:creationId xmlns:a16="http://schemas.microsoft.com/office/drawing/2014/main" id="{89FA610E-DCA3-4D68-95C5-A21191620D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sp>
          <p:nvSpPr>
            <p:cNvPr id="7" name="Moon 6">
              <a:extLst>
                <a:ext uri="{FF2B5EF4-FFF2-40B4-BE49-F238E27FC236}">
                  <a16:creationId xmlns:a16="http://schemas.microsoft.com/office/drawing/2014/main" id="{03ADCD43-7DA3-4341-B579-7556AEB34C82}"/>
                </a:ext>
              </a:extLst>
            </p:cNvPr>
            <p:cNvSpPr/>
            <p:nvPr/>
          </p:nvSpPr>
          <p:spPr>
            <a:xfrm>
              <a:off x="4520430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Moon 119">
              <a:extLst>
                <a:ext uri="{FF2B5EF4-FFF2-40B4-BE49-F238E27FC236}">
                  <a16:creationId xmlns:a16="http://schemas.microsoft.com/office/drawing/2014/main" id="{F9958FE2-7D55-4230-BB1C-15CB03966843}"/>
                </a:ext>
              </a:extLst>
            </p:cNvPr>
            <p:cNvSpPr/>
            <p:nvPr/>
          </p:nvSpPr>
          <p:spPr>
            <a:xfrm rot="10800000">
              <a:off x="5358958" y="3400469"/>
              <a:ext cx="133924" cy="534492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D755EBB-1A7C-4654-9026-1B908325A443}"/>
              </a:ext>
            </a:extLst>
          </p:cNvPr>
          <p:cNvGrpSpPr/>
          <p:nvPr/>
        </p:nvGrpSpPr>
        <p:grpSpPr>
          <a:xfrm>
            <a:off x="2266682" y="4754087"/>
            <a:ext cx="1530220" cy="1504560"/>
            <a:chOff x="8347910" y="2832646"/>
            <a:chExt cx="1530220" cy="150456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DC979E96-18A7-4B6F-8D3E-3095D66BF81E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Hexagon 92">
              <a:extLst>
                <a:ext uri="{FF2B5EF4-FFF2-40B4-BE49-F238E27FC236}">
                  <a16:creationId xmlns:a16="http://schemas.microsoft.com/office/drawing/2014/main" id="{B4AA2BA3-1F47-49EC-A8D2-16ECF4F4CAB4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78DBD9CA-F49B-442D-80D0-26762F879A86}"/>
              </a:ext>
            </a:extLst>
          </p:cNvPr>
          <p:cNvGrpSpPr/>
          <p:nvPr/>
        </p:nvGrpSpPr>
        <p:grpSpPr>
          <a:xfrm>
            <a:off x="4247882" y="4754087"/>
            <a:ext cx="1530220" cy="1504560"/>
            <a:chOff x="10329110" y="2832646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D3A86894-D7BE-4082-B6D0-AD2CBA3E5DFF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Hexagon 95">
              <a:extLst>
                <a:ext uri="{FF2B5EF4-FFF2-40B4-BE49-F238E27FC236}">
                  <a16:creationId xmlns:a16="http://schemas.microsoft.com/office/drawing/2014/main" id="{695AA67E-A43D-43B6-B8DD-E14F6FE99E89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7" name="Picture 96">
            <a:extLst>
              <a:ext uri="{FF2B5EF4-FFF2-40B4-BE49-F238E27FC236}">
                <a16:creationId xmlns:a16="http://schemas.microsoft.com/office/drawing/2014/main" id="{C7C083E6-9B66-4500-A760-18B7C0AC105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116" y="5407143"/>
            <a:ext cx="484951" cy="770217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AC90511-F3A1-4F79-87BD-63039FAE970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0515" y="5405639"/>
            <a:ext cx="484951" cy="770217"/>
          </a:xfrm>
          <a:prstGeom prst="rect">
            <a:avLst/>
          </a:prstGeom>
        </p:spPr>
      </p:pic>
      <p:pic>
        <p:nvPicPr>
          <p:cNvPr id="99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599F18AB-4251-40DA-AC02-3D47E4A207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4786857" y="5168877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99" descr="Shape&#10;&#10;Description automatically generated">
            <a:extLst>
              <a:ext uri="{FF2B5EF4-FFF2-40B4-BE49-F238E27FC236}">
                <a16:creationId xmlns:a16="http://schemas.microsoft.com/office/drawing/2014/main" id="{C8B610A7-6C05-4E83-B701-E1157EB6E6E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2922792" y="5050091"/>
            <a:ext cx="257669" cy="319725"/>
          </a:xfrm>
          <a:prstGeom prst="rect">
            <a:avLst/>
          </a:prstGeom>
        </p:spPr>
      </p:pic>
      <p:pic>
        <p:nvPicPr>
          <p:cNvPr id="114" name="Picture 6" descr="Coffin Clipart - 330x596 PNG Download - PNGkit">
            <a:extLst>
              <a:ext uri="{FF2B5EF4-FFF2-40B4-BE49-F238E27FC236}">
                <a16:creationId xmlns:a16="http://schemas.microsoft.com/office/drawing/2014/main" id="{C3D7D028-C255-4EFE-8759-9978643E2D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 rot="19958873">
            <a:off x="8757446" y="3292514"/>
            <a:ext cx="484323" cy="959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CFB94EE-A7A5-4C63-B3D0-9E8147F28594}"/>
              </a:ext>
            </a:extLst>
          </p:cNvPr>
          <p:cNvSpPr/>
          <p:nvPr/>
        </p:nvSpPr>
        <p:spPr>
          <a:xfrm>
            <a:off x="8333265" y="2827036"/>
            <a:ext cx="1530220" cy="150456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Hexagon 110">
            <a:extLst>
              <a:ext uri="{FF2B5EF4-FFF2-40B4-BE49-F238E27FC236}">
                <a16:creationId xmlns:a16="http://schemas.microsoft.com/office/drawing/2014/main" id="{39E9B5D6-F14E-4437-9A4B-4FE2915A8C49}"/>
              </a:ext>
            </a:extLst>
          </p:cNvPr>
          <p:cNvSpPr/>
          <p:nvPr/>
        </p:nvSpPr>
        <p:spPr>
          <a:xfrm>
            <a:off x="8470892" y="3073495"/>
            <a:ext cx="1254965" cy="1214141"/>
          </a:xfrm>
          <a:prstGeom prst="hexagon">
            <a:avLst>
              <a:gd name="adj" fmla="val 26761"/>
              <a:gd name="vf" fmla="val 115470"/>
            </a:avLst>
          </a:prstGeom>
          <a:noFill/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EA920BA-8A61-4E33-89EE-C08FBB6B088E}"/>
              </a:ext>
            </a:extLst>
          </p:cNvPr>
          <p:cNvGrpSpPr/>
          <p:nvPr/>
        </p:nvGrpSpPr>
        <p:grpSpPr>
          <a:xfrm>
            <a:off x="9034558" y="3255517"/>
            <a:ext cx="471940" cy="529861"/>
            <a:chOff x="6769985" y="4937487"/>
            <a:chExt cx="1288965" cy="1447161"/>
          </a:xfrm>
        </p:grpSpPr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50097F1-0E90-41EA-BFE1-562C79ED3FA0}"/>
                </a:ext>
              </a:extLst>
            </p:cNvPr>
            <p:cNvSpPr/>
            <p:nvPr/>
          </p:nvSpPr>
          <p:spPr>
            <a:xfrm>
              <a:off x="6844190" y="525081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B99E504C-CD7C-4B28-8777-D61821999C1A}"/>
                </a:ext>
              </a:extLst>
            </p:cNvPr>
            <p:cNvSpPr/>
            <p:nvPr/>
          </p:nvSpPr>
          <p:spPr>
            <a:xfrm>
              <a:off x="6952244" y="4975773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Oval 144">
              <a:extLst>
                <a:ext uri="{FF2B5EF4-FFF2-40B4-BE49-F238E27FC236}">
                  <a16:creationId xmlns:a16="http://schemas.microsoft.com/office/drawing/2014/main" id="{FCD392BF-B0EC-4DF4-907C-0B1528A6B1CC}"/>
                </a:ext>
              </a:extLst>
            </p:cNvPr>
            <p:cNvSpPr/>
            <p:nvPr/>
          </p:nvSpPr>
          <p:spPr>
            <a:xfrm>
              <a:off x="7604077" y="510347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Oval 154">
              <a:extLst>
                <a:ext uri="{FF2B5EF4-FFF2-40B4-BE49-F238E27FC236}">
                  <a16:creationId xmlns:a16="http://schemas.microsoft.com/office/drawing/2014/main" id="{3E7B3FA2-0D85-4D87-A43F-43C899D2865E}"/>
                </a:ext>
              </a:extLst>
            </p:cNvPr>
            <p:cNvSpPr/>
            <p:nvPr/>
          </p:nvSpPr>
          <p:spPr>
            <a:xfrm>
              <a:off x="7967268" y="528539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3F66915-4D1F-49A0-ADCC-49DECAF43E7A}"/>
                </a:ext>
              </a:extLst>
            </p:cNvPr>
            <p:cNvSpPr/>
            <p:nvPr/>
          </p:nvSpPr>
          <p:spPr>
            <a:xfrm>
              <a:off x="7910046" y="556043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574638C9-479A-439A-809A-9CE98E4153C6}"/>
                </a:ext>
              </a:extLst>
            </p:cNvPr>
            <p:cNvSpPr/>
            <p:nvPr/>
          </p:nvSpPr>
          <p:spPr>
            <a:xfrm>
              <a:off x="6789618" y="552586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Oval 164">
              <a:extLst>
                <a:ext uri="{FF2B5EF4-FFF2-40B4-BE49-F238E27FC236}">
                  <a16:creationId xmlns:a16="http://schemas.microsoft.com/office/drawing/2014/main" id="{42E56137-A3DC-4F11-87A9-62FF0289628E}"/>
                </a:ext>
              </a:extLst>
            </p:cNvPr>
            <p:cNvSpPr/>
            <p:nvPr/>
          </p:nvSpPr>
          <p:spPr>
            <a:xfrm>
              <a:off x="6769985" y="57574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1D80907F-D687-4FD2-926F-2B9E46D4C106}"/>
                </a:ext>
              </a:extLst>
            </p:cNvPr>
            <p:cNvSpPr/>
            <p:nvPr/>
          </p:nvSpPr>
          <p:spPr>
            <a:xfrm>
              <a:off x="7064467" y="585572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E2E1AF44-A748-492E-9462-C05E6B90E62D}"/>
                </a:ext>
              </a:extLst>
            </p:cNvPr>
            <p:cNvSpPr/>
            <p:nvPr/>
          </p:nvSpPr>
          <p:spPr>
            <a:xfrm>
              <a:off x="7716300" y="605873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33FD94E7-743C-466E-A382-DB3F0B4BA967}"/>
                </a:ext>
              </a:extLst>
            </p:cNvPr>
            <p:cNvSpPr/>
            <p:nvPr/>
          </p:nvSpPr>
          <p:spPr>
            <a:xfrm>
              <a:off x="7913357" y="574295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2BF55299-E09C-49D5-8345-28249F9D7B91}"/>
                </a:ext>
              </a:extLst>
            </p:cNvPr>
            <p:cNvSpPr/>
            <p:nvPr/>
          </p:nvSpPr>
          <p:spPr>
            <a:xfrm>
              <a:off x="7292569" y="493748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Oval 169">
              <a:extLst>
                <a:ext uri="{FF2B5EF4-FFF2-40B4-BE49-F238E27FC236}">
                  <a16:creationId xmlns:a16="http://schemas.microsoft.com/office/drawing/2014/main" id="{00B0B233-0018-4A73-A9EA-DF0C0167B272}"/>
                </a:ext>
              </a:extLst>
            </p:cNvPr>
            <p:cNvSpPr/>
            <p:nvPr/>
          </p:nvSpPr>
          <p:spPr>
            <a:xfrm>
              <a:off x="7826446" y="507029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Oval 170">
              <a:extLst>
                <a:ext uri="{FF2B5EF4-FFF2-40B4-BE49-F238E27FC236}">
                  <a16:creationId xmlns:a16="http://schemas.microsoft.com/office/drawing/2014/main" id="{51F6C144-99EA-428C-810E-3DD08A6811DB}"/>
                </a:ext>
              </a:extLst>
            </p:cNvPr>
            <p:cNvSpPr/>
            <p:nvPr/>
          </p:nvSpPr>
          <p:spPr>
            <a:xfrm>
              <a:off x="7068019" y="533115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Oval 171">
              <a:extLst>
                <a:ext uri="{FF2B5EF4-FFF2-40B4-BE49-F238E27FC236}">
                  <a16:creationId xmlns:a16="http://schemas.microsoft.com/office/drawing/2014/main" id="{79D74D58-A8DC-4CAF-9C96-0DB561A6444D}"/>
                </a:ext>
              </a:extLst>
            </p:cNvPr>
            <p:cNvSpPr/>
            <p:nvPr/>
          </p:nvSpPr>
          <p:spPr>
            <a:xfrm>
              <a:off x="7651923" y="5478502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Oval 172">
              <a:extLst>
                <a:ext uri="{FF2B5EF4-FFF2-40B4-BE49-F238E27FC236}">
                  <a16:creationId xmlns:a16="http://schemas.microsoft.com/office/drawing/2014/main" id="{45D16E55-1546-4975-B7B8-B9FF89217B5C}"/>
                </a:ext>
              </a:extLst>
            </p:cNvPr>
            <p:cNvSpPr/>
            <p:nvPr/>
          </p:nvSpPr>
          <p:spPr>
            <a:xfrm>
              <a:off x="7594701" y="5753549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Oval 173">
              <a:extLst>
                <a:ext uri="{FF2B5EF4-FFF2-40B4-BE49-F238E27FC236}">
                  <a16:creationId xmlns:a16="http://schemas.microsoft.com/office/drawing/2014/main" id="{D5CC9EEC-0904-467F-BA05-357D294B62E2}"/>
                </a:ext>
              </a:extLst>
            </p:cNvPr>
            <p:cNvSpPr/>
            <p:nvPr/>
          </p:nvSpPr>
          <p:spPr>
            <a:xfrm>
              <a:off x="7180242" y="628641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C3CA105E-938D-48DE-8F50-98F1C21D74E2}"/>
                </a:ext>
              </a:extLst>
            </p:cNvPr>
            <p:cNvSpPr/>
            <p:nvPr/>
          </p:nvSpPr>
          <p:spPr>
            <a:xfrm>
              <a:off x="7598012" y="593606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Oval 175">
              <a:extLst>
                <a:ext uri="{FF2B5EF4-FFF2-40B4-BE49-F238E27FC236}">
                  <a16:creationId xmlns:a16="http://schemas.microsoft.com/office/drawing/2014/main" id="{1706AF6B-EAF8-4F98-BFD5-02D1AF442237}"/>
                </a:ext>
              </a:extLst>
            </p:cNvPr>
            <p:cNvSpPr/>
            <p:nvPr/>
          </p:nvSpPr>
          <p:spPr>
            <a:xfrm>
              <a:off x="7511101" y="5263401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410CE187-4474-45B0-96BA-6B24EB939493}"/>
                </a:ext>
              </a:extLst>
            </p:cNvPr>
            <p:cNvSpPr/>
            <p:nvPr/>
          </p:nvSpPr>
          <p:spPr>
            <a:xfrm>
              <a:off x="7410201" y="5720506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Oval 177">
              <a:extLst>
                <a:ext uri="{FF2B5EF4-FFF2-40B4-BE49-F238E27FC236}">
                  <a16:creationId xmlns:a16="http://schemas.microsoft.com/office/drawing/2014/main" id="{0B501D21-E352-4EA0-A969-674742B0035B}"/>
                </a:ext>
              </a:extLst>
            </p:cNvPr>
            <p:cNvSpPr/>
            <p:nvPr/>
          </p:nvSpPr>
          <p:spPr>
            <a:xfrm>
              <a:off x="7373520" y="5834257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Oval 178">
              <a:extLst>
                <a:ext uri="{FF2B5EF4-FFF2-40B4-BE49-F238E27FC236}">
                  <a16:creationId xmlns:a16="http://schemas.microsoft.com/office/drawing/2014/main" id="{CDDAD5A6-A62B-4016-B831-600563968B50}"/>
                </a:ext>
              </a:extLst>
            </p:cNvPr>
            <p:cNvSpPr/>
            <p:nvPr/>
          </p:nvSpPr>
          <p:spPr>
            <a:xfrm>
              <a:off x="7356290" y="617806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5D2443AB-DE1D-4F36-8F61-F6C2ECF476F1}"/>
                </a:ext>
              </a:extLst>
            </p:cNvPr>
            <p:cNvSpPr/>
            <p:nvPr/>
          </p:nvSpPr>
          <p:spPr>
            <a:xfrm>
              <a:off x="7269379" y="5505405"/>
              <a:ext cx="91682" cy="9823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4392672" y="4974910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2222070" y="4572232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4097762" y="4572232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637944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270" y="5092666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7972096" y="3289583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88">
            <a:extLst>
              <a:ext uri="{FF2B5EF4-FFF2-40B4-BE49-F238E27FC236}">
                <a16:creationId xmlns:a16="http://schemas.microsoft.com/office/drawing/2014/main" id="{FA2C1872-4D5B-4ED1-9410-6D70FAA115FC}"/>
              </a:ext>
            </a:extLst>
          </p:cNvPr>
          <p:cNvGrpSpPr/>
          <p:nvPr/>
        </p:nvGrpSpPr>
        <p:grpSpPr>
          <a:xfrm>
            <a:off x="5544656" y="2694908"/>
            <a:ext cx="1530220" cy="1504560"/>
            <a:chOff x="352772" y="769658"/>
            <a:chExt cx="1530220" cy="1504560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AD017239-42A7-4AB2-B856-5E513DBE9043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ardrop 96">
              <a:extLst>
                <a:ext uri="{FF2B5EF4-FFF2-40B4-BE49-F238E27FC236}">
                  <a16:creationId xmlns:a16="http://schemas.microsoft.com/office/drawing/2014/main" id="{5C0D4A88-0239-40BD-9B0C-CBA7BDD41D7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8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310AFD29-02F3-454D-8BB6-CD109FF333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5878807" y="3196702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9C3B3DA8-C68F-419E-B57D-AEA41DA598D6}"/>
              </a:ext>
            </a:extLst>
          </p:cNvPr>
          <p:cNvGrpSpPr/>
          <p:nvPr/>
        </p:nvGrpSpPr>
        <p:grpSpPr>
          <a:xfrm>
            <a:off x="8153264" y="3019446"/>
            <a:ext cx="356803" cy="366090"/>
            <a:chOff x="5679550" y="3756554"/>
            <a:chExt cx="1025561" cy="1052253"/>
          </a:xfrm>
        </p:grpSpPr>
        <p:sp>
          <p:nvSpPr>
            <p:cNvPr id="100" name="Cross 99">
              <a:extLst>
                <a:ext uri="{FF2B5EF4-FFF2-40B4-BE49-F238E27FC236}">
                  <a16:creationId xmlns:a16="http://schemas.microsoft.com/office/drawing/2014/main" id="{B88D9770-7D38-49BC-8EA6-5A23CA2044CB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Cross 105">
              <a:extLst>
                <a:ext uri="{FF2B5EF4-FFF2-40B4-BE49-F238E27FC236}">
                  <a16:creationId xmlns:a16="http://schemas.microsoft.com/office/drawing/2014/main" id="{278EDF28-2D31-4678-A971-D3DD001DEEAB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605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70</cp:revision>
  <dcterms:created xsi:type="dcterms:W3CDTF">2022-01-10T19:03:27Z</dcterms:created>
  <dcterms:modified xsi:type="dcterms:W3CDTF">2022-05-02T21:34:45Z</dcterms:modified>
</cp:coreProperties>
</file>