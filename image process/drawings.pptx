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1" r:id="rId5"/>
    <p:sldId id="262" r:id="rId6"/>
    <p:sldId id="267" r:id="rId7"/>
    <p:sldId id="263" r:id="rId8"/>
    <p:sldId id="266" r:id="rId9"/>
    <p:sldId id="265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4.png"/><Relationship Id="rId3" Type="http://schemas.openxmlformats.org/officeDocument/2006/relationships/image" Target="../media/image7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0.png"/><Relationship Id="rId7" Type="http://schemas.openxmlformats.org/officeDocument/2006/relationships/image" Target="../media/image24.jpeg"/><Relationship Id="rId12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34.jpeg"/><Relationship Id="rId5" Type="http://schemas.openxmlformats.org/officeDocument/2006/relationships/image" Target="../media/image7.png"/><Relationship Id="rId10" Type="http://schemas.openxmlformats.org/officeDocument/2006/relationships/image" Target="../media/image25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6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28.jpeg"/><Relationship Id="rId7" Type="http://schemas.openxmlformats.org/officeDocument/2006/relationships/image" Target="../media/image57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49.png"/><Relationship Id="rId5" Type="http://schemas.openxmlformats.org/officeDocument/2006/relationships/image" Target="../media/image55.png"/><Relationship Id="rId10" Type="http://schemas.openxmlformats.org/officeDocument/2006/relationships/image" Target="../media/image3.jpeg"/><Relationship Id="rId4" Type="http://schemas.openxmlformats.org/officeDocument/2006/relationships/image" Target="../media/image19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47.png"/><Relationship Id="rId7" Type="http://schemas.openxmlformats.org/officeDocument/2006/relationships/image" Target="../media/image8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jpeg"/><Relationship Id="rId11" Type="http://schemas.openxmlformats.org/officeDocument/2006/relationships/image" Target="../media/image66.png"/><Relationship Id="rId5" Type="http://schemas.openxmlformats.org/officeDocument/2006/relationships/image" Target="../media/image61.png"/><Relationship Id="rId10" Type="http://schemas.openxmlformats.org/officeDocument/2006/relationships/image" Target="../media/image65.png"/><Relationship Id="rId4" Type="http://schemas.openxmlformats.org/officeDocument/2006/relationships/image" Target="../media/image60.jpeg"/><Relationship Id="rId9" Type="http://schemas.openxmlformats.org/officeDocument/2006/relationships/image" Target="../media/image6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55.png"/><Relationship Id="rId18" Type="http://schemas.openxmlformats.org/officeDocument/2006/relationships/image" Target="../media/image63.png"/><Relationship Id="rId3" Type="http://schemas.openxmlformats.org/officeDocument/2006/relationships/image" Target="../media/image53.png"/><Relationship Id="rId21" Type="http://schemas.openxmlformats.org/officeDocument/2006/relationships/image" Target="../media/image61.png"/><Relationship Id="rId7" Type="http://schemas.openxmlformats.org/officeDocument/2006/relationships/image" Target="../media/image68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66.png"/><Relationship Id="rId2" Type="http://schemas.openxmlformats.org/officeDocument/2006/relationships/image" Target="../media/image67.jpeg"/><Relationship Id="rId16" Type="http://schemas.openxmlformats.org/officeDocument/2006/relationships/image" Target="../media/image49.png"/><Relationship Id="rId20" Type="http://schemas.openxmlformats.org/officeDocument/2006/relationships/image" Target="../media/image6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8.jpeg"/><Relationship Id="rId24" Type="http://schemas.openxmlformats.org/officeDocument/2006/relationships/image" Target="../media/image65.png"/><Relationship Id="rId5" Type="http://schemas.openxmlformats.org/officeDocument/2006/relationships/image" Target="../media/image47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10" Type="http://schemas.openxmlformats.org/officeDocument/2006/relationships/image" Target="../media/image27.jpeg"/><Relationship Id="rId19" Type="http://schemas.openxmlformats.org/officeDocument/2006/relationships/image" Target="../media/image59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7.png"/><Relationship Id="rId22" Type="http://schemas.openxmlformats.org/officeDocument/2006/relationships/image" Target="../media/image62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40.png"/><Relationship Id="rId18" Type="http://schemas.openxmlformats.org/officeDocument/2006/relationships/image" Target="../media/image15.jpeg"/><Relationship Id="rId26" Type="http://schemas.openxmlformats.org/officeDocument/2006/relationships/image" Target="../media/image52.jpeg"/><Relationship Id="rId3" Type="http://schemas.openxmlformats.org/officeDocument/2006/relationships/image" Target="../media/image27.jpeg"/><Relationship Id="rId21" Type="http://schemas.openxmlformats.org/officeDocument/2006/relationships/image" Target="../media/image38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1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50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3.png"/><Relationship Id="rId4" Type="http://schemas.openxmlformats.org/officeDocument/2006/relationships/image" Target="../media/image7.png"/><Relationship Id="rId9" Type="http://schemas.openxmlformats.org/officeDocument/2006/relationships/image" Target="../media/image34.jpeg"/><Relationship Id="rId14" Type="http://schemas.openxmlformats.org/officeDocument/2006/relationships/image" Target="../media/image39.png"/><Relationship Id="rId22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69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70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58675" y="2444264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4159039" y="1783037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308" y="1613014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4239" y="1289038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6194360" y="2439332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9047699" y="455410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7972517" y="338016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2458864" y="4982113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2386561" y="2485086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50</cp:revision>
  <dcterms:created xsi:type="dcterms:W3CDTF">2022-01-10T19:03:27Z</dcterms:created>
  <dcterms:modified xsi:type="dcterms:W3CDTF">2022-02-21T21:57:07Z</dcterms:modified>
</cp:coreProperties>
</file>