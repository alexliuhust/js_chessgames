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7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.png"/><Relationship Id="rId12" Type="http://schemas.openxmlformats.org/officeDocument/2006/relationships/image" Target="../media/image3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11" Type="http://schemas.openxmlformats.org/officeDocument/2006/relationships/image" Target="../media/image14.png"/><Relationship Id="rId5" Type="http://schemas.openxmlformats.org/officeDocument/2006/relationships/image" Target="../media/image29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1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eg"/><Relationship Id="rId11" Type="http://schemas.openxmlformats.org/officeDocument/2006/relationships/image" Target="../media/image40.jpeg"/><Relationship Id="rId5" Type="http://schemas.openxmlformats.org/officeDocument/2006/relationships/image" Target="../media/image36.png"/><Relationship Id="rId10" Type="http://schemas.openxmlformats.org/officeDocument/2006/relationships/image" Target="../media/image39.png"/><Relationship Id="rId4" Type="http://schemas.openxmlformats.org/officeDocument/2006/relationships/image" Target="../media/image35.jpe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40.jpeg"/><Relationship Id="rId3" Type="http://schemas.openxmlformats.org/officeDocument/2006/relationships/image" Target="../media/image17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jpeg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jpeg"/><Relationship Id="rId11" Type="http://schemas.openxmlformats.org/officeDocument/2006/relationships/image" Target="../media/image49.png"/><Relationship Id="rId5" Type="http://schemas.openxmlformats.org/officeDocument/2006/relationships/image" Target="../media/image43.jpeg"/><Relationship Id="rId15" Type="http://schemas.openxmlformats.org/officeDocument/2006/relationships/image" Target="../media/image52.png"/><Relationship Id="rId10" Type="http://schemas.openxmlformats.org/officeDocument/2006/relationships/image" Target="../media/image48.png"/><Relationship Id="rId4" Type="http://schemas.openxmlformats.org/officeDocument/2006/relationships/image" Target="../media/image42.jpeg"/><Relationship Id="rId9" Type="http://schemas.openxmlformats.org/officeDocument/2006/relationships/image" Target="../media/image47.png"/><Relationship Id="rId14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1.png"/><Relationship Id="rId3" Type="http://schemas.openxmlformats.org/officeDocument/2006/relationships/image" Target="../media/image17.png"/><Relationship Id="rId7" Type="http://schemas.openxmlformats.org/officeDocument/2006/relationships/image" Target="../media/image56.png"/><Relationship Id="rId12" Type="http://schemas.openxmlformats.org/officeDocument/2006/relationships/image" Target="../media/image6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30.jpeg"/><Relationship Id="rId15" Type="http://schemas.openxmlformats.org/officeDocument/2006/relationships/image" Target="../media/image62.png"/><Relationship Id="rId10" Type="http://schemas.openxmlformats.org/officeDocument/2006/relationships/image" Target="../media/image24.jpeg"/><Relationship Id="rId4" Type="http://schemas.openxmlformats.org/officeDocument/2006/relationships/image" Target="../media/image54.png"/><Relationship Id="rId9" Type="http://schemas.openxmlformats.org/officeDocument/2006/relationships/image" Target="../media/image58.png"/><Relationship Id="rId14" Type="http://schemas.openxmlformats.org/officeDocument/2006/relationships/image" Target="../media/image40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12.png"/><Relationship Id="rId3" Type="http://schemas.openxmlformats.org/officeDocument/2006/relationships/image" Target="../media/image42.jpeg"/><Relationship Id="rId7" Type="http://schemas.openxmlformats.org/officeDocument/2006/relationships/image" Target="../media/image65.png"/><Relationship Id="rId12" Type="http://schemas.openxmlformats.org/officeDocument/2006/relationships/image" Target="../media/image68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2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2.png"/><Relationship Id="rId7" Type="http://schemas.openxmlformats.org/officeDocument/2006/relationships/image" Target="../media/image71.png"/><Relationship Id="rId12" Type="http://schemas.openxmlformats.org/officeDocument/2006/relationships/image" Target="../media/image7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2.jpeg"/><Relationship Id="rId5" Type="http://schemas.openxmlformats.org/officeDocument/2006/relationships/image" Target="../media/image70.png"/><Relationship Id="rId10" Type="http://schemas.openxmlformats.org/officeDocument/2006/relationships/image" Target="../media/image74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4.png"/><Relationship Id="rId18" Type="http://schemas.openxmlformats.org/officeDocument/2006/relationships/image" Target="../media/image73.png"/><Relationship Id="rId26" Type="http://schemas.openxmlformats.org/officeDocument/2006/relationships/image" Target="../media/image33.png"/><Relationship Id="rId3" Type="http://schemas.openxmlformats.org/officeDocument/2006/relationships/image" Target="../media/image23.png"/><Relationship Id="rId21" Type="http://schemas.openxmlformats.org/officeDocument/2006/relationships/image" Target="../media/image70.png"/><Relationship Id="rId7" Type="http://schemas.openxmlformats.org/officeDocument/2006/relationships/image" Target="../media/image46.jpeg"/><Relationship Id="rId12" Type="http://schemas.openxmlformats.org/officeDocument/2006/relationships/image" Target="../media/image62.png"/><Relationship Id="rId17" Type="http://schemas.openxmlformats.org/officeDocument/2006/relationships/image" Target="../media/image19.png"/><Relationship Id="rId25" Type="http://schemas.openxmlformats.org/officeDocument/2006/relationships/image" Target="../media/image32.jpeg"/><Relationship Id="rId2" Type="http://schemas.openxmlformats.org/officeDocument/2006/relationships/image" Target="../media/image27.png"/><Relationship Id="rId16" Type="http://schemas.openxmlformats.org/officeDocument/2006/relationships/image" Target="../media/image39.png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40.jpeg"/><Relationship Id="rId24" Type="http://schemas.openxmlformats.org/officeDocument/2006/relationships/image" Target="../media/image72.png"/><Relationship Id="rId5" Type="http://schemas.openxmlformats.org/officeDocument/2006/relationships/image" Target="../media/image17.png"/><Relationship Id="rId15" Type="http://schemas.openxmlformats.org/officeDocument/2006/relationships/image" Target="../media/image12.png"/><Relationship Id="rId23" Type="http://schemas.openxmlformats.org/officeDocument/2006/relationships/image" Target="../media/image76.jpeg"/><Relationship Id="rId10" Type="http://schemas.openxmlformats.org/officeDocument/2006/relationships/image" Target="../media/image48.png"/><Relationship Id="rId19" Type="http://schemas.openxmlformats.org/officeDocument/2006/relationships/image" Target="../media/image74.png"/><Relationship Id="rId4" Type="http://schemas.openxmlformats.org/officeDocument/2006/relationships/image" Target="../media/image8.png"/><Relationship Id="rId9" Type="http://schemas.openxmlformats.org/officeDocument/2006/relationships/image" Target="../media/image52.png"/><Relationship Id="rId14" Type="http://schemas.openxmlformats.org/officeDocument/2006/relationships/image" Target="../media/image68.png"/><Relationship Id="rId22" Type="http://schemas.openxmlformats.org/officeDocument/2006/relationships/image" Target="../media/image75.png"/><Relationship Id="rId27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63.png"/><Relationship Id="rId18" Type="http://schemas.openxmlformats.org/officeDocument/2006/relationships/image" Target="../media/image38.png"/><Relationship Id="rId3" Type="http://schemas.openxmlformats.org/officeDocument/2006/relationships/image" Target="../media/image10.png"/><Relationship Id="rId21" Type="http://schemas.openxmlformats.org/officeDocument/2006/relationships/image" Target="../media/image36.png"/><Relationship Id="rId7" Type="http://schemas.openxmlformats.org/officeDocument/2006/relationships/image" Target="../media/image78.jpe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81.png"/><Relationship Id="rId2" Type="http://schemas.openxmlformats.org/officeDocument/2006/relationships/image" Target="../media/image77.jpeg"/><Relationship Id="rId16" Type="http://schemas.openxmlformats.org/officeDocument/2006/relationships/image" Target="../media/image4.png"/><Relationship Id="rId20" Type="http://schemas.openxmlformats.org/officeDocument/2006/relationships/image" Target="../media/image3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42.jpeg"/><Relationship Id="rId24" Type="http://schemas.openxmlformats.org/officeDocument/2006/relationships/image" Target="../media/image80.png"/><Relationship Id="rId5" Type="http://schemas.openxmlformats.org/officeDocument/2006/relationships/image" Target="../media/image6.png"/><Relationship Id="rId15" Type="http://schemas.openxmlformats.org/officeDocument/2006/relationships/image" Target="../media/image64.png"/><Relationship Id="rId23" Type="http://schemas.openxmlformats.org/officeDocument/2006/relationships/image" Target="../media/image79.png"/><Relationship Id="rId10" Type="http://schemas.openxmlformats.org/officeDocument/2006/relationships/image" Target="../media/image41.jpeg"/><Relationship Id="rId19" Type="http://schemas.openxmlformats.org/officeDocument/2006/relationships/image" Target="../media/image34.png"/><Relationship Id="rId4" Type="http://schemas.openxmlformats.org/officeDocument/2006/relationships/image" Target="../media/image3.jpeg"/><Relationship Id="rId9" Type="http://schemas.openxmlformats.org/officeDocument/2006/relationships/image" Target="../media/image24.jpeg"/><Relationship Id="rId14" Type="http://schemas.openxmlformats.org/officeDocument/2006/relationships/image" Target="../media/image65.png"/><Relationship Id="rId22" Type="http://schemas.openxmlformats.org/officeDocument/2006/relationships/image" Target="../media/image37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jpeg"/><Relationship Id="rId13" Type="http://schemas.openxmlformats.org/officeDocument/2006/relationships/image" Target="../media/image55.png"/><Relationship Id="rId18" Type="http://schemas.openxmlformats.org/officeDocument/2006/relationships/image" Target="../media/image30.jpeg"/><Relationship Id="rId26" Type="http://schemas.openxmlformats.org/officeDocument/2006/relationships/image" Target="../media/image9.jpeg"/><Relationship Id="rId3" Type="http://schemas.openxmlformats.org/officeDocument/2006/relationships/image" Target="../media/image41.jpeg"/><Relationship Id="rId21" Type="http://schemas.openxmlformats.org/officeDocument/2006/relationships/image" Target="../media/image60.jpeg"/><Relationship Id="rId7" Type="http://schemas.openxmlformats.org/officeDocument/2006/relationships/image" Target="../media/image42.jpeg"/><Relationship Id="rId12" Type="http://schemas.openxmlformats.org/officeDocument/2006/relationships/image" Target="../media/image44.jpeg"/><Relationship Id="rId17" Type="http://schemas.openxmlformats.org/officeDocument/2006/relationships/image" Target="../media/image58.png"/><Relationship Id="rId25" Type="http://schemas.openxmlformats.org/officeDocument/2006/relationships/image" Target="../media/image7.png"/><Relationship Id="rId2" Type="http://schemas.openxmlformats.org/officeDocument/2006/relationships/image" Target="../media/image16.jpeg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45.png"/><Relationship Id="rId24" Type="http://schemas.openxmlformats.org/officeDocument/2006/relationships/image" Target="../media/image1.png"/><Relationship Id="rId5" Type="http://schemas.openxmlformats.org/officeDocument/2006/relationships/image" Target="../media/image49.png"/><Relationship Id="rId15" Type="http://schemas.openxmlformats.org/officeDocument/2006/relationships/image" Target="../media/image26.png"/><Relationship Id="rId23" Type="http://schemas.openxmlformats.org/officeDocument/2006/relationships/image" Target="../media/image8.png"/><Relationship Id="rId10" Type="http://schemas.openxmlformats.org/officeDocument/2006/relationships/image" Target="../media/image51.png"/><Relationship Id="rId19" Type="http://schemas.openxmlformats.org/officeDocument/2006/relationships/image" Target="../media/image59.png"/><Relationship Id="rId4" Type="http://schemas.openxmlformats.org/officeDocument/2006/relationships/image" Target="../media/image17.png"/><Relationship Id="rId9" Type="http://schemas.openxmlformats.org/officeDocument/2006/relationships/image" Target="../media/image40.jpeg"/><Relationship Id="rId14" Type="http://schemas.openxmlformats.org/officeDocument/2006/relationships/image" Target="../media/image56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7.png"/><Relationship Id="rId18" Type="http://schemas.openxmlformats.org/officeDocument/2006/relationships/image" Target="../media/image32.jpeg"/><Relationship Id="rId3" Type="http://schemas.openxmlformats.org/officeDocument/2006/relationships/image" Target="../media/image25.png"/><Relationship Id="rId21" Type="http://schemas.openxmlformats.org/officeDocument/2006/relationships/image" Target="../media/image13.png"/><Relationship Id="rId7" Type="http://schemas.openxmlformats.org/officeDocument/2006/relationships/image" Target="../media/image82.jpeg"/><Relationship Id="rId12" Type="http://schemas.openxmlformats.org/officeDocument/2006/relationships/image" Target="../media/image28.png"/><Relationship Id="rId17" Type="http://schemas.openxmlformats.org/officeDocument/2006/relationships/image" Target="../media/image31.png"/><Relationship Id="rId2" Type="http://schemas.openxmlformats.org/officeDocument/2006/relationships/image" Target="../media/image26.png"/><Relationship Id="rId16" Type="http://schemas.openxmlformats.org/officeDocument/2006/relationships/image" Target="../media/image29.png"/><Relationship Id="rId20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image" Target="../media/image19.png"/><Relationship Id="rId5" Type="http://schemas.openxmlformats.org/officeDocument/2006/relationships/image" Target="../media/image30.jpeg"/><Relationship Id="rId15" Type="http://schemas.openxmlformats.org/officeDocument/2006/relationships/image" Target="../media/image12.png"/><Relationship Id="rId23" Type="http://schemas.openxmlformats.org/officeDocument/2006/relationships/image" Target="../media/image15.png"/><Relationship Id="rId10" Type="http://schemas.openxmlformats.org/officeDocument/2006/relationships/image" Target="../media/image84.png"/><Relationship Id="rId19" Type="http://schemas.openxmlformats.org/officeDocument/2006/relationships/image" Target="../media/image18.png"/><Relationship Id="rId4" Type="http://schemas.openxmlformats.org/officeDocument/2006/relationships/image" Target="../media/image24.jpeg"/><Relationship Id="rId9" Type="http://schemas.openxmlformats.org/officeDocument/2006/relationships/image" Target="../media/image83.png"/><Relationship Id="rId14" Type="http://schemas.openxmlformats.org/officeDocument/2006/relationships/image" Target="../media/image85.jpeg"/><Relationship Id="rId2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2465463" y="513951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77132" y="508031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1264435" y="502721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9748178" y="513951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10945817" y="510526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72" name="Picture 171">
            <a:extLst>
              <a:ext uri="{FF2B5EF4-FFF2-40B4-BE49-F238E27FC236}">
                <a16:creationId xmlns:a16="http://schemas.microsoft.com/office/drawing/2014/main" id="{C66B7F71-22A1-E840-6270-54A3FB77D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31382">
            <a:off x="10754865" y="4555450"/>
            <a:ext cx="478695" cy="759352"/>
          </a:xfrm>
          <a:prstGeom prst="rect">
            <a:avLst/>
          </a:prstGeom>
        </p:spPr>
      </p:pic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70826AD-BE13-AF66-27BA-7DFCC02469B2}"/>
              </a:ext>
            </a:extLst>
          </p:cNvPr>
          <p:cNvGrpSpPr/>
          <p:nvPr/>
        </p:nvGrpSpPr>
        <p:grpSpPr>
          <a:xfrm>
            <a:off x="10403953" y="4059286"/>
            <a:ext cx="1527048" cy="1508760"/>
            <a:chOff x="475862" y="905612"/>
            <a:chExt cx="1530220" cy="1504560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5CD45D72-474D-0F4A-7497-B885D0D2939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lowchart: Delay 163">
              <a:extLst>
                <a:ext uri="{FF2B5EF4-FFF2-40B4-BE49-F238E27FC236}">
                  <a16:creationId xmlns:a16="http://schemas.microsoft.com/office/drawing/2014/main" id="{630B8509-5B0C-EC3D-E3AC-33C5D26E7ECF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01EA14CD-2E87-4E62-9261-794D26E8B734}"/>
              </a:ext>
            </a:extLst>
          </p:cNvPr>
          <p:cNvGrpSpPr/>
          <p:nvPr/>
        </p:nvGrpSpPr>
        <p:grpSpPr>
          <a:xfrm>
            <a:off x="4203656" y="3104446"/>
            <a:ext cx="1527048" cy="1508760"/>
            <a:chOff x="475862" y="905612"/>
            <a:chExt cx="1530220" cy="1504560"/>
          </a:xfrm>
        </p:grpSpPr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E5C950D4-AABC-9742-26EC-0B663D609CD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Flowchart: Delay 183">
              <a:extLst>
                <a:ext uri="{FF2B5EF4-FFF2-40B4-BE49-F238E27FC236}">
                  <a16:creationId xmlns:a16="http://schemas.microsoft.com/office/drawing/2014/main" id="{A6688122-17B5-BFF2-09A1-7B856604462D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3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1" name="Picture 180">
            <a:extLst>
              <a:ext uri="{FF2B5EF4-FFF2-40B4-BE49-F238E27FC236}">
                <a16:creationId xmlns:a16="http://schemas.microsoft.com/office/drawing/2014/main" id="{6E997806-0BAB-C7F6-54C7-0DD90A8CE8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 flipH="1">
            <a:off x="4583530" y="3604705"/>
            <a:ext cx="212245" cy="789526"/>
          </a:xfrm>
          <a:prstGeom prst="rect">
            <a:avLst/>
          </a:prstGeom>
        </p:spPr>
      </p:pic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1EC21E5-0D41-56C4-1919-B2DCCA1CB561}"/>
              </a:ext>
            </a:extLst>
          </p:cNvPr>
          <p:cNvGrpSpPr/>
          <p:nvPr/>
        </p:nvGrpSpPr>
        <p:grpSpPr>
          <a:xfrm>
            <a:off x="7096667" y="3979652"/>
            <a:ext cx="1527048" cy="1508760"/>
            <a:chOff x="475862" y="905612"/>
            <a:chExt cx="1530220" cy="1504560"/>
          </a:xfrm>
        </p:grpSpPr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D66915FF-F1CD-244D-A93D-64AC4C46905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1" name="Flowchart: Delay 190">
              <a:extLst>
                <a:ext uri="{FF2B5EF4-FFF2-40B4-BE49-F238E27FC236}">
                  <a16:creationId xmlns:a16="http://schemas.microsoft.com/office/drawing/2014/main" id="{8204C701-119D-8841-B51A-018FBBC19C9F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8" name="Picture 2" descr="Halberd Icon - Download Halberd Icon 2008 | Noun Project">
            <a:extLst>
              <a:ext uri="{FF2B5EF4-FFF2-40B4-BE49-F238E27FC236}">
                <a16:creationId xmlns:a16="http://schemas.microsoft.com/office/drawing/2014/main" id="{917771A8-F68C-6226-3509-43B240649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506181">
            <a:off x="7285964" y="4530161"/>
            <a:ext cx="664698" cy="667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8590469" y="615312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1018763" y="615312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126245" y="615312"/>
            <a:ext cx="1042416" cy="1024128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1331317" y="615312"/>
            <a:ext cx="1042416" cy="1024128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9814733" y="623474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2540845" y="615312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4984486" y="1823019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3773551" y="1823019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2550823" y="1823019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6209422" y="553741"/>
            <a:ext cx="1042416" cy="1024128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399919" y="553741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2775445" y="4449637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4036227" y="4449637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27504" y="553741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159377" y="4449637"/>
            <a:ext cx="1042416" cy="1024128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5273576" y="4437618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DC691-8FDE-845F-79E6-8B47F008D5A6}"/>
              </a:ext>
            </a:extLst>
          </p:cNvPr>
          <p:cNvGrpSpPr/>
          <p:nvPr/>
        </p:nvGrpSpPr>
        <p:grpSpPr>
          <a:xfrm>
            <a:off x="11021787" y="529903"/>
            <a:ext cx="1042416" cy="1024128"/>
            <a:chOff x="4287906" y="2832151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0E3770D6-52E0-4BF6-A05D-0185C64CC232}"/>
                </a:ext>
              </a:extLst>
            </p:cNvPr>
            <p:cNvGrpSpPr/>
            <p:nvPr/>
          </p:nvGrpSpPr>
          <p:grpSpPr>
            <a:xfrm>
              <a:off x="4287906" y="2832151"/>
              <a:ext cx="1530220" cy="1504560"/>
              <a:chOff x="475862" y="905612"/>
              <a:chExt cx="1530220" cy="1504560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D9AD8E21-7247-4DA8-B8B3-9E38911BA60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Flowchart: Display 130">
                <a:extLst>
                  <a:ext uri="{FF2B5EF4-FFF2-40B4-BE49-F238E27FC236}">
                    <a16:creationId xmlns:a16="http://schemas.microsoft.com/office/drawing/2014/main" id="{C43ED343-9F84-4C40-A658-854EA7CA8B7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712813" y="3325626"/>
              <a:ext cx="673522" cy="691053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936FF3-9FF1-8189-B530-74BF45435E34}"/>
              </a:ext>
            </a:extLst>
          </p:cNvPr>
          <p:cNvGrpSpPr/>
          <p:nvPr/>
        </p:nvGrpSpPr>
        <p:grpSpPr>
          <a:xfrm>
            <a:off x="9842124" y="548344"/>
            <a:ext cx="1042416" cy="1024128"/>
            <a:chOff x="6162940" y="2832151"/>
            <a:chExt cx="1530220" cy="1504560"/>
          </a:xfrm>
        </p:grpSpPr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6162940" y="2832151"/>
              <a:ext cx="1530220" cy="15045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315" y="3246853"/>
              <a:ext cx="983365" cy="9833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4889601" y="568879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6096000" y="568938"/>
            <a:ext cx="1042416" cy="1024128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7292975" y="567285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3682169" y="5702669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2492704" y="5713915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8533636" y="568938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4932822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6135455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3730189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7363474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2470206" y="5719571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ADF9CF-5AF3-07EC-C3A9-C58A9E609851}"/>
              </a:ext>
            </a:extLst>
          </p:cNvPr>
          <p:cNvGrpSpPr/>
          <p:nvPr/>
        </p:nvGrpSpPr>
        <p:grpSpPr>
          <a:xfrm>
            <a:off x="1311012" y="4565546"/>
            <a:ext cx="1042416" cy="1024128"/>
            <a:chOff x="10061567" y="2832151"/>
            <a:chExt cx="1530220" cy="150456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21EBD27-AF65-4554-9EB9-B322F8533F8C}"/>
                </a:ext>
              </a:extLst>
            </p:cNvPr>
            <p:cNvGrpSpPr/>
            <p:nvPr/>
          </p:nvGrpSpPr>
          <p:grpSpPr>
            <a:xfrm>
              <a:off x="10061567" y="2832151"/>
              <a:ext cx="1530220" cy="1504560"/>
              <a:chOff x="423110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1F4F65-7D55-41B1-9682-B31F202C24C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Plaque 61">
                <a:extLst>
                  <a:ext uri="{FF2B5EF4-FFF2-40B4-BE49-F238E27FC236}">
                    <a16:creationId xmlns:a16="http://schemas.microsoft.com/office/drawing/2014/main" id="{BFE119F4-3E54-434A-814B-B5CDD73CB8B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12B9024-1641-48F2-AD39-280539B0F9CA}"/>
                </a:ext>
              </a:extLst>
            </p:cNvPr>
            <p:cNvGrpSpPr/>
            <p:nvPr/>
          </p:nvGrpSpPr>
          <p:grpSpPr>
            <a:xfrm>
              <a:off x="10489301" y="3242430"/>
              <a:ext cx="675956" cy="886492"/>
              <a:chOff x="2900763" y="3463813"/>
              <a:chExt cx="1793182" cy="2351694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53F73F2-5BEB-4E86-B3C3-09932DC0A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3923115" y="3523031"/>
                <a:ext cx="770830" cy="132840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Medusa Icon - Download in Glyph Style">
                <a:extLst>
                  <a:ext uri="{FF2B5EF4-FFF2-40B4-BE49-F238E27FC236}">
                    <a16:creationId xmlns:a16="http://schemas.microsoft.com/office/drawing/2014/main" id="{B7461A29-BED2-4157-B7D0-005502E084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2900763" y="3463813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202E33-DA61-7B8B-51B6-2BF2BC9A3511}"/>
              </a:ext>
            </a:extLst>
          </p:cNvPr>
          <p:cNvGrpSpPr/>
          <p:nvPr/>
        </p:nvGrpSpPr>
        <p:grpSpPr>
          <a:xfrm>
            <a:off x="8562693" y="572002"/>
            <a:ext cx="1042416" cy="1024128"/>
            <a:chOff x="4297586" y="2832151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A02C0A3-9116-4286-9F17-EE14CB8793E8}"/>
                </a:ext>
              </a:extLst>
            </p:cNvPr>
            <p:cNvGrpSpPr/>
            <p:nvPr/>
          </p:nvGrpSpPr>
          <p:grpSpPr>
            <a:xfrm>
              <a:off x="4297586" y="2832151"/>
              <a:ext cx="1530220" cy="1504560"/>
              <a:chOff x="423110" y="905612"/>
              <a:chExt cx="1530220" cy="150456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C1E63172-60E9-4D07-BE27-FFFB45BA31C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Plaque 115">
                <a:extLst>
                  <a:ext uri="{FF2B5EF4-FFF2-40B4-BE49-F238E27FC236}">
                    <a16:creationId xmlns:a16="http://schemas.microsoft.com/office/drawing/2014/main" id="{FDE7A714-5044-4BDD-B215-A1E259FECFF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2A7778-2660-43FD-953C-D119E5B2B02F}"/>
                </a:ext>
              </a:extLst>
            </p:cNvPr>
            <p:cNvGrpSpPr/>
            <p:nvPr/>
          </p:nvGrpSpPr>
          <p:grpSpPr>
            <a:xfrm>
              <a:off x="4564390" y="3326685"/>
              <a:ext cx="972452" cy="688004"/>
              <a:chOff x="4520430" y="3326685"/>
              <a:chExt cx="972452" cy="688004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5CBE0EA-DE92-4CCB-8F95-0770ED5F6E28}"/>
                  </a:ext>
                </a:extLst>
              </p:cNvPr>
              <p:cNvGrpSpPr/>
              <p:nvPr/>
            </p:nvGrpSpPr>
            <p:grpSpPr>
              <a:xfrm>
                <a:off x="4700095" y="3326685"/>
                <a:ext cx="627265" cy="688004"/>
                <a:chOff x="808309" y="3250400"/>
                <a:chExt cx="704125" cy="772306"/>
              </a:xfrm>
            </p:grpSpPr>
            <p:pic>
              <p:nvPicPr>
                <p:cNvPr id="118" name="Picture 117">
                  <a:extLst>
                    <a:ext uri="{FF2B5EF4-FFF2-40B4-BE49-F238E27FC236}">
                      <a16:creationId xmlns:a16="http://schemas.microsoft.com/office/drawing/2014/main" id="{081C82B8-7DAE-427F-9FA6-E099CA9FFE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19689919">
                  <a:off x="808309" y="3344622"/>
                  <a:ext cx="198963" cy="369503"/>
                </a:xfrm>
                <a:prstGeom prst="rect">
                  <a:avLst/>
                </a:prstGeom>
              </p:spPr>
            </p:pic>
            <p:pic>
              <p:nvPicPr>
                <p:cNvPr id="119" name="Picture 118">
                  <a:extLst>
                    <a:ext uri="{FF2B5EF4-FFF2-40B4-BE49-F238E27FC236}">
                      <a16:creationId xmlns:a16="http://schemas.microsoft.com/office/drawing/2014/main" id="{89FA610E-DCA3-4D68-95C5-A21191620D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239" y="3250400"/>
                  <a:ext cx="549195" cy="772306"/>
                </a:xfrm>
                <a:prstGeom prst="rect">
                  <a:avLst/>
                </a:prstGeom>
              </p:spPr>
            </p:pic>
          </p:grpSp>
          <p:sp>
            <p:nvSpPr>
              <p:cNvPr id="7" name="Moon 6">
                <a:extLst>
                  <a:ext uri="{FF2B5EF4-FFF2-40B4-BE49-F238E27FC236}">
                    <a16:creationId xmlns:a16="http://schemas.microsoft.com/office/drawing/2014/main" id="{03ADCD43-7DA3-4341-B579-7556AEB34C82}"/>
                  </a:ext>
                </a:extLst>
              </p:cNvPr>
              <p:cNvSpPr/>
              <p:nvPr/>
            </p:nvSpPr>
            <p:spPr>
              <a:xfrm>
                <a:off x="4520430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Moon 119">
                <a:extLst>
                  <a:ext uri="{FF2B5EF4-FFF2-40B4-BE49-F238E27FC236}">
                    <a16:creationId xmlns:a16="http://schemas.microsoft.com/office/drawing/2014/main" id="{F9958FE2-7D55-4230-BB1C-15CB03966843}"/>
                  </a:ext>
                </a:extLst>
              </p:cNvPr>
              <p:cNvSpPr/>
              <p:nvPr/>
            </p:nvSpPr>
            <p:spPr>
              <a:xfrm rot="10800000">
                <a:off x="5358958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81</cp:revision>
  <dcterms:created xsi:type="dcterms:W3CDTF">2022-01-10T19:03:27Z</dcterms:created>
  <dcterms:modified xsi:type="dcterms:W3CDTF">2022-05-03T01:37:19Z</dcterms:modified>
</cp:coreProperties>
</file>