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1" r:id="rId5"/>
    <p:sldId id="262" r:id="rId6"/>
    <p:sldId id="263" r:id="rId7"/>
    <p:sldId id="265" r:id="rId8"/>
    <p:sldId id="264" r:id="rId9"/>
    <p:sldId id="260" r:id="rId10"/>
    <p:sldId id="25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jpe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3.png"/><Relationship Id="rId7" Type="http://schemas.openxmlformats.org/officeDocument/2006/relationships/image" Target="../media/image26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jpeg"/><Relationship Id="rId11" Type="http://schemas.openxmlformats.org/officeDocument/2006/relationships/image" Target="../media/image30.png"/><Relationship Id="rId5" Type="http://schemas.openxmlformats.org/officeDocument/2006/relationships/image" Target="../media/image24.jpeg"/><Relationship Id="rId10" Type="http://schemas.openxmlformats.org/officeDocument/2006/relationships/image" Target="../media/image29.jpeg"/><Relationship Id="rId4" Type="http://schemas.openxmlformats.org/officeDocument/2006/relationships/image" Target="../media/image23.jpeg"/><Relationship Id="rId9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2.png"/><Relationship Id="rId7" Type="http://schemas.openxmlformats.org/officeDocument/2006/relationships/image" Target="../media/image34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37.png"/><Relationship Id="rId5" Type="http://schemas.openxmlformats.org/officeDocument/2006/relationships/image" Target="../media/image11.jpeg"/><Relationship Id="rId10" Type="http://schemas.openxmlformats.org/officeDocument/2006/relationships/image" Target="../media/image36.png"/><Relationship Id="rId4" Type="http://schemas.openxmlformats.org/officeDocument/2006/relationships/image" Target="../media/image33.png"/><Relationship Id="rId9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jpeg"/><Relationship Id="rId11" Type="http://schemas.openxmlformats.org/officeDocument/2006/relationships/image" Target="../media/image45.png"/><Relationship Id="rId5" Type="http://schemas.openxmlformats.org/officeDocument/2006/relationships/image" Target="../media/image40.jpeg"/><Relationship Id="rId10" Type="http://schemas.openxmlformats.org/officeDocument/2006/relationships/image" Target="../media/image44.png"/><Relationship Id="rId4" Type="http://schemas.openxmlformats.org/officeDocument/2006/relationships/image" Target="../media/image39.jpeg"/><Relationship Id="rId9" Type="http://schemas.openxmlformats.org/officeDocument/2006/relationships/image" Target="../media/image4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23.jpeg"/><Relationship Id="rId7" Type="http://schemas.openxmlformats.org/officeDocument/2006/relationships/image" Target="../media/image48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50.png"/><Relationship Id="rId5" Type="http://schemas.openxmlformats.org/officeDocument/2006/relationships/image" Target="../media/image46.png"/><Relationship Id="rId10" Type="http://schemas.openxmlformats.org/officeDocument/2006/relationships/image" Target="../media/image3.jpeg"/><Relationship Id="rId4" Type="http://schemas.openxmlformats.org/officeDocument/2006/relationships/image" Target="../media/image16.png"/><Relationship Id="rId9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46.png"/><Relationship Id="rId3" Type="http://schemas.openxmlformats.org/officeDocument/2006/relationships/image" Target="../media/image44.png"/><Relationship Id="rId7" Type="http://schemas.openxmlformats.org/officeDocument/2006/relationships/image" Target="../media/image40.jpeg"/><Relationship Id="rId12" Type="http://schemas.openxmlformats.org/officeDocument/2006/relationships/image" Target="../media/image16.png"/><Relationship Id="rId2" Type="http://schemas.openxmlformats.org/officeDocument/2006/relationships/image" Target="../media/image51.jpeg"/><Relationship Id="rId16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jpeg"/><Relationship Id="rId11" Type="http://schemas.openxmlformats.org/officeDocument/2006/relationships/image" Target="../media/image23.jpeg"/><Relationship Id="rId5" Type="http://schemas.openxmlformats.org/officeDocument/2006/relationships/image" Target="../media/image45.png"/><Relationship Id="rId15" Type="http://schemas.openxmlformats.org/officeDocument/2006/relationships/image" Target="../media/image47.png"/><Relationship Id="rId10" Type="http://schemas.openxmlformats.org/officeDocument/2006/relationships/image" Target="../media/image22.jpeg"/><Relationship Id="rId4" Type="http://schemas.openxmlformats.org/officeDocument/2006/relationships/image" Target="../media/image39.jpeg"/><Relationship Id="rId9" Type="http://schemas.openxmlformats.org/officeDocument/2006/relationships/image" Target="../media/image3.jpeg"/><Relationship Id="rId14" Type="http://schemas.openxmlformats.org/officeDocument/2006/relationships/image" Target="../media/image4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eg"/><Relationship Id="rId13" Type="http://schemas.openxmlformats.org/officeDocument/2006/relationships/image" Target="../media/image33.png"/><Relationship Id="rId18" Type="http://schemas.openxmlformats.org/officeDocument/2006/relationships/image" Target="../media/image11.jpeg"/><Relationship Id="rId26" Type="http://schemas.openxmlformats.org/officeDocument/2006/relationships/image" Target="../media/image43.jpeg"/><Relationship Id="rId3" Type="http://schemas.openxmlformats.org/officeDocument/2006/relationships/image" Target="../media/image22.jpeg"/><Relationship Id="rId21" Type="http://schemas.openxmlformats.org/officeDocument/2006/relationships/image" Target="../media/image31.jpeg"/><Relationship Id="rId7" Type="http://schemas.openxmlformats.org/officeDocument/2006/relationships/image" Target="../media/image23.jpeg"/><Relationship Id="rId12" Type="http://schemas.openxmlformats.org/officeDocument/2006/relationships/image" Target="../media/image25.jpeg"/><Relationship Id="rId17" Type="http://schemas.openxmlformats.org/officeDocument/2006/relationships/image" Target="../media/image35.png"/><Relationship Id="rId25" Type="http://schemas.openxmlformats.org/officeDocument/2006/relationships/image" Target="../media/image42.png"/><Relationship Id="rId2" Type="http://schemas.openxmlformats.org/officeDocument/2006/relationships/image" Target="../media/image18.jpeg"/><Relationship Id="rId16" Type="http://schemas.openxmlformats.org/officeDocument/2006/relationships/image" Target="../media/image34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6.png"/><Relationship Id="rId24" Type="http://schemas.openxmlformats.org/officeDocument/2006/relationships/image" Target="../media/image38.png"/><Relationship Id="rId5" Type="http://schemas.openxmlformats.org/officeDocument/2006/relationships/image" Target="../media/image27.png"/><Relationship Id="rId15" Type="http://schemas.openxmlformats.org/officeDocument/2006/relationships/image" Target="../media/image5.png"/><Relationship Id="rId23" Type="http://schemas.openxmlformats.org/officeDocument/2006/relationships/image" Target="../media/image8.png"/><Relationship Id="rId10" Type="http://schemas.openxmlformats.org/officeDocument/2006/relationships/image" Target="../media/image30.png"/><Relationship Id="rId19" Type="http://schemas.openxmlformats.org/officeDocument/2006/relationships/image" Target="../media/image36.png"/><Relationship Id="rId4" Type="http://schemas.openxmlformats.org/officeDocument/2006/relationships/image" Target="../media/image13.png"/><Relationship Id="rId9" Type="http://schemas.openxmlformats.org/officeDocument/2006/relationships/image" Target="../media/image29.jpeg"/><Relationship Id="rId14" Type="http://schemas.openxmlformats.org/officeDocument/2006/relationships/image" Target="../media/image32.png"/><Relationship Id="rId22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.png"/><Relationship Id="rId18" Type="http://schemas.openxmlformats.org/officeDocument/2006/relationships/image" Target="../media/image15.jpeg"/><Relationship Id="rId3" Type="http://schemas.openxmlformats.org/officeDocument/2006/relationships/image" Target="../media/image4.png"/><Relationship Id="rId21" Type="http://schemas.openxmlformats.org/officeDocument/2006/relationships/image" Target="../media/image16.png"/><Relationship Id="rId7" Type="http://schemas.openxmlformats.org/officeDocument/2006/relationships/image" Target="../media/image7.jpeg"/><Relationship Id="rId12" Type="http://schemas.openxmlformats.org/officeDocument/2006/relationships/image" Target="../media/image6.png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0.png"/><Relationship Id="rId20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8.png"/><Relationship Id="rId24" Type="http://schemas.openxmlformats.org/officeDocument/2006/relationships/image" Target="../media/image17.png"/><Relationship Id="rId5" Type="http://schemas.openxmlformats.org/officeDocument/2006/relationships/image" Target="../media/image11.jpeg"/><Relationship Id="rId15" Type="http://schemas.openxmlformats.org/officeDocument/2006/relationships/image" Target="../media/image9.png"/><Relationship Id="rId23" Type="http://schemas.openxmlformats.org/officeDocument/2006/relationships/image" Target="../media/image20.png"/><Relationship Id="rId10" Type="http://schemas.openxmlformats.org/officeDocument/2006/relationships/image" Target="../media/image52.png"/><Relationship Id="rId19" Type="http://schemas.openxmlformats.org/officeDocument/2006/relationships/image" Target="../media/image21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53.jpeg"/><Relationship Id="rId2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392447-B3D0-4BC4-874E-61FEE2472F11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2429071" y="342901"/>
            <a:chExt cx="1530220" cy="1504560"/>
          </a:xfrm>
        </p:grpSpPr>
        <p:sp>
          <p:nvSpPr>
            <p:cNvPr id="40" name="Arrow: Pentagon 39">
              <a:extLst>
                <a:ext uri="{FF2B5EF4-FFF2-40B4-BE49-F238E27FC236}">
                  <a16:creationId xmlns:a16="http://schemas.microsoft.com/office/drawing/2014/main" id="{DBC4AAE5-3961-4DFA-A317-7FE6EADF77B3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4D56D29-F70F-4932-831D-86D9640F2AD2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379CDE6-A4BB-479F-85C8-6A1CE8ECEF34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2429071" y="342901"/>
            <a:chExt cx="1530220" cy="1504560"/>
          </a:xfrm>
        </p:grpSpPr>
        <p:sp>
          <p:nvSpPr>
            <p:cNvPr id="46" name="Arrow: Pentagon 45">
              <a:extLst>
                <a:ext uri="{FF2B5EF4-FFF2-40B4-BE49-F238E27FC236}">
                  <a16:creationId xmlns:a16="http://schemas.microsoft.com/office/drawing/2014/main" id="{95A7A70D-B686-45AA-A648-1B5AAD1CA35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1618CA6-911E-449D-9447-3D4B1D315C58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B23B822-94F8-491C-B90F-632E455BFF78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526898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2197D1-38D7-4B09-948A-FBB15D73D576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765112" y="3268948"/>
              <a:ext cx="963778" cy="844023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BDA4996-E408-460B-86B7-296A964B8F6E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07438" y="3697652"/>
              <a:ext cx="441135" cy="584091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09C3CBB-8FDC-4D61-8B48-F465A8908F2C}"/>
                </a:ext>
              </a:extLst>
            </p:cNvPr>
            <p:cNvGrpSpPr/>
            <p:nvPr/>
          </p:nvGrpSpPr>
          <p:grpSpPr>
            <a:xfrm>
              <a:off x="2526898" y="3164320"/>
              <a:ext cx="691087" cy="677918"/>
              <a:chOff x="3741815" y="4973520"/>
              <a:chExt cx="1685668" cy="1310075"/>
            </a:xfrm>
          </p:grpSpPr>
          <p:pic>
            <p:nvPicPr>
              <p:cNvPr id="103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FD7C39B2-81F3-4AE3-9FCE-CF944AA79D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4" name="Arrow: Up 103">
                <a:extLst>
                  <a:ext uri="{FF2B5EF4-FFF2-40B4-BE49-F238E27FC236}">
                    <a16:creationId xmlns:a16="http://schemas.microsoft.com/office/drawing/2014/main" id="{9A222260-AEF0-4F2D-92EB-601B2CEF43F9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CD2A45-CAE3-46E8-AF15-305D8F83FFFF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E525C93-4442-456C-BBD1-5779171990F0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1"/>
              <a:chOff x="2301046" y="3300655"/>
              <a:chExt cx="1038505" cy="923898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5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B497C8F-AE1C-469F-8A77-B46B6BDADA8B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2386725" y="2832151"/>
            <a:chExt cx="1530220" cy="150456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23269780-4024-439A-89B9-057E85B7DBC3}"/>
                </a:ext>
              </a:extLst>
            </p:cNvPr>
            <p:cNvGrpSpPr/>
            <p:nvPr/>
          </p:nvGrpSpPr>
          <p:grpSpPr>
            <a:xfrm>
              <a:off x="2750957" y="3205807"/>
              <a:ext cx="807739" cy="1060157"/>
              <a:chOff x="2597771" y="2002265"/>
              <a:chExt cx="878523" cy="1153062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624147" y="2002265"/>
                <a:ext cx="839896" cy="821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10" descr="Trident fork Images, Stock Photos &amp;amp; Vectors | Shutterstock">
                <a:extLst>
                  <a:ext uri="{FF2B5EF4-FFF2-40B4-BE49-F238E27FC236}">
                    <a16:creationId xmlns:a16="http://schemas.microsoft.com/office/drawing/2014/main" id="{C04C2580-4867-4D42-B770-A3B01B6CDE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18" t="17157" r="10000" b="25809"/>
              <a:stretch/>
            </p:blipFill>
            <p:spPr bwMode="auto">
              <a:xfrm>
                <a:off x="2597771" y="2697874"/>
                <a:ext cx="878523" cy="457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2CD755F3-1B12-4190-93EF-5085BFB77C89}"/>
                  </a:ext>
                </a:extLst>
              </p:cNvPr>
              <p:cNvSpPr/>
              <p:nvPr/>
            </p:nvSpPr>
            <p:spPr>
              <a:xfrm rot="10800000">
                <a:off x="2939320" y="2709597"/>
                <a:ext cx="209550" cy="1143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14BC78-351F-446E-8F85-A5416FDB717A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24F13-7E86-4B2B-B0EC-88D14FB4E0B9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F9F9E5-9E7D-48CD-9B10-CC9518C9DBD2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D91C314-C8A0-4A78-8DB6-B50EC105DAD2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81264" y="3362398"/>
              <a:ext cx="367418" cy="68234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0202" y="3272440"/>
              <a:ext cx="549195" cy="77230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6BE23F-009D-4C16-8D25-875B01DDF8D7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317099" y="2832151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4553140" y="3272440"/>
              <a:ext cx="1097562" cy="826477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4317099" y="2832151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05A500C6-8163-4147-BD12-B9074776D60E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6234824" y="283215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6234824" y="2832151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263E8F8-260F-49D6-9B79-BFA5032146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557"/>
            <a:stretch/>
          </p:blipFill>
          <p:spPr>
            <a:xfrm>
              <a:off x="6504663" y="3410082"/>
              <a:ext cx="1020743" cy="551191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2058096" y="866915"/>
            <a:ext cx="721862" cy="736182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A665AE85-4767-48B1-B98F-0E7A5F5F682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2783265" y="1230283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4077" y="1467096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20309845" flipH="1">
              <a:off x="2783265" y="1230283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8049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8</Words>
  <Application>Microsoft Office PowerPoint</Application>
  <PresentationFormat>Widescreen</PresentationFormat>
  <Paragraphs>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31</cp:revision>
  <dcterms:created xsi:type="dcterms:W3CDTF">2022-01-10T19:03:27Z</dcterms:created>
  <dcterms:modified xsi:type="dcterms:W3CDTF">2022-02-08T22:26:06Z</dcterms:modified>
</cp:coreProperties>
</file>