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8" r:id="rId4"/>
    <p:sldId id="259" r:id="rId5"/>
    <p:sldId id="261" r:id="rId6"/>
    <p:sldId id="262" r:id="rId7"/>
    <p:sldId id="263" r:id="rId8"/>
    <p:sldId id="266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7.png"/><Relationship Id="rId7" Type="http://schemas.openxmlformats.org/officeDocument/2006/relationships/image" Target="../media/image27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11" Type="http://schemas.openxmlformats.org/officeDocument/2006/relationships/image" Target="../media/image31.png"/><Relationship Id="rId5" Type="http://schemas.openxmlformats.org/officeDocument/2006/relationships/image" Target="../media/image25.jpeg"/><Relationship Id="rId10" Type="http://schemas.openxmlformats.org/officeDocument/2006/relationships/image" Target="../media/image30.jpeg"/><Relationship Id="rId4" Type="http://schemas.openxmlformats.org/officeDocument/2006/relationships/image" Target="../media/image24.jpe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8.png"/><Relationship Id="rId5" Type="http://schemas.openxmlformats.org/officeDocument/2006/relationships/image" Target="../media/image15.jpeg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6.png"/><Relationship Id="rId7" Type="http://schemas.openxmlformats.org/officeDocument/2006/relationships/image" Target="../media/image4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11" Type="http://schemas.openxmlformats.org/officeDocument/2006/relationships/image" Target="../media/image46.png"/><Relationship Id="rId5" Type="http://schemas.openxmlformats.org/officeDocument/2006/relationships/image" Target="../media/image41.jpeg"/><Relationship Id="rId10" Type="http://schemas.openxmlformats.org/officeDocument/2006/relationships/image" Target="../media/image45.png"/><Relationship Id="rId4" Type="http://schemas.openxmlformats.org/officeDocument/2006/relationships/image" Target="../media/image40.jpeg"/><Relationship Id="rId9" Type="http://schemas.openxmlformats.org/officeDocument/2006/relationships/image" Target="../media/image4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24.jpeg"/><Relationship Id="rId7" Type="http://schemas.openxmlformats.org/officeDocument/2006/relationships/image" Target="../media/image49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0" Type="http://schemas.openxmlformats.org/officeDocument/2006/relationships/image" Target="../media/image3.jpe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6.png"/><Relationship Id="rId7" Type="http://schemas.openxmlformats.org/officeDocument/2006/relationships/image" Target="../media/image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jpe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jpeg"/><Relationship Id="rId9" Type="http://schemas.openxmlformats.org/officeDocument/2006/relationships/image" Target="../media/image5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7.png"/><Relationship Id="rId18" Type="http://schemas.openxmlformats.org/officeDocument/2006/relationships/image" Target="../media/image56.png"/><Relationship Id="rId3" Type="http://schemas.openxmlformats.org/officeDocument/2006/relationships/image" Target="../media/image45.png"/><Relationship Id="rId21" Type="http://schemas.openxmlformats.org/officeDocument/2006/relationships/image" Target="../media/image54.png"/><Relationship Id="rId7" Type="http://schemas.openxmlformats.org/officeDocument/2006/relationships/image" Target="../media/image41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59.png"/><Relationship Id="rId2" Type="http://schemas.openxmlformats.org/officeDocument/2006/relationships/image" Target="../media/image60.jpeg"/><Relationship Id="rId16" Type="http://schemas.openxmlformats.org/officeDocument/2006/relationships/image" Target="../media/image51.png"/><Relationship Id="rId20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11" Type="http://schemas.openxmlformats.org/officeDocument/2006/relationships/image" Target="../media/image24.jpeg"/><Relationship Id="rId24" Type="http://schemas.openxmlformats.org/officeDocument/2006/relationships/image" Target="../media/image58.png"/><Relationship Id="rId5" Type="http://schemas.openxmlformats.org/officeDocument/2006/relationships/image" Target="../media/image46.png"/><Relationship Id="rId15" Type="http://schemas.openxmlformats.org/officeDocument/2006/relationships/image" Target="../media/image48.png"/><Relationship Id="rId23" Type="http://schemas.openxmlformats.org/officeDocument/2006/relationships/image" Target="../media/image57.png"/><Relationship Id="rId10" Type="http://schemas.openxmlformats.org/officeDocument/2006/relationships/image" Target="../media/image23.jpeg"/><Relationship Id="rId19" Type="http://schemas.openxmlformats.org/officeDocument/2006/relationships/image" Target="../media/image52.png"/><Relationship Id="rId4" Type="http://schemas.openxmlformats.org/officeDocument/2006/relationships/image" Target="../media/image40.jpeg"/><Relationship Id="rId9" Type="http://schemas.openxmlformats.org/officeDocument/2006/relationships/image" Target="../media/image3.jpeg"/><Relationship Id="rId14" Type="http://schemas.openxmlformats.org/officeDocument/2006/relationships/image" Target="../media/image49.png"/><Relationship Id="rId22" Type="http://schemas.openxmlformats.org/officeDocument/2006/relationships/image" Target="../media/image55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eg"/><Relationship Id="rId13" Type="http://schemas.openxmlformats.org/officeDocument/2006/relationships/image" Target="../media/image34.png"/><Relationship Id="rId18" Type="http://schemas.openxmlformats.org/officeDocument/2006/relationships/image" Target="../media/image15.jpeg"/><Relationship Id="rId26" Type="http://schemas.openxmlformats.org/officeDocument/2006/relationships/image" Target="../media/image44.jpeg"/><Relationship Id="rId3" Type="http://schemas.openxmlformats.org/officeDocument/2006/relationships/image" Target="../media/image23.jpeg"/><Relationship Id="rId21" Type="http://schemas.openxmlformats.org/officeDocument/2006/relationships/image" Target="../media/image32.jpeg"/><Relationship Id="rId7" Type="http://schemas.openxmlformats.org/officeDocument/2006/relationships/image" Target="../media/image24.jpeg"/><Relationship Id="rId12" Type="http://schemas.openxmlformats.org/officeDocument/2006/relationships/image" Target="../media/image26.jpeg"/><Relationship Id="rId17" Type="http://schemas.openxmlformats.org/officeDocument/2006/relationships/image" Target="../media/image36.png"/><Relationship Id="rId25" Type="http://schemas.openxmlformats.org/officeDocument/2006/relationships/image" Target="../media/image43.png"/><Relationship Id="rId2" Type="http://schemas.openxmlformats.org/officeDocument/2006/relationships/image" Target="../media/image21.jpeg"/><Relationship Id="rId16" Type="http://schemas.openxmlformats.org/officeDocument/2006/relationships/image" Target="../media/image35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27.png"/><Relationship Id="rId24" Type="http://schemas.openxmlformats.org/officeDocument/2006/relationships/image" Target="../media/image39.png"/><Relationship Id="rId5" Type="http://schemas.openxmlformats.org/officeDocument/2006/relationships/image" Target="../media/image28.png"/><Relationship Id="rId15" Type="http://schemas.openxmlformats.org/officeDocument/2006/relationships/image" Target="../media/image5.png"/><Relationship Id="rId23" Type="http://schemas.openxmlformats.org/officeDocument/2006/relationships/image" Target="../media/image11.png"/><Relationship Id="rId10" Type="http://schemas.openxmlformats.org/officeDocument/2006/relationships/image" Target="../media/image31.png"/><Relationship Id="rId19" Type="http://schemas.openxmlformats.org/officeDocument/2006/relationships/image" Target="../media/image37.png"/><Relationship Id="rId4" Type="http://schemas.openxmlformats.org/officeDocument/2006/relationships/image" Target="../media/image7.png"/><Relationship Id="rId9" Type="http://schemas.openxmlformats.org/officeDocument/2006/relationships/image" Target="../media/image30.jpeg"/><Relationship Id="rId14" Type="http://schemas.openxmlformats.org/officeDocument/2006/relationships/image" Target="../media/image33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2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61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62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2900763" y="4488059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58675" y="2444264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4159039" y="1783037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41</cp:revision>
  <dcterms:created xsi:type="dcterms:W3CDTF">2022-01-10T19:03:27Z</dcterms:created>
  <dcterms:modified xsi:type="dcterms:W3CDTF">2022-02-20T03:33:24Z</dcterms:modified>
</cp:coreProperties>
</file>