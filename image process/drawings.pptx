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90" y="-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eg"/><Relationship Id="rId5" Type="http://schemas.openxmlformats.org/officeDocument/2006/relationships/image" Target="../media/image32.jpeg"/><Relationship Id="rId15" Type="http://schemas.openxmlformats.org/officeDocument/2006/relationships/image" Target="../media/image26.jpe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5" Type="http://schemas.openxmlformats.org/officeDocument/2006/relationships/image" Target="../media/image75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Relationship Id="rId14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8.png"/><Relationship Id="rId12" Type="http://schemas.openxmlformats.org/officeDocument/2006/relationships/image" Target="../media/image2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81.png"/><Relationship Id="rId5" Type="http://schemas.openxmlformats.org/officeDocument/2006/relationships/image" Target="../media/image77.png"/><Relationship Id="rId10" Type="http://schemas.openxmlformats.org/officeDocument/2006/relationships/image" Target="../media/image34.jpeg"/><Relationship Id="rId4" Type="http://schemas.openxmlformats.org/officeDocument/2006/relationships/image" Target="../media/image76.png"/><Relationship Id="rId9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79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7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8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2.jpeg"/><Relationship Id="rId10" Type="http://schemas.openxmlformats.org/officeDocument/2006/relationships/image" Target="../media/image51.png"/><Relationship Id="rId19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4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7.png"/><Relationship Id="rId2" Type="http://schemas.openxmlformats.org/officeDocument/2006/relationships/image" Target="../media/image83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6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5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8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9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1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90.png"/><Relationship Id="rId14" Type="http://schemas.openxmlformats.org/officeDocument/2006/relationships/image" Target="../media/image92.jpeg"/><Relationship Id="rId22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jpe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6044734" y="579271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8448108" y="577677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4845816" y="5728372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3656351" y="5739618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9688769" y="579330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E49205-7528-879D-317C-C6578EB1016F}"/>
              </a:ext>
            </a:extLst>
          </p:cNvPr>
          <p:cNvGrpSpPr/>
          <p:nvPr/>
        </p:nvGrpSpPr>
        <p:grpSpPr>
          <a:xfrm>
            <a:off x="4851690" y="579271"/>
            <a:ext cx="1036542" cy="1024128"/>
            <a:chOff x="1063169" y="3338444"/>
            <a:chExt cx="1527048" cy="1508760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70E5ADF3-0940-CDD9-167D-4D706A8B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2391" y="4025282"/>
              <a:ext cx="927162" cy="737880"/>
            </a:xfrm>
            <a:prstGeom prst="rect">
              <a:avLst/>
            </a:prstGeom>
          </p:spPr>
        </p:pic>
        <p:sp>
          <p:nvSpPr>
            <p:cNvPr id="130" name="Star: 6 Points 129">
              <a:extLst>
                <a:ext uri="{FF2B5EF4-FFF2-40B4-BE49-F238E27FC236}">
                  <a16:creationId xmlns:a16="http://schemas.microsoft.com/office/drawing/2014/main" id="{024023C3-FD6F-28F6-3BB4-C393872F8A0A}"/>
                </a:ext>
              </a:extLst>
            </p:cNvPr>
            <p:cNvSpPr/>
            <p:nvPr/>
          </p:nvSpPr>
          <p:spPr>
            <a:xfrm>
              <a:off x="1668501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58DC64B6-19A0-1F1F-F60B-FC722B54B823}"/>
                </a:ext>
              </a:extLst>
            </p:cNvPr>
            <p:cNvGrpSpPr/>
            <p:nvPr/>
          </p:nvGrpSpPr>
          <p:grpSpPr>
            <a:xfrm>
              <a:off x="1063169" y="3338444"/>
              <a:ext cx="1527048" cy="1508760"/>
              <a:chOff x="475862" y="905612"/>
              <a:chExt cx="1530220" cy="15045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9E0FA7C-2F9A-680A-1CF7-169AFD9C592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Pentagon 134">
                <a:extLst>
                  <a:ext uri="{FF2B5EF4-FFF2-40B4-BE49-F238E27FC236}">
                    <a16:creationId xmlns:a16="http://schemas.microsoft.com/office/drawing/2014/main" id="{D558C71D-0663-C075-5311-241EDE963BA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79DAE1E-49DD-1F34-4D70-F2489CB7732A}"/>
              </a:ext>
            </a:extLst>
          </p:cNvPr>
          <p:cNvGrpSpPr/>
          <p:nvPr/>
        </p:nvGrpSpPr>
        <p:grpSpPr>
          <a:xfrm>
            <a:off x="7230933" y="579537"/>
            <a:ext cx="1047208" cy="1034667"/>
            <a:chOff x="6094898" y="2582408"/>
            <a:chExt cx="1527048" cy="1508760"/>
          </a:xfrm>
        </p:grpSpPr>
        <p:pic>
          <p:nvPicPr>
            <p:cNvPr id="1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CB8DEFB-6C61-1B31-0C61-52AA62B56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6415382" y="3112056"/>
              <a:ext cx="563868" cy="56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6495295" y="3439061"/>
              <a:ext cx="933151" cy="2811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65FAF08-C53A-E6BD-C661-4B0EEA9386E5}"/>
                </a:ext>
              </a:extLst>
            </p:cNvPr>
            <p:cNvSpPr/>
            <p:nvPr/>
          </p:nvSpPr>
          <p:spPr>
            <a:xfrm>
              <a:off x="6094898" y="2582408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Pentagon 156">
              <a:extLst>
                <a:ext uri="{FF2B5EF4-FFF2-40B4-BE49-F238E27FC236}">
                  <a16:creationId xmlns:a16="http://schemas.microsoft.com/office/drawing/2014/main" id="{8A8238A0-918F-0872-413D-1901B0D63879}"/>
                </a:ext>
              </a:extLst>
            </p:cNvPr>
            <p:cNvSpPr/>
            <p:nvPr/>
          </p:nvSpPr>
          <p:spPr>
            <a:xfrm>
              <a:off x="6271635" y="2825005"/>
              <a:ext cx="1173574" cy="1217528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30A41DC-2AB6-FA4A-6C35-83C0F2E380EC}"/>
              </a:ext>
            </a:extLst>
          </p:cNvPr>
          <p:cNvGrpSpPr/>
          <p:nvPr/>
        </p:nvGrpSpPr>
        <p:grpSpPr>
          <a:xfrm>
            <a:off x="10910263" y="568879"/>
            <a:ext cx="1036542" cy="1024128"/>
            <a:chOff x="3480736" y="3338444"/>
            <a:chExt cx="1527048" cy="1508760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465F1E6-2795-CA61-6F40-B5391D97935A}"/>
                </a:ext>
              </a:extLst>
            </p:cNvPr>
            <p:cNvGrpSpPr/>
            <p:nvPr/>
          </p:nvGrpSpPr>
          <p:grpSpPr>
            <a:xfrm>
              <a:off x="3817803" y="4034253"/>
              <a:ext cx="811757" cy="618653"/>
              <a:chOff x="4638485" y="4014555"/>
              <a:chExt cx="1121232" cy="841513"/>
            </a:xfrm>
          </p:grpSpPr>
          <p:pic>
            <p:nvPicPr>
              <p:cNvPr id="143" name="Picture 142">
                <a:extLst>
                  <a:ext uri="{FF2B5EF4-FFF2-40B4-BE49-F238E27FC236}">
                    <a16:creationId xmlns:a16="http://schemas.microsoft.com/office/drawing/2014/main" id="{40208AC7-17B6-E621-B493-DC719E92E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EF25AF5B-9156-9D70-D8EE-7E685DA5F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D4AF955-2685-B100-7C80-0ACBAD167EA1}"/>
                </a:ext>
              </a:extLst>
            </p:cNvPr>
            <p:cNvGrpSpPr/>
            <p:nvPr/>
          </p:nvGrpSpPr>
          <p:grpSpPr>
            <a:xfrm>
              <a:off x="3480736" y="3338444"/>
              <a:ext cx="1527048" cy="1508760"/>
              <a:chOff x="475862" y="905612"/>
              <a:chExt cx="1530220" cy="1504560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A61E00D-CAC9-DD2C-D9E5-DD5AE19F145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Pentagon 141">
                <a:extLst>
                  <a:ext uri="{FF2B5EF4-FFF2-40B4-BE49-F238E27FC236}">
                    <a16:creationId xmlns:a16="http://schemas.microsoft.com/office/drawing/2014/main" id="{2E7AD201-4511-C7BB-1C7D-1884D1869BA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BA6F68FC-7772-7BF0-4588-E0C64D96E139}"/>
                </a:ext>
              </a:extLst>
            </p:cNvPr>
            <p:cNvSpPr/>
            <p:nvPr/>
          </p:nvSpPr>
          <p:spPr>
            <a:xfrm>
              <a:off x="4083288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9060A16-9789-69C3-EFF2-A6CACB951B25}"/>
              </a:ext>
            </a:extLst>
          </p:cNvPr>
          <p:cNvGrpSpPr/>
          <p:nvPr/>
        </p:nvGrpSpPr>
        <p:grpSpPr>
          <a:xfrm>
            <a:off x="10921203" y="1781053"/>
            <a:ext cx="1036542" cy="1024128"/>
            <a:chOff x="5707651" y="3267755"/>
            <a:chExt cx="1527048" cy="1508760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DB332A5-D6DA-AF7F-98FC-FA822CF6CDE2}"/>
                </a:ext>
              </a:extLst>
            </p:cNvPr>
            <p:cNvGrpSpPr/>
            <p:nvPr/>
          </p:nvGrpSpPr>
          <p:grpSpPr>
            <a:xfrm>
              <a:off x="5707651" y="3267755"/>
              <a:ext cx="1527048" cy="1508760"/>
              <a:chOff x="475862" y="905612"/>
              <a:chExt cx="1530220" cy="150456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126F8D72-FD8C-9E87-B54E-5FEAB9605F9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Pentagon 152">
                <a:extLst>
                  <a:ext uri="{FF2B5EF4-FFF2-40B4-BE49-F238E27FC236}">
                    <a16:creationId xmlns:a16="http://schemas.microsoft.com/office/drawing/2014/main" id="{110D2C90-0EDE-5B6E-F3C2-5300A9DCC17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ACC4DFC-06EC-9034-2EEB-6762796A442C}"/>
                </a:ext>
              </a:extLst>
            </p:cNvPr>
            <p:cNvGrpSpPr/>
            <p:nvPr/>
          </p:nvGrpSpPr>
          <p:grpSpPr>
            <a:xfrm>
              <a:off x="6096000" y="3957871"/>
              <a:ext cx="668504" cy="736247"/>
              <a:chOff x="6028135" y="3797403"/>
              <a:chExt cx="790798" cy="870934"/>
            </a:xfrm>
          </p:grpSpPr>
          <p:pic>
            <p:nvPicPr>
              <p:cNvPr id="146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4E1F6612-D81A-1D97-37DE-56341C1E31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20150930">
                <a:off x="6028135" y="3797403"/>
                <a:ext cx="563868" cy="5628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3A0F344-D008-5F0C-1DEF-4C1D200AE84E}"/>
                  </a:ext>
                </a:extLst>
              </p:cNvPr>
              <p:cNvGrpSpPr/>
              <p:nvPr/>
            </p:nvGrpSpPr>
            <p:grpSpPr>
              <a:xfrm rot="2544502">
                <a:off x="6465961" y="3843396"/>
                <a:ext cx="352972" cy="824941"/>
                <a:chOff x="6253973" y="5546706"/>
                <a:chExt cx="445761" cy="1036749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8050A620-4BEF-2CBF-C34E-CDAF959C822C}"/>
                    </a:ext>
                  </a:extLst>
                </p:cNvPr>
                <p:cNvSpPr/>
                <p:nvPr/>
              </p:nvSpPr>
              <p:spPr>
                <a:xfrm>
                  <a:off x="6392917" y="6058567"/>
                  <a:ext cx="177104" cy="52488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BE7A10A5-AAE6-53E1-AB91-2B41E16EBB0E}"/>
                    </a:ext>
                  </a:extLst>
                </p:cNvPr>
                <p:cNvSpPr/>
                <p:nvPr/>
              </p:nvSpPr>
              <p:spPr>
                <a:xfrm rot="16200000">
                  <a:off x="6409816" y="6293536"/>
                  <a:ext cx="134076" cy="44576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51" name="Picture 10" descr="✓ flamethrower free vector eps, cdr, ai, svg vector illustration graphic art">
                  <a:extLst>
                    <a:ext uri="{FF2B5EF4-FFF2-40B4-BE49-F238E27FC236}">
                      <a16:creationId xmlns:a16="http://schemas.microsoft.com/office/drawing/2014/main" id="{98D7FB29-921B-81F0-BC99-97A2F00CA6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258" b="25887"/>
                <a:stretch/>
              </p:blipFill>
              <p:spPr bwMode="auto">
                <a:xfrm rot="16200000">
                  <a:off x="6220785" y="5663916"/>
                  <a:ext cx="479599" cy="24517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163" name="Star: 6 Points 162">
              <a:extLst>
                <a:ext uri="{FF2B5EF4-FFF2-40B4-BE49-F238E27FC236}">
                  <a16:creationId xmlns:a16="http://schemas.microsoft.com/office/drawing/2014/main" id="{C17F7DF7-BD8B-38B4-E1B3-14ECF0E5D1B2}"/>
                </a:ext>
              </a:extLst>
            </p:cNvPr>
            <p:cNvSpPr/>
            <p:nvPr/>
          </p:nvSpPr>
          <p:spPr>
            <a:xfrm>
              <a:off x="6314912" y="355788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3D26A01-2689-804C-F04E-3F9DF6CCD404}"/>
              </a:ext>
            </a:extLst>
          </p:cNvPr>
          <p:cNvGrpSpPr/>
          <p:nvPr/>
        </p:nvGrpSpPr>
        <p:grpSpPr>
          <a:xfrm>
            <a:off x="2470212" y="5734211"/>
            <a:ext cx="1036542" cy="1024128"/>
            <a:chOff x="4219845" y="2709281"/>
            <a:chExt cx="1527048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0C6B9B8D-A384-C2E1-D811-DE60B1398F78}"/>
                </a:ext>
              </a:extLst>
            </p:cNvPr>
            <p:cNvGrpSpPr/>
            <p:nvPr/>
          </p:nvGrpSpPr>
          <p:grpSpPr>
            <a:xfrm>
              <a:off x="4592566" y="3055014"/>
              <a:ext cx="758182" cy="1122430"/>
              <a:chOff x="6688184" y="2757638"/>
              <a:chExt cx="2587470" cy="3830549"/>
            </a:xfrm>
          </p:grpSpPr>
          <p:pic>
            <p:nvPicPr>
              <p:cNvPr id="17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079897D4-62CE-C056-2FEA-1BDFD2978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731195" y="3576017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B489CC6-8677-6EDE-FAEB-9BAA7DFE3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057978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18D090-AA37-9A8D-C06E-695E39EC76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384760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9E01A4A-1535-B4BF-32CB-E59105F151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756107" y="3608949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0F464C76-E2B4-4BAF-9551-C725DEE728A8}"/>
                  </a:ext>
                </a:extLst>
              </p:cNvPr>
              <p:cNvGrpSpPr/>
              <p:nvPr/>
            </p:nvGrpSpPr>
            <p:grpSpPr>
              <a:xfrm>
                <a:off x="7211479" y="4310279"/>
                <a:ext cx="1601761" cy="2277908"/>
                <a:chOff x="2505808" y="3487056"/>
                <a:chExt cx="1561840" cy="2210359"/>
              </a:xfrm>
            </p:grpSpPr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D2360386-0916-5423-64BE-108788E13DA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D0D2C2AF-AEEB-A9F1-A20D-E8664365F051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1142E202-0C46-842D-DE65-18F4EF820359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7055D3D-BA23-DC7E-046D-98EEB4301855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F6A1314A-A947-A8DC-9B3E-46B588CA7D42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A2EBA4D0-8F95-5DCC-1DB1-80EAA6BC018A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28F83060-9FBA-6FAD-C5A9-B6D7C692EDB8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BD7C5441-67C4-A44A-46D7-146A7FF440C5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6EC21C5-BEB6-D91C-6921-D665C142D9B7}"/>
                  </a:ext>
                </a:extLst>
              </p:cNvPr>
              <p:cNvSpPr/>
              <p:nvPr/>
            </p:nvSpPr>
            <p:spPr>
              <a:xfrm>
                <a:off x="7881338" y="3254472"/>
                <a:ext cx="45171" cy="331405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B285014-8660-254A-759C-2000C516443D}"/>
                  </a:ext>
                </a:extLst>
              </p:cNvPr>
              <p:cNvSpPr/>
              <p:nvPr/>
            </p:nvSpPr>
            <p:spPr>
              <a:xfrm>
                <a:off x="7520652" y="3598795"/>
                <a:ext cx="103625" cy="331405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10E47656-4459-A3FB-225E-388C23D550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5108690">
                <a:off x="6175144" y="4634344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8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84C278-78F5-ABA2-483D-0E9058EB2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987515">
                <a:off x="8279935" y="4654096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DCA5A048-6188-AA47-7D23-053C5BE9DCE8}"/>
                </a:ext>
              </a:extLst>
            </p:cNvPr>
            <p:cNvGrpSpPr/>
            <p:nvPr/>
          </p:nvGrpSpPr>
          <p:grpSpPr>
            <a:xfrm>
              <a:off x="4219845" y="2709281"/>
              <a:ext cx="1527048" cy="1508760"/>
              <a:chOff x="475862" y="905612"/>
              <a:chExt cx="1530220" cy="150456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24995515-F153-2333-8D9E-D75E69F978B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Pentagon 185">
                <a:extLst>
                  <a:ext uri="{FF2B5EF4-FFF2-40B4-BE49-F238E27FC236}">
                    <a16:creationId xmlns:a16="http://schemas.microsoft.com/office/drawing/2014/main" id="{40049FB7-A1E5-6613-55E0-731F0C8435FD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6066627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7269260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4863994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8497279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4887092" y="5730578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EEB21F-742F-F035-64BF-C8FA1EDAD166}"/>
              </a:ext>
            </a:extLst>
          </p:cNvPr>
          <p:cNvGrpSpPr/>
          <p:nvPr/>
        </p:nvGrpSpPr>
        <p:grpSpPr>
          <a:xfrm>
            <a:off x="10890560" y="564476"/>
            <a:ext cx="1036542" cy="1024128"/>
            <a:chOff x="3237864" y="2405218"/>
            <a:chExt cx="1527048" cy="1508760"/>
          </a:xfrm>
        </p:grpSpPr>
        <p:sp>
          <p:nvSpPr>
            <p:cNvPr id="100" name="Star: 6 Points 99">
              <a:extLst>
                <a:ext uri="{FF2B5EF4-FFF2-40B4-BE49-F238E27FC236}">
                  <a16:creationId xmlns:a16="http://schemas.microsoft.com/office/drawing/2014/main" id="{1F39C370-E05F-601D-B8C4-23A5A021DA34}"/>
                </a:ext>
              </a:extLst>
            </p:cNvPr>
            <p:cNvSpPr/>
            <p:nvPr/>
          </p:nvSpPr>
          <p:spPr>
            <a:xfrm>
              <a:off x="3652600" y="268576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E2AC5F-5F19-EBD4-05DC-8165D4CAE56B}"/>
                </a:ext>
              </a:extLst>
            </p:cNvPr>
            <p:cNvGrpSpPr/>
            <p:nvPr/>
          </p:nvGrpSpPr>
          <p:grpSpPr>
            <a:xfrm>
              <a:off x="3688699" y="3016995"/>
              <a:ext cx="728987" cy="774462"/>
              <a:chOff x="781933" y="3250400"/>
              <a:chExt cx="730501" cy="772306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9EA9ABE4-071E-081C-D86E-02D8D111C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7C86C31B-2F44-6C16-FA74-B96DAE1B6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B15E208F-6263-8AC0-C2BF-4CB7133A35C2}"/>
                </a:ext>
              </a:extLst>
            </p:cNvPr>
            <p:cNvGrpSpPr/>
            <p:nvPr/>
          </p:nvGrpSpPr>
          <p:grpSpPr>
            <a:xfrm>
              <a:off x="3237864" y="2405218"/>
              <a:ext cx="1527048" cy="1508760"/>
              <a:chOff x="423110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C3601B7-81C4-1494-9C9B-B160D41A19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laque 128">
                <a:extLst>
                  <a:ext uri="{FF2B5EF4-FFF2-40B4-BE49-F238E27FC236}">
                    <a16:creationId xmlns:a16="http://schemas.microsoft.com/office/drawing/2014/main" id="{97D874AB-D702-5B35-1FCA-A77B622B83F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B6BD763-2ABB-CFF3-6975-B934FF94C4AB}"/>
              </a:ext>
            </a:extLst>
          </p:cNvPr>
          <p:cNvGrpSpPr/>
          <p:nvPr/>
        </p:nvGrpSpPr>
        <p:grpSpPr>
          <a:xfrm>
            <a:off x="1290999" y="4555620"/>
            <a:ext cx="1036542" cy="1024128"/>
            <a:chOff x="5641158" y="2352140"/>
            <a:chExt cx="1527048" cy="150876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8305184-43BD-2A62-760E-788E51A9731E}"/>
                </a:ext>
              </a:extLst>
            </p:cNvPr>
            <p:cNvGrpSpPr/>
            <p:nvPr/>
          </p:nvGrpSpPr>
          <p:grpSpPr>
            <a:xfrm>
              <a:off x="5641158" y="2352140"/>
              <a:ext cx="1527048" cy="1508760"/>
              <a:chOff x="423110" y="905612"/>
              <a:chExt cx="1530220" cy="15045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C8799D1-90B4-10EF-C4B1-FED7F19C3B70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Plaque 137">
                <a:extLst>
                  <a:ext uri="{FF2B5EF4-FFF2-40B4-BE49-F238E27FC236}">
                    <a16:creationId xmlns:a16="http://schemas.microsoft.com/office/drawing/2014/main" id="{3B4058C8-7F19-0084-437A-6524C8806CBC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9466988-215C-8C2D-780D-DC629B89F270}"/>
                </a:ext>
              </a:extLst>
            </p:cNvPr>
            <p:cNvGrpSpPr/>
            <p:nvPr/>
          </p:nvGrpSpPr>
          <p:grpSpPr>
            <a:xfrm>
              <a:off x="6083345" y="2773173"/>
              <a:ext cx="708348" cy="869758"/>
              <a:chOff x="4692416" y="4836461"/>
              <a:chExt cx="1397339" cy="1715748"/>
            </a:xfrm>
          </p:grpSpPr>
          <p:pic>
            <p:nvPicPr>
              <p:cNvPr id="13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54BB72E-0469-E027-34D2-DA40610C1D7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 rot="20513004">
                <a:off x="5530101" y="4846853"/>
                <a:ext cx="559654" cy="969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6" name="Picture 2" descr="Medusa Icon - Download in Glyph Style">
                <a:extLst>
                  <a:ext uri="{FF2B5EF4-FFF2-40B4-BE49-F238E27FC236}">
                    <a16:creationId xmlns:a16="http://schemas.microsoft.com/office/drawing/2014/main" id="{46905BC0-0F17-8013-DCC2-29F3121839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4692416" y="4836461"/>
                <a:ext cx="1271440" cy="171574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8DC168-DDE4-959B-BDD4-65FF37F5B5AD}"/>
              </a:ext>
            </a:extLst>
          </p:cNvPr>
          <p:cNvGrpSpPr/>
          <p:nvPr/>
        </p:nvGrpSpPr>
        <p:grpSpPr>
          <a:xfrm>
            <a:off x="2507468" y="5730578"/>
            <a:ext cx="1036542" cy="1024128"/>
            <a:chOff x="7676427" y="2416751"/>
            <a:chExt cx="1527048" cy="150876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E0A0789-6536-3D9A-9A3B-06C89E09CCB3}"/>
                </a:ext>
              </a:extLst>
            </p:cNvPr>
            <p:cNvGrpSpPr/>
            <p:nvPr/>
          </p:nvGrpSpPr>
          <p:grpSpPr>
            <a:xfrm>
              <a:off x="8044452" y="2746509"/>
              <a:ext cx="770059" cy="939306"/>
              <a:chOff x="5641158" y="4442006"/>
              <a:chExt cx="1673129" cy="2040855"/>
            </a:xfrm>
          </p:grpSpPr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304A591B-1410-6EDF-A534-4C91BA440F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5641158" y="5216833"/>
                <a:ext cx="1673129" cy="1266028"/>
              </a:xfrm>
              <a:prstGeom prst="rect">
                <a:avLst/>
              </a:prstGeom>
            </p:spPr>
          </p:pic>
          <p:pic>
            <p:nvPicPr>
              <p:cNvPr id="1026" name="Picture 2" descr="Keg Clip Art Png">
                <a:extLst>
                  <a:ext uri="{FF2B5EF4-FFF2-40B4-BE49-F238E27FC236}">
                    <a16:creationId xmlns:a16="http://schemas.microsoft.com/office/drawing/2014/main" id="{9AD562C0-AD04-2ABB-11D3-AD5440077A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87616" y="4681931"/>
                <a:ext cx="517065" cy="517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0" name="Picture 2" descr="Keg Clip Art Png">
                <a:extLst>
                  <a:ext uri="{FF2B5EF4-FFF2-40B4-BE49-F238E27FC236}">
                    <a16:creationId xmlns:a16="http://schemas.microsoft.com/office/drawing/2014/main" id="{82BB0029-BB99-A185-D40C-B7BA213B70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34479" y="4442006"/>
                <a:ext cx="756990" cy="7569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F4FBAB-91B6-88CD-DE7F-87D38DE329B2}"/>
                </a:ext>
              </a:extLst>
            </p:cNvPr>
            <p:cNvGrpSpPr/>
            <p:nvPr/>
          </p:nvGrpSpPr>
          <p:grpSpPr>
            <a:xfrm>
              <a:off x="7676427" y="2416751"/>
              <a:ext cx="1527048" cy="1508760"/>
              <a:chOff x="423110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F82D9C02-59A1-102B-6A2D-A8C1B69F7A4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Plaque 142">
                <a:extLst>
                  <a:ext uri="{FF2B5EF4-FFF2-40B4-BE49-F238E27FC236}">
                    <a16:creationId xmlns:a16="http://schemas.microsoft.com/office/drawing/2014/main" id="{90376DF8-CBAC-CA40-154A-2D10DBFCD1C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C4F841-A28E-CD74-FB29-E58C5EE307E6}"/>
              </a:ext>
            </a:extLst>
          </p:cNvPr>
          <p:cNvGrpSpPr/>
          <p:nvPr/>
        </p:nvGrpSpPr>
        <p:grpSpPr>
          <a:xfrm>
            <a:off x="9703752" y="551606"/>
            <a:ext cx="1036542" cy="1024128"/>
            <a:chOff x="1208754" y="2476487"/>
            <a:chExt cx="1527048" cy="150876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092D275-F724-EB3D-F243-79DCF9458899}"/>
                </a:ext>
              </a:extLst>
            </p:cNvPr>
            <p:cNvGrpSpPr/>
            <p:nvPr/>
          </p:nvGrpSpPr>
          <p:grpSpPr>
            <a:xfrm>
              <a:off x="1516955" y="3099450"/>
              <a:ext cx="863538" cy="731728"/>
              <a:chOff x="2810832" y="3154414"/>
              <a:chExt cx="935768" cy="789087"/>
            </a:xfrm>
          </p:grpSpPr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2F075CC4-03BE-A3A6-0C4C-57A1F3996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124" name="Picture 123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476CBDB1-2C20-7604-7DFF-1E4D3BD8E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DBBC5D4-283C-D1BA-094B-83BEE954AA6D}"/>
                </a:ext>
              </a:extLst>
            </p:cNvPr>
            <p:cNvGrpSpPr/>
            <p:nvPr/>
          </p:nvGrpSpPr>
          <p:grpSpPr>
            <a:xfrm>
              <a:off x="1208754" y="2476487"/>
              <a:ext cx="1527048" cy="1508760"/>
              <a:chOff x="423110" y="905612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2435CA9-9918-7439-88FD-8F26215B4DB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Plaque 121">
                <a:extLst>
                  <a:ext uri="{FF2B5EF4-FFF2-40B4-BE49-F238E27FC236}">
                    <a16:creationId xmlns:a16="http://schemas.microsoft.com/office/drawing/2014/main" id="{1E1C7EDB-B106-1B88-9323-76C5B4BDFB18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8" name="Star: 6 Points 147">
              <a:extLst>
                <a:ext uri="{FF2B5EF4-FFF2-40B4-BE49-F238E27FC236}">
                  <a16:creationId xmlns:a16="http://schemas.microsoft.com/office/drawing/2014/main" id="{7C6A4101-E444-DAEE-5CDA-273C7DBB786B}"/>
                </a:ext>
              </a:extLst>
            </p:cNvPr>
            <p:cNvSpPr/>
            <p:nvPr/>
          </p:nvSpPr>
          <p:spPr>
            <a:xfrm>
              <a:off x="1606864" y="2762170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30B5A2-462E-7D77-CF8C-10D373C1ABA9}"/>
              </a:ext>
            </a:extLst>
          </p:cNvPr>
          <p:cNvGrpSpPr/>
          <p:nvPr/>
        </p:nvGrpSpPr>
        <p:grpSpPr>
          <a:xfrm>
            <a:off x="3703286" y="5730578"/>
            <a:ext cx="1036542" cy="1024128"/>
            <a:chOff x="9569800" y="2392865"/>
            <a:chExt cx="1527048" cy="1508760"/>
          </a:xfrm>
        </p:grpSpPr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B9E14335-A2E4-A607-A56A-1B7189F365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9937825" y="3079238"/>
              <a:ext cx="770059" cy="582691"/>
            </a:xfrm>
            <a:prstGeom prst="rect">
              <a:avLst/>
            </a:prstGeom>
          </p:spPr>
        </p:pic>
        <p:pic>
          <p:nvPicPr>
            <p:cNvPr id="1028" name="Picture 4" descr="pirate flag Icon - Download pirate flag Icon 166439 | Noun Project">
              <a:extLst>
                <a:ext uri="{FF2B5EF4-FFF2-40B4-BE49-F238E27FC236}">
                  <a16:creationId xmlns:a16="http://schemas.microsoft.com/office/drawing/2014/main" id="{898C2630-3021-3A30-4C5F-7BB2E86C3C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14787" y="2570209"/>
              <a:ext cx="693097" cy="693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59D6995A-7644-9297-2334-089BB6FDA796}"/>
                </a:ext>
              </a:extLst>
            </p:cNvPr>
            <p:cNvGrpSpPr/>
            <p:nvPr/>
          </p:nvGrpSpPr>
          <p:grpSpPr>
            <a:xfrm>
              <a:off x="9569800" y="2392865"/>
              <a:ext cx="1527048" cy="1508760"/>
              <a:chOff x="423110" y="905612"/>
              <a:chExt cx="1530220" cy="1504560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B03D1637-BF2C-1B28-569D-D1C8840A7918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Plaque 156">
                <a:extLst>
                  <a:ext uri="{FF2B5EF4-FFF2-40B4-BE49-F238E27FC236}">
                    <a16:creationId xmlns:a16="http://schemas.microsoft.com/office/drawing/2014/main" id="{CD09EEE7-244F-3D07-FC8C-EE47575F8A7E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27DB645-2203-4FF4-3A6E-90D15E371309}"/>
              </a:ext>
            </a:extLst>
          </p:cNvPr>
          <p:cNvGrpSpPr/>
          <p:nvPr/>
        </p:nvGrpSpPr>
        <p:grpSpPr>
          <a:xfrm>
            <a:off x="3707487" y="572002"/>
            <a:ext cx="1036541" cy="1024128"/>
            <a:chOff x="4532259" y="4432114"/>
            <a:chExt cx="1527047" cy="150876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1FCA48C0-CB24-87CD-3EA6-D322C1EEEC07}"/>
                </a:ext>
              </a:extLst>
            </p:cNvPr>
            <p:cNvGrpSpPr/>
            <p:nvPr/>
          </p:nvGrpSpPr>
          <p:grpSpPr>
            <a:xfrm>
              <a:off x="4532259" y="4432114"/>
              <a:ext cx="1527047" cy="1508760"/>
              <a:chOff x="423110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CC160FB9-4314-F55B-7D59-A7414B4747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Plaque 162">
                <a:extLst>
                  <a:ext uri="{FF2B5EF4-FFF2-40B4-BE49-F238E27FC236}">
                    <a16:creationId xmlns:a16="http://schemas.microsoft.com/office/drawing/2014/main" id="{41C47939-7A68-5F52-EBC5-58974EC90AA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3A87FD9-0293-1EEB-70E0-FD921DB128D0}"/>
                </a:ext>
              </a:extLst>
            </p:cNvPr>
            <p:cNvGrpSpPr/>
            <p:nvPr/>
          </p:nvGrpSpPr>
          <p:grpSpPr>
            <a:xfrm>
              <a:off x="4815918" y="5119514"/>
              <a:ext cx="959727" cy="673460"/>
              <a:chOff x="4758323" y="4972648"/>
              <a:chExt cx="1061841" cy="745116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BF5A534-46F3-3DA0-609B-F9C9E806C3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4758323" y="4972648"/>
                <a:ext cx="1061841" cy="3675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E841E289-9F93-F1AD-2747-EE435A52A5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5066502" y="5222708"/>
                <a:ext cx="398551" cy="5915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64" name="Star: 6 Points 163">
              <a:extLst>
                <a:ext uri="{FF2B5EF4-FFF2-40B4-BE49-F238E27FC236}">
                  <a16:creationId xmlns:a16="http://schemas.microsoft.com/office/drawing/2014/main" id="{876D6211-20D9-C788-F4CB-B743F88BEC61}"/>
                </a:ext>
              </a:extLst>
            </p:cNvPr>
            <p:cNvSpPr/>
            <p:nvPr/>
          </p:nvSpPr>
          <p:spPr>
            <a:xfrm>
              <a:off x="4952147" y="470114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4915398" y="587995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8478166" y="589886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7270616" y="582334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02942D-CD1D-B11D-7B5F-42837340AB50}"/>
              </a:ext>
            </a:extLst>
          </p:cNvPr>
          <p:cNvGrpSpPr/>
          <p:nvPr/>
        </p:nvGrpSpPr>
        <p:grpSpPr>
          <a:xfrm>
            <a:off x="3709974" y="576978"/>
            <a:ext cx="1042416" cy="1029932"/>
            <a:chOff x="2700560" y="3187959"/>
            <a:chExt cx="1527048" cy="1508760"/>
          </a:xfrm>
        </p:grpSpPr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65B11F03-FEBD-3393-DF13-2BB7EB47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8695" y="3478924"/>
              <a:ext cx="368103" cy="456756"/>
            </a:xfrm>
            <a:prstGeom prst="rect">
              <a:avLst/>
            </a:prstGeom>
          </p:spPr>
        </p:pic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1978C7E-247C-9C1C-5BEE-4DD1CA214177}"/>
                </a:ext>
              </a:extLst>
            </p:cNvPr>
            <p:cNvGrpSpPr/>
            <p:nvPr/>
          </p:nvGrpSpPr>
          <p:grpSpPr>
            <a:xfrm>
              <a:off x="2700560" y="3187959"/>
              <a:ext cx="1527048" cy="1508760"/>
              <a:chOff x="352772" y="769658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4A430893-8B99-DDA4-1920-A52C8DE8F7E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ardrop 128">
                <a:extLst>
                  <a:ext uri="{FF2B5EF4-FFF2-40B4-BE49-F238E27FC236}">
                    <a16:creationId xmlns:a16="http://schemas.microsoft.com/office/drawing/2014/main" id="{B1020F04-FBE1-B5F8-CCED-6299913C1A61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29F49C2-A811-6585-53BE-C2BE096C96B3}"/>
                </a:ext>
              </a:extLst>
            </p:cNvPr>
            <p:cNvGrpSpPr/>
            <p:nvPr/>
          </p:nvGrpSpPr>
          <p:grpSpPr>
            <a:xfrm>
              <a:off x="3062988" y="3557795"/>
              <a:ext cx="962737" cy="1048709"/>
              <a:chOff x="4052911" y="4937513"/>
              <a:chExt cx="1077055" cy="1167544"/>
            </a:xfrm>
          </p:grpSpPr>
          <p:pic>
            <p:nvPicPr>
              <p:cNvPr id="125" name="Picture 2" descr="Lance Icon #332107 - Free Icons Library">
                <a:extLst>
                  <a:ext uri="{FF2B5EF4-FFF2-40B4-BE49-F238E27FC236}">
                    <a16:creationId xmlns:a16="http://schemas.microsoft.com/office/drawing/2014/main" id="{C5023C68-621B-5FA2-D504-473697D827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2" descr="Lance Icon #332107 - Free Icons Library">
                <a:extLst>
                  <a:ext uri="{FF2B5EF4-FFF2-40B4-BE49-F238E27FC236}">
                    <a16:creationId xmlns:a16="http://schemas.microsoft.com/office/drawing/2014/main" id="{A2A34F44-1C0D-E54D-E8FF-3CDEB029E0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7" name="Picture 2" descr="Lance Icon #332107 - Free Icons Library">
                <a:extLst>
                  <a:ext uri="{FF2B5EF4-FFF2-40B4-BE49-F238E27FC236}">
                    <a16:creationId xmlns:a16="http://schemas.microsoft.com/office/drawing/2014/main" id="{60900903-1874-F432-CB0A-D4DAF4C6048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D03E22-289B-4A9C-BB06-2E1098E41E22}"/>
              </a:ext>
            </a:extLst>
          </p:cNvPr>
          <p:cNvGrpSpPr/>
          <p:nvPr/>
        </p:nvGrpSpPr>
        <p:grpSpPr>
          <a:xfrm>
            <a:off x="9670988" y="589886"/>
            <a:ext cx="1042416" cy="1029932"/>
            <a:chOff x="6544843" y="3392408"/>
            <a:chExt cx="1527048" cy="1508760"/>
          </a:xfrm>
        </p:grpSpPr>
        <p:pic>
          <p:nvPicPr>
            <p:cNvPr id="147" name="Picture 146" descr="Shape&#10;&#10;Description automatically generated">
              <a:extLst>
                <a:ext uri="{FF2B5EF4-FFF2-40B4-BE49-F238E27FC236}">
                  <a16:creationId xmlns:a16="http://schemas.microsoft.com/office/drawing/2014/main" id="{5FB3AE46-08B7-8D2B-2DE4-02FB63C682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7817" y="3687706"/>
              <a:ext cx="368103" cy="456756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4AF062F-E146-AA86-15A3-600A40F2F00B}"/>
                </a:ext>
              </a:extLst>
            </p:cNvPr>
            <p:cNvGrpSpPr/>
            <p:nvPr/>
          </p:nvGrpSpPr>
          <p:grpSpPr>
            <a:xfrm>
              <a:off x="6912553" y="3927524"/>
              <a:ext cx="949608" cy="890142"/>
              <a:chOff x="5330919" y="4897904"/>
              <a:chExt cx="1007494" cy="93982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9587A3ED-3F5F-CBC7-C05E-4F1C2DCC1A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CF4AFF06-233E-5734-AE65-197E81BAD87B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137" name="Picture 2" descr="Lance Icon #332107 - Free Icons Library">
                  <a:extLst>
                    <a:ext uri="{FF2B5EF4-FFF2-40B4-BE49-F238E27FC236}">
                      <a16:creationId xmlns:a16="http://schemas.microsoft.com/office/drawing/2014/main" id="{D8D5E26E-8733-55E8-7329-07A2CF2C8A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95CEAE-57D2-DA1B-08DB-D0B198B8F56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DD3BDC-B3B2-C703-6734-622FD1346D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49BBD9FA-F7FE-850B-9D17-0EF3AE9901A1}"/>
                </a:ext>
              </a:extLst>
            </p:cNvPr>
            <p:cNvGrpSpPr/>
            <p:nvPr/>
          </p:nvGrpSpPr>
          <p:grpSpPr>
            <a:xfrm>
              <a:off x="6544843" y="3392408"/>
              <a:ext cx="1527048" cy="1508760"/>
              <a:chOff x="2228464" y="769658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2C8811A-3F69-5420-F1BF-6512E625DFF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Teardrop 133">
                <a:extLst>
                  <a:ext uri="{FF2B5EF4-FFF2-40B4-BE49-F238E27FC236}">
                    <a16:creationId xmlns:a16="http://schemas.microsoft.com/office/drawing/2014/main" id="{C6AE28E3-9F9E-D70B-6D6D-565F992661ED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D4E474-90F1-0601-2DFF-121A6A0368A6}"/>
              </a:ext>
            </a:extLst>
          </p:cNvPr>
          <p:cNvGrpSpPr/>
          <p:nvPr/>
        </p:nvGrpSpPr>
        <p:grpSpPr>
          <a:xfrm>
            <a:off x="6102280" y="584730"/>
            <a:ext cx="1042416" cy="1033855"/>
            <a:chOff x="4521760" y="3327989"/>
            <a:chExt cx="1527048" cy="1514507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DFF8014D-E4A5-7AC0-B30E-5398F1009EBD}"/>
                </a:ext>
              </a:extLst>
            </p:cNvPr>
            <p:cNvGrpSpPr/>
            <p:nvPr/>
          </p:nvGrpSpPr>
          <p:grpSpPr>
            <a:xfrm>
              <a:off x="4973755" y="3818368"/>
              <a:ext cx="491516" cy="1024128"/>
              <a:chOff x="4175671" y="3350868"/>
              <a:chExt cx="584643" cy="1235338"/>
            </a:xfrm>
          </p:grpSpPr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F5E0ECD4-18E4-EF42-D2E3-C17BF7D1E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5" name="Picture 114">
                <a:extLst>
                  <a:ext uri="{FF2B5EF4-FFF2-40B4-BE49-F238E27FC236}">
                    <a16:creationId xmlns:a16="http://schemas.microsoft.com/office/drawing/2014/main" id="{9EADFC0E-BC2E-325B-453C-70BCF8488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E3827633-7D8F-F575-5AEF-7E642FCD27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EAF5063E-3CAC-D42B-1237-8BA14205B86C}"/>
                </a:ext>
              </a:extLst>
            </p:cNvPr>
            <p:cNvGrpSpPr/>
            <p:nvPr/>
          </p:nvGrpSpPr>
          <p:grpSpPr>
            <a:xfrm>
              <a:off x="4521760" y="3327989"/>
              <a:ext cx="1527048" cy="1480573"/>
              <a:chOff x="2228464" y="769658"/>
              <a:chExt cx="1530220" cy="1504560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290E313-6BF1-F597-55B3-7CD78C1B8AE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eardrop 112">
                <a:extLst>
                  <a:ext uri="{FF2B5EF4-FFF2-40B4-BE49-F238E27FC236}">
                    <a16:creationId xmlns:a16="http://schemas.microsoft.com/office/drawing/2014/main" id="{F660B670-B2FB-7E45-D7BE-48B585B3EBB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0" name="Star: 6 Points 139">
              <a:extLst>
                <a:ext uri="{FF2B5EF4-FFF2-40B4-BE49-F238E27FC236}">
                  <a16:creationId xmlns:a16="http://schemas.microsoft.com/office/drawing/2014/main" id="{EAE95B56-C843-A961-7690-B3A4193839B6}"/>
                </a:ext>
              </a:extLst>
            </p:cNvPr>
            <p:cNvSpPr/>
            <p:nvPr/>
          </p:nvSpPr>
          <p:spPr>
            <a:xfrm>
              <a:off x="5520471" y="360020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6F8B437-3F20-F8EC-5BCB-82B8F2F5F2F9}"/>
              </a:ext>
            </a:extLst>
          </p:cNvPr>
          <p:cNvGrpSpPr/>
          <p:nvPr/>
        </p:nvGrpSpPr>
        <p:grpSpPr>
          <a:xfrm>
            <a:off x="6051169" y="5674772"/>
            <a:ext cx="1042416" cy="1029932"/>
            <a:chOff x="8602038" y="3327755"/>
            <a:chExt cx="1527048" cy="1508760"/>
          </a:xfrm>
        </p:grpSpPr>
        <p:pic>
          <p:nvPicPr>
            <p:cNvPr id="118" name="Picture 117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899FECA8-A4E3-C708-39B0-4EF656F7A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1287" y="3713235"/>
              <a:ext cx="1022460" cy="1027444"/>
            </a:xfrm>
            <a:prstGeom prst="rect">
              <a:avLst/>
            </a:prstGeom>
          </p:spPr>
        </p:pic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70271C5C-D0FB-8152-4135-2E57EC3E96A0}"/>
                </a:ext>
              </a:extLst>
            </p:cNvPr>
            <p:cNvGrpSpPr/>
            <p:nvPr/>
          </p:nvGrpSpPr>
          <p:grpSpPr>
            <a:xfrm>
              <a:off x="8602038" y="3327755"/>
              <a:ext cx="1527048" cy="1508760"/>
              <a:chOff x="352772" y="769658"/>
              <a:chExt cx="1530220" cy="1504560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24AF4D2A-CC1A-0A06-FA53-8CD27BFAE79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Teardrop 120">
                <a:extLst>
                  <a:ext uri="{FF2B5EF4-FFF2-40B4-BE49-F238E27FC236}">
                    <a16:creationId xmlns:a16="http://schemas.microsoft.com/office/drawing/2014/main" id="{5DFEFE5F-F32C-0289-95F1-A7DF6ED6C73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EEB34E6-3E64-8370-3616-9C34A5A1D182}"/>
                </a:ext>
              </a:extLst>
            </p:cNvPr>
            <p:cNvGrpSpPr/>
            <p:nvPr/>
          </p:nvGrpSpPr>
          <p:grpSpPr>
            <a:xfrm>
              <a:off x="9436061" y="3618843"/>
              <a:ext cx="468635" cy="413537"/>
              <a:chOff x="9550162" y="3618843"/>
              <a:chExt cx="354534" cy="31285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BD23CD47-9D57-C92E-F586-714AC86A6AE4}"/>
                  </a:ext>
                </a:extLst>
              </p:cNvPr>
              <p:cNvSpPr/>
              <p:nvPr/>
            </p:nvSpPr>
            <p:spPr>
              <a:xfrm>
                <a:off x="9639611" y="3618843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247A5CA3-FF47-BA0F-CF4D-28A0AA5E08F6}"/>
                  </a:ext>
                </a:extLst>
              </p:cNvPr>
              <p:cNvSpPr/>
              <p:nvPr/>
            </p:nvSpPr>
            <p:spPr>
              <a:xfrm>
                <a:off x="9550162" y="3757752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E676FA24-0200-748E-DD30-3EFA08035E4E}"/>
                  </a:ext>
                </a:extLst>
              </p:cNvPr>
              <p:cNvSpPr/>
              <p:nvPr/>
            </p:nvSpPr>
            <p:spPr>
              <a:xfrm>
                <a:off x="9727973" y="3762396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22C1ABE-E776-F56A-BBA4-E840B9065F10}"/>
              </a:ext>
            </a:extLst>
          </p:cNvPr>
          <p:cNvGrpSpPr/>
          <p:nvPr/>
        </p:nvGrpSpPr>
        <p:grpSpPr>
          <a:xfrm>
            <a:off x="3699701" y="5684617"/>
            <a:ext cx="1042416" cy="1029932"/>
            <a:chOff x="8237686" y="657232"/>
            <a:chExt cx="1527048" cy="15087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A3D8BE7B-3987-533A-971D-1249259E662B}"/>
                </a:ext>
              </a:extLst>
            </p:cNvPr>
            <p:cNvGrpSpPr/>
            <p:nvPr/>
          </p:nvGrpSpPr>
          <p:grpSpPr>
            <a:xfrm>
              <a:off x="8523300" y="1155952"/>
              <a:ext cx="959302" cy="847523"/>
              <a:chOff x="6194169" y="5424303"/>
              <a:chExt cx="961295" cy="845164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BBA97008-F0D0-BE5E-84AA-88B18F9C7A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154" name="Picture 153" descr="Icon&#10;&#10;Description automatically generated">
                <a:extLst>
                  <a:ext uri="{FF2B5EF4-FFF2-40B4-BE49-F238E27FC236}">
                    <a16:creationId xmlns:a16="http://schemas.microsoft.com/office/drawing/2014/main" id="{239CE77C-7512-EAF3-A90A-611D267D683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A6B5F7F-F798-12BA-9B8C-86BA8F745EFD}"/>
                </a:ext>
              </a:extLst>
            </p:cNvPr>
            <p:cNvGrpSpPr/>
            <p:nvPr/>
          </p:nvGrpSpPr>
          <p:grpSpPr>
            <a:xfrm>
              <a:off x="8237686" y="657232"/>
              <a:ext cx="1527048" cy="1508760"/>
              <a:chOff x="352772" y="769658"/>
              <a:chExt cx="1530220" cy="1504560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7990203-92E3-3C98-1553-9B1A32368C9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Teardrop 151">
                <a:extLst>
                  <a:ext uri="{FF2B5EF4-FFF2-40B4-BE49-F238E27FC236}">
                    <a16:creationId xmlns:a16="http://schemas.microsoft.com/office/drawing/2014/main" id="{6EE39D6D-E677-8674-863C-95AA36E0F974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5" name="Star: 6 Points 154">
              <a:extLst>
                <a:ext uri="{FF2B5EF4-FFF2-40B4-BE49-F238E27FC236}">
                  <a16:creationId xmlns:a16="http://schemas.microsoft.com/office/drawing/2014/main" id="{20C57EFE-292A-8E90-2853-35F071F5B924}"/>
                </a:ext>
              </a:extLst>
            </p:cNvPr>
            <p:cNvSpPr/>
            <p:nvPr/>
          </p:nvSpPr>
          <p:spPr>
            <a:xfrm>
              <a:off x="9254804" y="93085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8AEAFF4-B5AF-435F-97A5-1FFA75A355BC}"/>
              </a:ext>
            </a:extLst>
          </p:cNvPr>
          <p:cNvGrpSpPr/>
          <p:nvPr/>
        </p:nvGrpSpPr>
        <p:grpSpPr>
          <a:xfrm>
            <a:off x="9914173" y="4085927"/>
            <a:ext cx="224894" cy="458529"/>
            <a:chOff x="1671579" y="3879426"/>
            <a:chExt cx="609600" cy="896782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4E4B994-68A7-4916-AA63-0A6018FFDB09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9927CEF7-1D85-424D-A1B6-C996EE3B56D6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row: Right 105">
              <a:extLst>
                <a:ext uri="{FF2B5EF4-FFF2-40B4-BE49-F238E27FC236}">
                  <a16:creationId xmlns:a16="http://schemas.microsoft.com/office/drawing/2014/main" id="{62D1CE95-D439-45AC-BC21-7BBE6909A7EA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F9AD695-3277-40E1-A647-747BD7625D0A}"/>
              </a:ext>
            </a:extLst>
          </p:cNvPr>
          <p:cNvGrpSpPr/>
          <p:nvPr/>
        </p:nvGrpSpPr>
        <p:grpSpPr>
          <a:xfrm>
            <a:off x="10156208" y="4207512"/>
            <a:ext cx="790222" cy="910095"/>
            <a:chOff x="4336171" y="5052482"/>
            <a:chExt cx="790222" cy="910095"/>
          </a:xfrm>
        </p:grpSpPr>
        <p:pic>
          <p:nvPicPr>
            <p:cNvPr id="1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A730B49B-33AE-4E33-BBC3-E8DD9283B3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4704274" y="5235122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7913E8A-8EC2-4046-ABA2-58C24679B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36171" y="5052482"/>
              <a:ext cx="368103" cy="617171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1447F0-97C7-E22E-F429-4862D2D8D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87274">
            <a:off x="410395" y="558006"/>
            <a:ext cx="845384" cy="3259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1E2C4C-C804-1541-2484-B62F07DF4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501" y="3276599"/>
            <a:ext cx="231012" cy="428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B228A-105A-2857-417B-7A1B80AF4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941" y="1858962"/>
            <a:ext cx="1543050" cy="29527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DBF548C-208F-9C31-2AA7-BC028869294E}"/>
              </a:ext>
            </a:extLst>
          </p:cNvPr>
          <p:cNvGrpSpPr/>
          <p:nvPr/>
        </p:nvGrpSpPr>
        <p:grpSpPr>
          <a:xfrm>
            <a:off x="1602601" y="402718"/>
            <a:ext cx="1027992" cy="796156"/>
            <a:chOff x="2872601" y="2994794"/>
            <a:chExt cx="1027992" cy="79615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8170197-213F-8278-5C2F-BA65E6302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47940-990D-201D-7278-8357BBDBA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17ACAF2-DB74-698C-1807-A6ABDE6D2B4E}"/>
              </a:ext>
            </a:extLst>
          </p:cNvPr>
          <p:cNvGrpSpPr/>
          <p:nvPr/>
        </p:nvGrpSpPr>
        <p:grpSpPr>
          <a:xfrm>
            <a:off x="2954573" y="1450677"/>
            <a:ext cx="224894" cy="458529"/>
            <a:chOff x="1671579" y="3879426"/>
            <a:chExt cx="609600" cy="89678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F11373-EEA0-7BA8-8B18-0B088F9AB4C6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3467FB-D889-6711-D836-566577176A81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228DB636-93E8-A21C-C0E2-B172D48BC998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AA7A9916-B3E2-2285-A702-122F38E62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004281">
            <a:off x="4022557" y="1415403"/>
            <a:ext cx="753167" cy="1441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93B482C-7316-92AF-F92C-CD81A34DC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87274">
            <a:off x="3773466" y="1151275"/>
            <a:ext cx="845384" cy="325931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80DB5D8D-B162-70F6-707C-BF3C28BDF29E}"/>
              </a:ext>
            </a:extLst>
          </p:cNvPr>
          <p:cNvGrpSpPr/>
          <p:nvPr/>
        </p:nvGrpSpPr>
        <p:grpSpPr>
          <a:xfrm>
            <a:off x="3540049" y="701923"/>
            <a:ext cx="1371600" cy="1371600"/>
            <a:chOff x="1298501" y="962272"/>
            <a:chExt cx="1371600" cy="137160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6E912DF-5455-6661-DDB4-3B524305A3D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Arrow: Pentagon 27">
              <a:extLst>
                <a:ext uri="{FF2B5EF4-FFF2-40B4-BE49-F238E27FC236}">
                  <a16:creationId xmlns:a16="http://schemas.microsoft.com/office/drawing/2014/main" id="{47D2F88C-7F1E-CDC3-7FDE-33C17E5FB81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2B18FE4-31C8-8A8B-7B7C-CD0DFA567623}"/>
              </a:ext>
            </a:extLst>
          </p:cNvPr>
          <p:cNvGrpSpPr/>
          <p:nvPr/>
        </p:nvGrpSpPr>
        <p:grpSpPr>
          <a:xfrm>
            <a:off x="546541" y="2727815"/>
            <a:ext cx="813727" cy="477825"/>
            <a:chOff x="3243145" y="3555274"/>
            <a:chExt cx="2506443" cy="147179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05038E1-13DA-DD3A-19D0-B7C2FD53436C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CF48D29-BF3A-FA92-9C5C-194068FD4906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6B3F4BA-F128-4DE6-12BF-05C51911410E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Single Corner Snipped 4">
              <a:extLst>
                <a:ext uri="{FF2B5EF4-FFF2-40B4-BE49-F238E27FC236}">
                  <a16:creationId xmlns:a16="http://schemas.microsoft.com/office/drawing/2014/main" id="{6D44BDEE-AC4D-6F4D-8E92-663DA327FE44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1309</TotalTime>
  <Words>12</Words>
  <Application>Microsoft Office PowerPoint</Application>
  <PresentationFormat>Widescreen</PresentationFormat>
  <Paragraphs>11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95</cp:revision>
  <dcterms:created xsi:type="dcterms:W3CDTF">2022-01-10T19:03:27Z</dcterms:created>
  <dcterms:modified xsi:type="dcterms:W3CDTF">2022-06-01T01:12:15Z</dcterms:modified>
</cp:coreProperties>
</file>