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12" Type="http://schemas.openxmlformats.org/officeDocument/2006/relationships/image" Target="../media/image1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jpeg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35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12" Type="http://schemas.openxmlformats.org/officeDocument/2006/relationships/image" Target="../media/image34.png"/><Relationship Id="rId2" Type="http://schemas.openxmlformats.org/officeDocument/2006/relationships/image" Target="../media/image25.jpe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3.png"/><Relationship Id="rId5" Type="http://schemas.openxmlformats.org/officeDocument/2006/relationships/image" Target="../media/image28.jpe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.jpeg"/><Relationship Id="rId5" Type="http://schemas.openxmlformats.org/officeDocument/2006/relationships/image" Target="../media/image40.jpeg"/><Relationship Id="rId15" Type="http://schemas.openxmlformats.org/officeDocument/2006/relationships/image" Target="../media/image47.png"/><Relationship Id="rId10" Type="http://schemas.openxmlformats.org/officeDocument/2006/relationships/image" Target="../media/image44.png"/><Relationship Id="rId4" Type="http://schemas.openxmlformats.org/officeDocument/2006/relationships/image" Target="../media/image39.png"/><Relationship Id="rId9" Type="http://schemas.openxmlformats.org/officeDocument/2006/relationships/image" Target="../media/image43.png"/><Relationship Id="rId1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9.png"/><Relationship Id="rId7" Type="http://schemas.openxmlformats.org/officeDocument/2006/relationships/image" Target="../media/image16.png"/><Relationship Id="rId12" Type="http://schemas.openxmlformats.org/officeDocument/2006/relationships/image" Target="../media/image56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5.png"/><Relationship Id="rId5" Type="http://schemas.openxmlformats.org/officeDocument/2006/relationships/image" Target="../media/image51.png"/><Relationship Id="rId10" Type="http://schemas.openxmlformats.org/officeDocument/2006/relationships/image" Target="../media/image54.jpeg"/><Relationship Id="rId4" Type="http://schemas.openxmlformats.org/officeDocument/2006/relationships/image" Target="../media/image50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13.png"/><Relationship Id="rId3" Type="http://schemas.openxmlformats.org/officeDocument/2006/relationships/image" Target="../media/image4.jpeg"/><Relationship Id="rId7" Type="http://schemas.openxmlformats.org/officeDocument/2006/relationships/image" Target="../media/image58.png"/><Relationship Id="rId12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61.png"/><Relationship Id="rId5" Type="http://schemas.openxmlformats.org/officeDocument/2006/relationships/image" Target="../media/image29.jpeg"/><Relationship Id="rId10" Type="http://schemas.openxmlformats.org/officeDocument/2006/relationships/image" Target="../media/image51.png"/><Relationship Id="rId4" Type="http://schemas.openxmlformats.org/officeDocument/2006/relationships/image" Target="../media/image28.jpeg"/><Relationship Id="rId9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4.png"/><Relationship Id="rId7" Type="http://schemas.openxmlformats.org/officeDocument/2006/relationships/image" Target="../media/image67.jpeg"/><Relationship Id="rId12" Type="http://schemas.openxmlformats.org/officeDocument/2006/relationships/image" Target="../media/image21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35.jpeg"/><Relationship Id="rId5" Type="http://schemas.openxmlformats.org/officeDocument/2006/relationships/image" Target="../media/image65.jpeg"/><Relationship Id="rId10" Type="http://schemas.openxmlformats.org/officeDocument/2006/relationships/image" Target="../media/image68.png"/><Relationship Id="rId4" Type="http://schemas.openxmlformats.org/officeDocument/2006/relationships/image" Target="../media/image49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70.png"/><Relationship Id="rId7" Type="http://schemas.openxmlformats.org/officeDocument/2006/relationships/image" Target="../media/image73.png"/><Relationship Id="rId12" Type="http://schemas.openxmlformats.org/officeDocument/2006/relationships/image" Target="../media/image17.jpe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5.png"/><Relationship Id="rId5" Type="http://schemas.openxmlformats.org/officeDocument/2006/relationships/image" Target="../media/image52.png"/><Relationship Id="rId10" Type="http://schemas.openxmlformats.org/officeDocument/2006/relationships/image" Target="../media/image74.png"/><Relationship Id="rId4" Type="http://schemas.openxmlformats.org/officeDocument/2006/relationships/image" Target="../media/image71.png"/><Relationship Id="rId9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1.png"/><Relationship Id="rId18" Type="http://schemas.openxmlformats.org/officeDocument/2006/relationships/image" Target="../media/image70.png"/><Relationship Id="rId26" Type="http://schemas.openxmlformats.org/officeDocument/2006/relationships/image" Target="../media/image19.png"/><Relationship Id="rId3" Type="http://schemas.openxmlformats.org/officeDocument/2006/relationships/image" Target="../media/image9.png"/><Relationship Id="rId21" Type="http://schemas.openxmlformats.org/officeDocument/2006/relationships/image" Target="../media/image74.png"/><Relationship Id="rId7" Type="http://schemas.openxmlformats.org/officeDocument/2006/relationships/image" Target="../media/image25.jpeg"/><Relationship Id="rId12" Type="http://schemas.openxmlformats.org/officeDocument/2006/relationships/image" Target="../media/image47.png"/><Relationship Id="rId17" Type="http://schemas.openxmlformats.org/officeDocument/2006/relationships/image" Target="../media/image21.png"/><Relationship Id="rId25" Type="http://schemas.openxmlformats.org/officeDocument/2006/relationships/image" Target="../media/image17.jpeg"/><Relationship Id="rId2" Type="http://schemas.openxmlformats.org/officeDocument/2006/relationships/image" Target="../media/image2.png"/><Relationship Id="rId16" Type="http://schemas.openxmlformats.org/officeDocument/2006/relationships/image" Target="../media/image68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5.jpeg"/><Relationship Id="rId24" Type="http://schemas.openxmlformats.org/officeDocument/2006/relationships/image" Target="../media/image69.png"/><Relationship Id="rId5" Type="http://schemas.openxmlformats.org/officeDocument/2006/relationships/image" Target="../media/image1.png"/><Relationship Id="rId15" Type="http://schemas.openxmlformats.org/officeDocument/2006/relationships/image" Target="../media/image13.png"/><Relationship Id="rId23" Type="http://schemas.openxmlformats.org/officeDocument/2006/relationships/image" Target="../media/image76.jpeg"/><Relationship Id="rId10" Type="http://schemas.openxmlformats.org/officeDocument/2006/relationships/image" Target="../media/image26.png"/><Relationship Id="rId19" Type="http://schemas.openxmlformats.org/officeDocument/2006/relationships/image" Target="../media/image73.png"/><Relationship Id="rId4" Type="http://schemas.openxmlformats.org/officeDocument/2006/relationships/image" Target="../media/image12.png"/><Relationship Id="rId9" Type="http://schemas.openxmlformats.org/officeDocument/2006/relationships/image" Target="../media/image37.png"/><Relationship Id="rId14" Type="http://schemas.openxmlformats.org/officeDocument/2006/relationships/image" Target="../media/image62.png"/><Relationship Id="rId22" Type="http://schemas.openxmlformats.org/officeDocument/2006/relationships/image" Target="../media/image75.png"/><Relationship Id="rId27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3" Type="http://schemas.openxmlformats.org/officeDocument/2006/relationships/image" Target="../media/image55.png"/><Relationship Id="rId21" Type="http://schemas.openxmlformats.org/officeDocument/2006/relationships/image" Target="../media/image66.png"/><Relationship Id="rId7" Type="http://schemas.openxmlformats.org/officeDocument/2006/relationships/image" Target="../media/image78.jpeg"/><Relationship Id="rId12" Type="http://schemas.openxmlformats.org/officeDocument/2006/relationships/image" Target="../media/image20.png"/><Relationship Id="rId17" Type="http://schemas.openxmlformats.org/officeDocument/2006/relationships/image" Target="../media/image7.png"/><Relationship Id="rId25" Type="http://schemas.openxmlformats.org/officeDocument/2006/relationships/image" Target="../media/image81.png"/><Relationship Id="rId2" Type="http://schemas.openxmlformats.org/officeDocument/2006/relationships/image" Target="../media/image77.jpeg"/><Relationship Id="rId16" Type="http://schemas.openxmlformats.org/officeDocument/2006/relationships/image" Target="../media/image51.png"/><Relationship Id="rId20" Type="http://schemas.openxmlformats.org/officeDocument/2006/relationships/image" Target="../media/image6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11" Type="http://schemas.openxmlformats.org/officeDocument/2006/relationships/image" Target="../media/image29.jpeg"/><Relationship Id="rId24" Type="http://schemas.openxmlformats.org/officeDocument/2006/relationships/image" Target="../media/image80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23" Type="http://schemas.openxmlformats.org/officeDocument/2006/relationships/image" Target="../media/image79.png"/><Relationship Id="rId10" Type="http://schemas.openxmlformats.org/officeDocument/2006/relationships/image" Target="../media/image28.jpeg"/><Relationship Id="rId19" Type="http://schemas.openxmlformats.org/officeDocument/2006/relationships/image" Target="../media/image64.png"/><Relationship Id="rId4" Type="http://schemas.openxmlformats.org/officeDocument/2006/relationships/image" Target="../media/image50.jpeg"/><Relationship Id="rId9" Type="http://schemas.openxmlformats.org/officeDocument/2006/relationships/image" Target="../media/image4.jpeg"/><Relationship Id="rId14" Type="http://schemas.openxmlformats.org/officeDocument/2006/relationships/image" Target="../media/image60.png"/><Relationship Id="rId22" Type="http://schemas.openxmlformats.org/officeDocument/2006/relationships/image" Target="../media/image67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42.png"/><Relationship Id="rId18" Type="http://schemas.openxmlformats.org/officeDocument/2006/relationships/image" Target="../media/image15.jpeg"/><Relationship Id="rId26" Type="http://schemas.openxmlformats.org/officeDocument/2006/relationships/image" Target="../media/image54.jpeg"/><Relationship Id="rId3" Type="http://schemas.openxmlformats.org/officeDocument/2006/relationships/image" Target="../media/image28.jpeg"/><Relationship Id="rId21" Type="http://schemas.openxmlformats.org/officeDocument/2006/relationships/image" Target="../media/image40.jpeg"/><Relationship Id="rId7" Type="http://schemas.openxmlformats.org/officeDocument/2006/relationships/image" Target="../media/image29.jpeg"/><Relationship Id="rId12" Type="http://schemas.openxmlformats.org/officeDocument/2006/relationships/image" Target="../media/image31.jpeg"/><Relationship Id="rId17" Type="http://schemas.openxmlformats.org/officeDocument/2006/relationships/image" Target="../media/image44.png"/><Relationship Id="rId25" Type="http://schemas.openxmlformats.org/officeDocument/2006/relationships/image" Target="../media/image53.png"/><Relationship Id="rId2" Type="http://schemas.openxmlformats.org/officeDocument/2006/relationships/image" Target="../media/image22.jpeg"/><Relationship Id="rId16" Type="http://schemas.openxmlformats.org/officeDocument/2006/relationships/image" Target="../media/image43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2.png"/><Relationship Id="rId24" Type="http://schemas.openxmlformats.org/officeDocument/2006/relationships/image" Target="../media/image52.png"/><Relationship Id="rId5" Type="http://schemas.openxmlformats.org/officeDocument/2006/relationships/image" Target="../media/image33.png"/><Relationship Id="rId15" Type="http://schemas.openxmlformats.org/officeDocument/2006/relationships/image" Target="../media/image6.png"/><Relationship Id="rId23" Type="http://schemas.openxmlformats.org/officeDocument/2006/relationships/image" Target="../media/image12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1.png"/><Relationship Id="rId9" Type="http://schemas.openxmlformats.org/officeDocument/2006/relationships/image" Target="../media/image35.jpeg"/><Relationship Id="rId14" Type="http://schemas.openxmlformats.org/officeDocument/2006/relationships/image" Target="../media/image41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.png"/><Relationship Id="rId18" Type="http://schemas.openxmlformats.org/officeDocument/2006/relationships/image" Target="../media/image17.jpeg"/><Relationship Id="rId3" Type="http://schemas.openxmlformats.org/officeDocument/2006/relationships/image" Target="../media/image5.png"/><Relationship Id="rId21" Type="http://schemas.openxmlformats.org/officeDocument/2006/relationships/image" Target="../media/image20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6.png"/><Relationship Id="rId16" Type="http://schemas.openxmlformats.org/officeDocument/2006/relationships/image" Target="../media/image14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2.png"/><Relationship Id="rId24" Type="http://schemas.openxmlformats.org/officeDocument/2006/relationships/image" Target="../media/image21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3.png"/><Relationship Id="rId10" Type="http://schemas.openxmlformats.org/officeDocument/2006/relationships/image" Target="../media/image82.png"/><Relationship Id="rId19" Type="http://schemas.openxmlformats.org/officeDocument/2006/relationships/image" Target="../media/image7.png"/><Relationship Id="rId4" Type="http://schemas.openxmlformats.org/officeDocument/2006/relationships/image" Target="../media/image4.jpeg"/><Relationship Id="rId9" Type="http://schemas.openxmlformats.org/officeDocument/2006/relationships/image" Target="../media/image3.png"/><Relationship Id="rId14" Type="http://schemas.openxmlformats.org/officeDocument/2006/relationships/image" Target="../media/image83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23">
            <a:extLst>
              <a:ext uri="{FF2B5EF4-FFF2-40B4-BE49-F238E27FC236}">
                <a16:creationId xmlns:a16="http://schemas.microsoft.com/office/drawing/2014/main" id="{E2F83192-587D-40AF-BCBA-BF07B8AC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75" y="3348229"/>
            <a:ext cx="324909" cy="430200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163F50B-2277-4C81-98F7-9B80FA34B047}"/>
              </a:ext>
            </a:extLst>
          </p:cNvPr>
          <p:cNvGrpSpPr/>
          <p:nvPr/>
        </p:nvGrpSpPr>
        <p:grpSpPr>
          <a:xfrm>
            <a:off x="4949091" y="3160129"/>
            <a:ext cx="610151" cy="519643"/>
            <a:chOff x="2025344" y="4153673"/>
            <a:chExt cx="918521" cy="78227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57FD4895-3C6A-48BB-8F43-063DC87BB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A54D2710-5487-4694-A3E9-CD36A0B5D5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89EBD0C-95F1-4A39-8A7B-0A2F40090464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475862" y="342901"/>
            <a:chExt cx="1530220" cy="1504560"/>
          </a:xfrm>
        </p:grpSpPr>
        <p:sp>
          <p:nvSpPr>
            <p:cNvPr id="128" name="Arrow: Pentagon 127">
              <a:extLst>
                <a:ext uri="{FF2B5EF4-FFF2-40B4-BE49-F238E27FC236}">
                  <a16:creationId xmlns:a16="http://schemas.microsoft.com/office/drawing/2014/main" id="{065FEE0C-6200-44FF-B272-292ED1668E81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48DD285C-0262-4BB5-A1D0-AC04E6FCD133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4119821" y="4722741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2329010" y="4722741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7768406" y="4722741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5977595" y="4722741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8115013" y="5121610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4B400873-0C9E-4423-9AA0-BC020058D37B}"/>
              </a:ext>
            </a:extLst>
          </p:cNvPr>
          <p:cNvGrpSpPr/>
          <p:nvPr/>
        </p:nvGrpSpPr>
        <p:grpSpPr>
          <a:xfrm>
            <a:off x="4119821" y="905612"/>
            <a:ext cx="1530220" cy="1504560"/>
            <a:chOff x="2307593" y="905612"/>
            <a:chExt cx="1530220" cy="1504560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DB82B7C9-BC14-44C9-A9C4-1D02CCD99AC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: Diagonal Corners Snipped 168">
              <a:extLst>
                <a:ext uri="{FF2B5EF4-FFF2-40B4-BE49-F238E27FC236}">
                  <a16:creationId xmlns:a16="http://schemas.microsoft.com/office/drawing/2014/main" id="{C7387397-DBAE-4625-9B0F-19A78A36DF35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1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87B569F2-038D-455E-9BD7-549E5D91B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369613">
            <a:off x="4625929" y="1493321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2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AA9AAB0E-FFB5-4BF1-9B83-F8BAAB00C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06770" flipH="1">
            <a:off x="4367844" y="1384142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4323062" y="4787458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2361836" y="4787458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E3770D6-52E0-4BF6-A05D-0185C64CC232}"/>
              </a:ext>
            </a:extLst>
          </p:cNvPr>
          <p:cNvGrpSpPr/>
          <p:nvPr/>
        </p:nvGrpSpPr>
        <p:grpSpPr>
          <a:xfrm>
            <a:off x="4287906" y="2832151"/>
            <a:ext cx="1530220" cy="1504560"/>
            <a:chOff x="475862" y="905612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9AD8E21-7247-4DA8-B8B3-9E38911BA60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lowchart: Display 130">
              <a:extLst>
                <a:ext uri="{FF2B5EF4-FFF2-40B4-BE49-F238E27FC236}">
                  <a16:creationId xmlns:a16="http://schemas.microsoft.com/office/drawing/2014/main" id="{C43ED343-9F84-4C40-A658-854EA7CA8B78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65B0D05-E493-4899-9B57-B2F9DF66EBE9}"/>
              </a:ext>
            </a:extLst>
          </p:cNvPr>
          <p:cNvGrpSpPr/>
          <p:nvPr/>
        </p:nvGrpSpPr>
        <p:grpSpPr>
          <a:xfrm>
            <a:off x="6162940" y="2832151"/>
            <a:ext cx="1530220" cy="1504560"/>
            <a:chOff x="475862" y="905612"/>
            <a:chExt cx="1530220" cy="150456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645BEC30-FA6A-428D-94D2-3205D5EAF1D5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Flowchart: Display 133">
              <a:extLst>
                <a:ext uri="{FF2B5EF4-FFF2-40B4-BE49-F238E27FC236}">
                  <a16:creationId xmlns:a16="http://schemas.microsoft.com/office/drawing/2014/main" id="{B76E0E44-4E29-413C-A122-413C3DFF446F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F9D113E-99FF-4CF6-A49D-C6DD3577016A}"/>
              </a:ext>
            </a:extLst>
          </p:cNvPr>
          <p:cNvGrpSpPr/>
          <p:nvPr/>
        </p:nvGrpSpPr>
        <p:grpSpPr>
          <a:xfrm>
            <a:off x="4712813" y="3325626"/>
            <a:ext cx="673522" cy="691053"/>
            <a:chOff x="5679550" y="3756554"/>
            <a:chExt cx="1025561" cy="1052253"/>
          </a:xfrm>
        </p:grpSpPr>
        <p:sp>
          <p:nvSpPr>
            <p:cNvPr id="136" name="Cross 135">
              <a:extLst>
                <a:ext uri="{FF2B5EF4-FFF2-40B4-BE49-F238E27FC236}">
                  <a16:creationId xmlns:a16="http://schemas.microsoft.com/office/drawing/2014/main" id="{B3664B08-10F4-49EB-A5A8-7705D0FF560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Cross 136">
              <a:extLst>
                <a:ext uri="{FF2B5EF4-FFF2-40B4-BE49-F238E27FC236}">
                  <a16:creationId xmlns:a16="http://schemas.microsoft.com/office/drawing/2014/main" id="{3701F42C-231F-41D9-9F98-4889F0EE6594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4" descr="Injector Icon #428145 - Free Icons Library">
            <a:extLst>
              <a:ext uri="{FF2B5EF4-FFF2-40B4-BE49-F238E27FC236}">
                <a16:creationId xmlns:a16="http://schemas.microsoft.com/office/drawing/2014/main" id="{A1A4336E-3DCF-4968-A364-4E42951B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315" y="3246853"/>
            <a:ext cx="983365" cy="98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6461358" y="5176855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37BB9C2-FD5E-4F59-A139-B9C37BB18AB6}"/>
              </a:ext>
            </a:extLst>
          </p:cNvPr>
          <p:cNvGrpSpPr/>
          <p:nvPr/>
        </p:nvGrpSpPr>
        <p:grpSpPr>
          <a:xfrm>
            <a:off x="781933" y="3250400"/>
            <a:ext cx="730501" cy="772306"/>
            <a:chOff x="781933" y="3250400"/>
            <a:chExt cx="730501" cy="77230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689919">
              <a:off x="781933" y="3335830"/>
              <a:ext cx="198963" cy="369503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3239" y="3250400"/>
              <a:ext cx="549195" cy="772306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6080575" y="4836630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2737068" y="5414321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2360348" y="4817472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4191070" y="4836630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538" y="5415688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CA02C0A3-9116-4286-9F17-EE14CB8793E8}"/>
              </a:ext>
            </a:extLst>
          </p:cNvPr>
          <p:cNvGrpSpPr/>
          <p:nvPr/>
        </p:nvGrpSpPr>
        <p:grpSpPr>
          <a:xfrm>
            <a:off x="4297586" y="2832151"/>
            <a:ext cx="1530220" cy="1504560"/>
            <a:chOff x="423110" y="905612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1E63172-60E9-4D07-BE27-FFFB45BA31C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Plaque 115">
              <a:extLst>
                <a:ext uri="{FF2B5EF4-FFF2-40B4-BE49-F238E27FC236}">
                  <a16:creationId xmlns:a16="http://schemas.microsoft.com/office/drawing/2014/main" id="{FDE7A714-5044-4BDD-B215-A1E259FECFF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2A7778-2660-43FD-953C-D119E5B2B02F}"/>
              </a:ext>
            </a:extLst>
          </p:cNvPr>
          <p:cNvGrpSpPr/>
          <p:nvPr/>
        </p:nvGrpSpPr>
        <p:grpSpPr>
          <a:xfrm>
            <a:off x="4564390" y="3326685"/>
            <a:ext cx="972452" cy="688004"/>
            <a:chOff x="4520430" y="3326685"/>
            <a:chExt cx="972452" cy="688004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D5CBE0EA-DE92-4CCB-8F95-0770ED5F6E28}"/>
                </a:ext>
              </a:extLst>
            </p:cNvPr>
            <p:cNvGrpSpPr/>
            <p:nvPr/>
          </p:nvGrpSpPr>
          <p:grpSpPr>
            <a:xfrm>
              <a:off x="4700095" y="3326685"/>
              <a:ext cx="627265" cy="688004"/>
              <a:chOff x="808309" y="3250400"/>
              <a:chExt cx="704125" cy="772306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081C82B8-7DAE-427F-9FA6-E099CA9FF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689919">
                <a:off x="808309" y="3344622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89FA610E-DCA3-4D68-95C5-A21191620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03ADCD43-7DA3-4341-B579-7556AEB34C82}"/>
                </a:ext>
              </a:extLst>
            </p:cNvPr>
            <p:cNvSpPr/>
            <p:nvPr/>
          </p:nvSpPr>
          <p:spPr>
            <a:xfrm>
              <a:off x="4520430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Moon 119">
              <a:extLst>
                <a:ext uri="{FF2B5EF4-FFF2-40B4-BE49-F238E27FC236}">
                  <a16:creationId xmlns:a16="http://schemas.microsoft.com/office/drawing/2014/main" id="{F9958FE2-7D55-4230-BB1C-15CB03966843}"/>
                </a:ext>
              </a:extLst>
            </p:cNvPr>
            <p:cNvSpPr/>
            <p:nvPr/>
          </p:nvSpPr>
          <p:spPr>
            <a:xfrm rot="10800000">
              <a:off x="5358958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66</cp:revision>
  <dcterms:created xsi:type="dcterms:W3CDTF">2022-01-10T19:03:27Z</dcterms:created>
  <dcterms:modified xsi:type="dcterms:W3CDTF">2022-03-31T20:53:14Z</dcterms:modified>
</cp:coreProperties>
</file>