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70" r:id="rId2"/>
    <p:sldId id="271" r:id="rId3"/>
    <p:sldId id="272" r:id="rId4"/>
    <p:sldId id="26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457" autoAdjust="0"/>
    <p:restoredTop sz="96196" autoAdjust="0"/>
  </p:normalViewPr>
  <p:slideViewPr>
    <p:cSldViewPr snapToGrid="0">
      <p:cViewPr>
        <p:scale>
          <a:sx n="150" d="100"/>
          <a:sy n="150" d="100"/>
        </p:scale>
        <p:origin x="108" y="-7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00C406-2328-4788-AE79-437B6607AD22}" type="datetimeFigureOut">
              <a:rPr lang="en-US" smtClean="0"/>
              <a:t>1/25/2023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52C596-00D0-4993-8773-99A1673F4C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2997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C70EA7-1F49-40F9-8B63-1AA99AB669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903D45-BFBD-45DB-91DA-BFB2FF3FE8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E56146-97AF-4206-9D98-3D8706FB14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1/25/2023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A7040E-F45D-4CAA-828E-497F8815EC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63B49E-8573-43A8-883F-1DA3CFBF3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27583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E69B88-58FD-4855-8D1A-B76D115E5A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21BF81-2C2E-43A7-A3B8-AFC76DC672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836996-D32A-4891-AF96-F8F544120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1/25/2023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96A8AA-7E1D-42D6-9FED-99773125C9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7DBECF-3366-4386-837D-70B2741A4F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97091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B3A67-E172-4D94-BFF2-A6087DEB77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CAE05E-EF9A-4423-A725-AA446E7090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7026D0-FD54-4721-A1FB-0542C6CEC2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1/25/2023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EF8EEA-7D69-4A4E-B0FB-781553F79A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F82D0F-609C-48E6-9535-19F49C88E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61824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61783-5355-4037-9325-0A7E89B983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AB144-DB51-42E5-BD6B-D0C1C3633D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8F9B1D-45CD-4824-92E8-91DBA4D4EE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78E8CD-77DE-4644-9B47-F920C8124F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1/25/2023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8C164D-1BA2-4D55-B2C5-503043574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82DE75-11CB-4CB5-AD0C-DD025658CE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6515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CAD64F-BE50-4A8F-B1BD-F955A66340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9B16F5-027D-4DD1-A36C-8AA09683BC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CFC258-38D8-43AD-837F-627EC46632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72BF400-37B1-4AC3-BD13-63B4FA038D3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D6E233-6152-4355-91FC-6808426BB4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F4278AC-2B47-41AF-997B-6D99732168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1/25/2023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731924-40AF-441C-B432-15A570629F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ED1CF1-05F1-49D2-B211-B2BDC6A0E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83312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C0B60-AD74-4C80-B09E-6558D0F997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7FFE5-7F40-4DF2-B98C-D023BE08D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1/25/2023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836E81-74D5-403E-81FF-CC8BB7266E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C0E4E3-A560-4FFF-BCED-EBF9E9CE5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98187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0E2FF2E-A5B0-4C5F-AB12-0F9E2EEDDF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1/25/2023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9AA2A7-EBCB-4C19-BDA4-8AD6D2A97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970B90-18DC-466E-BAE2-B7792C5BD5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75662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43875-AA0F-491F-9B7E-8C763CE0F6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3F20BF-9225-40D5-A0D9-407DA9B362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B84990-0AF2-4884-99F3-189F7FBE69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299B39-077A-41A5-8EBD-474087FC5E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1/25/2023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F6F91A-201B-4B82-B0CD-0208540FF1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C1E6BF-EA0F-4FA4-B6AD-6565888F8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7843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5F21A8-9718-4422-B689-16C03D2EC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63C4486-4B36-4347-8735-00386B5F243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51D3BA-D9FF-4044-BBE6-FF680E0728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6EF3D3-52C7-4164-84C9-0ADB5DF285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1/25/2023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FA11582-7287-413C-8962-BDC961B4BF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34152E-12F8-4C17-953A-817D691511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6340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87171-9630-407B-961A-7DFEA4F79C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430EEA-5BC6-4F03-B4C6-CCC13BEE72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FD91BE-118D-4696-9B10-FB8E30EAA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1/25/2023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1C0A61-FD59-4833-8A94-A5ED9298DE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C18F1B-593B-4E6E-8E49-C434F18B6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60809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EBAEFD8-04A0-4B23-A36C-4FA3A217B1C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36F6D9-49EB-42AF-BB7B-AC5A070C40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E11D6C-8582-4743-8DEE-F75F89B10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1/25/2023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C74E38-69CF-4C9B-9F58-D525E832F5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2E9BBE-178F-488A-B793-DF9A42ECE0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70133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751380C-3B66-4DD0-B214-7EEF23D758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A1D241-3E92-452A-9669-2091E7B9F7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D8C1BE-4C33-4CD2-80C3-5DEB61C94E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C8CD53-0620-48F2-A3BB-2B10BDA60E52}" type="datetimeFigureOut">
              <a:rPr lang="en-US" smtClean="0"/>
              <a:t>1/25/2023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FAF98F-A66A-4AC7-A617-F5F9A84558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2CF5DB-CA13-4D9B-A6C5-F754E496F9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5072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jpeg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jpe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12" Type="http://schemas.openxmlformats.org/officeDocument/2006/relationships/image" Target="../media/image16.jpe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11" Type="http://schemas.openxmlformats.org/officeDocument/2006/relationships/image" Target="../media/image15.jpeg"/><Relationship Id="rId5" Type="http://schemas.openxmlformats.org/officeDocument/2006/relationships/image" Target="../media/image9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26.jpeg"/><Relationship Id="rId18" Type="http://schemas.openxmlformats.org/officeDocument/2006/relationships/image" Target="../media/image31.png"/><Relationship Id="rId3" Type="http://schemas.openxmlformats.org/officeDocument/2006/relationships/image" Target="../media/image18.jpeg"/><Relationship Id="rId7" Type="http://schemas.openxmlformats.org/officeDocument/2006/relationships/image" Target="../media/image22.png"/><Relationship Id="rId12" Type="http://schemas.openxmlformats.org/officeDocument/2006/relationships/image" Target="../media/image25.png"/><Relationship Id="rId17" Type="http://schemas.openxmlformats.org/officeDocument/2006/relationships/image" Target="../media/image30.png"/><Relationship Id="rId2" Type="http://schemas.openxmlformats.org/officeDocument/2006/relationships/image" Target="../media/image17.jpeg"/><Relationship Id="rId16" Type="http://schemas.openxmlformats.org/officeDocument/2006/relationships/image" Target="../media/image29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jpeg"/><Relationship Id="rId11" Type="http://schemas.openxmlformats.org/officeDocument/2006/relationships/image" Target="../media/image24.png"/><Relationship Id="rId5" Type="http://schemas.openxmlformats.org/officeDocument/2006/relationships/image" Target="../media/image20.jpeg"/><Relationship Id="rId15" Type="http://schemas.openxmlformats.org/officeDocument/2006/relationships/image" Target="../media/image28.jpeg"/><Relationship Id="rId10" Type="http://schemas.openxmlformats.org/officeDocument/2006/relationships/image" Target="../media/image4.jpeg"/><Relationship Id="rId19" Type="http://schemas.openxmlformats.org/officeDocument/2006/relationships/image" Target="../media/image32.png"/><Relationship Id="rId4" Type="http://schemas.openxmlformats.org/officeDocument/2006/relationships/image" Target="../media/image19.png"/><Relationship Id="rId9" Type="http://schemas.openxmlformats.org/officeDocument/2006/relationships/image" Target="../media/image23.png"/><Relationship Id="rId14" Type="http://schemas.openxmlformats.org/officeDocument/2006/relationships/image" Target="../media/image27.jpe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jpeg"/><Relationship Id="rId3" Type="http://schemas.openxmlformats.org/officeDocument/2006/relationships/image" Target="../media/image16.jpeg"/><Relationship Id="rId7" Type="http://schemas.openxmlformats.org/officeDocument/2006/relationships/image" Target="../media/image25.png"/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11" Type="http://schemas.openxmlformats.org/officeDocument/2006/relationships/image" Target="../media/image24.png"/><Relationship Id="rId5" Type="http://schemas.openxmlformats.org/officeDocument/2006/relationships/image" Target="../media/image30.png"/><Relationship Id="rId10" Type="http://schemas.openxmlformats.org/officeDocument/2006/relationships/image" Target="../media/image32.png"/><Relationship Id="rId4" Type="http://schemas.openxmlformats.org/officeDocument/2006/relationships/image" Target="../media/image29.jpeg"/><Relationship Id="rId9" Type="http://schemas.openxmlformats.org/officeDocument/2006/relationships/image" Target="../media/image3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roup 41">
            <a:extLst>
              <a:ext uri="{FF2B5EF4-FFF2-40B4-BE49-F238E27FC236}">
                <a16:creationId xmlns:a16="http://schemas.microsoft.com/office/drawing/2014/main" id="{CE803D97-58CA-C5CE-FF96-6A9CAFBBCB67}"/>
              </a:ext>
            </a:extLst>
          </p:cNvPr>
          <p:cNvGrpSpPr/>
          <p:nvPr/>
        </p:nvGrpSpPr>
        <p:grpSpPr>
          <a:xfrm rot="18281155">
            <a:off x="7254805" y="979341"/>
            <a:ext cx="798272" cy="618243"/>
            <a:chOff x="2872601" y="2994794"/>
            <a:chExt cx="1027992" cy="796156"/>
          </a:xfrm>
        </p:grpSpPr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A9729086-5C71-6361-C16D-5DEAE76C924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872601" y="2994794"/>
              <a:ext cx="890399" cy="434206"/>
            </a:xfrm>
            <a:prstGeom prst="rect">
              <a:avLst/>
            </a:prstGeom>
          </p:spPr>
        </p:pic>
        <p:pic>
          <p:nvPicPr>
            <p:cNvPr id="44" name="Picture 43">
              <a:extLst>
                <a:ext uri="{FF2B5EF4-FFF2-40B4-BE49-F238E27FC236}">
                  <a16:creationId xmlns:a16="http://schemas.microsoft.com/office/drawing/2014/main" id="{3B4905D3-D0AA-169C-04F4-B04BAAD74A9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10194" y="3356744"/>
              <a:ext cx="890399" cy="434206"/>
            </a:xfrm>
            <a:prstGeom prst="rect">
              <a:avLst/>
            </a:prstGeom>
          </p:spPr>
        </p:pic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3DA6716B-4FA7-009D-D4F6-3387086DC36B}"/>
              </a:ext>
            </a:extLst>
          </p:cNvPr>
          <p:cNvGrpSpPr/>
          <p:nvPr/>
        </p:nvGrpSpPr>
        <p:grpSpPr>
          <a:xfrm rot="18281155">
            <a:off x="5658220" y="1060133"/>
            <a:ext cx="798272" cy="618243"/>
            <a:chOff x="2872601" y="2994794"/>
            <a:chExt cx="1027992" cy="796156"/>
          </a:xfrm>
        </p:grpSpPr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F8773827-9251-7315-B052-950ED0F0006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872601" y="2994794"/>
              <a:ext cx="890399" cy="434206"/>
            </a:xfrm>
            <a:prstGeom prst="rect">
              <a:avLst/>
            </a:prstGeom>
          </p:spPr>
        </p:pic>
        <p:pic>
          <p:nvPicPr>
            <p:cNvPr id="54" name="Picture 53">
              <a:extLst>
                <a:ext uri="{FF2B5EF4-FFF2-40B4-BE49-F238E27FC236}">
                  <a16:creationId xmlns:a16="http://schemas.microsoft.com/office/drawing/2014/main" id="{1A6A7720-E51F-6F5E-38C4-C3895067C61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10194" y="3356744"/>
              <a:ext cx="890399" cy="434206"/>
            </a:xfrm>
            <a:prstGeom prst="rect">
              <a:avLst/>
            </a:prstGeom>
          </p:spPr>
        </p:pic>
      </p:grpSp>
      <p:pic>
        <p:nvPicPr>
          <p:cNvPr id="19" name="Picture 18">
            <a:extLst>
              <a:ext uri="{FF2B5EF4-FFF2-40B4-BE49-F238E27FC236}">
                <a16:creationId xmlns:a16="http://schemas.microsoft.com/office/drawing/2014/main" id="{687C16FC-F965-36D4-7295-90DA8E2DCD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0187274">
            <a:off x="607245" y="1224757"/>
            <a:ext cx="845384" cy="325931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CE0C4A41-DB02-B4A8-2D26-0C00618A48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9679361">
            <a:off x="2184047" y="1154657"/>
            <a:ext cx="845384" cy="32593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AA74DD9-15BD-C513-9DA5-A7B736094032}"/>
              </a:ext>
            </a:extLst>
          </p:cNvPr>
          <p:cNvSpPr txBox="1"/>
          <p:nvPr/>
        </p:nvSpPr>
        <p:spPr>
          <a:xfrm>
            <a:off x="188462" y="114301"/>
            <a:ext cx="13985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Terran Union</a:t>
            </a:r>
            <a:endParaRPr lang="en-US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F9C9620-D18B-37AB-311F-06F0FDADD5F4}"/>
              </a:ext>
            </a:extLst>
          </p:cNvPr>
          <p:cNvGrpSpPr/>
          <p:nvPr/>
        </p:nvGrpSpPr>
        <p:grpSpPr>
          <a:xfrm>
            <a:off x="288851" y="701923"/>
            <a:ext cx="1371600" cy="1371600"/>
            <a:chOff x="1298501" y="962272"/>
            <a:chExt cx="1371600" cy="13716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BD14691-7020-90D3-EEEE-208E6A9E1E25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Arrow: Pentagon 10">
              <a:extLst>
                <a:ext uri="{FF2B5EF4-FFF2-40B4-BE49-F238E27FC236}">
                  <a16:creationId xmlns:a16="http://schemas.microsoft.com/office/drawing/2014/main" id="{2BFF5655-1C97-413E-93C3-E792D0BD4253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DF882D7-FD94-8663-C568-FD34DD880E68}"/>
              </a:ext>
            </a:extLst>
          </p:cNvPr>
          <p:cNvGrpSpPr/>
          <p:nvPr/>
        </p:nvGrpSpPr>
        <p:grpSpPr>
          <a:xfrm>
            <a:off x="1946201" y="701923"/>
            <a:ext cx="1371600" cy="1371600"/>
            <a:chOff x="3013001" y="962272"/>
            <a:chExt cx="1371600" cy="13716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02C6C23E-65F6-BDC6-A042-B0405690E17C}"/>
                </a:ext>
              </a:extLst>
            </p:cNvPr>
            <p:cNvSpPr/>
            <p:nvPr/>
          </p:nvSpPr>
          <p:spPr>
            <a:xfrm>
              <a:off x="30130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Arrow: Pentagon 14">
              <a:extLst>
                <a:ext uri="{FF2B5EF4-FFF2-40B4-BE49-F238E27FC236}">
                  <a16:creationId xmlns:a16="http://schemas.microsoft.com/office/drawing/2014/main" id="{002C3E7A-F795-FC4D-F51B-BEA313442DB6}"/>
                </a:ext>
              </a:extLst>
            </p:cNvPr>
            <p:cNvSpPr/>
            <p:nvPr/>
          </p:nvSpPr>
          <p:spPr>
            <a:xfrm rot="5400000">
              <a:off x="31501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903BD548-B2C1-A7CB-FDA8-9436A7D00A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998759">
            <a:off x="2800450" y="1173411"/>
            <a:ext cx="231012" cy="428625"/>
          </a:xfrm>
          <a:prstGeom prst="rect">
            <a:avLst/>
          </a:prstGeom>
        </p:spPr>
      </p:pic>
      <p:grpSp>
        <p:nvGrpSpPr>
          <p:cNvPr id="33" name="Group 32">
            <a:extLst>
              <a:ext uri="{FF2B5EF4-FFF2-40B4-BE49-F238E27FC236}">
                <a16:creationId xmlns:a16="http://schemas.microsoft.com/office/drawing/2014/main" id="{FDAF249A-18AA-115C-FD3B-DF3D63C26214}"/>
              </a:ext>
            </a:extLst>
          </p:cNvPr>
          <p:cNvGrpSpPr/>
          <p:nvPr/>
        </p:nvGrpSpPr>
        <p:grpSpPr>
          <a:xfrm>
            <a:off x="5354914" y="701923"/>
            <a:ext cx="1371600" cy="1371600"/>
            <a:chOff x="1298501" y="962272"/>
            <a:chExt cx="1371600" cy="1371600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22F14B6D-2F91-4A7B-E71A-5246A34CBE5E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Arrow: Pentagon 34">
              <a:extLst>
                <a:ext uri="{FF2B5EF4-FFF2-40B4-BE49-F238E27FC236}">
                  <a16:creationId xmlns:a16="http://schemas.microsoft.com/office/drawing/2014/main" id="{B9F09BAA-0710-5E8A-64E9-933B0D3E7A3C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3E65C3A8-3CB1-1AE3-D0AA-7ED30DEDA40C}"/>
              </a:ext>
            </a:extLst>
          </p:cNvPr>
          <p:cNvGrpSpPr/>
          <p:nvPr/>
        </p:nvGrpSpPr>
        <p:grpSpPr>
          <a:xfrm>
            <a:off x="7060096" y="701923"/>
            <a:ext cx="1371600" cy="1371600"/>
            <a:chOff x="1298501" y="962272"/>
            <a:chExt cx="1371600" cy="1371600"/>
          </a:xfrm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E5D60E82-E844-1E8C-BE17-51A211B92440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Arrow: Pentagon 46">
              <a:extLst>
                <a:ext uri="{FF2B5EF4-FFF2-40B4-BE49-F238E27FC236}">
                  <a16:creationId xmlns:a16="http://schemas.microsoft.com/office/drawing/2014/main" id="{7344CDBF-182D-6C97-DCEE-D03CC98991CE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6633402F-79B7-4442-053A-B5D9C78B0DA3}"/>
              </a:ext>
            </a:extLst>
          </p:cNvPr>
          <p:cNvGrpSpPr/>
          <p:nvPr/>
        </p:nvGrpSpPr>
        <p:grpSpPr>
          <a:xfrm rot="12732701">
            <a:off x="7945096" y="1196688"/>
            <a:ext cx="224894" cy="458529"/>
            <a:chOff x="1671579" y="3879426"/>
            <a:chExt cx="609600" cy="896782"/>
          </a:xfrm>
        </p:grpSpPr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2EDF5F3D-64D6-D38E-F4D9-44B3C123F85E}"/>
                </a:ext>
              </a:extLst>
            </p:cNvPr>
            <p:cNvSpPr/>
            <p:nvPr/>
          </p:nvSpPr>
          <p:spPr>
            <a:xfrm rot="2311362">
              <a:off x="1817486" y="3879426"/>
              <a:ext cx="132212" cy="3114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AEAC6479-5E86-B9EB-2051-390528B4CD74}"/>
                </a:ext>
              </a:extLst>
            </p:cNvPr>
            <p:cNvSpPr/>
            <p:nvPr/>
          </p:nvSpPr>
          <p:spPr>
            <a:xfrm rot="19763709">
              <a:off x="1792679" y="4464272"/>
              <a:ext cx="126736" cy="3119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Arrow: Right 50">
              <a:extLst>
                <a:ext uri="{FF2B5EF4-FFF2-40B4-BE49-F238E27FC236}">
                  <a16:creationId xmlns:a16="http://schemas.microsoft.com/office/drawing/2014/main" id="{E9CA0DC2-51A9-3A96-380C-45E9AF44045C}"/>
                </a:ext>
              </a:extLst>
            </p:cNvPr>
            <p:cNvSpPr/>
            <p:nvPr/>
          </p:nvSpPr>
          <p:spPr>
            <a:xfrm rot="10800000">
              <a:off x="1671579" y="4268791"/>
              <a:ext cx="609600" cy="114300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5C612C13-E65A-1BF4-220A-B95B7C8B432C}"/>
              </a:ext>
            </a:extLst>
          </p:cNvPr>
          <p:cNvGrpSpPr/>
          <p:nvPr/>
        </p:nvGrpSpPr>
        <p:grpSpPr>
          <a:xfrm>
            <a:off x="8624771" y="708988"/>
            <a:ext cx="1371600" cy="1371600"/>
            <a:chOff x="1298501" y="962272"/>
            <a:chExt cx="1371600" cy="1371600"/>
          </a:xfrm>
        </p:grpSpPr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796982E5-EB41-00A9-D855-5B0D30694852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Arrow: Pentagon 59">
              <a:extLst>
                <a:ext uri="{FF2B5EF4-FFF2-40B4-BE49-F238E27FC236}">
                  <a16:creationId xmlns:a16="http://schemas.microsoft.com/office/drawing/2014/main" id="{E064532C-DB0E-1696-3F53-8781A0E3FC4C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B4428A0E-4B93-43FF-D439-CC200BCB3A62}"/>
              </a:ext>
            </a:extLst>
          </p:cNvPr>
          <p:cNvGrpSpPr/>
          <p:nvPr/>
        </p:nvGrpSpPr>
        <p:grpSpPr>
          <a:xfrm>
            <a:off x="8903003" y="1044270"/>
            <a:ext cx="838600" cy="496432"/>
            <a:chOff x="2784071" y="2614136"/>
            <a:chExt cx="1814967" cy="1074420"/>
          </a:xfrm>
        </p:grpSpPr>
        <p:pic>
          <p:nvPicPr>
            <p:cNvPr id="68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1D89A136-7947-5EA4-087B-525EA56A153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>
              <a:off x="3868733" y="2888016"/>
              <a:ext cx="730305" cy="3733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9" name="Flowchart: Terminator 68">
              <a:extLst>
                <a:ext uri="{FF2B5EF4-FFF2-40B4-BE49-F238E27FC236}">
                  <a16:creationId xmlns:a16="http://schemas.microsoft.com/office/drawing/2014/main" id="{ABF2E6AA-9031-8190-E4B3-84021C802E9D}"/>
                </a:ext>
              </a:extLst>
            </p:cNvPr>
            <p:cNvSpPr/>
            <p:nvPr/>
          </p:nvSpPr>
          <p:spPr>
            <a:xfrm rot="5400000">
              <a:off x="2507294" y="2890913"/>
              <a:ext cx="1074420" cy="520865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D59F74F4-D5AC-CFE2-9635-72335E3AB0E5}"/>
                </a:ext>
              </a:extLst>
            </p:cNvPr>
            <p:cNvSpPr/>
            <p:nvPr/>
          </p:nvSpPr>
          <p:spPr>
            <a:xfrm>
              <a:off x="3154994" y="3074688"/>
              <a:ext cx="662626" cy="396240"/>
            </a:xfrm>
            <a:custGeom>
              <a:avLst/>
              <a:gdLst>
                <a:gd name="connsiteX0" fmla="*/ 0 w 853440"/>
                <a:gd name="connsiteY0" fmla="*/ 83820 h 396240"/>
                <a:gd name="connsiteX1" fmla="*/ 38100 w 853440"/>
                <a:gd name="connsiteY1" fmla="*/ 76200 h 396240"/>
                <a:gd name="connsiteX2" fmla="*/ 68580 w 853440"/>
                <a:gd name="connsiteY2" fmla="*/ 68580 h 396240"/>
                <a:gd name="connsiteX3" fmla="*/ 167640 w 853440"/>
                <a:gd name="connsiteY3" fmla="*/ 76200 h 396240"/>
                <a:gd name="connsiteX4" fmla="*/ 190500 w 853440"/>
                <a:gd name="connsiteY4" fmla="*/ 99060 h 396240"/>
                <a:gd name="connsiteX5" fmla="*/ 205740 w 853440"/>
                <a:gd name="connsiteY5" fmla="*/ 121920 h 396240"/>
                <a:gd name="connsiteX6" fmla="*/ 243840 w 853440"/>
                <a:gd name="connsiteY6" fmla="*/ 175260 h 396240"/>
                <a:gd name="connsiteX7" fmla="*/ 251460 w 853440"/>
                <a:gd name="connsiteY7" fmla="*/ 213360 h 396240"/>
                <a:gd name="connsiteX8" fmla="*/ 259080 w 853440"/>
                <a:gd name="connsiteY8" fmla="*/ 236220 h 396240"/>
                <a:gd name="connsiteX9" fmla="*/ 274320 w 853440"/>
                <a:gd name="connsiteY9" fmla="*/ 320040 h 396240"/>
                <a:gd name="connsiteX10" fmla="*/ 304800 w 853440"/>
                <a:gd name="connsiteY10" fmla="*/ 365760 h 396240"/>
                <a:gd name="connsiteX11" fmla="*/ 358140 w 853440"/>
                <a:gd name="connsiteY11" fmla="*/ 396240 h 396240"/>
                <a:gd name="connsiteX12" fmla="*/ 449580 w 853440"/>
                <a:gd name="connsiteY12" fmla="*/ 381000 h 396240"/>
                <a:gd name="connsiteX13" fmla="*/ 464820 w 853440"/>
                <a:gd name="connsiteY13" fmla="*/ 342900 h 396240"/>
                <a:gd name="connsiteX14" fmla="*/ 495300 w 853440"/>
                <a:gd name="connsiteY14" fmla="*/ 304800 h 396240"/>
                <a:gd name="connsiteX15" fmla="*/ 502920 w 853440"/>
                <a:gd name="connsiteY15" fmla="*/ 274320 h 396240"/>
                <a:gd name="connsiteX16" fmla="*/ 510540 w 853440"/>
                <a:gd name="connsiteY16" fmla="*/ 251460 h 396240"/>
                <a:gd name="connsiteX17" fmla="*/ 518160 w 853440"/>
                <a:gd name="connsiteY17" fmla="*/ 213360 h 396240"/>
                <a:gd name="connsiteX18" fmla="*/ 525780 w 853440"/>
                <a:gd name="connsiteY18" fmla="*/ 182880 h 396240"/>
                <a:gd name="connsiteX19" fmla="*/ 541020 w 853440"/>
                <a:gd name="connsiteY19" fmla="*/ 91440 h 396240"/>
                <a:gd name="connsiteX20" fmla="*/ 563880 w 853440"/>
                <a:gd name="connsiteY20" fmla="*/ 38100 h 396240"/>
                <a:gd name="connsiteX21" fmla="*/ 579120 w 853440"/>
                <a:gd name="connsiteY21" fmla="*/ 15240 h 396240"/>
                <a:gd name="connsiteX22" fmla="*/ 609600 w 853440"/>
                <a:gd name="connsiteY22" fmla="*/ 7620 h 396240"/>
                <a:gd name="connsiteX23" fmla="*/ 716280 w 853440"/>
                <a:gd name="connsiteY23" fmla="*/ 0 h 396240"/>
                <a:gd name="connsiteX24" fmla="*/ 853440 w 853440"/>
                <a:gd name="connsiteY24" fmla="*/ 7620 h 3962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853440" h="396240">
                  <a:moveTo>
                    <a:pt x="0" y="83820"/>
                  </a:moveTo>
                  <a:cubicBezTo>
                    <a:pt x="12700" y="81280"/>
                    <a:pt x="25457" y="79010"/>
                    <a:pt x="38100" y="76200"/>
                  </a:cubicBezTo>
                  <a:cubicBezTo>
                    <a:pt x="48323" y="73928"/>
                    <a:pt x="58107" y="68580"/>
                    <a:pt x="68580" y="68580"/>
                  </a:cubicBezTo>
                  <a:cubicBezTo>
                    <a:pt x="101698" y="68580"/>
                    <a:pt x="134620" y="73660"/>
                    <a:pt x="167640" y="76200"/>
                  </a:cubicBezTo>
                  <a:cubicBezTo>
                    <a:pt x="175260" y="83820"/>
                    <a:pt x="183601" y="90781"/>
                    <a:pt x="190500" y="99060"/>
                  </a:cubicBezTo>
                  <a:cubicBezTo>
                    <a:pt x="196363" y="106095"/>
                    <a:pt x="200417" y="114468"/>
                    <a:pt x="205740" y="121920"/>
                  </a:cubicBezTo>
                  <a:cubicBezTo>
                    <a:pt x="252998" y="188081"/>
                    <a:pt x="207924" y="121386"/>
                    <a:pt x="243840" y="175260"/>
                  </a:cubicBezTo>
                  <a:cubicBezTo>
                    <a:pt x="246380" y="187960"/>
                    <a:pt x="248319" y="200795"/>
                    <a:pt x="251460" y="213360"/>
                  </a:cubicBezTo>
                  <a:cubicBezTo>
                    <a:pt x="253408" y="221152"/>
                    <a:pt x="257505" y="228344"/>
                    <a:pt x="259080" y="236220"/>
                  </a:cubicBezTo>
                  <a:cubicBezTo>
                    <a:pt x="260556" y="243600"/>
                    <a:pt x="266790" y="304980"/>
                    <a:pt x="274320" y="320040"/>
                  </a:cubicBezTo>
                  <a:cubicBezTo>
                    <a:pt x="282511" y="336423"/>
                    <a:pt x="289560" y="355600"/>
                    <a:pt x="304800" y="365760"/>
                  </a:cubicBezTo>
                  <a:cubicBezTo>
                    <a:pt x="337111" y="387301"/>
                    <a:pt x="319469" y="376904"/>
                    <a:pt x="358140" y="396240"/>
                  </a:cubicBezTo>
                  <a:cubicBezTo>
                    <a:pt x="388620" y="391160"/>
                    <a:pt x="421942" y="394819"/>
                    <a:pt x="449580" y="381000"/>
                  </a:cubicBezTo>
                  <a:cubicBezTo>
                    <a:pt x="461814" y="374883"/>
                    <a:pt x="457783" y="354629"/>
                    <a:pt x="464820" y="342900"/>
                  </a:cubicBezTo>
                  <a:cubicBezTo>
                    <a:pt x="473188" y="328954"/>
                    <a:pt x="485140" y="317500"/>
                    <a:pt x="495300" y="304800"/>
                  </a:cubicBezTo>
                  <a:cubicBezTo>
                    <a:pt x="497840" y="294640"/>
                    <a:pt x="500043" y="284390"/>
                    <a:pt x="502920" y="274320"/>
                  </a:cubicBezTo>
                  <a:cubicBezTo>
                    <a:pt x="505127" y="266597"/>
                    <a:pt x="508592" y="259252"/>
                    <a:pt x="510540" y="251460"/>
                  </a:cubicBezTo>
                  <a:cubicBezTo>
                    <a:pt x="513681" y="238895"/>
                    <a:pt x="515350" y="226003"/>
                    <a:pt x="518160" y="213360"/>
                  </a:cubicBezTo>
                  <a:cubicBezTo>
                    <a:pt x="520432" y="203137"/>
                    <a:pt x="524058" y="193210"/>
                    <a:pt x="525780" y="182880"/>
                  </a:cubicBezTo>
                  <a:cubicBezTo>
                    <a:pt x="536912" y="116089"/>
                    <a:pt x="527302" y="139454"/>
                    <a:pt x="541020" y="91440"/>
                  </a:cubicBezTo>
                  <a:cubicBezTo>
                    <a:pt x="547126" y="70068"/>
                    <a:pt x="552269" y="58420"/>
                    <a:pt x="563880" y="38100"/>
                  </a:cubicBezTo>
                  <a:cubicBezTo>
                    <a:pt x="568424" y="30149"/>
                    <a:pt x="571500" y="20320"/>
                    <a:pt x="579120" y="15240"/>
                  </a:cubicBezTo>
                  <a:cubicBezTo>
                    <a:pt x="587834" y="9431"/>
                    <a:pt x="599191" y="8777"/>
                    <a:pt x="609600" y="7620"/>
                  </a:cubicBezTo>
                  <a:cubicBezTo>
                    <a:pt x="645033" y="3683"/>
                    <a:pt x="680720" y="2540"/>
                    <a:pt x="716280" y="0"/>
                  </a:cubicBezTo>
                  <a:cubicBezTo>
                    <a:pt x="843270" y="7937"/>
                    <a:pt x="797481" y="7620"/>
                    <a:pt x="853440" y="762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E33D06A7-D4AC-60EB-EDEC-0B4ED6A9309B}"/>
              </a:ext>
            </a:extLst>
          </p:cNvPr>
          <p:cNvGrpSpPr/>
          <p:nvPr/>
        </p:nvGrpSpPr>
        <p:grpSpPr>
          <a:xfrm>
            <a:off x="288851" y="2344428"/>
            <a:ext cx="1371600" cy="1371600"/>
            <a:chOff x="1298501" y="962272"/>
            <a:chExt cx="1371600" cy="1371600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911B4380-93C9-FD85-43DC-55B66DD8B93D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Arrow: Pentagon 55">
              <a:extLst>
                <a:ext uri="{FF2B5EF4-FFF2-40B4-BE49-F238E27FC236}">
                  <a16:creationId xmlns:a16="http://schemas.microsoft.com/office/drawing/2014/main" id="{69494819-3406-2A4D-EF83-56A8776C2B3E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5C833C10-7674-EC40-E33F-75ED425961A7}"/>
              </a:ext>
            </a:extLst>
          </p:cNvPr>
          <p:cNvGrpSpPr/>
          <p:nvPr/>
        </p:nvGrpSpPr>
        <p:grpSpPr>
          <a:xfrm>
            <a:off x="1932508" y="2363708"/>
            <a:ext cx="1371600" cy="1371600"/>
            <a:chOff x="1298501" y="962272"/>
            <a:chExt cx="1371600" cy="1371600"/>
          </a:xfrm>
        </p:grpSpPr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57824BFD-C83B-465F-5BD4-21990C4F9864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Arrow: Pentagon 72">
              <a:extLst>
                <a:ext uri="{FF2B5EF4-FFF2-40B4-BE49-F238E27FC236}">
                  <a16:creationId xmlns:a16="http://schemas.microsoft.com/office/drawing/2014/main" id="{A56DDCC6-1985-DCA7-5075-AFA1EB6F18BF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A56529C7-BD63-34D3-3DA9-925D7CEBE411}"/>
              </a:ext>
            </a:extLst>
          </p:cNvPr>
          <p:cNvGrpSpPr/>
          <p:nvPr/>
        </p:nvGrpSpPr>
        <p:grpSpPr>
          <a:xfrm>
            <a:off x="2237121" y="2668316"/>
            <a:ext cx="734679" cy="570741"/>
            <a:chOff x="3963164" y="2835484"/>
            <a:chExt cx="2853844" cy="2217028"/>
          </a:xfrm>
        </p:grpSpPr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B93856F5-3634-C9B5-EFC9-73AF4776B617}"/>
                </a:ext>
              </a:extLst>
            </p:cNvPr>
            <p:cNvSpPr/>
            <p:nvPr/>
          </p:nvSpPr>
          <p:spPr>
            <a:xfrm rot="1055718">
              <a:off x="4582285" y="3162023"/>
              <a:ext cx="413132" cy="243036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6" name="Oval 95">
              <a:extLst>
                <a:ext uri="{FF2B5EF4-FFF2-40B4-BE49-F238E27FC236}">
                  <a16:creationId xmlns:a16="http://schemas.microsoft.com/office/drawing/2014/main" id="{989FCA92-CE59-D6FE-B73D-256A70B76678}"/>
                </a:ext>
              </a:extLst>
            </p:cNvPr>
            <p:cNvSpPr/>
            <p:nvPr/>
          </p:nvSpPr>
          <p:spPr>
            <a:xfrm rot="1055718">
              <a:off x="4694332" y="2835484"/>
              <a:ext cx="413132" cy="243036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B764B709-9FD7-CA85-FAEB-FB0F2901AE6C}"/>
                </a:ext>
              </a:extLst>
            </p:cNvPr>
            <p:cNvSpPr/>
            <p:nvPr/>
          </p:nvSpPr>
          <p:spPr>
            <a:xfrm>
              <a:off x="4850425" y="3961029"/>
              <a:ext cx="1283298" cy="2627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0241D24A-3F02-F2F0-8C03-88E8C08B6213}"/>
                </a:ext>
              </a:extLst>
            </p:cNvPr>
            <p:cNvSpPr/>
            <p:nvPr/>
          </p:nvSpPr>
          <p:spPr>
            <a:xfrm rot="18924703">
              <a:off x="3963164" y="4335004"/>
              <a:ext cx="1158941" cy="2627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BE2152AA-3C94-76A3-D1D4-0A39BA49CFD9}"/>
                </a:ext>
              </a:extLst>
            </p:cNvPr>
            <p:cNvSpPr/>
            <p:nvPr/>
          </p:nvSpPr>
          <p:spPr>
            <a:xfrm rot="1008643">
              <a:off x="4826487" y="2983559"/>
              <a:ext cx="1636099" cy="767974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90CC5102-166D-958B-3C66-EA701819A973}"/>
                </a:ext>
              </a:extLst>
            </p:cNvPr>
            <p:cNvSpPr/>
            <p:nvPr/>
          </p:nvSpPr>
          <p:spPr>
            <a:xfrm>
              <a:off x="5140729" y="3463205"/>
              <a:ext cx="732429" cy="732429"/>
            </a:xfrm>
            <a:prstGeom prst="ellipse">
              <a:avLst/>
            </a:prstGeom>
            <a:ln w="762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EF419E0D-92BA-AD7A-9BA6-3399A8AC2850}"/>
                </a:ext>
              </a:extLst>
            </p:cNvPr>
            <p:cNvSpPr/>
            <p:nvPr/>
          </p:nvSpPr>
          <p:spPr>
            <a:xfrm rot="13813249">
              <a:off x="5832989" y="4327545"/>
              <a:ext cx="1076987" cy="2627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5" name="Rectangle 94">
              <a:extLst>
                <a:ext uri="{FF2B5EF4-FFF2-40B4-BE49-F238E27FC236}">
                  <a16:creationId xmlns:a16="http://schemas.microsoft.com/office/drawing/2014/main" id="{BE870F70-6BBF-80AD-B268-2E0CDBB43CF7}"/>
                </a:ext>
              </a:extLst>
            </p:cNvPr>
            <p:cNvSpPr/>
            <p:nvPr/>
          </p:nvSpPr>
          <p:spPr>
            <a:xfrm>
              <a:off x="4030141" y="4789719"/>
              <a:ext cx="2786867" cy="2627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7" name="Rectangle 96">
              <a:extLst>
                <a:ext uri="{FF2B5EF4-FFF2-40B4-BE49-F238E27FC236}">
                  <a16:creationId xmlns:a16="http://schemas.microsoft.com/office/drawing/2014/main" id="{727AC77B-4A30-9B61-0967-0BF92910858A}"/>
                </a:ext>
              </a:extLst>
            </p:cNvPr>
            <p:cNvSpPr/>
            <p:nvPr/>
          </p:nvSpPr>
          <p:spPr>
            <a:xfrm>
              <a:off x="4404383" y="4493559"/>
              <a:ext cx="2134298" cy="42419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F9A3566D-1629-2C22-9E43-0F4DE705AC25}"/>
              </a:ext>
            </a:extLst>
          </p:cNvPr>
          <p:cNvGrpSpPr/>
          <p:nvPr/>
        </p:nvGrpSpPr>
        <p:grpSpPr>
          <a:xfrm>
            <a:off x="7301804" y="2323847"/>
            <a:ext cx="1371600" cy="1371600"/>
            <a:chOff x="1298501" y="962272"/>
            <a:chExt cx="1371600" cy="1371600"/>
          </a:xfrm>
        </p:grpSpPr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F7B07215-B73E-02D4-A645-099D9383BC28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Arrow: Pentagon 75">
              <a:extLst>
                <a:ext uri="{FF2B5EF4-FFF2-40B4-BE49-F238E27FC236}">
                  <a16:creationId xmlns:a16="http://schemas.microsoft.com/office/drawing/2014/main" id="{48E48966-DF97-9227-4540-4F04F4074879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97874424-F3E6-4DD5-644D-6A01163CAF52}"/>
              </a:ext>
            </a:extLst>
          </p:cNvPr>
          <p:cNvGrpSpPr/>
          <p:nvPr/>
        </p:nvGrpSpPr>
        <p:grpSpPr>
          <a:xfrm>
            <a:off x="5501888" y="2334539"/>
            <a:ext cx="1371600" cy="1371600"/>
            <a:chOff x="1298501" y="962272"/>
            <a:chExt cx="1371600" cy="1371600"/>
          </a:xfrm>
        </p:grpSpPr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E9E670AD-237F-00A5-D034-00E0CBA91388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3" name="Arrow: Pentagon 92">
              <a:extLst>
                <a:ext uri="{FF2B5EF4-FFF2-40B4-BE49-F238E27FC236}">
                  <a16:creationId xmlns:a16="http://schemas.microsoft.com/office/drawing/2014/main" id="{FC3CA9B0-AA90-F9B7-5756-C7C7B51501CD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86E9F2E9-D176-EC59-49A2-1538F5F15087}"/>
              </a:ext>
            </a:extLst>
          </p:cNvPr>
          <p:cNvGrpSpPr/>
          <p:nvPr/>
        </p:nvGrpSpPr>
        <p:grpSpPr>
          <a:xfrm>
            <a:off x="5810450" y="2626955"/>
            <a:ext cx="751454" cy="786767"/>
            <a:chOff x="6040716" y="3618841"/>
            <a:chExt cx="1681241" cy="1760247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D5525506-5C41-530A-5072-901820A1DEF0}"/>
                </a:ext>
              </a:extLst>
            </p:cNvPr>
            <p:cNvSpPr/>
            <p:nvPr/>
          </p:nvSpPr>
          <p:spPr>
            <a:xfrm>
              <a:off x="6691796" y="3969386"/>
              <a:ext cx="368300" cy="901064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Isosceles Triangle 20">
              <a:extLst>
                <a:ext uri="{FF2B5EF4-FFF2-40B4-BE49-F238E27FC236}">
                  <a16:creationId xmlns:a16="http://schemas.microsoft.com/office/drawing/2014/main" id="{80277AF4-3680-D9B9-BADA-5CC148DA7968}"/>
                </a:ext>
              </a:extLst>
            </p:cNvPr>
            <p:cNvSpPr/>
            <p:nvPr/>
          </p:nvSpPr>
          <p:spPr>
            <a:xfrm rot="16200000">
              <a:off x="6076644" y="4078872"/>
              <a:ext cx="578486" cy="650341"/>
            </a:xfrm>
            <a:prstGeom prst="triangle">
              <a:avLst>
                <a:gd name="adj" fmla="val 15971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8" name="Isosceles Triangle 97">
              <a:extLst>
                <a:ext uri="{FF2B5EF4-FFF2-40B4-BE49-F238E27FC236}">
                  <a16:creationId xmlns:a16="http://schemas.microsoft.com/office/drawing/2014/main" id="{6B74FBF8-5F3F-D00B-02FB-D02A6D39DF76}"/>
                </a:ext>
              </a:extLst>
            </p:cNvPr>
            <p:cNvSpPr/>
            <p:nvPr/>
          </p:nvSpPr>
          <p:spPr>
            <a:xfrm rot="5400000">
              <a:off x="7107544" y="4078873"/>
              <a:ext cx="578486" cy="650341"/>
            </a:xfrm>
            <a:prstGeom prst="triangle">
              <a:avLst>
                <a:gd name="adj" fmla="val 81833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A488B5BD-8800-7897-DBB6-84A0FA96CE19}"/>
                </a:ext>
              </a:extLst>
            </p:cNvPr>
            <p:cNvSpPr/>
            <p:nvPr/>
          </p:nvSpPr>
          <p:spPr>
            <a:xfrm flipH="1">
              <a:off x="6365887" y="4066398"/>
              <a:ext cx="158750" cy="52987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9" name="Rectangle 98">
              <a:extLst>
                <a:ext uri="{FF2B5EF4-FFF2-40B4-BE49-F238E27FC236}">
                  <a16:creationId xmlns:a16="http://schemas.microsoft.com/office/drawing/2014/main" id="{E9D26BB4-E9FB-0949-0C9D-19EA25DBA09F}"/>
                </a:ext>
              </a:extLst>
            </p:cNvPr>
            <p:cNvSpPr/>
            <p:nvPr/>
          </p:nvSpPr>
          <p:spPr>
            <a:xfrm flipH="1">
              <a:off x="7242441" y="4066398"/>
              <a:ext cx="158750" cy="52987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0" name="Isosceles Triangle 99">
              <a:extLst>
                <a:ext uri="{FF2B5EF4-FFF2-40B4-BE49-F238E27FC236}">
                  <a16:creationId xmlns:a16="http://schemas.microsoft.com/office/drawing/2014/main" id="{E602DA07-1A8B-C8C6-DF73-FCC30F0C53E6}"/>
                </a:ext>
              </a:extLst>
            </p:cNvPr>
            <p:cNvSpPr/>
            <p:nvPr/>
          </p:nvSpPr>
          <p:spPr>
            <a:xfrm rot="16200000">
              <a:off x="6358657" y="4692435"/>
              <a:ext cx="305395" cy="343329"/>
            </a:xfrm>
            <a:prstGeom prst="triangle">
              <a:avLst>
                <a:gd name="adj" fmla="val 15971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Isosceles Triangle 100">
              <a:extLst>
                <a:ext uri="{FF2B5EF4-FFF2-40B4-BE49-F238E27FC236}">
                  <a16:creationId xmlns:a16="http://schemas.microsoft.com/office/drawing/2014/main" id="{BF08896D-4EFB-F816-2889-693D6E218FAC}"/>
                </a:ext>
              </a:extLst>
            </p:cNvPr>
            <p:cNvSpPr/>
            <p:nvPr/>
          </p:nvSpPr>
          <p:spPr>
            <a:xfrm rot="5400000">
              <a:off x="7091281" y="4684621"/>
              <a:ext cx="305395" cy="343329"/>
            </a:xfrm>
            <a:prstGeom prst="triangle">
              <a:avLst>
                <a:gd name="adj" fmla="val 81833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B9011F1F-FCF6-906D-5334-E5E66D22E708}"/>
                </a:ext>
              </a:extLst>
            </p:cNvPr>
            <p:cNvSpPr/>
            <p:nvPr/>
          </p:nvSpPr>
          <p:spPr>
            <a:xfrm>
              <a:off x="6706982" y="3618841"/>
              <a:ext cx="343752" cy="662989"/>
            </a:xfrm>
            <a:prstGeom prst="ellipse">
              <a:avLst/>
            </a:prstGeom>
            <a:noFill/>
            <a:ln w="2857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02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D752626A-3CC5-596D-E573-EA101928B42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5400000">
              <a:off x="6531665" y="5045074"/>
              <a:ext cx="495527" cy="1725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882F9DF4-E223-21A7-2710-72DE3207A70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5400000">
              <a:off x="6741219" y="5048691"/>
              <a:ext cx="488292" cy="1725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91A5DB47-B0C0-C137-8EDF-52CD29954C6E}"/>
              </a:ext>
            </a:extLst>
          </p:cNvPr>
          <p:cNvGrpSpPr/>
          <p:nvPr/>
        </p:nvGrpSpPr>
        <p:grpSpPr>
          <a:xfrm>
            <a:off x="7681460" y="2581361"/>
            <a:ext cx="593235" cy="821087"/>
            <a:chOff x="6193586" y="3746905"/>
            <a:chExt cx="921277" cy="1275123"/>
          </a:xfrm>
        </p:grpSpPr>
        <p:sp>
          <p:nvSpPr>
            <p:cNvPr id="32" name="Rectangle: Single Corner Snipped 31">
              <a:extLst>
                <a:ext uri="{FF2B5EF4-FFF2-40B4-BE49-F238E27FC236}">
                  <a16:creationId xmlns:a16="http://schemas.microsoft.com/office/drawing/2014/main" id="{68F8EF67-2FF2-6C5F-590D-C40FC9D392F1}"/>
                </a:ext>
              </a:extLst>
            </p:cNvPr>
            <p:cNvSpPr/>
            <p:nvPr/>
          </p:nvSpPr>
          <p:spPr>
            <a:xfrm>
              <a:off x="6538681" y="3755636"/>
              <a:ext cx="260394" cy="316864"/>
            </a:xfrm>
            <a:prstGeom prst="snip1Rect">
              <a:avLst>
                <a:gd name="adj" fmla="val 50000"/>
              </a:avLst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4B938E3A-C640-C369-FE53-ACDF1EADAF0F}"/>
                </a:ext>
              </a:extLst>
            </p:cNvPr>
            <p:cNvSpPr/>
            <p:nvPr/>
          </p:nvSpPr>
          <p:spPr>
            <a:xfrm>
              <a:off x="6369050" y="3746905"/>
              <a:ext cx="169631" cy="4697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AE9FB670-E5BD-ABCA-7047-992A3E47D045}"/>
                </a:ext>
              </a:extLst>
            </p:cNvPr>
            <p:cNvSpPr/>
            <p:nvPr/>
          </p:nvSpPr>
          <p:spPr>
            <a:xfrm>
              <a:off x="6550706" y="4061528"/>
              <a:ext cx="308882" cy="15746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rapezoid 36">
              <a:extLst>
                <a:ext uri="{FF2B5EF4-FFF2-40B4-BE49-F238E27FC236}">
                  <a16:creationId xmlns:a16="http://schemas.microsoft.com/office/drawing/2014/main" id="{3659F2DB-3F08-7970-9D91-9D2112870EB7}"/>
                </a:ext>
              </a:extLst>
            </p:cNvPr>
            <p:cNvSpPr/>
            <p:nvPr/>
          </p:nvSpPr>
          <p:spPr>
            <a:xfrm rot="10800000">
              <a:off x="6369050" y="4218989"/>
              <a:ext cx="495300" cy="280955"/>
            </a:xfrm>
            <a:prstGeom prst="trapezoid">
              <a:avLst>
                <a:gd name="adj" fmla="val 37024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905CB3DC-51B2-CF93-88EF-FC4B8C0F65C7}"/>
                </a:ext>
              </a:extLst>
            </p:cNvPr>
            <p:cNvSpPr/>
            <p:nvPr/>
          </p:nvSpPr>
          <p:spPr>
            <a:xfrm rot="1482887">
              <a:off x="6442180" y="4447886"/>
              <a:ext cx="120602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EA1DFA55-ECEE-49B5-A0F7-0D58B0240288}"/>
                </a:ext>
              </a:extLst>
            </p:cNvPr>
            <p:cNvSpPr/>
            <p:nvPr/>
          </p:nvSpPr>
          <p:spPr>
            <a:xfrm rot="20319735">
              <a:off x="6442337" y="4723422"/>
              <a:ext cx="106636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Oval 105">
              <a:extLst>
                <a:ext uri="{FF2B5EF4-FFF2-40B4-BE49-F238E27FC236}">
                  <a16:creationId xmlns:a16="http://schemas.microsoft.com/office/drawing/2014/main" id="{8C318C26-117D-75C6-61DC-2AFA5A44AD91}"/>
                </a:ext>
              </a:extLst>
            </p:cNvPr>
            <p:cNvSpPr/>
            <p:nvPr/>
          </p:nvSpPr>
          <p:spPr>
            <a:xfrm>
              <a:off x="6355698" y="4623287"/>
              <a:ext cx="188553" cy="188553"/>
            </a:xfrm>
            <a:prstGeom prst="ellipse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" name="Rectangle 107">
              <a:extLst>
                <a:ext uri="{FF2B5EF4-FFF2-40B4-BE49-F238E27FC236}">
                  <a16:creationId xmlns:a16="http://schemas.microsoft.com/office/drawing/2014/main" id="{BCCB6BEB-F810-A60F-6C6E-40BD15147ACE}"/>
                </a:ext>
              </a:extLst>
            </p:cNvPr>
            <p:cNvSpPr/>
            <p:nvPr/>
          </p:nvSpPr>
          <p:spPr>
            <a:xfrm rot="16200000">
              <a:off x="6540753" y="4856603"/>
              <a:ext cx="45719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AE7DCA41-759E-41B5-DDCF-61ADE87956CD}"/>
                </a:ext>
              </a:extLst>
            </p:cNvPr>
            <p:cNvSpPr/>
            <p:nvPr/>
          </p:nvSpPr>
          <p:spPr>
            <a:xfrm>
              <a:off x="6193586" y="3938199"/>
              <a:ext cx="248139" cy="469703"/>
            </a:xfrm>
            <a:prstGeom prst="rect">
              <a:avLst/>
            </a:prstGeom>
            <a:noFill/>
            <a:ln w="2857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id="{44FE5062-B1BA-8845-0134-8A4AD0D0928D}"/>
                </a:ext>
              </a:extLst>
            </p:cNvPr>
            <p:cNvSpPr/>
            <p:nvPr/>
          </p:nvSpPr>
          <p:spPr>
            <a:xfrm rot="20865084">
              <a:off x="6655914" y="4431120"/>
              <a:ext cx="120602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3A412327-582A-EC61-8644-EE4A73C3C7E2}"/>
                </a:ext>
              </a:extLst>
            </p:cNvPr>
            <p:cNvSpPr/>
            <p:nvPr/>
          </p:nvSpPr>
          <p:spPr>
            <a:xfrm rot="20319735">
              <a:off x="6735351" y="4662179"/>
              <a:ext cx="106636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1" name="Oval 110">
              <a:extLst>
                <a:ext uri="{FF2B5EF4-FFF2-40B4-BE49-F238E27FC236}">
                  <a16:creationId xmlns:a16="http://schemas.microsoft.com/office/drawing/2014/main" id="{EE5B81C1-6AE8-6539-31B3-4C20E8E96C9F}"/>
                </a:ext>
              </a:extLst>
            </p:cNvPr>
            <p:cNvSpPr/>
            <p:nvPr/>
          </p:nvSpPr>
          <p:spPr>
            <a:xfrm>
              <a:off x="6648712" y="4562044"/>
              <a:ext cx="188553" cy="188553"/>
            </a:xfrm>
            <a:prstGeom prst="ellipse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F1D2CBE8-AFE5-6710-50E7-B43774CA3304}"/>
                </a:ext>
              </a:extLst>
            </p:cNvPr>
            <p:cNvSpPr/>
            <p:nvPr/>
          </p:nvSpPr>
          <p:spPr>
            <a:xfrm rot="16200000">
              <a:off x="6833767" y="4795360"/>
              <a:ext cx="45719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" name="Oval 104">
              <a:extLst>
                <a:ext uri="{FF2B5EF4-FFF2-40B4-BE49-F238E27FC236}">
                  <a16:creationId xmlns:a16="http://schemas.microsoft.com/office/drawing/2014/main" id="{18E60AFC-9842-8770-9834-EA4E9069D747}"/>
                </a:ext>
              </a:extLst>
            </p:cNvPr>
            <p:cNvSpPr/>
            <p:nvPr/>
          </p:nvSpPr>
          <p:spPr>
            <a:xfrm>
              <a:off x="6469336" y="4368968"/>
              <a:ext cx="188553" cy="188553"/>
            </a:xfrm>
            <a:prstGeom prst="ellipse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FFBBF719-2D2A-060D-BAF2-930DE67E0131}"/>
                </a:ext>
              </a:extLst>
            </p:cNvPr>
            <p:cNvSpPr/>
            <p:nvPr/>
          </p:nvSpPr>
          <p:spPr>
            <a:xfrm rot="16200000">
              <a:off x="6773408" y="3933535"/>
              <a:ext cx="127714" cy="555196"/>
            </a:xfrm>
            <a:prstGeom prst="rect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3" name="Oval 112">
              <a:extLst>
                <a:ext uri="{FF2B5EF4-FFF2-40B4-BE49-F238E27FC236}">
                  <a16:creationId xmlns:a16="http://schemas.microsoft.com/office/drawing/2014/main" id="{8F820221-B769-B990-6D16-24BECEB4FDCD}"/>
                </a:ext>
              </a:extLst>
            </p:cNvPr>
            <p:cNvSpPr/>
            <p:nvPr/>
          </p:nvSpPr>
          <p:spPr>
            <a:xfrm>
              <a:off x="6408768" y="4124414"/>
              <a:ext cx="188553" cy="188553"/>
            </a:xfrm>
            <a:prstGeom prst="ellipse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4" name="Picture 113">
            <a:extLst>
              <a:ext uri="{FF2B5EF4-FFF2-40B4-BE49-F238E27FC236}">
                <a16:creationId xmlns:a16="http://schemas.microsoft.com/office/drawing/2014/main" id="{E4F355CD-33EC-FC41-0CF7-E97F02B969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0799765">
            <a:off x="3899527" y="1255157"/>
            <a:ext cx="845384" cy="325931"/>
          </a:xfrm>
          <a:prstGeom prst="rect">
            <a:avLst/>
          </a:prstGeom>
        </p:spPr>
      </p:pic>
      <p:grpSp>
        <p:nvGrpSpPr>
          <p:cNvPr id="115" name="Group 114">
            <a:extLst>
              <a:ext uri="{FF2B5EF4-FFF2-40B4-BE49-F238E27FC236}">
                <a16:creationId xmlns:a16="http://schemas.microsoft.com/office/drawing/2014/main" id="{64F7965F-F7AD-BFF3-3071-D96E64CFC2A6}"/>
              </a:ext>
            </a:extLst>
          </p:cNvPr>
          <p:cNvGrpSpPr/>
          <p:nvPr/>
        </p:nvGrpSpPr>
        <p:grpSpPr>
          <a:xfrm>
            <a:off x="3630394" y="698542"/>
            <a:ext cx="1371600" cy="1371600"/>
            <a:chOff x="3013001" y="962272"/>
            <a:chExt cx="1371600" cy="1371600"/>
          </a:xfrm>
        </p:grpSpPr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199B9BB0-4043-AE10-3398-829459DB49EC}"/>
                </a:ext>
              </a:extLst>
            </p:cNvPr>
            <p:cNvSpPr/>
            <p:nvPr/>
          </p:nvSpPr>
          <p:spPr>
            <a:xfrm>
              <a:off x="30130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Arrow: Pentagon 116">
              <a:extLst>
                <a:ext uri="{FF2B5EF4-FFF2-40B4-BE49-F238E27FC236}">
                  <a16:creationId xmlns:a16="http://schemas.microsoft.com/office/drawing/2014/main" id="{3F7ACEA5-A2BB-9C04-36E6-2739CD532A3D}"/>
                </a:ext>
              </a:extLst>
            </p:cNvPr>
            <p:cNvSpPr/>
            <p:nvPr/>
          </p:nvSpPr>
          <p:spPr>
            <a:xfrm rot="5400000">
              <a:off x="31501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8" name="Picture 117">
            <a:extLst>
              <a:ext uri="{FF2B5EF4-FFF2-40B4-BE49-F238E27FC236}">
                <a16:creationId xmlns:a16="http://schemas.microsoft.com/office/drawing/2014/main" id="{B1BB7B2F-2EE3-AE44-8B48-2F49779669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20019" y="1022872"/>
            <a:ext cx="389965" cy="723550"/>
          </a:xfrm>
          <a:prstGeom prst="rect">
            <a:avLst/>
          </a:prstGeom>
        </p:spPr>
      </p:pic>
      <p:grpSp>
        <p:nvGrpSpPr>
          <p:cNvPr id="119" name="Group 118">
            <a:extLst>
              <a:ext uri="{FF2B5EF4-FFF2-40B4-BE49-F238E27FC236}">
                <a16:creationId xmlns:a16="http://schemas.microsoft.com/office/drawing/2014/main" id="{DF0AD139-7D4F-87A3-84BB-5E81AD338E55}"/>
              </a:ext>
            </a:extLst>
          </p:cNvPr>
          <p:cNvGrpSpPr/>
          <p:nvPr/>
        </p:nvGrpSpPr>
        <p:grpSpPr>
          <a:xfrm>
            <a:off x="9006986" y="2280558"/>
            <a:ext cx="1371600" cy="1371600"/>
            <a:chOff x="1298501" y="962272"/>
            <a:chExt cx="1371600" cy="1371600"/>
          </a:xfrm>
        </p:grpSpPr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3354C89E-1D4E-258A-042E-291229363609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1" name="Arrow: Pentagon 120">
              <a:extLst>
                <a:ext uri="{FF2B5EF4-FFF2-40B4-BE49-F238E27FC236}">
                  <a16:creationId xmlns:a16="http://schemas.microsoft.com/office/drawing/2014/main" id="{9F8B5E05-E2FF-7BF7-AC51-C9D399D83DFA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52936139-D6CC-8137-9728-15E58A43BC0B}"/>
              </a:ext>
            </a:extLst>
          </p:cNvPr>
          <p:cNvGrpSpPr/>
          <p:nvPr/>
        </p:nvGrpSpPr>
        <p:grpSpPr>
          <a:xfrm>
            <a:off x="9338706" y="2537647"/>
            <a:ext cx="695460" cy="653691"/>
            <a:chOff x="6203315" y="3923025"/>
            <a:chExt cx="969301" cy="911086"/>
          </a:xfrm>
        </p:grpSpPr>
        <p:sp>
          <p:nvSpPr>
            <p:cNvPr id="8" name="Flowchart: Manual Operation 7">
              <a:extLst>
                <a:ext uri="{FF2B5EF4-FFF2-40B4-BE49-F238E27FC236}">
                  <a16:creationId xmlns:a16="http://schemas.microsoft.com/office/drawing/2014/main" id="{A61E8A9C-304C-0A01-ACF5-43B0D1099B06}"/>
                </a:ext>
              </a:extLst>
            </p:cNvPr>
            <p:cNvSpPr/>
            <p:nvPr/>
          </p:nvSpPr>
          <p:spPr>
            <a:xfrm flipV="1">
              <a:off x="6362626" y="4024689"/>
              <a:ext cx="659305" cy="211637"/>
            </a:xfrm>
            <a:prstGeom prst="flowChartManualOperati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3F7B5E0D-2701-4BA0-8966-2FA53A6A2DE2}"/>
                </a:ext>
              </a:extLst>
            </p:cNvPr>
            <p:cNvSpPr/>
            <p:nvPr/>
          </p:nvSpPr>
          <p:spPr>
            <a:xfrm>
              <a:off x="6568843" y="4236326"/>
              <a:ext cx="246871" cy="38020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3" name="Rectangle 142">
              <a:extLst>
                <a:ext uri="{FF2B5EF4-FFF2-40B4-BE49-F238E27FC236}">
                  <a16:creationId xmlns:a16="http://schemas.microsoft.com/office/drawing/2014/main" id="{DD7A8A0E-5B2D-B1D8-E0C4-6657920BCD0B}"/>
                </a:ext>
              </a:extLst>
            </p:cNvPr>
            <p:cNvSpPr/>
            <p:nvPr/>
          </p:nvSpPr>
          <p:spPr>
            <a:xfrm>
              <a:off x="6312622" y="4552470"/>
              <a:ext cx="759312" cy="21163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Arrow: Right 17">
              <a:extLst>
                <a:ext uri="{FF2B5EF4-FFF2-40B4-BE49-F238E27FC236}">
                  <a16:creationId xmlns:a16="http://schemas.microsoft.com/office/drawing/2014/main" id="{20B772A0-EE86-FC48-4614-D9411366F41F}"/>
                </a:ext>
              </a:extLst>
            </p:cNvPr>
            <p:cNvSpPr/>
            <p:nvPr/>
          </p:nvSpPr>
          <p:spPr>
            <a:xfrm rot="16200000">
              <a:off x="6070609" y="4570249"/>
              <a:ext cx="396568" cy="131155"/>
            </a:xfrm>
            <a:prstGeom prst="rightArrow">
              <a:avLst>
                <a:gd name="adj1" fmla="val 50000"/>
                <a:gd name="adj2" fmla="val 86364"/>
              </a:avLst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4" name="Arrow: Right 143">
              <a:extLst>
                <a:ext uri="{FF2B5EF4-FFF2-40B4-BE49-F238E27FC236}">
                  <a16:creationId xmlns:a16="http://schemas.microsoft.com/office/drawing/2014/main" id="{28D76120-8513-27A5-74E7-FBFE710C0F9C}"/>
                </a:ext>
              </a:extLst>
            </p:cNvPr>
            <p:cNvSpPr/>
            <p:nvPr/>
          </p:nvSpPr>
          <p:spPr>
            <a:xfrm rot="16200000">
              <a:off x="6908755" y="4570249"/>
              <a:ext cx="396568" cy="131155"/>
            </a:xfrm>
            <a:prstGeom prst="rightArrow">
              <a:avLst>
                <a:gd name="adj1" fmla="val 50000"/>
                <a:gd name="adj2" fmla="val 88636"/>
              </a:avLst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8E0B53FB-F03F-DD43-E4F8-E25FB5C323E1}"/>
                </a:ext>
              </a:extLst>
            </p:cNvPr>
            <p:cNvSpPr/>
            <p:nvPr/>
          </p:nvSpPr>
          <p:spPr>
            <a:xfrm>
              <a:off x="6519185" y="3923938"/>
              <a:ext cx="49659" cy="92153"/>
            </a:xfrm>
            <a:prstGeom prst="rect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5" name="Rectangle 144">
              <a:extLst>
                <a:ext uri="{FF2B5EF4-FFF2-40B4-BE49-F238E27FC236}">
                  <a16:creationId xmlns:a16="http://schemas.microsoft.com/office/drawing/2014/main" id="{AB8412D2-B92C-3A42-A00B-09C2F1650CF3}"/>
                </a:ext>
              </a:extLst>
            </p:cNvPr>
            <p:cNvSpPr/>
            <p:nvPr/>
          </p:nvSpPr>
          <p:spPr>
            <a:xfrm>
              <a:off x="6807792" y="3923574"/>
              <a:ext cx="49659" cy="92153"/>
            </a:xfrm>
            <a:prstGeom prst="rect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87C2C007-7D6D-123A-834E-63E90CBF40A4}"/>
                </a:ext>
              </a:extLst>
            </p:cNvPr>
            <p:cNvSpPr/>
            <p:nvPr/>
          </p:nvSpPr>
          <p:spPr>
            <a:xfrm>
              <a:off x="6609497" y="3923025"/>
              <a:ext cx="49659" cy="92153"/>
            </a:xfrm>
            <a:prstGeom prst="rect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7" name="Rectangle 146">
              <a:extLst>
                <a:ext uri="{FF2B5EF4-FFF2-40B4-BE49-F238E27FC236}">
                  <a16:creationId xmlns:a16="http://schemas.microsoft.com/office/drawing/2014/main" id="{F4B20DE1-8AED-BA07-EAFA-B79C5F6BCE00}"/>
                </a:ext>
              </a:extLst>
            </p:cNvPr>
            <p:cNvSpPr/>
            <p:nvPr/>
          </p:nvSpPr>
          <p:spPr>
            <a:xfrm>
              <a:off x="6717479" y="3923574"/>
              <a:ext cx="49659" cy="92153"/>
            </a:xfrm>
            <a:prstGeom prst="rect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48" name="Group 147">
              <a:extLst>
                <a:ext uri="{FF2B5EF4-FFF2-40B4-BE49-F238E27FC236}">
                  <a16:creationId xmlns:a16="http://schemas.microsoft.com/office/drawing/2014/main" id="{5F4EF3F8-9FAC-DDD5-C352-12E84666F7EC}"/>
                </a:ext>
              </a:extLst>
            </p:cNvPr>
            <p:cNvGrpSpPr/>
            <p:nvPr/>
          </p:nvGrpSpPr>
          <p:grpSpPr>
            <a:xfrm rot="19228888">
              <a:off x="6412508" y="4086562"/>
              <a:ext cx="63146" cy="127118"/>
              <a:chOff x="3806073" y="5091415"/>
              <a:chExt cx="134521" cy="270800"/>
            </a:xfrm>
          </p:grpSpPr>
          <p:sp>
            <p:nvSpPr>
              <p:cNvPr id="149" name="Rectangle 148">
                <a:extLst>
                  <a:ext uri="{FF2B5EF4-FFF2-40B4-BE49-F238E27FC236}">
                    <a16:creationId xmlns:a16="http://schemas.microsoft.com/office/drawing/2014/main" id="{DB0F5B4D-44C6-AEBE-498A-AF13FA350F22}"/>
                  </a:ext>
                </a:extLst>
              </p:cNvPr>
              <p:cNvSpPr/>
              <p:nvPr/>
            </p:nvSpPr>
            <p:spPr>
              <a:xfrm>
                <a:off x="3850816" y="5091415"/>
                <a:ext cx="49415" cy="174378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0" name="Oval 149">
                <a:extLst>
                  <a:ext uri="{FF2B5EF4-FFF2-40B4-BE49-F238E27FC236}">
                    <a16:creationId xmlns:a16="http://schemas.microsoft.com/office/drawing/2014/main" id="{D4369AD4-5C41-0CD4-D16D-357494BC8017}"/>
                  </a:ext>
                </a:extLst>
              </p:cNvPr>
              <p:cNvSpPr/>
              <p:nvPr/>
            </p:nvSpPr>
            <p:spPr>
              <a:xfrm>
                <a:off x="3806073" y="5227695"/>
                <a:ext cx="134521" cy="13452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51" name="Group 150">
              <a:extLst>
                <a:ext uri="{FF2B5EF4-FFF2-40B4-BE49-F238E27FC236}">
                  <a16:creationId xmlns:a16="http://schemas.microsoft.com/office/drawing/2014/main" id="{7FB8B696-A362-52A5-91C0-08273FA7264B}"/>
                </a:ext>
              </a:extLst>
            </p:cNvPr>
            <p:cNvGrpSpPr/>
            <p:nvPr/>
          </p:nvGrpSpPr>
          <p:grpSpPr>
            <a:xfrm rot="9885821">
              <a:off x="6899501" y="4141179"/>
              <a:ext cx="63146" cy="127118"/>
              <a:chOff x="3806073" y="5091415"/>
              <a:chExt cx="134521" cy="270800"/>
            </a:xfrm>
          </p:grpSpPr>
          <p:sp>
            <p:nvSpPr>
              <p:cNvPr id="152" name="Rectangle 151">
                <a:extLst>
                  <a:ext uri="{FF2B5EF4-FFF2-40B4-BE49-F238E27FC236}">
                    <a16:creationId xmlns:a16="http://schemas.microsoft.com/office/drawing/2014/main" id="{DCC8B0F7-6EA2-931C-67B1-B6CA0F37A455}"/>
                  </a:ext>
                </a:extLst>
              </p:cNvPr>
              <p:cNvSpPr/>
              <p:nvPr/>
            </p:nvSpPr>
            <p:spPr>
              <a:xfrm>
                <a:off x="3850816" y="5091415"/>
                <a:ext cx="49415" cy="174378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3" name="Oval 152">
                <a:extLst>
                  <a:ext uri="{FF2B5EF4-FFF2-40B4-BE49-F238E27FC236}">
                    <a16:creationId xmlns:a16="http://schemas.microsoft.com/office/drawing/2014/main" id="{4B8F82CA-5B60-BDB0-946E-1511D54BF0E1}"/>
                  </a:ext>
                </a:extLst>
              </p:cNvPr>
              <p:cNvSpPr/>
              <p:nvPr/>
            </p:nvSpPr>
            <p:spPr>
              <a:xfrm>
                <a:off x="3806073" y="5227695"/>
                <a:ext cx="134521" cy="13452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83297666-1C19-B1DD-61D0-355E78196577}"/>
                </a:ext>
              </a:extLst>
            </p:cNvPr>
            <p:cNvGrpSpPr/>
            <p:nvPr/>
          </p:nvGrpSpPr>
          <p:grpSpPr>
            <a:xfrm>
              <a:off x="6516621" y="4264787"/>
              <a:ext cx="128268" cy="237544"/>
              <a:chOff x="4478105" y="5493295"/>
              <a:chExt cx="273251" cy="506041"/>
            </a:xfrm>
          </p:grpSpPr>
          <p:grpSp>
            <p:nvGrpSpPr>
              <p:cNvPr id="154" name="Group 153">
                <a:extLst>
                  <a:ext uri="{FF2B5EF4-FFF2-40B4-BE49-F238E27FC236}">
                    <a16:creationId xmlns:a16="http://schemas.microsoft.com/office/drawing/2014/main" id="{C1EBE51B-2770-18C0-F754-216BFC45FA7E}"/>
                  </a:ext>
                </a:extLst>
              </p:cNvPr>
              <p:cNvGrpSpPr/>
              <p:nvPr/>
            </p:nvGrpSpPr>
            <p:grpSpPr>
              <a:xfrm rot="16200000">
                <a:off x="4548695" y="5425156"/>
                <a:ext cx="134521" cy="270800"/>
                <a:chOff x="3806073" y="5091415"/>
                <a:chExt cx="134521" cy="270800"/>
              </a:xfrm>
            </p:grpSpPr>
            <p:sp>
              <p:nvSpPr>
                <p:cNvPr id="155" name="Rectangle 154">
                  <a:extLst>
                    <a:ext uri="{FF2B5EF4-FFF2-40B4-BE49-F238E27FC236}">
                      <a16:creationId xmlns:a16="http://schemas.microsoft.com/office/drawing/2014/main" id="{B136242D-5BF0-3770-D90B-336E131D5803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6" name="Oval 155">
                  <a:extLst>
                    <a:ext uri="{FF2B5EF4-FFF2-40B4-BE49-F238E27FC236}">
                      <a16:creationId xmlns:a16="http://schemas.microsoft.com/office/drawing/2014/main" id="{D648BB79-3D62-01D4-F46E-BD644F4773FC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0" name="Group 159">
                <a:extLst>
                  <a:ext uri="{FF2B5EF4-FFF2-40B4-BE49-F238E27FC236}">
                    <a16:creationId xmlns:a16="http://schemas.microsoft.com/office/drawing/2014/main" id="{DEA97903-35ED-F71B-58FC-785D0734276B}"/>
                  </a:ext>
                </a:extLst>
              </p:cNvPr>
              <p:cNvGrpSpPr/>
              <p:nvPr/>
            </p:nvGrpSpPr>
            <p:grpSpPr>
              <a:xfrm rot="16200000">
                <a:off x="4546244" y="5613978"/>
                <a:ext cx="134521" cy="270800"/>
                <a:chOff x="3806073" y="5091415"/>
                <a:chExt cx="134521" cy="270800"/>
              </a:xfrm>
            </p:grpSpPr>
            <p:sp>
              <p:nvSpPr>
                <p:cNvPr id="161" name="Rectangle 160">
                  <a:extLst>
                    <a:ext uri="{FF2B5EF4-FFF2-40B4-BE49-F238E27FC236}">
                      <a16:creationId xmlns:a16="http://schemas.microsoft.com/office/drawing/2014/main" id="{96A3BA40-2070-7975-9D74-B847C68B052B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2" name="Oval 161">
                  <a:extLst>
                    <a:ext uri="{FF2B5EF4-FFF2-40B4-BE49-F238E27FC236}">
                      <a16:creationId xmlns:a16="http://schemas.microsoft.com/office/drawing/2014/main" id="{97656C80-2962-2F3F-1D98-82C58FEBA5FC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3" name="Group 162">
                <a:extLst>
                  <a:ext uri="{FF2B5EF4-FFF2-40B4-BE49-F238E27FC236}">
                    <a16:creationId xmlns:a16="http://schemas.microsoft.com/office/drawing/2014/main" id="{ADF5D849-BF7C-6CEE-15EC-6B09AAD86883}"/>
                  </a:ext>
                </a:extLst>
              </p:cNvPr>
              <p:cNvGrpSpPr/>
              <p:nvPr/>
            </p:nvGrpSpPr>
            <p:grpSpPr>
              <a:xfrm rot="16200000">
                <a:off x="4547465" y="5796676"/>
                <a:ext cx="134521" cy="270800"/>
                <a:chOff x="3806073" y="5091415"/>
                <a:chExt cx="134521" cy="270800"/>
              </a:xfrm>
            </p:grpSpPr>
            <p:sp>
              <p:nvSpPr>
                <p:cNvPr id="164" name="Rectangle 163">
                  <a:extLst>
                    <a:ext uri="{FF2B5EF4-FFF2-40B4-BE49-F238E27FC236}">
                      <a16:creationId xmlns:a16="http://schemas.microsoft.com/office/drawing/2014/main" id="{DA97347C-E6D2-88EA-1247-6AC1D9930434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5" name="Oval 164">
                  <a:extLst>
                    <a:ext uri="{FF2B5EF4-FFF2-40B4-BE49-F238E27FC236}">
                      <a16:creationId xmlns:a16="http://schemas.microsoft.com/office/drawing/2014/main" id="{38A338BA-2FE0-9289-8DCE-4323F7688DBA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66" name="Group 165">
              <a:extLst>
                <a:ext uri="{FF2B5EF4-FFF2-40B4-BE49-F238E27FC236}">
                  <a16:creationId xmlns:a16="http://schemas.microsoft.com/office/drawing/2014/main" id="{17BFAE85-2300-3CD2-1825-1240EA8CC507}"/>
                </a:ext>
              </a:extLst>
            </p:cNvPr>
            <p:cNvGrpSpPr/>
            <p:nvPr/>
          </p:nvGrpSpPr>
          <p:grpSpPr>
            <a:xfrm rot="10800000">
              <a:off x="6737076" y="4264787"/>
              <a:ext cx="128268" cy="237544"/>
              <a:chOff x="4478105" y="5493295"/>
              <a:chExt cx="273251" cy="506041"/>
            </a:xfrm>
          </p:grpSpPr>
          <p:grpSp>
            <p:nvGrpSpPr>
              <p:cNvPr id="167" name="Group 166">
                <a:extLst>
                  <a:ext uri="{FF2B5EF4-FFF2-40B4-BE49-F238E27FC236}">
                    <a16:creationId xmlns:a16="http://schemas.microsoft.com/office/drawing/2014/main" id="{9DE1D039-AD7B-D768-10E7-377DD3E80D82}"/>
                  </a:ext>
                </a:extLst>
              </p:cNvPr>
              <p:cNvGrpSpPr/>
              <p:nvPr/>
            </p:nvGrpSpPr>
            <p:grpSpPr>
              <a:xfrm rot="16200000">
                <a:off x="4548695" y="5425156"/>
                <a:ext cx="134521" cy="270800"/>
                <a:chOff x="3806073" y="5091415"/>
                <a:chExt cx="134521" cy="270800"/>
              </a:xfrm>
            </p:grpSpPr>
            <p:sp>
              <p:nvSpPr>
                <p:cNvPr id="174" name="Rectangle 173">
                  <a:extLst>
                    <a:ext uri="{FF2B5EF4-FFF2-40B4-BE49-F238E27FC236}">
                      <a16:creationId xmlns:a16="http://schemas.microsoft.com/office/drawing/2014/main" id="{47E941E4-76A4-4447-EBC6-399248A57CFE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5" name="Oval 174">
                  <a:extLst>
                    <a:ext uri="{FF2B5EF4-FFF2-40B4-BE49-F238E27FC236}">
                      <a16:creationId xmlns:a16="http://schemas.microsoft.com/office/drawing/2014/main" id="{ABD99C11-71D8-76B9-76DE-47AC1DF65D0E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8" name="Group 167">
                <a:extLst>
                  <a:ext uri="{FF2B5EF4-FFF2-40B4-BE49-F238E27FC236}">
                    <a16:creationId xmlns:a16="http://schemas.microsoft.com/office/drawing/2014/main" id="{9121FB87-82D3-4986-9054-E2DF1BD379F8}"/>
                  </a:ext>
                </a:extLst>
              </p:cNvPr>
              <p:cNvGrpSpPr/>
              <p:nvPr/>
            </p:nvGrpSpPr>
            <p:grpSpPr>
              <a:xfrm rot="16200000">
                <a:off x="4546244" y="5613978"/>
                <a:ext cx="134521" cy="270800"/>
                <a:chOff x="3806073" y="5091415"/>
                <a:chExt cx="134521" cy="270800"/>
              </a:xfrm>
            </p:grpSpPr>
            <p:sp>
              <p:nvSpPr>
                <p:cNvPr id="172" name="Rectangle 171">
                  <a:extLst>
                    <a:ext uri="{FF2B5EF4-FFF2-40B4-BE49-F238E27FC236}">
                      <a16:creationId xmlns:a16="http://schemas.microsoft.com/office/drawing/2014/main" id="{BF6AA037-5A97-392F-0DB0-A12785750577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3" name="Oval 172">
                  <a:extLst>
                    <a:ext uri="{FF2B5EF4-FFF2-40B4-BE49-F238E27FC236}">
                      <a16:creationId xmlns:a16="http://schemas.microsoft.com/office/drawing/2014/main" id="{23529BD5-1D07-891A-EAAD-4C3FD95CA141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9" name="Group 168">
                <a:extLst>
                  <a:ext uri="{FF2B5EF4-FFF2-40B4-BE49-F238E27FC236}">
                    <a16:creationId xmlns:a16="http://schemas.microsoft.com/office/drawing/2014/main" id="{E6ECEB7A-2965-C06C-63D9-3474D23CD188}"/>
                  </a:ext>
                </a:extLst>
              </p:cNvPr>
              <p:cNvGrpSpPr/>
              <p:nvPr/>
            </p:nvGrpSpPr>
            <p:grpSpPr>
              <a:xfrm rot="16200000">
                <a:off x="4547465" y="5796676"/>
                <a:ext cx="134521" cy="270800"/>
                <a:chOff x="3806073" y="5091415"/>
                <a:chExt cx="134521" cy="270800"/>
              </a:xfrm>
            </p:grpSpPr>
            <p:sp>
              <p:nvSpPr>
                <p:cNvPr id="170" name="Rectangle 169">
                  <a:extLst>
                    <a:ext uri="{FF2B5EF4-FFF2-40B4-BE49-F238E27FC236}">
                      <a16:creationId xmlns:a16="http://schemas.microsoft.com/office/drawing/2014/main" id="{37E8714C-E82F-FC7E-58B4-D082F953CF98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1" name="Oval 170">
                  <a:extLst>
                    <a:ext uri="{FF2B5EF4-FFF2-40B4-BE49-F238E27FC236}">
                      <a16:creationId xmlns:a16="http://schemas.microsoft.com/office/drawing/2014/main" id="{FA240AC5-A275-6E2F-6EE2-F7780841D76C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217" name="Group 216">
            <a:extLst>
              <a:ext uri="{FF2B5EF4-FFF2-40B4-BE49-F238E27FC236}">
                <a16:creationId xmlns:a16="http://schemas.microsoft.com/office/drawing/2014/main" id="{73D65585-8AD4-6D7D-96E4-EDD6BC6CEA17}"/>
              </a:ext>
            </a:extLst>
          </p:cNvPr>
          <p:cNvGrpSpPr/>
          <p:nvPr/>
        </p:nvGrpSpPr>
        <p:grpSpPr>
          <a:xfrm>
            <a:off x="1949236" y="3920973"/>
            <a:ext cx="1371600" cy="1371600"/>
            <a:chOff x="1298501" y="962272"/>
            <a:chExt cx="1371600" cy="1371600"/>
          </a:xfrm>
        </p:grpSpPr>
        <p:sp>
          <p:nvSpPr>
            <p:cNvPr id="218" name="Rectangle 217">
              <a:extLst>
                <a:ext uri="{FF2B5EF4-FFF2-40B4-BE49-F238E27FC236}">
                  <a16:creationId xmlns:a16="http://schemas.microsoft.com/office/drawing/2014/main" id="{7051DFFF-0181-80A9-FD8F-62674A5FC002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9" name="Arrow: Pentagon 218">
              <a:extLst>
                <a:ext uri="{FF2B5EF4-FFF2-40B4-BE49-F238E27FC236}">
                  <a16:creationId xmlns:a16="http://schemas.microsoft.com/office/drawing/2014/main" id="{5DE2B1CD-B2C1-32A8-657C-5C7CD06AC184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30" name="Group 229">
            <a:extLst>
              <a:ext uri="{FF2B5EF4-FFF2-40B4-BE49-F238E27FC236}">
                <a16:creationId xmlns:a16="http://schemas.microsoft.com/office/drawing/2014/main" id="{54B7541C-5D5B-0823-2E54-BF04BB442495}"/>
              </a:ext>
            </a:extLst>
          </p:cNvPr>
          <p:cNvGrpSpPr/>
          <p:nvPr/>
        </p:nvGrpSpPr>
        <p:grpSpPr>
          <a:xfrm>
            <a:off x="3602940" y="2373802"/>
            <a:ext cx="1371600" cy="1371600"/>
            <a:chOff x="1298501" y="962272"/>
            <a:chExt cx="1371600" cy="1371600"/>
          </a:xfrm>
        </p:grpSpPr>
        <p:sp>
          <p:nvSpPr>
            <p:cNvPr id="231" name="Rectangle 230">
              <a:extLst>
                <a:ext uri="{FF2B5EF4-FFF2-40B4-BE49-F238E27FC236}">
                  <a16:creationId xmlns:a16="http://schemas.microsoft.com/office/drawing/2014/main" id="{59DB8B9E-6203-4E61-E28B-FFD7439C698A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2" name="Arrow: Pentagon 231">
              <a:extLst>
                <a:ext uri="{FF2B5EF4-FFF2-40B4-BE49-F238E27FC236}">
                  <a16:creationId xmlns:a16="http://schemas.microsoft.com/office/drawing/2014/main" id="{97399673-55C5-10A5-89B3-157447746B10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33" name="Group 232">
            <a:extLst>
              <a:ext uri="{FF2B5EF4-FFF2-40B4-BE49-F238E27FC236}">
                <a16:creationId xmlns:a16="http://schemas.microsoft.com/office/drawing/2014/main" id="{D63DCA80-A1AB-1451-98D3-23CC452D7F86}"/>
              </a:ext>
            </a:extLst>
          </p:cNvPr>
          <p:cNvGrpSpPr/>
          <p:nvPr/>
        </p:nvGrpSpPr>
        <p:grpSpPr>
          <a:xfrm>
            <a:off x="545575" y="2705896"/>
            <a:ext cx="813727" cy="477825"/>
            <a:chOff x="3243145" y="3555274"/>
            <a:chExt cx="2506443" cy="1471797"/>
          </a:xfrm>
        </p:grpSpPr>
        <p:sp>
          <p:nvSpPr>
            <p:cNvPr id="234" name="Rectangle 233">
              <a:extLst>
                <a:ext uri="{FF2B5EF4-FFF2-40B4-BE49-F238E27FC236}">
                  <a16:creationId xmlns:a16="http://schemas.microsoft.com/office/drawing/2014/main" id="{4966A395-E81D-582C-E5E4-B2FB3189EAC5}"/>
                </a:ext>
              </a:extLst>
            </p:cNvPr>
            <p:cNvSpPr/>
            <p:nvPr/>
          </p:nvSpPr>
          <p:spPr>
            <a:xfrm>
              <a:off x="4030141" y="3924300"/>
              <a:ext cx="1461933" cy="1968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5" name="Rectangle 234">
              <a:extLst>
                <a:ext uri="{FF2B5EF4-FFF2-40B4-BE49-F238E27FC236}">
                  <a16:creationId xmlns:a16="http://schemas.microsoft.com/office/drawing/2014/main" id="{CA456A52-2AC2-3747-6724-36B527D0A43A}"/>
                </a:ext>
              </a:extLst>
            </p:cNvPr>
            <p:cNvSpPr/>
            <p:nvPr/>
          </p:nvSpPr>
          <p:spPr>
            <a:xfrm rot="19876836">
              <a:off x="3243145" y="4120769"/>
              <a:ext cx="868127" cy="1968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6" name="Rectangle 235">
              <a:extLst>
                <a:ext uri="{FF2B5EF4-FFF2-40B4-BE49-F238E27FC236}">
                  <a16:creationId xmlns:a16="http://schemas.microsoft.com/office/drawing/2014/main" id="{218F8C97-14C6-E60A-1AAF-12D9DCC92A03}"/>
                </a:ext>
              </a:extLst>
            </p:cNvPr>
            <p:cNvSpPr/>
            <p:nvPr/>
          </p:nvSpPr>
          <p:spPr>
            <a:xfrm rot="3856563">
              <a:off x="5233990" y="4136800"/>
              <a:ext cx="595421" cy="1968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7" name="Rectangle 236">
              <a:extLst>
                <a:ext uri="{FF2B5EF4-FFF2-40B4-BE49-F238E27FC236}">
                  <a16:creationId xmlns:a16="http://schemas.microsoft.com/office/drawing/2014/main" id="{EF2D768E-63D4-B322-8F7B-300B96B16237}"/>
                </a:ext>
              </a:extLst>
            </p:cNvPr>
            <p:cNvSpPr/>
            <p:nvPr/>
          </p:nvSpPr>
          <p:spPr>
            <a:xfrm>
              <a:off x="3249245" y="4339553"/>
              <a:ext cx="2500343" cy="41319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8" name="Oval 237">
              <a:extLst>
                <a:ext uri="{FF2B5EF4-FFF2-40B4-BE49-F238E27FC236}">
                  <a16:creationId xmlns:a16="http://schemas.microsoft.com/office/drawing/2014/main" id="{2BDD05E2-2ED2-F3AE-E3F7-7A1A181DC882}"/>
                </a:ext>
              </a:extLst>
            </p:cNvPr>
            <p:cNvSpPr/>
            <p:nvPr/>
          </p:nvSpPr>
          <p:spPr>
            <a:xfrm>
              <a:off x="3458569" y="4478431"/>
              <a:ext cx="548640" cy="548640"/>
            </a:xfrm>
            <a:prstGeom prst="ellipse">
              <a:avLst/>
            </a:prstGeom>
            <a:ln w="762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9" name="Oval 238">
              <a:extLst>
                <a:ext uri="{FF2B5EF4-FFF2-40B4-BE49-F238E27FC236}">
                  <a16:creationId xmlns:a16="http://schemas.microsoft.com/office/drawing/2014/main" id="{748B9DC6-9FA4-B827-380F-5E6129403DC5}"/>
                </a:ext>
              </a:extLst>
            </p:cNvPr>
            <p:cNvSpPr/>
            <p:nvPr/>
          </p:nvSpPr>
          <p:spPr>
            <a:xfrm>
              <a:off x="4452402" y="4478431"/>
              <a:ext cx="548640" cy="548640"/>
            </a:xfrm>
            <a:prstGeom prst="ellipse">
              <a:avLst/>
            </a:prstGeom>
            <a:ln w="762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0" name="Oval 239">
              <a:extLst>
                <a:ext uri="{FF2B5EF4-FFF2-40B4-BE49-F238E27FC236}">
                  <a16:creationId xmlns:a16="http://schemas.microsoft.com/office/drawing/2014/main" id="{B3633E32-01FE-2F41-F77F-733DF79F4DE7}"/>
                </a:ext>
              </a:extLst>
            </p:cNvPr>
            <p:cNvSpPr/>
            <p:nvPr/>
          </p:nvSpPr>
          <p:spPr>
            <a:xfrm>
              <a:off x="5114522" y="4478431"/>
              <a:ext cx="548640" cy="548640"/>
            </a:xfrm>
            <a:prstGeom prst="ellipse">
              <a:avLst/>
            </a:prstGeom>
            <a:ln w="762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1" name="Rectangle: Single Corner Snipped 240">
              <a:extLst>
                <a:ext uri="{FF2B5EF4-FFF2-40B4-BE49-F238E27FC236}">
                  <a16:creationId xmlns:a16="http://schemas.microsoft.com/office/drawing/2014/main" id="{D3126DB3-589C-E48C-0345-D05CD2DDBEFC}"/>
                </a:ext>
              </a:extLst>
            </p:cNvPr>
            <p:cNvSpPr/>
            <p:nvPr/>
          </p:nvSpPr>
          <p:spPr>
            <a:xfrm flipH="1">
              <a:off x="4640463" y="3577354"/>
              <a:ext cx="714451" cy="453971"/>
            </a:xfrm>
            <a:prstGeom prst="snip1Rect">
              <a:avLst>
                <a:gd name="adj" fmla="val 500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2" name="Rectangle 241">
              <a:extLst>
                <a:ext uri="{FF2B5EF4-FFF2-40B4-BE49-F238E27FC236}">
                  <a16:creationId xmlns:a16="http://schemas.microsoft.com/office/drawing/2014/main" id="{3EA2DDEF-185A-5273-F13C-21061309BE90}"/>
                </a:ext>
              </a:extLst>
            </p:cNvPr>
            <p:cNvSpPr/>
            <p:nvPr/>
          </p:nvSpPr>
          <p:spPr>
            <a:xfrm rot="410055">
              <a:off x="3616764" y="3555274"/>
              <a:ext cx="1218169" cy="13408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59" name="Group 258">
            <a:extLst>
              <a:ext uri="{FF2B5EF4-FFF2-40B4-BE49-F238E27FC236}">
                <a16:creationId xmlns:a16="http://schemas.microsoft.com/office/drawing/2014/main" id="{412FC9C9-F802-4905-42B9-9E223C7612E1}"/>
              </a:ext>
            </a:extLst>
          </p:cNvPr>
          <p:cNvGrpSpPr/>
          <p:nvPr/>
        </p:nvGrpSpPr>
        <p:grpSpPr>
          <a:xfrm>
            <a:off x="2141994" y="4331502"/>
            <a:ext cx="966865" cy="392898"/>
            <a:chOff x="3601772" y="4451726"/>
            <a:chExt cx="3281623" cy="133353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1050FA32-7454-8AF9-D971-182E6210E10A}"/>
                </a:ext>
              </a:extLst>
            </p:cNvPr>
            <p:cNvSpPr/>
            <p:nvPr/>
          </p:nvSpPr>
          <p:spPr>
            <a:xfrm>
              <a:off x="4582588" y="4974563"/>
              <a:ext cx="2211912" cy="15744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B93E239A-F119-3369-0DDC-592BEB424E23}"/>
                </a:ext>
              </a:extLst>
            </p:cNvPr>
            <p:cNvSpPr/>
            <p:nvPr/>
          </p:nvSpPr>
          <p:spPr>
            <a:xfrm rot="19876836">
              <a:off x="4019901" y="5117543"/>
              <a:ext cx="648581" cy="14706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9B626BBA-5DC2-1467-AD1B-F8963004BC93}"/>
                </a:ext>
              </a:extLst>
            </p:cNvPr>
            <p:cNvSpPr/>
            <p:nvPr/>
          </p:nvSpPr>
          <p:spPr>
            <a:xfrm rot="5400000">
              <a:off x="6587441" y="5120427"/>
              <a:ext cx="444841" cy="14706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12DF78D4-E5B7-E8DF-49A3-0D2515BE0FA8}"/>
                </a:ext>
              </a:extLst>
            </p:cNvPr>
            <p:cNvSpPr/>
            <p:nvPr/>
          </p:nvSpPr>
          <p:spPr>
            <a:xfrm>
              <a:off x="4024459" y="5281271"/>
              <a:ext cx="2770041" cy="2991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7CC7D1D9-04C2-0E4E-EBC4-E994A13EF0FD}"/>
                </a:ext>
              </a:extLst>
            </p:cNvPr>
            <p:cNvSpPr/>
            <p:nvPr/>
          </p:nvSpPr>
          <p:spPr>
            <a:xfrm rot="186132">
              <a:off x="3601772" y="4682629"/>
              <a:ext cx="1535179" cy="13003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FDEADF15-5BE4-F23B-0535-1FE5C5DBE168}"/>
                </a:ext>
              </a:extLst>
            </p:cNvPr>
            <p:cNvGrpSpPr/>
            <p:nvPr/>
          </p:nvGrpSpPr>
          <p:grpSpPr>
            <a:xfrm>
              <a:off x="4242218" y="5466180"/>
              <a:ext cx="2361782" cy="319076"/>
              <a:chOff x="3740100" y="5833335"/>
              <a:chExt cx="2361782" cy="319076"/>
            </a:xfrm>
          </p:grpSpPr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B05038E1-13DA-DD3A-19D0-B7C2FD53436C}"/>
                  </a:ext>
                </a:extLst>
              </p:cNvPr>
              <p:cNvSpPr/>
              <p:nvPr/>
            </p:nvSpPr>
            <p:spPr>
              <a:xfrm>
                <a:off x="3740100" y="5843710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4" name="Oval 63">
                <a:extLst>
                  <a:ext uri="{FF2B5EF4-FFF2-40B4-BE49-F238E27FC236}">
                    <a16:creationId xmlns:a16="http://schemas.microsoft.com/office/drawing/2014/main" id="{CCF48D29-BF3A-FA92-9C5C-194068FD4906}"/>
                  </a:ext>
                </a:extLst>
              </p:cNvPr>
              <p:cNvSpPr/>
              <p:nvPr/>
            </p:nvSpPr>
            <p:spPr>
              <a:xfrm>
                <a:off x="4080470" y="5843710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" name="Oval 64">
                <a:extLst>
                  <a:ext uri="{FF2B5EF4-FFF2-40B4-BE49-F238E27FC236}">
                    <a16:creationId xmlns:a16="http://schemas.microsoft.com/office/drawing/2014/main" id="{66B3F4BA-F128-4DE6-12BF-05C51911410E}"/>
                  </a:ext>
                </a:extLst>
              </p:cNvPr>
              <p:cNvSpPr/>
              <p:nvPr/>
            </p:nvSpPr>
            <p:spPr>
              <a:xfrm>
                <a:off x="4424551" y="5839685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3" name="Oval 242">
                <a:extLst>
                  <a:ext uri="{FF2B5EF4-FFF2-40B4-BE49-F238E27FC236}">
                    <a16:creationId xmlns:a16="http://schemas.microsoft.com/office/drawing/2014/main" id="{134AA2AB-DA0F-4C93-78BE-EBB0239E665C}"/>
                  </a:ext>
                </a:extLst>
              </p:cNvPr>
              <p:cNvSpPr/>
              <p:nvPr/>
            </p:nvSpPr>
            <p:spPr>
              <a:xfrm>
                <a:off x="4768496" y="5837360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4" name="Oval 243">
                <a:extLst>
                  <a:ext uri="{FF2B5EF4-FFF2-40B4-BE49-F238E27FC236}">
                    <a16:creationId xmlns:a16="http://schemas.microsoft.com/office/drawing/2014/main" id="{5BC390FB-327C-71BF-AF99-ECD04898B7CD}"/>
                  </a:ext>
                </a:extLst>
              </p:cNvPr>
              <p:cNvSpPr/>
              <p:nvPr/>
            </p:nvSpPr>
            <p:spPr>
              <a:xfrm>
                <a:off x="5108866" y="5837360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5" name="Oval 244">
                <a:extLst>
                  <a:ext uri="{FF2B5EF4-FFF2-40B4-BE49-F238E27FC236}">
                    <a16:creationId xmlns:a16="http://schemas.microsoft.com/office/drawing/2014/main" id="{61C6E043-DC84-B64A-D161-108B942E8D1F}"/>
                  </a:ext>
                </a:extLst>
              </p:cNvPr>
              <p:cNvSpPr/>
              <p:nvPr/>
            </p:nvSpPr>
            <p:spPr>
              <a:xfrm>
                <a:off x="5452947" y="5833335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6" name="Oval 245">
                <a:extLst>
                  <a:ext uri="{FF2B5EF4-FFF2-40B4-BE49-F238E27FC236}">
                    <a16:creationId xmlns:a16="http://schemas.microsoft.com/office/drawing/2014/main" id="{5B355303-3E24-B2A4-5292-A10AB65A4357}"/>
                  </a:ext>
                </a:extLst>
              </p:cNvPr>
              <p:cNvSpPr/>
              <p:nvPr/>
            </p:nvSpPr>
            <p:spPr>
              <a:xfrm>
                <a:off x="5793181" y="5833335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D0AE9775-A99B-B0A1-AF89-DA167DF2CAD2}"/>
                </a:ext>
              </a:extLst>
            </p:cNvPr>
            <p:cNvCxnSpPr>
              <a:cxnSpLocks/>
              <a:endCxn id="4" idx="3"/>
            </p:cNvCxnSpPr>
            <p:nvPr/>
          </p:nvCxnSpPr>
          <p:spPr>
            <a:xfrm>
              <a:off x="4114791" y="5567798"/>
              <a:ext cx="172635" cy="172250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8" name="Straight Connector 247">
              <a:extLst>
                <a:ext uri="{FF2B5EF4-FFF2-40B4-BE49-F238E27FC236}">
                  <a16:creationId xmlns:a16="http://schemas.microsoft.com/office/drawing/2014/main" id="{8BF7D14A-1B57-9565-1A5C-49051E221739}"/>
                </a:ext>
              </a:extLst>
            </p:cNvPr>
            <p:cNvCxnSpPr>
              <a:cxnSpLocks/>
              <a:endCxn id="246" idx="5"/>
            </p:cNvCxnSpPr>
            <p:nvPr/>
          </p:nvCxnSpPr>
          <p:spPr>
            <a:xfrm flipH="1">
              <a:off x="6558792" y="5552395"/>
              <a:ext cx="188066" cy="177278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0" name="Straight Connector 249">
              <a:extLst>
                <a:ext uri="{FF2B5EF4-FFF2-40B4-BE49-F238E27FC236}">
                  <a16:creationId xmlns:a16="http://schemas.microsoft.com/office/drawing/2014/main" id="{5104C116-4C86-5112-4FB7-B5B918094B06}"/>
                </a:ext>
              </a:extLst>
            </p:cNvPr>
            <p:cNvCxnSpPr>
              <a:cxnSpLocks/>
              <a:stCxn id="4" idx="4"/>
              <a:endCxn id="246" idx="4"/>
            </p:cNvCxnSpPr>
            <p:nvPr/>
          </p:nvCxnSpPr>
          <p:spPr>
            <a:xfrm flipV="1">
              <a:off x="4396569" y="5774881"/>
              <a:ext cx="2053081" cy="10375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56" name="Rectangle 255">
              <a:extLst>
                <a:ext uri="{FF2B5EF4-FFF2-40B4-BE49-F238E27FC236}">
                  <a16:creationId xmlns:a16="http://schemas.microsoft.com/office/drawing/2014/main" id="{CD3AE514-3E86-DAC8-A788-031593DC4D42}"/>
                </a:ext>
              </a:extLst>
            </p:cNvPr>
            <p:cNvSpPr/>
            <p:nvPr/>
          </p:nvSpPr>
          <p:spPr>
            <a:xfrm>
              <a:off x="6151287" y="4840975"/>
              <a:ext cx="658573" cy="12978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7" name="Rectangle: Diagonal Corners Snipped 256">
              <a:extLst>
                <a:ext uri="{FF2B5EF4-FFF2-40B4-BE49-F238E27FC236}">
                  <a16:creationId xmlns:a16="http://schemas.microsoft.com/office/drawing/2014/main" id="{D4CE2AD4-E1A2-A5A7-C562-F844908F0A9C}"/>
                </a:ext>
              </a:extLst>
            </p:cNvPr>
            <p:cNvSpPr/>
            <p:nvPr/>
          </p:nvSpPr>
          <p:spPr>
            <a:xfrm flipH="1">
              <a:off x="5066506" y="4556178"/>
              <a:ext cx="1121182" cy="408902"/>
            </a:xfrm>
            <a:prstGeom prst="snip2DiagRect">
              <a:avLst>
                <a:gd name="adj1" fmla="val 0"/>
                <a:gd name="adj2" fmla="val 500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8" name="Rectangle 257">
              <a:extLst>
                <a:ext uri="{FF2B5EF4-FFF2-40B4-BE49-F238E27FC236}">
                  <a16:creationId xmlns:a16="http://schemas.microsoft.com/office/drawing/2014/main" id="{5A02BCDC-A567-B30B-A197-532484CFDFAD}"/>
                </a:ext>
              </a:extLst>
            </p:cNvPr>
            <p:cNvSpPr/>
            <p:nvPr/>
          </p:nvSpPr>
          <p:spPr>
            <a:xfrm flipV="1">
              <a:off x="5563360" y="4451726"/>
              <a:ext cx="304591" cy="18468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F1306C07-16C0-1841-EA03-0C767DF0FB2E}"/>
              </a:ext>
            </a:extLst>
          </p:cNvPr>
          <p:cNvGrpSpPr/>
          <p:nvPr/>
        </p:nvGrpSpPr>
        <p:grpSpPr>
          <a:xfrm>
            <a:off x="3871474" y="2776533"/>
            <a:ext cx="845486" cy="477307"/>
            <a:chOff x="4659448" y="4555528"/>
            <a:chExt cx="2627133" cy="1483110"/>
          </a:xfrm>
        </p:grpSpPr>
        <p:sp>
          <p:nvSpPr>
            <p:cNvPr id="263" name="Rectangle 262">
              <a:extLst>
                <a:ext uri="{FF2B5EF4-FFF2-40B4-BE49-F238E27FC236}">
                  <a16:creationId xmlns:a16="http://schemas.microsoft.com/office/drawing/2014/main" id="{728C5550-C08C-1FE8-5F9C-56A6758930B2}"/>
                </a:ext>
              </a:extLst>
            </p:cNvPr>
            <p:cNvSpPr/>
            <p:nvPr/>
          </p:nvSpPr>
          <p:spPr>
            <a:xfrm rot="5400000">
              <a:off x="5751679" y="5719840"/>
              <a:ext cx="479177" cy="15841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4" name="Rectangle 263">
              <a:extLst>
                <a:ext uri="{FF2B5EF4-FFF2-40B4-BE49-F238E27FC236}">
                  <a16:creationId xmlns:a16="http://schemas.microsoft.com/office/drawing/2014/main" id="{94DFC689-2815-709F-5354-951666FEEA89}"/>
                </a:ext>
              </a:extLst>
            </p:cNvPr>
            <p:cNvSpPr/>
            <p:nvPr/>
          </p:nvSpPr>
          <p:spPr>
            <a:xfrm>
              <a:off x="5060159" y="5159351"/>
              <a:ext cx="1813329" cy="36430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5" name="Rectangle 264">
              <a:extLst>
                <a:ext uri="{FF2B5EF4-FFF2-40B4-BE49-F238E27FC236}">
                  <a16:creationId xmlns:a16="http://schemas.microsoft.com/office/drawing/2014/main" id="{7DE3E07E-6F88-D7C7-5774-0639B1C36CC8}"/>
                </a:ext>
              </a:extLst>
            </p:cNvPr>
            <p:cNvSpPr/>
            <p:nvPr/>
          </p:nvSpPr>
          <p:spPr>
            <a:xfrm rot="2166242">
              <a:off x="4751161" y="4555528"/>
              <a:ext cx="1182977" cy="25863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6" name="Oval 275">
              <a:extLst>
                <a:ext uri="{FF2B5EF4-FFF2-40B4-BE49-F238E27FC236}">
                  <a16:creationId xmlns:a16="http://schemas.microsoft.com/office/drawing/2014/main" id="{5F7D6332-7DF3-942E-71A2-2C451417323C}"/>
                </a:ext>
              </a:extLst>
            </p:cNvPr>
            <p:cNvSpPr/>
            <p:nvPr/>
          </p:nvSpPr>
          <p:spPr>
            <a:xfrm>
              <a:off x="5822884" y="5193142"/>
              <a:ext cx="332529" cy="332528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0" name="Rectangle 269">
              <a:extLst>
                <a:ext uri="{FF2B5EF4-FFF2-40B4-BE49-F238E27FC236}">
                  <a16:creationId xmlns:a16="http://schemas.microsoft.com/office/drawing/2014/main" id="{15FE362E-16DB-DF20-30A6-50134C49D1E0}"/>
                </a:ext>
              </a:extLst>
            </p:cNvPr>
            <p:cNvSpPr/>
            <p:nvPr/>
          </p:nvSpPr>
          <p:spPr>
            <a:xfrm>
              <a:off x="5381441" y="5903668"/>
              <a:ext cx="1180464" cy="13318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1" name="Rectangle: Diagonal Corners Snipped 270">
              <a:extLst>
                <a:ext uri="{FF2B5EF4-FFF2-40B4-BE49-F238E27FC236}">
                  <a16:creationId xmlns:a16="http://schemas.microsoft.com/office/drawing/2014/main" id="{8E7BEDCA-5235-24F2-F506-E5488359A099}"/>
                </a:ext>
              </a:extLst>
            </p:cNvPr>
            <p:cNvSpPr/>
            <p:nvPr/>
          </p:nvSpPr>
          <p:spPr>
            <a:xfrm flipH="1">
              <a:off x="5418936" y="4716003"/>
              <a:ext cx="1207722" cy="440464"/>
            </a:xfrm>
            <a:prstGeom prst="snip2DiagRect">
              <a:avLst>
                <a:gd name="adj1" fmla="val 0"/>
                <a:gd name="adj2" fmla="val 500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2" name="Rectangle 271">
              <a:extLst>
                <a:ext uri="{FF2B5EF4-FFF2-40B4-BE49-F238E27FC236}">
                  <a16:creationId xmlns:a16="http://schemas.microsoft.com/office/drawing/2014/main" id="{7732F83C-059E-C185-23F5-85EE335E5CFA}"/>
                </a:ext>
              </a:extLst>
            </p:cNvPr>
            <p:cNvSpPr/>
            <p:nvPr/>
          </p:nvSpPr>
          <p:spPr>
            <a:xfrm flipV="1">
              <a:off x="5954140" y="4603489"/>
              <a:ext cx="328101" cy="19894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85" name="Group 284">
              <a:extLst>
                <a:ext uri="{FF2B5EF4-FFF2-40B4-BE49-F238E27FC236}">
                  <a16:creationId xmlns:a16="http://schemas.microsoft.com/office/drawing/2014/main" id="{10B13C61-AA0F-501F-9FD5-4EB1B78B306D}"/>
                </a:ext>
              </a:extLst>
            </p:cNvPr>
            <p:cNvGrpSpPr/>
            <p:nvPr/>
          </p:nvGrpSpPr>
          <p:grpSpPr>
            <a:xfrm rot="19255016">
              <a:off x="4659448" y="5423823"/>
              <a:ext cx="1069810" cy="380153"/>
              <a:chOff x="4116150" y="5982552"/>
              <a:chExt cx="1069810" cy="380153"/>
            </a:xfrm>
          </p:grpSpPr>
          <p:grpSp>
            <p:nvGrpSpPr>
              <p:cNvPr id="280" name="Group 279">
                <a:extLst>
                  <a:ext uri="{FF2B5EF4-FFF2-40B4-BE49-F238E27FC236}">
                    <a16:creationId xmlns:a16="http://schemas.microsoft.com/office/drawing/2014/main" id="{9CC3C03B-E326-8FDA-29B5-2AF44A121D16}"/>
                  </a:ext>
                </a:extLst>
              </p:cNvPr>
              <p:cNvGrpSpPr/>
              <p:nvPr/>
            </p:nvGrpSpPr>
            <p:grpSpPr>
              <a:xfrm rot="10800000">
                <a:off x="4116150" y="6001602"/>
                <a:ext cx="1069810" cy="336864"/>
                <a:chOff x="4732869" y="5392348"/>
                <a:chExt cx="1069810" cy="336864"/>
              </a:xfrm>
            </p:grpSpPr>
            <p:sp>
              <p:nvSpPr>
                <p:cNvPr id="273" name="Oval 272">
                  <a:extLst>
                    <a:ext uri="{FF2B5EF4-FFF2-40B4-BE49-F238E27FC236}">
                      <a16:creationId xmlns:a16="http://schemas.microsoft.com/office/drawing/2014/main" id="{36DA3A98-800E-F65F-092D-77D6E7802A9D}"/>
                    </a:ext>
                  </a:extLst>
                </p:cNvPr>
                <p:cNvSpPr/>
                <p:nvPr/>
              </p:nvSpPr>
              <p:spPr>
                <a:xfrm>
                  <a:off x="4732869" y="5396684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74" name="Oval 273">
                  <a:extLst>
                    <a:ext uri="{FF2B5EF4-FFF2-40B4-BE49-F238E27FC236}">
                      <a16:creationId xmlns:a16="http://schemas.microsoft.com/office/drawing/2014/main" id="{FE07EE94-275D-F204-A8FF-6AF2D5139B06}"/>
                    </a:ext>
                  </a:extLst>
                </p:cNvPr>
                <p:cNvSpPr/>
                <p:nvPr/>
              </p:nvSpPr>
              <p:spPr>
                <a:xfrm>
                  <a:off x="5099511" y="5396684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75" name="Oval 274">
                  <a:extLst>
                    <a:ext uri="{FF2B5EF4-FFF2-40B4-BE49-F238E27FC236}">
                      <a16:creationId xmlns:a16="http://schemas.microsoft.com/office/drawing/2014/main" id="{5A78EAC2-6D9D-1099-2587-388FED95588D}"/>
                    </a:ext>
                  </a:extLst>
                </p:cNvPr>
                <p:cNvSpPr/>
                <p:nvPr/>
              </p:nvSpPr>
              <p:spPr>
                <a:xfrm>
                  <a:off x="5470150" y="5392348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283" name="Straight Connector 282">
                <a:extLst>
                  <a:ext uri="{FF2B5EF4-FFF2-40B4-BE49-F238E27FC236}">
                    <a16:creationId xmlns:a16="http://schemas.microsoft.com/office/drawing/2014/main" id="{A1FAC428-6B15-036C-5ACB-26997E3CBDF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82414" y="5982552"/>
                <a:ext cx="737281" cy="4336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84" name="Straight Connector 283">
                <a:extLst>
                  <a:ext uri="{FF2B5EF4-FFF2-40B4-BE49-F238E27FC236}">
                    <a16:creationId xmlns:a16="http://schemas.microsoft.com/office/drawing/2014/main" id="{AFC3361D-439D-947B-E34C-54A107D393D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82414" y="6358369"/>
                <a:ext cx="737281" cy="4336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286" name="Group 285">
              <a:extLst>
                <a:ext uri="{FF2B5EF4-FFF2-40B4-BE49-F238E27FC236}">
                  <a16:creationId xmlns:a16="http://schemas.microsoft.com/office/drawing/2014/main" id="{FB342D53-760C-C44C-C7E0-F4BB253D815C}"/>
                </a:ext>
              </a:extLst>
            </p:cNvPr>
            <p:cNvGrpSpPr/>
            <p:nvPr/>
          </p:nvGrpSpPr>
          <p:grpSpPr>
            <a:xfrm rot="2482018">
              <a:off x="6216771" y="5418867"/>
              <a:ext cx="1069810" cy="380153"/>
              <a:chOff x="4116150" y="5982552"/>
              <a:chExt cx="1069810" cy="380153"/>
            </a:xfrm>
          </p:grpSpPr>
          <p:grpSp>
            <p:nvGrpSpPr>
              <p:cNvPr id="287" name="Group 286">
                <a:extLst>
                  <a:ext uri="{FF2B5EF4-FFF2-40B4-BE49-F238E27FC236}">
                    <a16:creationId xmlns:a16="http://schemas.microsoft.com/office/drawing/2014/main" id="{AD95AEC1-A405-E1F0-A806-732662E66EE1}"/>
                  </a:ext>
                </a:extLst>
              </p:cNvPr>
              <p:cNvGrpSpPr/>
              <p:nvPr/>
            </p:nvGrpSpPr>
            <p:grpSpPr>
              <a:xfrm rot="10800000">
                <a:off x="4116150" y="6001602"/>
                <a:ext cx="1069810" cy="336864"/>
                <a:chOff x="4732869" y="5392348"/>
                <a:chExt cx="1069810" cy="336864"/>
              </a:xfrm>
            </p:grpSpPr>
            <p:sp>
              <p:nvSpPr>
                <p:cNvPr id="290" name="Oval 289">
                  <a:extLst>
                    <a:ext uri="{FF2B5EF4-FFF2-40B4-BE49-F238E27FC236}">
                      <a16:creationId xmlns:a16="http://schemas.microsoft.com/office/drawing/2014/main" id="{19C1A2E8-8301-899A-5309-D3AB5CEFD387}"/>
                    </a:ext>
                  </a:extLst>
                </p:cNvPr>
                <p:cNvSpPr/>
                <p:nvPr/>
              </p:nvSpPr>
              <p:spPr>
                <a:xfrm>
                  <a:off x="4732869" y="5396684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91" name="Oval 290">
                  <a:extLst>
                    <a:ext uri="{FF2B5EF4-FFF2-40B4-BE49-F238E27FC236}">
                      <a16:creationId xmlns:a16="http://schemas.microsoft.com/office/drawing/2014/main" id="{034C010C-8455-40D0-5B1C-A3EF917726CB}"/>
                    </a:ext>
                  </a:extLst>
                </p:cNvPr>
                <p:cNvSpPr/>
                <p:nvPr/>
              </p:nvSpPr>
              <p:spPr>
                <a:xfrm>
                  <a:off x="5099511" y="5396684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92" name="Oval 291">
                  <a:extLst>
                    <a:ext uri="{FF2B5EF4-FFF2-40B4-BE49-F238E27FC236}">
                      <a16:creationId xmlns:a16="http://schemas.microsoft.com/office/drawing/2014/main" id="{86726C07-4ABB-BB42-BB8B-1AB65D1F5E63}"/>
                    </a:ext>
                  </a:extLst>
                </p:cNvPr>
                <p:cNvSpPr/>
                <p:nvPr/>
              </p:nvSpPr>
              <p:spPr>
                <a:xfrm>
                  <a:off x="5470150" y="5392348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288" name="Straight Connector 287">
                <a:extLst>
                  <a:ext uri="{FF2B5EF4-FFF2-40B4-BE49-F238E27FC236}">
                    <a16:creationId xmlns:a16="http://schemas.microsoft.com/office/drawing/2014/main" id="{A120FABB-F09A-9D0F-362E-D965C3E4199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82414" y="5982552"/>
                <a:ext cx="737281" cy="4336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89" name="Straight Connector 288">
                <a:extLst>
                  <a:ext uri="{FF2B5EF4-FFF2-40B4-BE49-F238E27FC236}">
                    <a16:creationId xmlns:a16="http://schemas.microsoft.com/office/drawing/2014/main" id="{A1AE601A-6B55-E9B1-39FE-31D194574F2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82414" y="6358369"/>
                <a:ext cx="737281" cy="4336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94" name="Rectangle 293">
              <a:extLst>
                <a:ext uri="{FF2B5EF4-FFF2-40B4-BE49-F238E27FC236}">
                  <a16:creationId xmlns:a16="http://schemas.microsoft.com/office/drawing/2014/main" id="{0AB430C4-5CA3-E8C5-7445-44B7AEECD2BA}"/>
                </a:ext>
              </a:extLst>
            </p:cNvPr>
            <p:cNvSpPr/>
            <p:nvPr/>
          </p:nvSpPr>
          <p:spPr>
            <a:xfrm flipV="1">
              <a:off x="5629800" y="5522452"/>
              <a:ext cx="722936" cy="23175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49" name="Group 248">
            <a:extLst>
              <a:ext uri="{FF2B5EF4-FFF2-40B4-BE49-F238E27FC236}">
                <a16:creationId xmlns:a16="http://schemas.microsoft.com/office/drawing/2014/main" id="{C851C60E-CCB9-A3AF-5A3E-62E60306C062}"/>
              </a:ext>
            </a:extLst>
          </p:cNvPr>
          <p:cNvGrpSpPr/>
          <p:nvPr/>
        </p:nvGrpSpPr>
        <p:grpSpPr>
          <a:xfrm>
            <a:off x="10256872" y="701097"/>
            <a:ext cx="1371600" cy="1371600"/>
            <a:chOff x="3013001" y="962272"/>
            <a:chExt cx="1371600" cy="1371600"/>
          </a:xfrm>
        </p:grpSpPr>
        <p:sp>
          <p:nvSpPr>
            <p:cNvPr id="251" name="Rectangle 250">
              <a:extLst>
                <a:ext uri="{FF2B5EF4-FFF2-40B4-BE49-F238E27FC236}">
                  <a16:creationId xmlns:a16="http://schemas.microsoft.com/office/drawing/2014/main" id="{EBD88254-F937-93F1-2608-CBD5CA21CF3E}"/>
                </a:ext>
              </a:extLst>
            </p:cNvPr>
            <p:cNvSpPr/>
            <p:nvPr/>
          </p:nvSpPr>
          <p:spPr>
            <a:xfrm>
              <a:off x="30130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2" name="Arrow: Pentagon 251">
              <a:extLst>
                <a:ext uri="{FF2B5EF4-FFF2-40B4-BE49-F238E27FC236}">
                  <a16:creationId xmlns:a16="http://schemas.microsoft.com/office/drawing/2014/main" id="{988CEB82-DF14-DE21-16B8-C8515FF740DD}"/>
                </a:ext>
              </a:extLst>
            </p:cNvPr>
            <p:cNvSpPr/>
            <p:nvPr/>
          </p:nvSpPr>
          <p:spPr>
            <a:xfrm rot="5400000">
              <a:off x="31501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253" name="Picture 252">
            <a:extLst>
              <a:ext uri="{FF2B5EF4-FFF2-40B4-BE49-F238E27FC236}">
                <a16:creationId xmlns:a16="http://schemas.microsoft.com/office/drawing/2014/main" id="{A8DC34FC-59C4-1319-EE7E-37D0562251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47001" y="1032486"/>
            <a:ext cx="338613" cy="628271"/>
          </a:xfrm>
          <a:prstGeom prst="rect">
            <a:avLst/>
          </a:prstGeom>
        </p:spPr>
      </p:pic>
      <p:sp>
        <p:nvSpPr>
          <p:cNvPr id="5" name="Cross 4">
            <a:extLst>
              <a:ext uri="{FF2B5EF4-FFF2-40B4-BE49-F238E27FC236}">
                <a16:creationId xmlns:a16="http://schemas.microsoft.com/office/drawing/2014/main" id="{59F54C3C-14D2-AD9F-10CF-D2304ADA04A1}"/>
              </a:ext>
            </a:extLst>
          </p:cNvPr>
          <p:cNvSpPr/>
          <p:nvPr/>
        </p:nvSpPr>
        <p:spPr>
          <a:xfrm>
            <a:off x="10680061" y="1295821"/>
            <a:ext cx="272493" cy="259333"/>
          </a:xfrm>
          <a:prstGeom prst="plus">
            <a:avLst>
              <a:gd name="adj" fmla="val 3769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4" name="Cross 253">
            <a:extLst>
              <a:ext uri="{FF2B5EF4-FFF2-40B4-BE49-F238E27FC236}">
                <a16:creationId xmlns:a16="http://schemas.microsoft.com/office/drawing/2014/main" id="{E841D905-7976-7923-F988-285BE76911A9}"/>
              </a:ext>
            </a:extLst>
          </p:cNvPr>
          <p:cNvSpPr/>
          <p:nvPr/>
        </p:nvSpPr>
        <p:spPr>
          <a:xfrm>
            <a:off x="11050268" y="1107327"/>
            <a:ext cx="277271" cy="263881"/>
          </a:xfrm>
          <a:prstGeom prst="plus">
            <a:avLst>
              <a:gd name="adj" fmla="val 37697"/>
            </a:avLst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5" name="Cross 254">
            <a:extLst>
              <a:ext uri="{FF2B5EF4-FFF2-40B4-BE49-F238E27FC236}">
                <a16:creationId xmlns:a16="http://schemas.microsoft.com/office/drawing/2014/main" id="{A1322E07-F2E5-F36D-E23D-A96676A7349C}"/>
              </a:ext>
            </a:extLst>
          </p:cNvPr>
          <p:cNvSpPr/>
          <p:nvPr/>
        </p:nvSpPr>
        <p:spPr>
          <a:xfrm>
            <a:off x="11224400" y="965859"/>
            <a:ext cx="185026" cy="176091"/>
          </a:xfrm>
          <a:prstGeom prst="plus">
            <a:avLst>
              <a:gd name="adj" fmla="val 37697"/>
            </a:avLst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47" name="Group 246">
            <a:extLst>
              <a:ext uri="{FF2B5EF4-FFF2-40B4-BE49-F238E27FC236}">
                <a16:creationId xmlns:a16="http://schemas.microsoft.com/office/drawing/2014/main" id="{CC01D886-F432-9D9A-95DE-FC0DC2A60C80}"/>
              </a:ext>
            </a:extLst>
          </p:cNvPr>
          <p:cNvGrpSpPr/>
          <p:nvPr/>
        </p:nvGrpSpPr>
        <p:grpSpPr>
          <a:xfrm>
            <a:off x="276319" y="3873161"/>
            <a:ext cx="1371600" cy="1371600"/>
            <a:chOff x="1298501" y="962272"/>
            <a:chExt cx="1371600" cy="1371600"/>
          </a:xfrm>
        </p:grpSpPr>
        <p:sp>
          <p:nvSpPr>
            <p:cNvPr id="260" name="Rectangle 259">
              <a:extLst>
                <a:ext uri="{FF2B5EF4-FFF2-40B4-BE49-F238E27FC236}">
                  <a16:creationId xmlns:a16="http://schemas.microsoft.com/office/drawing/2014/main" id="{D30FD016-BB25-7A32-2652-A9FF9D8DC553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1" name="Arrow: Pentagon 260">
              <a:extLst>
                <a:ext uri="{FF2B5EF4-FFF2-40B4-BE49-F238E27FC236}">
                  <a16:creationId xmlns:a16="http://schemas.microsoft.com/office/drawing/2014/main" id="{9405F366-7245-6797-3504-EB6CF3A592E3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62" name="Group 261">
            <a:extLst>
              <a:ext uri="{FF2B5EF4-FFF2-40B4-BE49-F238E27FC236}">
                <a16:creationId xmlns:a16="http://schemas.microsoft.com/office/drawing/2014/main" id="{C924142B-2477-7F93-4C56-FDEF7DCF4512}"/>
              </a:ext>
            </a:extLst>
          </p:cNvPr>
          <p:cNvGrpSpPr/>
          <p:nvPr/>
        </p:nvGrpSpPr>
        <p:grpSpPr>
          <a:xfrm>
            <a:off x="470204" y="4148195"/>
            <a:ext cx="993353" cy="544465"/>
            <a:chOff x="1112881" y="2132730"/>
            <a:chExt cx="4624120" cy="2534519"/>
          </a:xfrm>
        </p:grpSpPr>
        <p:sp>
          <p:nvSpPr>
            <p:cNvPr id="266" name="Rectangle 265">
              <a:extLst>
                <a:ext uri="{FF2B5EF4-FFF2-40B4-BE49-F238E27FC236}">
                  <a16:creationId xmlns:a16="http://schemas.microsoft.com/office/drawing/2014/main" id="{0CC141D4-2270-F35F-5153-3BF903698E1E}"/>
                </a:ext>
              </a:extLst>
            </p:cNvPr>
            <p:cNvSpPr/>
            <p:nvPr/>
          </p:nvSpPr>
          <p:spPr>
            <a:xfrm>
              <a:off x="2388719" y="3228341"/>
              <a:ext cx="603258" cy="38224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7" name="Rectangle 266">
              <a:extLst>
                <a:ext uri="{FF2B5EF4-FFF2-40B4-BE49-F238E27FC236}">
                  <a16:creationId xmlns:a16="http://schemas.microsoft.com/office/drawing/2014/main" id="{F05E2719-B557-A9B1-67CA-D1F2349C0E4A}"/>
                </a:ext>
              </a:extLst>
            </p:cNvPr>
            <p:cNvSpPr/>
            <p:nvPr/>
          </p:nvSpPr>
          <p:spPr>
            <a:xfrm>
              <a:off x="3790968" y="3074799"/>
              <a:ext cx="603258" cy="51755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8" name="Rectangle 267">
              <a:extLst>
                <a:ext uri="{FF2B5EF4-FFF2-40B4-BE49-F238E27FC236}">
                  <a16:creationId xmlns:a16="http://schemas.microsoft.com/office/drawing/2014/main" id="{75E358FC-6C5C-EA77-9736-2A35A1008374}"/>
                </a:ext>
              </a:extLst>
            </p:cNvPr>
            <p:cNvSpPr/>
            <p:nvPr/>
          </p:nvSpPr>
          <p:spPr>
            <a:xfrm>
              <a:off x="1112882" y="4097572"/>
              <a:ext cx="4624119" cy="20979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9" name="Oval 268">
              <a:extLst>
                <a:ext uri="{FF2B5EF4-FFF2-40B4-BE49-F238E27FC236}">
                  <a16:creationId xmlns:a16="http://schemas.microsoft.com/office/drawing/2014/main" id="{58ED7578-240C-2F4F-A07C-F5FA7E4F39F7}"/>
                </a:ext>
              </a:extLst>
            </p:cNvPr>
            <p:cNvSpPr/>
            <p:nvPr/>
          </p:nvSpPr>
          <p:spPr>
            <a:xfrm>
              <a:off x="1336750" y="4124911"/>
              <a:ext cx="542338" cy="542338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7" name="Oval 276">
              <a:extLst>
                <a:ext uri="{FF2B5EF4-FFF2-40B4-BE49-F238E27FC236}">
                  <a16:creationId xmlns:a16="http://schemas.microsoft.com/office/drawing/2014/main" id="{9DF951D5-1E3D-8745-4B43-B63C04621F33}"/>
                </a:ext>
              </a:extLst>
            </p:cNvPr>
            <p:cNvSpPr/>
            <p:nvPr/>
          </p:nvSpPr>
          <p:spPr>
            <a:xfrm>
              <a:off x="1934725" y="4124911"/>
              <a:ext cx="542338" cy="542338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8" name="Oval 277">
              <a:extLst>
                <a:ext uri="{FF2B5EF4-FFF2-40B4-BE49-F238E27FC236}">
                  <a16:creationId xmlns:a16="http://schemas.microsoft.com/office/drawing/2014/main" id="{0C436EB0-A819-9F73-9275-92133C59AAD0}"/>
                </a:ext>
              </a:extLst>
            </p:cNvPr>
            <p:cNvSpPr/>
            <p:nvPr/>
          </p:nvSpPr>
          <p:spPr>
            <a:xfrm>
              <a:off x="2539220" y="4117841"/>
              <a:ext cx="542338" cy="542338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9" name="Straight Connector 278">
              <a:extLst>
                <a:ext uri="{FF2B5EF4-FFF2-40B4-BE49-F238E27FC236}">
                  <a16:creationId xmlns:a16="http://schemas.microsoft.com/office/drawing/2014/main" id="{08791281-1926-4E24-698F-9B757F2FB435}"/>
                </a:ext>
              </a:extLst>
            </p:cNvPr>
            <p:cNvCxnSpPr>
              <a:cxnSpLocks/>
              <a:endCxn id="269" idx="3"/>
            </p:cNvCxnSpPr>
            <p:nvPr/>
          </p:nvCxnSpPr>
          <p:spPr>
            <a:xfrm>
              <a:off x="1112881" y="4285210"/>
              <a:ext cx="303292" cy="302615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1" name="Straight Connector 280">
              <a:extLst>
                <a:ext uri="{FF2B5EF4-FFF2-40B4-BE49-F238E27FC236}">
                  <a16:creationId xmlns:a16="http://schemas.microsoft.com/office/drawing/2014/main" id="{D314C23E-1D49-1556-932A-7B6A0AC4DA6D}"/>
                </a:ext>
              </a:extLst>
            </p:cNvPr>
            <p:cNvCxnSpPr>
              <a:cxnSpLocks/>
              <a:stCxn id="269" idx="4"/>
              <a:endCxn id="278" idx="4"/>
            </p:cNvCxnSpPr>
            <p:nvPr/>
          </p:nvCxnSpPr>
          <p:spPr>
            <a:xfrm flipV="1">
              <a:off x="1607919" y="4660179"/>
              <a:ext cx="1202470" cy="7070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2" name="Straight Connector 281">
              <a:extLst>
                <a:ext uri="{FF2B5EF4-FFF2-40B4-BE49-F238E27FC236}">
                  <a16:creationId xmlns:a16="http://schemas.microsoft.com/office/drawing/2014/main" id="{B1E43D47-023F-36A9-D4FA-C70086578C7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58206" y="4302993"/>
              <a:ext cx="330402" cy="311448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93" name="Oval 292">
              <a:extLst>
                <a:ext uri="{FF2B5EF4-FFF2-40B4-BE49-F238E27FC236}">
                  <a16:creationId xmlns:a16="http://schemas.microsoft.com/office/drawing/2014/main" id="{CC54FAF6-790C-966F-D5F5-B99BBB75B354}"/>
                </a:ext>
              </a:extLst>
            </p:cNvPr>
            <p:cNvSpPr/>
            <p:nvPr/>
          </p:nvSpPr>
          <p:spPr>
            <a:xfrm>
              <a:off x="3741451" y="4113757"/>
              <a:ext cx="542338" cy="542337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5" name="Oval 294">
              <a:extLst>
                <a:ext uri="{FF2B5EF4-FFF2-40B4-BE49-F238E27FC236}">
                  <a16:creationId xmlns:a16="http://schemas.microsoft.com/office/drawing/2014/main" id="{EBADE11E-42E4-B826-9012-35E31F4FF50B}"/>
                </a:ext>
              </a:extLst>
            </p:cNvPr>
            <p:cNvSpPr/>
            <p:nvPr/>
          </p:nvSpPr>
          <p:spPr>
            <a:xfrm>
              <a:off x="4345946" y="4106685"/>
              <a:ext cx="542338" cy="542337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6" name="Oval 295">
              <a:extLst>
                <a:ext uri="{FF2B5EF4-FFF2-40B4-BE49-F238E27FC236}">
                  <a16:creationId xmlns:a16="http://schemas.microsoft.com/office/drawing/2014/main" id="{D450C50A-0C57-3FFC-B402-3E1BC8E047C2}"/>
                </a:ext>
              </a:extLst>
            </p:cNvPr>
            <p:cNvSpPr/>
            <p:nvPr/>
          </p:nvSpPr>
          <p:spPr>
            <a:xfrm>
              <a:off x="4943683" y="4106685"/>
              <a:ext cx="542338" cy="542337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97" name="Straight Connector 296">
              <a:extLst>
                <a:ext uri="{FF2B5EF4-FFF2-40B4-BE49-F238E27FC236}">
                  <a16:creationId xmlns:a16="http://schemas.microsoft.com/office/drawing/2014/main" id="{12352B1B-B694-40CD-0647-FCEF8EC5AD57}"/>
                </a:ext>
              </a:extLst>
            </p:cNvPr>
            <p:cNvCxnSpPr>
              <a:cxnSpLocks/>
              <a:endCxn id="296" idx="5"/>
            </p:cNvCxnSpPr>
            <p:nvPr/>
          </p:nvCxnSpPr>
          <p:spPr>
            <a:xfrm flipH="1">
              <a:off x="5406598" y="4258150"/>
              <a:ext cx="330402" cy="311448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8" name="Straight Connector 297">
              <a:extLst>
                <a:ext uri="{FF2B5EF4-FFF2-40B4-BE49-F238E27FC236}">
                  <a16:creationId xmlns:a16="http://schemas.microsoft.com/office/drawing/2014/main" id="{9DA3C39A-A82C-9753-7212-5B0709A3B22B}"/>
                </a:ext>
              </a:extLst>
            </p:cNvPr>
            <p:cNvCxnSpPr>
              <a:cxnSpLocks/>
              <a:endCxn id="296" idx="4"/>
            </p:cNvCxnSpPr>
            <p:nvPr/>
          </p:nvCxnSpPr>
          <p:spPr>
            <a:xfrm flipV="1">
              <a:off x="4012620" y="4649022"/>
              <a:ext cx="1202233" cy="9113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9" name="Straight Connector 298">
              <a:extLst>
                <a:ext uri="{FF2B5EF4-FFF2-40B4-BE49-F238E27FC236}">
                  <a16:creationId xmlns:a16="http://schemas.microsoft.com/office/drawing/2014/main" id="{5413C517-16B0-6ED0-A753-FB8EFFC742C0}"/>
                </a:ext>
              </a:extLst>
            </p:cNvPr>
            <p:cNvCxnSpPr>
              <a:cxnSpLocks/>
            </p:cNvCxnSpPr>
            <p:nvPr/>
          </p:nvCxnSpPr>
          <p:spPr>
            <a:xfrm>
              <a:off x="3506106" y="4284567"/>
              <a:ext cx="303292" cy="302615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00" name="Flowchart: Manual Operation 299">
              <a:extLst>
                <a:ext uri="{FF2B5EF4-FFF2-40B4-BE49-F238E27FC236}">
                  <a16:creationId xmlns:a16="http://schemas.microsoft.com/office/drawing/2014/main" id="{D19AA0B0-DA2C-894C-E93C-87BDE34E12A2}"/>
                </a:ext>
              </a:extLst>
            </p:cNvPr>
            <p:cNvSpPr/>
            <p:nvPr/>
          </p:nvSpPr>
          <p:spPr>
            <a:xfrm flipV="1">
              <a:off x="1134231" y="3601472"/>
              <a:ext cx="4550621" cy="491257"/>
            </a:xfrm>
            <a:prstGeom prst="flowChartManualOperati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1" name="Rectangle: Diagonal Corners Snipped 300">
              <a:extLst>
                <a:ext uri="{FF2B5EF4-FFF2-40B4-BE49-F238E27FC236}">
                  <a16:creationId xmlns:a16="http://schemas.microsoft.com/office/drawing/2014/main" id="{CB4397A6-E7DE-07A0-DB5D-F106011C4155}"/>
                </a:ext>
              </a:extLst>
            </p:cNvPr>
            <p:cNvSpPr/>
            <p:nvPr/>
          </p:nvSpPr>
          <p:spPr>
            <a:xfrm flipH="1">
              <a:off x="2626623" y="2680611"/>
              <a:ext cx="1772041" cy="920861"/>
            </a:xfrm>
            <a:prstGeom prst="snip2DiagRect">
              <a:avLst>
                <a:gd name="adj1" fmla="val 30574"/>
                <a:gd name="adj2" fmla="val 500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2" name="Rectangle 301">
              <a:extLst>
                <a:ext uri="{FF2B5EF4-FFF2-40B4-BE49-F238E27FC236}">
                  <a16:creationId xmlns:a16="http://schemas.microsoft.com/office/drawing/2014/main" id="{6BDB6A47-143B-2929-DC4A-955F1C9163F8}"/>
                </a:ext>
              </a:extLst>
            </p:cNvPr>
            <p:cNvSpPr/>
            <p:nvPr/>
          </p:nvSpPr>
          <p:spPr>
            <a:xfrm rot="341191" flipV="1">
              <a:off x="2296485" y="2931809"/>
              <a:ext cx="997910" cy="385699"/>
            </a:xfrm>
            <a:prstGeom prst="rect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03" name="Group 302">
              <a:extLst>
                <a:ext uri="{FF2B5EF4-FFF2-40B4-BE49-F238E27FC236}">
                  <a16:creationId xmlns:a16="http://schemas.microsoft.com/office/drawing/2014/main" id="{E9433B4B-D17D-64BB-B133-6B386088E940}"/>
                </a:ext>
              </a:extLst>
            </p:cNvPr>
            <p:cNvGrpSpPr/>
            <p:nvPr/>
          </p:nvGrpSpPr>
          <p:grpSpPr>
            <a:xfrm rot="341191">
              <a:off x="1783891" y="2897223"/>
              <a:ext cx="521569" cy="306556"/>
              <a:chOff x="363258" y="2301051"/>
              <a:chExt cx="933450" cy="548640"/>
            </a:xfrm>
          </p:grpSpPr>
          <p:sp>
            <p:nvSpPr>
              <p:cNvPr id="310" name="Rectangle 309">
                <a:extLst>
                  <a:ext uri="{FF2B5EF4-FFF2-40B4-BE49-F238E27FC236}">
                    <a16:creationId xmlns:a16="http://schemas.microsoft.com/office/drawing/2014/main" id="{526E92CD-84C6-10C0-0ADD-36C229A3118A}"/>
                  </a:ext>
                </a:extLst>
              </p:cNvPr>
              <p:cNvSpPr/>
              <p:nvPr/>
            </p:nvSpPr>
            <p:spPr>
              <a:xfrm>
                <a:off x="372783" y="2301051"/>
                <a:ext cx="914400" cy="548640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311" name="Straight Connector 310">
                <a:extLst>
                  <a:ext uri="{FF2B5EF4-FFF2-40B4-BE49-F238E27FC236}">
                    <a16:creationId xmlns:a16="http://schemas.microsoft.com/office/drawing/2014/main" id="{789A247D-0509-1C8F-72FB-0E613C932DA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3258" y="2483931"/>
                <a:ext cx="933450" cy="0"/>
              </a:xfrm>
              <a:prstGeom prst="line">
                <a:avLst/>
              </a:prstGeom>
              <a:ln w="952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12" name="Straight Connector 311">
                <a:extLst>
                  <a:ext uri="{FF2B5EF4-FFF2-40B4-BE49-F238E27FC236}">
                    <a16:creationId xmlns:a16="http://schemas.microsoft.com/office/drawing/2014/main" id="{35816EF3-DD1A-8688-5AA3-79201135078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3258" y="2676534"/>
                <a:ext cx="933450" cy="0"/>
              </a:xfrm>
              <a:prstGeom prst="line">
                <a:avLst/>
              </a:prstGeom>
              <a:ln w="952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304" name="Rectangle 303">
              <a:extLst>
                <a:ext uri="{FF2B5EF4-FFF2-40B4-BE49-F238E27FC236}">
                  <a16:creationId xmlns:a16="http://schemas.microsoft.com/office/drawing/2014/main" id="{FCE75F68-88A3-07CF-8229-D3EA79B79B96}"/>
                </a:ext>
              </a:extLst>
            </p:cNvPr>
            <p:cNvSpPr/>
            <p:nvPr/>
          </p:nvSpPr>
          <p:spPr>
            <a:xfrm rot="5741191">
              <a:off x="1890431" y="2996241"/>
              <a:ext cx="446574" cy="10821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5" name="Oval 304">
              <a:extLst>
                <a:ext uri="{FF2B5EF4-FFF2-40B4-BE49-F238E27FC236}">
                  <a16:creationId xmlns:a16="http://schemas.microsoft.com/office/drawing/2014/main" id="{4E425E0C-6ABA-23B6-F8FF-18FB78709888}"/>
                </a:ext>
              </a:extLst>
            </p:cNvPr>
            <p:cNvSpPr/>
            <p:nvPr/>
          </p:nvSpPr>
          <p:spPr>
            <a:xfrm>
              <a:off x="3204283" y="2984314"/>
              <a:ext cx="434410" cy="434410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6" name="Oval 305">
              <a:extLst>
                <a:ext uri="{FF2B5EF4-FFF2-40B4-BE49-F238E27FC236}">
                  <a16:creationId xmlns:a16="http://schemas.microsoft.com/office/drawing/2014/main" id="{A8CA2931-5320-F694-EAA1-FD2F584890A9}"/>
                </a:ext>
              </a:extLst>
            </p:cNvPr>
            <p:cNvSpPr/>
            <p:nvPr/>
          </p:nvSpPr>
          <p:spPr>
            <a:xfrm rot="1567635">
              <a:off x="3702502" y="2314402"/>
              <a:ext cx="245032" cy="144147"/>
            </a:xfrm>
            <a:prstGeom prst="ellipse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7" name="Oval 306">
              <a:extLst>
                <a:ext uri="{FF2B5EF4-FFF2-40B4-BE49-F238E27FC236}">
                  <a16:creationId xmlns:a16="http://schemas.microsoft.com/office/drawing/2014/main" id="{DADDB354-C4CB-0534-62A4-898AF92256D8}"/>
                </a:ext>
              </a:extLst>
            </p:cNvPr>
            <p:cNvSpPr/>
            <p:nvPr/>
          </p:nvSpPr>
          <p:spPr>
            <a:xfrm rot="1567635">
              <a:off x="3796955" y="2132730"/>
              <a:ext cx="245032" cy="144147"/>
            </a:xfrm>
            <a:prstGeom prst="ellipse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8" name="Rectangle 307">
              <a:extLst>
                <a:ext uri="{FF2B5EF4-FFF2-40B4-BE49-F238E27FC236}">
                  <a16:creationId xmlns:a16="http://schemas.microsoft.com/office/drawing/2014/main" id="{5C45FAAD-E9E0-AB0A-827B-0885186901BF}"/>
                </a:ext>
              </a:extLst>
            </p:cNvPr>
            <p:cNvSpPr/>
            <p:nvPr/>
          </p:nvSpPr>
          <p:spPr>
            <a:xfrm rot="1520560">
              <a:off x="3834331" y="2283297"/>
              <a:ext cx="970386" cy="4554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9" name="Oval 308">
              <a:extLst>
                <a:ext uri="{FF2B5EF4-FFF2-40B4-BE49-F238E27FC236}">
                  <a16:creationId xmlns:a16="http://schemas.microsoft.com/office/drawing/2014/main" id="{69BC6F36-D2D0-3B45-C8EE-9C546CBA11E7}"/>
                </a:ext>
              </a:extLst>
            </p:cNvPr>
            <p:cNvSpPr/>
            <p:nvPr/>
          </p:nvSpPr>
          <p:spPr>
            <a:xfrm rot="511917">
              <a:off x="3980972" y="2552639"/>
              <a:ext cx="434410" cy="434410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13" name="Group 312">
            <a:extLst>
              <a:ext uri="{FF2B5EF4-FFF2-40B4-BE49-F238E27FC236}">
                <a16:creationId xmlns:a16="http://schemas.microsoft.com/office/drawing/2014/main" id="{4B513A1D-2CCC-EF6A-93BC-E0617E3D96F5}"/>
              </a:ext>
            </a:extLst>
          </p:cNvPr>
          <p:cNvGrpSpPr/>
          <p:nvPr/>
        </p:nvGrpSpPr>
        <p:grpSpPr>
          <a:xfrm>
            <a:off x="5304150" y="3827635"/>
            <a:ext cx="1143909" cy="1520774"/>
            <a:chOff x="3363817" y="813583"/>
            <a:chExt cx="2044395" cy="2717927"/>
          </a:xfrm>
        </p:grpSpPr>
        <p:sp>
          <p:nvSpPr>
            <p:cNvPr id="314" name="Diamond 313">
              <a:extLst>
                <a:ext uri="{FF2B5EF4-FFF2-40B4-BE49-F238E27FC236}">
                  <a16:creationId xmlns:a16="http://schemas.microsoft.com/office/drawing/2014/main" id="{7A672C02-9737-5135-5BA6-1AF03FF3762D}"/>
                </a:ext>
              </a:extLst>
            </p:cNvPr>
            <p:cNvSpPr/>
            <p:nvPr/>
          </p:nvSpPr>
          <p:spPr>
            <a:xfrm>
              <a:off x="3975100" y="1439970"/>
              <a:ext cx="816608" cy="1449279"/>
            </a:xfrm>
            <a:prstGeom prst="diamond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15" name="Group 314">
              <a:extLst>
                <a:ext uri="{FF2B5EF4-FFF2-40B4-BE49-F238E27FC236}">
                  <a16:creationId xmlns:a16="http://schemas.microsoft.com/office/drawing/2014/main" id="{4A1AD818-C367-9D21-7F04-D309CB3408B0}"/>
                </a:ext>
              </a:extLst>
            </p:cNvPr>
            <p:cNvGrpSpPr/>
            <p:nvPr/>
          </p:nvGrpSpPr>
          <p:grpSpPr>
            <a:xfrm>
              <a:off x="3363817" y="813583"/>
              <a:ext cx="935545" cy="2708402"/>
              <a:chOff x="3363817" y="813583"/>
              <a:chExt cx="935545" cy="2708402"/>
            </a:xfrm>
          </p:grpSpPr>
          <p:sp>
            <p:nvSpPr>
              <p:cNvPr id="344" name="Oval 343">
                <a:extLst>
                  <a:ext uri="{FF2B5EF4-FFF2-40B4-BE49-F238E27FC236}">
                    <a16:creationId xmlns:a16="http://schemas.microsoft.com/office/drawing/2014/main" id="{A39745CB-08C6-1697-B7E5-574690AAE96B}"/>
                  </a:ext>
                </a:extLst>
              </p:cNvPr>
              <p:cNvSpPr/>
              <p:nvPr/>
            </p:nvSpPr>
            <p:spPr>
              <a:xfrm rot="1729643">
                <a:off x="3363818" y="813583"/>
                <a:ext cx="935544" cy="1529359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5" name="Oval 344">
                <a:extLst>
                  <a:ext uri="{FF2B5EF4-FFF2-40B4-BE49-F238E27FC236}">
                    <a16:creationId xmlns:a16="http://schemas.microsoft.com/office/drawing/2014/main" id="{30334C54-BAC3-39A0-9D89-09DC125581C0}"/>
                  </a:ext>
                </a:extLst>
              </p:cNvPr>
              <p:cNvSpPr/>
              <p:nvPr/>
            </p:nvSpPr>
            <p:spPr>
              <a:xfrm rot="19870357" flipV="1">
                <a:off x="3363817" y="1992626"/>
                <a:ext cx="935544" cy="1529359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36" name="Group 335">
              <a:extLst>
                <a:ext uri="{FF2B5EF4-FFF2-40B4-BE49-F238E27FC236}">
                  <a16:creationId xmlns:a16="http://schemas.microsoft.com/office/drawing/2014/main" id="{E8149E00-3552-BEC3-8D28-7397C814E243}"/>
                </a:ext>
              </a:extLst>
            </p:cNvPr>
            <p:cNvGrpSpPr/>
            <p:nvPr/>
          </p:nvGrpSpPr>
          <p:grpSpPr>
            <a:xfrm flipH="1">
              <a:off x="4472667" y="823108"/>
              <a:ext cx="935545" cy="2708402"/>
              <a:chOff x="3363817" y="813583"/>
              <a:chExt cx="935545" cy="2708402"/>
            </a:xfrm>
          </p:grpSpPr>
          <p:sp>
            <p:nvSpPr>
              <p:cNvPr id="342" name="Oval 341">
                <a:extLst>
                  <a:ext uri="{FF2B5EF4-FFF2-40B4-BE49-F238E27FC236}">
                    <a16:creationId xmlns:a16="http://schemas.microsoft.com/office/drawing/2014/main" id="{85EF25FD-C6A2-2A37-0976-FC12EAFCDEF6}"/>
                  </a:ext>
                </a:extLst>
              </p:cNvPr>
              <p:cNvSpPr/>
              <p:nvPr/>
            </p:nvSpPr>
            <p:spPr>
              <a:xfrm rot="1729643">
                <a:off x="3363818" y="813583"/>
                <a:ext cx="935544" cy="1529359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3" name="Oval 342">
                <a:extLst>
                  <a:ext uri="{FF2B5EF4-FFF2-40B4-BE49-F238E27FC236}">
                    <a16:creationId xmlns:a16="http://schemas.microsoft.com/office/drawing/2014/main" id="{15A388CC-FA78-6A13-CF9E-4C283C272804}"/>
                  </a:ext>
                </a:extLst>
              </p:cNvPr>
              <p:cNvSpPr/>
              <p:nvPr/>
            </p:nvSpPr>
            <p:spPr>
              <a:xfrm rot="19870357" flipV="1">
                <a:off x="3363817" y="1992626"/>
                <a:ext cx="935544" cy="1529359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37" name="Rectangle 336">
              <a:extLst>
                <a:ext uri="{FF2B5EF4-FFF2-40B4-BE49-F238E27FC236}">
                  <a16:creationId xmlns:a16="http://schemas.microsoft.com/office/drawing/2014/main" id="{70A353CF-583C-F469-D83F-694B20FC2505}"/>
                </a:ext>
              </a:extLst>
            </p:cNvPr>
            <p:cNvSpPr/>
            <p:nvPr/>
          </p:nvSpPr>
          <p:spPr>
            <a:xfrm>
              <a:off x="3683000" y="2068915"/>
              <a:ext cx="1397000" cy="27940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8" name="Rectangle 337">
              <a:extLst>
                <a:ext uri="{FF2B5EF4-FFF2-40B4-BE49-F238E27FC236}">
                  <a16:creationId xmlns:a16="http://schemas.microsoft.com/office/drawing/2014/main" id="{783DD2F9-A0D2-9A30-B40B-28E4C4B25B57}"/>
                </a:ext>
              </a:extLst>
            </p:cNvPr>
            <p:cNvSpPr/>
            <p:nvPr/>
          </p:nvSpPr>
          <p:spPr>
            <a:xfrm>
              <a:off x="3756163" y="1876629"/>
              <a:ext cx="181606" cy="663971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9" name="Rectangle 338">
              <a:extLst>
                <a:ext uri="{FF2B5EF4-FFF2-40B4-BE49-F238E27FC236}">
                  <a16:creationId xmlns:a16="http://schemas.microsoft.com/office/drawing/2014/main" id="{2E533B33-5B76-1638-3440-B4995CC510A7}"/>
                </a:ext>
              </a:extLst>
            </p:cNvPr>
            <p:cNvSpPr/>
            <p:nvPr/>
          </p:nvSpPr>
          <p:spPr>
            <a:xfrm>
              <a:off x="4823219" y="1861841"/>
              <a:ext cx="181606" cy="663971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0" name="Cross 339">
              <a:extLst>
                <a:ext uri="{FF2B5EF4-FFF2-40B4-BE49-F238E27FC236}">
                  <a16:creationId xmlns:a16="http://schemas.microsoft.com/office/drawing/2014/main" id="{279329A5-23D7-552E-2E7F-2F9A6C57923E}"/>
                </a:ext>
              </a:extLst>
            </p:cNvPr>
            <p:cNvSpPr/>
            <p:nvPr/>
          </p:nvSpPr>
          <p:spPr>
            <a:xfrm>
              <a:off x="4610101" y="1555630"/>
              <a:ext cx="277271" cy="263881"/>
            </a:xfrm>
            <a:prstGeom prst="plus">
              <a:avLst>
                <a:gd name="adj" fmla="val 37697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1" name="Cross 340">
              <a:extLst>
                <a:ext uri="{FF2B5EF4-FFF2-40B4-BE49-F238E27FC236}">
                  <a16:creationId xmlns:a16="http://schemas.microsoft.com/office/drawing/2014/main" id="{ED1DAF97-8F33-5282-959F-454BD2C6C5E0}"/>
                </a:ext>
              </a:extLst>
            </p:cNvPr>
            <p:cNvSpPr/>
            <p:nvPr/>
          </p:nvSpPr>
          <p:spPr>
            <a:xfrm>
              <a:off x="4784233" y="1414162"/>
              <a:ext cx="185026" cy="176091"/>
            </a:xfrm>
            <a:prstGeom prst="plus">
              <a:avLst>
                <a:gd name="adj" fmla="val 37697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46" name="Group 345">
            <a:extLst>
              <a:ext uri="{FF2B5EF4-FFF2-40B4-BE49-F238E27FC236}">
                <a16:creationId xmlns:a16="http://schemas.microsoft.com/office/drawing/2014/main" id="{A87E1107-DACA-E244-17C7-C4B29E932667}"/>
              </a:ext>
            </a:extLst>
          </p:cNvPr>
          <p:cNvGrpSpPr/>
          <p:nvPr/>
        </p:nvGrpSpPr>
        <p:grpSpPr>
          <a:xfrm>
            <a:off x="5190305" y="3897729"/>
            <a:ext cx="1371600" cy="1371600"/>
            <a:chOff x="1298501" y="962272"/>
            <a:chExt cx="1371600" cy="1371600"/>
          </a:xfrm>
        </p:grpSpPr>
        <p:sp>
          <p:nvSpPr>
            <p:cNvPr id="347" name="Rectangle 346">
              <a:extLst>
                <a:ext uri="{FF2B5EF4-FFF2-40B4-BE49-F238E27FC236}">
                  <a16:creationId xmlns:a16="http://schemas.microsoft.com/office/drawing/2014/main" id="{B2AF726B-211F-464E-2DB1-FDEC9CE26139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8" name="Arrow: Pentagon 347">
              <a:extLst>
                <a:ext uri="{FF2B5EF4-FFF2-40B4-BE49-F238E27FC236}">
                  <a16:creationId xmlns:a16="http://schemas.microsoft.com/office/drawing/2014/main" id="{980D8276-CE82-A926-2594-431EC68E9E6A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49" name="Group 348">
            <a:extLst>
              <a:ext uri="{FF2B5EF4-FFF2-40B4-BE49-F238E27FC236}">
                <a16:creationId xmlns:a16="http://schemas.microsoft.com/office/drawing/2014/main" id="{FA54B203-559E-CC5F-7B15-F1613B87A630}"/>
              </a:ext>
            </a:extLst>
          </p:cNvPr>
          <p:cNvGrpSpPr/>
          <p:nvPr/>
        </p:nvGrpSpPr>
        <p:grpSpPr>
          <a:xfrm>
            <a:off x="6777598" y="3883442"/>
            <a:ext cx="1371600" cy="1371600"/>
            <a:chOff x="1298501" y="962272"/>
            <a:chExt cx="1371600" cy="1371600"/>
          </a:xfrm>
        </p:grpSpPr>
        <p:sp>
          <p:nvSpPr>
            <p:cNvPr id="350" name="Rectangle 349">
              <a:extLst>
                <a:ext uri="{FF2B5EF4-FFF2-40B4-BE49-F238E27FC236}">
                  <a16:creationId xmlns:a16="http://schemas.microsoft.com/office/drawing/2014/main" id="{51B3470A-F1D5-ABD7-63F4-8DE2475ED1F2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1" name="Arrow: Pentagon 350">
              <a:extLst>
                <a:ext uri="{FF2B5EF4-FFF2-40B4-BE49-F238E27FC236}">
                  <a16:creationId xmlns:a16="http://schemas.microsoft.com/office/drawing/2014/main" id="{1FF83E73-E8BC-235B-310D-CC6CFD180A6C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60" name="Picture 2" descr="Sniper rifle vector Images, Stock Photos &amp; Vectors | Shutterstock">
            <a:extLst>
              <a:ext uri="{FF2B5EF4-FFF2-40B4-BE49-F238E27FC236}">
                <a16:creationId xmlns:a16="http://schemas.microsoft.com/office/drawing/2014/main" id="{B4CF7F24-532F-72B1-793F-E57155EF7B3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57" t="13333" r="2963" b="12143"/>
          <a:stretch/>
        </p:blipFill>
        <p:spPr bwMode="auto">
          <a:xfrm rot="1675474" flipH="1">
            <a:off x="8471739" y="4374492"/>
            <a:ext cx="1046633" cy="3425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61" name="Group 360">
            <a:extLst>
              <a:ext uri="{FF2B5EF4-FFF2-40B4-BE49-F238E27FC236}">
                <a16:creationId xmlns:a16="http://schemas.microsoft.com/office/drawing/2014/main" id="{30166513-C7A2-6888-F33C-D462D55D75FE}"/>
              </a:ext>
            </a:extLst>
          </p:cNvPr>
          <p:cNvGrpSpPr/>
          <p:nvPr/>
        </p:nvGrpSpPr>
        <p:grpSpPr>
          <a:xfrm>
            <a:off x="8351685" y="3959505"/>
            <a:ext cx="1371600" cy="1371600"/>
            <a:chOff x="1298501" y="962272"/>
            <a:chExt cx="1371600" cy="1371600"/>
          </a:xfrm>
        </p:grpSpPr>
        <p:sp>
          <p:nvSpPr>
            <p:cNvPr id="362" name="Rectangle 361">
              <a:extLst>
                <a:ext uri="{FF2B5EF4-FFF2-40B4-BE49-F238E27FC236}">
                  <a16:creationId xmlns:a16="http://schemas.microsoft.com/office/drawing/2014/main" id="{768123B9-3E7F-EF9A-147D-57B21696125C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3" name="Arrow: Pentagon 362">
              <a:extLst>
                <a:ext uri="{FF2B5EF4-FFF2-40B4-BE49-F238E27FC236}">
                  <a16:creationId xmlns:a16="http://schemas.microsoft.com/office/drawing/2014/main" id="{C7E9948F-0BB1-566D-8EF2-3BA5D3005B15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64" name="Group 363">
            <a:extLst>
              <a:ext uri="{FF2B5EF4-FFF2-40B4-BE49-F238E27FC236}">
                <a16:creationId xmlns:a16="http://schemas.microsoft.com/office/drawing/2014/main" id="{AEC83E13-CFEB-66EB-8317-FC342E162DC9}"/>
              </a:ext>
            </a:extLst>
          </p:cNvPr>
          <p:cNvGrpSpPr/>
          <p:nvPr/>
        </p:nvGrpSpPr>
        <p:grpSpPr>
          <a:xfrm>
            <a:off x="7060096" y="4202711"/>
            <a:ext cx="794436" cy="794436"/>
            <a:chOff x="6791479" y="4800533"/>
            <a:chExt cx="514930" cy="514930"/>
          </a:xfrm>
        </p:grpSpPr>
        <p:sp>
          <p:nvSpPr>
            <p:cNvPr id="365" name="Oval 364">
              <a:extLst>
                <a:ext uri="{FF2B5EF4-FFF2-40B4-BE49-F238E27FC236}">
                  <a16:creationId xmlns:a16="http://schemas.microsoft.com/office/drawing/2014/main" id="{30EF48A3-5B08-11AA-0084-02FDDB66A024}"/>
                </a:ext>
              </a:extLst>
            </p:cNvPr>
            <p:cNvSpPr/>
            <p:nvPr/>
          </p:nvSpPr>
          <p:spPr>
            <a:xfrm>
              <a:off x="6885419" y="4892733"/>
              <a:ext cx="327050" cy="327050"/>
            </a:xfrm>
            <a:prstGeom prst="ellipse">
              <a:avLst/>
            </a:pr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66" name="Oval 365">
              <a:extLst>
                <a:ext uri="{FF2B5EF4-FFF2-40B4-BE49-F238E27FC236}">
                  <a16:creationId xmlns:a16="http://schemas.microsoft.com/office/drawing/2014/main" id="{9ACE968B-343C-F2EC-6056-037742F8AD6C}"/>
                </a:ext>
              </a:extLst>
            </p:cNvPr>
            <p:cNvSpPr/>
            <p:nvPr/>
          </p:nvSpPr>
          <p:spPr>
            <a:xfrm>
              <a:off x="7026609" y="5035571"/>
              <a:ext cx="45720" cy="45720"/>
            </a:xfrm>
            <a:prstGeom prst="ellipse">
              <a:avLst/>
            </a:prstGeom>
            <a:solidFill>
              <a:schemeClr val="tx1"/>
            </a:solidFill>
            <a:ln w="31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7" name="Rectangle: Rounded Corners 366">
              <a:extLst>
                <a:ext uri="{FF2B5EF4-FFF2-40B4-BE49-F238E27FC236}">
                  <a16:creationId xmlns:a16="http://schemas.microsoft.com/office/drawing/2014/main" id="{F7475214-9BED-C97F-EDE6-2DBE904021E1}"/>
                </a:ext>
              </a:extLst>
            </p:cNvPr>
            <p:cNvSpPr/>
            <p:nvPr/>
          </p:nvSpPr>
          <p:spPr>
            <a:xfrm>
              <a:off x="7038745" y="4800533"/>
              <a:ext cx="20398" cy="184400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8" name="Rectangle: Rounded Corners 367">
              <a:extLst>
                <a:ext uri="{FF2B5EF4-FFF2-40B4-BE49-F238E27FC236}">
                  <a16:creationId xmlns:a16="http://schemas.microsoft.com/office/drawing/2014/main" id="{55F32FB3-2597-26CE-2278-7EA2AE28C745}"/>
                </a:ext>
              </a:extLst>
            </p:cNvPr>
            <p:cNvSpPr/>
            <p:nvPr/>
          </p:nvSpPr>
          <p:spPr>
            <a:xfrm>
              <a:off x="7038745" y="5131063"/>
              <a:ext cx="20398" cy="184400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69" name="Group 368">
              <a:extLst>
                <a:ext uri="{FF2B5EF4-FFF2-40B4-BE49-F238E27FC236}">
                  <a16:creationId xmlns:a16="http://schemas.microsoft.com/office/drawing/2014/main" id="{602761F3-63EE-3F11-D7BC-1B997EDC2CDF}"/>
                </a:ext>
              </a:extLst>
            </p:cNvPr>
            <p:cNvGrpSpPr/>
            <p:nvPr/>
          </p:nvGrpSpPr>
          <p:grpSpPr>
            <a:xfrm rot="16200000">
              <a:off x="7038745" y="4798793"/>
              <a:ext cx="20398" cy="514930"/>
              <a:chOff x="5815666" y="3167062"/>
              <a:chExt cx="55844" cy="1409701"/>
            </a:xfrm>
          </p:grpSpPr>
          <p:sp>
            <p:nvSpPr>
              <p:cNvPr id="370" name="Rectangle: Rounded Corners 369">
                <a:extLst>
                  <a:ext uri="{FF2B5EF4-FFF2-40B4-BE49-F238E27FC236}">
                    <a16:creationId xmlns:a16="http://schemas.microsoft.com/office/drawing/2014/main" id="{4A801049-1FE7-4BF3-4737-0145267EB8D0}"/>
                  </a:ext>
                </a:extLst>
              </p:cNvPr>
              <p:cNvSpPr/>
              <p:nvPr/>
            </p:nvSpPr>
            <p:spPr>
              <a:xfrm>
                <a:off x="5815666" y="3167062"/>
                <a:ext cx="55844" cy="504825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1" name="Rectangle: Rounded Corners 370">
                <a:extLst>
                  <a:ext uri="{FF2B5EF4-FFF2-40B4-BE49-F238E27FC236}">
                    <a16:creationId xmlns:a16="http://schemas.microsoft.com/office/drawing/2014/main" id="{D2DC7F5D-B1A7-FFEA-ED36-56BFCE066180}"/>
                  </a:ext>
                </a:extLst>
              </p:cNvPr>
              <p:cNvSpPr/>
              <p:nvPr/>
            </p:nvSpPr>
            <p:spPr>
              <a:xfrm>
                <a:off x="5815666" y="4071938"/>
                <a:ext cx="55844" cy="504825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52" name="Group 351">
            <a:extLst>
              <a:ext uri="{FF2B5EF4-FFF2-40B4-BE49-F238E27FC236}">
                <a16:creationId xmlns:a16="http://schemas.microsoft.com/office/drawing/2014/main" id="{7975261B-F0A3-A2C2-C8FD-5C0E9453C925}"/>
              </a:ext>
            </a:extLst>
          </p:cNvPr>
          <p:cNvGrpSpPr/>
          <p:nvPr/>
        </p:nvGrpSpPr>
        <p:grpSpPr>
          <a:xfrm>
            <a:off x="8833936" y="4658676"/>
            <a:ext cx="390985" cy="390985"/>
            <a:chOff x="6791479" y="4800533"/>
            <a:chExt cx="514930" cy="514930"/>
          </a:xfrm>
        </p:grpSpPr>
        <p:sp>
          <p:nvSpPr>
            <p:cNvPr id="353" name="Oval 352">
              <a:extLst>
                <a:ext uri="{FF2B5EF4-FFF2-40B4-BE49-F238E27FC236}">
                  <a16:creationId xmlns:a16="http://schemas.microsoft.com/office/drawing/2014/main" id="{9F96B78D-50C4-CF68-90D2-1E54B57DCDE0}"/>
                </a:ext>
              </a:extLst>
            </p:cNvPr>
            <p:cNvSpPr/>
            <p:nvPr/>
          </p:nvSpPr>
          <p:spPr>
            <a:xfrm>
              <a:off x="6885419" y="4892733"/>
              <a:ext cx="327050" cy="327050"/>
            </a:xfrm>
            <a:prstGeom prst="ellipse">
              <a:avLst/>
            </a:pr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54" name="Oval 353">
              <a:extLst>
                <a:ext uri="{FF2B5EF4-FFF2-40B4-BE49-F238E27FC236}">
                  <a16:creationId xmlns:a16="http://schemas.microsoft.com/office/drawing/2014/main" id="{38C76F8A-2AAA-EA1F-9CE8-48FA18DE6D68}"/>
                </a:ext>
              </a:extLst>
            </p:cNvPr>
            <p:cNvSpPr/>
            <p:nvPr/>
          </p:nvSpPr>
          <p:spPr>
            <a:xfrm>
              <a:off x="7026609" y="5035571"/>
              <a:ext cx="45720" cy="45720"/>
            </a:xfrm>
            <a:prstGeom prst="ellipse">
              <a:avLst/>
            </a:prstGeom>
            <a:solidFill>
              <a:schemeClr val="tx1"/>
            </a:solidFill>
            <a:ln w="31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5" name="Rectangle: Rounded Corners 354">
              <a:extLst>
                <a:ext uri="{FF2B5EF4-FFF2-40B4-BE49-F238E27FC236}">
                  <a16:creationId xmlns:a16="http://schemas.microsoft.com/office/drawing/2014/main" id="{C53B2A92-99B0-21DE-121E-F35844E82C88}"/>
                </a:ext>
              </a:extLst>
            </p:cNvPr>
            <p:cNvSpPr/>
            <p:nvPr/>
          </p:nvSpPr>
          <p:spPr>
            <a:xfrm>
              <a:off x="7038745" y="4800533"/>
              <a:ext cx="20398" cy="184400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6" name="Rectangle: Rounded Corners 355">
              <a:extLst>
                <a:ext uri="{FF2B5EF4-FFF2-40B4-BE49-F238E27FC236}">
                  <a16:creationId xmlns:a16="http://schemas.microsoft.com/office/drawing/2014/main" id="{65B4F66E-E337-04A4-DAED-68C243536C04}"/>
                </a:ext>
              </a:extLst>
            </p:cNvPr>
            <p:cNvSpPr/>
            <p:nvPr/>
          </p:nvSpPr>
          <p:spPr>
            <a:xfrm>
              <a:off x="7038745" y="5131063"/>
              <a:ext cx="20398" cy="184400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57" name="Group 356">
              <a:extLst>
                <a:ext uri="{FF2B5EF4-FFF2-40B4-BE49-F238E27FC236}">
                  <a16:creationId xmlns:a16="http://schemas.microsoft.com/office/drawing/2014/main" id="{195A7780-E781-2BA1-860F-FCA60B830359}"/>
                </a:ext>
              </a:extLst>
            </p:cNvPr>
            <p:cNvGrpSpPr/>
            <p:nvPr/>
          </p:nvGrpSpPr>
          <p:grpSpPr>
            <a:xfrm rot="16200000">
              <a:off x="7038745" y="4798793"/>
              <a:ext cx="20398" cy="514930"/>
              <a:chOff x="5815666" y="3167062"/>
              <a:chExt cx="55844" cy="1409701"/>
            </a:xfrm>
          </p:grpSpPr>
          <p:sp>
            <p:nvSpPr>
              <p:cNvPr id="358" name="Rectangle: Rounded Corners 357">
                <a:extLst>
                  <a:ext uri="{FF2B5EF4-FFF2-40B4-BE49-F238E27FC236}">
                    <a16:creationId xmlns:a16="http://schemas.microsoft.com/office/drawing/2014/main" id="{665C9D39-F57C-7D67-285D-44E28976F8C4}"/>
                  </a:ext>
                </a:extLst>
              </p:cNvPr>
              <p:cNvSpPr/>
              <p:nvPr/>
            </p:nvSpPr>
            <p:spPr>
              <a:xfrm>
                <a:off x="5815666" y="3167062"/>
                <a:ext cx="55844" cy="504825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9" name="Rectangle: Rounded Corners 358">
                <a:extLst>
                  <a:ext uri="{FF2B5EF4-FFF2-40B4-BE49-F238E27FC236}">
                    <a16:creationId xmlns:a16="http://schemas.microsoft.com/office/drawing/2014/main" id="{58A05DA4-8278-E679-F59F-D271FA8CB18E}"/>
                  </a:ext>
                </a:extLst>
              </p:cNvPr>
              <p:cNvSpPr/>
              <p:nvPr/>
            </p:nvSpPr>
            <p:spPr>
              <a:xfrm>
                <a:off x="5815666" y="4071938"/>
                <a:ext cx="55844" cy="504825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72" name="Group 371">
            <a:extLst>
              <a:ext uri="{FF2B5EF4-FFF2-40B4-BE49-F238E27FC236}">
                <a16:creationId xmlns:a16="http://schemas.microsoft.com/office/drawing/2014/main" id="{A641A4BA-29DB-E568-D992-51241D03685F}"/>
              </a:ext>
            </a:extLst>
          </p:cNvPr>
          <p:cNvGrpSpPr/>
          <p:nvPr/>
        </p:nvGrpSpPr>
        <p:grpSpPr>
          <a:xfrm>
            <a:off x="10540557" y="2256090"/>
            <a:ext cx="1371600" cy="1371600"/>
            <a:chOff x="1298501" y="962272"/>
            <a:chExt cx="1371600" cy="1371600"/>
          </a:xfrm>
        </p:grpSpPr>
        <p:sp>
          <p:nvSpPr>
            <p:cNvPr id="373" name="Rectangle 372">
              <a:extLst>
                <a:ext uri="{FF2B5EF4-FFF2-40B4-BE49-F238E27FC236}">
                  <a16:creationId xmlns:a16="http://schemas.microsoft.com/office/drawing/2014/main" id="{816DD76D-131A-E776-EB14-61710176EEEA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4" name="Arrow: Pentagon 373">
              <a:extLst>
                <a:ext uri="{FF2B5EF4-FFF2-40B4-BE49-F238E27FC236}">
                  <a16:creationId xmlns:a16="http://schemas.microsoft.com/office/drawing/2014/main" id="{C9A65D5F-F9B0-7DD8-61C7-401F79310E47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75" name="Group 374">
            <a:extLst>
              <a:ext uri="{FF2B5EF4-FFF2-40B4-BE49-F238E27FC236}">
                <a16:creationId xmlns:a16="http://schemas.microsoft.com/office/drawing/2014/main" id="{277359CA-723B-8744-8265-70309A4AEEE9}"/>
              </a:ext>
            </a:extLst>
          </p:cNvPr>
          <p:cNvGrpSpPr/>
          <p:nvPr/>
        </p:nvGrpSpPr>
        <p:grpSpPr>
          <a:xfrm>
            <a:off x="10974175" y="2510613"/>
            <a:ext cx="463815" cy="792386"/>
            <a:chOff x="6364542" y="1494901"/>
            <a:chExt cx="994146" cy="1698410"/>
          </a:xfrm>
        </p:grpSpPr>
        <p:sp>
          <p:nvSpPr>
            <p:cNvPr id="376" name="Rectangle 375">
              <a:extLst>
                <a:ext uri="{FF2B5EF4-FFF2-40B4-BE49-F238E27FC236}">
                  <a16:creationId xmlns:a16="http://schemas.microsoft.com/office/drawing/2014/main" id="{AA7AF902-8B86-B6F7-861F-B3B8C16115A7}"/>
                </a:ext>
              </a:extLst>
            </p:cNvPr>
            <p:cNvSpPr/>
            <p:nvPr/>
          </p:nvSpPr>
          <p:spPr>
            <a:xfrm>
              <a:off x="6473824" y="2293089"/>
              <a:ext cx="211738" cy="900222"/>
            </a:xfrm>
            <a:prstGeom prst="rect">
              <a:avLst/>
            </a:prstGeom>
            <a:ln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77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27B523CA-E920-0258-DF14-87F608A4824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6175721" y="1683722"/>
              <a:ext cx="772614" cy="3949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78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2AA02BC6-DC39-B18C-AF05-E3685D00EAB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6480532" y="1685110"/>
              <a:ext cx="772614" cy="3949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79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76A6B822-401C-D1BD-4EAC-EBDBFAC33A7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6774895" y="1686821"/>
              <a:ext cx="772614" cy="3949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80" name="Rectangle 379">
              <a:extLst>
                <a:ext uri="{FF2B5EF4-FFF2-40B4-BE49-F238E27FC236}">
                  <a16:creationId xmlns:a16="http://schemas.microsoft.com/office/drawing/2014/main" id="{92D0A0EC-5325-0735-6DC2-E817F555C273}"/>
                </a:ext>
              </a:extLst>
            </p:cNvPr>
            <p:cNvSpPr/>
            <p:nvPr/>
          </p:nvSpPr>
          <p:spPr>
            <a:xfrm>
              <a:off x="6777178" y="2293089"/>
              <a:ext cx="211738" cy="900222"/>
            </a:xfrm>
            <a:prstGeom prst="rect">
              <a:avLst/>
            </a:prstGeom>
            <a:ln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1" name="Rectangle 380">
              <a:extLst>
                <a:ext uri="{FF2B5EF4-FFF2-40B4-BE49-F238E27FC236}">
                  <a16:creationId xmlns:a16="http://schemas.microsoft.com/office/drawing/2014/main" id="{7BD8F0D3-660D-625D-65ED-92273D35D98B}"/>
                </a:ext>
              </a:extLst>
            </p:cNvPr>
            <p:cNvSpPr/>
            <p:nvPr/>
          </p:nvSpPr>
          <p:spPr>
            <a:xfrm>
              <a:off x="7077364" y="2293089"/>
              <a:ext cx="211738" cy="900222"/>
            </a:xfrm>
            <a:prstGeom prst="rect">
              <a:avLst/>
            </a:prstGeom>
            <a:ln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16" name="Group 315">
            <a:extLst>
              <a:ext uri="{FF2B5EF4-FFF2-40B4-BE49-F238E27FC236}">
                <a16:creationId xmlns:a16="http://schemas.microsoft.com/office/drawing/2014/main" id="{491F2577-AD47-4569-1CB0-0750C1ED753C}"/>
              </a:ext>
            </a:extLst>
          </p:cNvPr>
          <p:cNvGrpSpPr/>
          <p:nvPr/>
        </p:nvGrpSpPr>
        <p:grpSpPr>
          <a:xfrm>
            <a:off x="9848672" y="3920973"/>
            <a:ext cx="1371600" cy="1371600"/>
            <a:chOff x="1298501" y="962272"/>
            <a:chExt cx="1371600" cy="1371600"/>
          </a:xfrm>
        </p:grpSpPr>
        <p:sp>
          <p:nvSpPr>
            <p:cNvPr id="317" name="Rectangle 316">
              <a:extLst>
                <a:ext uri="{FF2B5EF4-FFF2-40B4-BE49-F238E27FC236}">
                  <a16:creationId xmlns:a16="http://schemas.microsoft.com/office/drawing/2014/main" id="{89313972-B372-D0B0-3898-236C39B634DB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8" name="Arrow: Pentagon 317">
              <a:extLst>
                <a:ext uri="{FF2B5EF4-FFF2-40B4-BE49-F238E27FC236}">
                  <a16:creationId xmlns:a16="http://schemas.microsoft.com/office/drawing/2014/main" id="{49C357D9-C51C-0920-B521-F89F36CC0B75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19" name="Group 318">
            <a:extLst>
              <a:ext uri="{FF2B5EF4-FFF2-40B4-BE49-F238E27FC236}">
                <a16:creationId xmlns:a16="http://schemas.microsoft.com/office/drawing/2014/main" id="{583C3484-BDC8-9917-0B23-A6F096E2A2D3}"/>
              </a:ext>
            </a:extLst>
          </p:cNvPr>
          <p:cNvGrpSpPr/>
          <p:nvPr/>
        </p:nvGrpSpPr>
        <p:grpSpPr>
          <a:xfrm>
            <a:off x="10264276" y="4190631"/>
            <a:ext cx="540391" cy="669728"/>
            <a:chOff x="6777984" y="514985"/>
            <a:chExt cx="1202128" cy="1489844"/>
          </a:xfrm>
        </p:grpSpPr>
        <p:grpSp>
          <p:nvGrpSpPr>
            <p:cNvPr id="320" name="Group 319">
              <a:extLst>
                <a:ext uri="{FF2B5EF4-FFF2-40B4-BE49-F238E27FC236}">
                  <a16:creationId xmlns:a16="http://schemas.microsoft.com/office/drawing/2014/main" id="{E55AA671-DF88-A5BC-BB87-905168C23527}"/>
                </a:ext>
              </a:extLst>
            </p:cNvPr>
            <p:cNvGrpSpPr/>
            <p:nvPr/>
          </p:nvGrpSpPr>
          <p:grpSpPr>
            <a:xfrm>
              <a:off x="6777984" y="854588"/>
              <a:ext cx="549917" cy="1150241"/>
              <a:chOff x="6777984" y="854588"/>
              <a:chExt cx="549917" cy="1150241"/>
            </a:xfrm>
          </p:grpSpPr>
          <p:sp>
            <p:nvSpPr>
              <p:cNvPr id="328" name="Rectangle 327">
                <a:extLst>
                  <a:ext uri="{FF2B5EF4-FFF2-40B4-BE49-F238E27FC236}">
                    <a16:creationId xmlns:a16="http://schemas.microsoft.com/office/drawing/2014/main" id="{3A21DD62-C45C-AA49-6F41-77F243AA6AFB}"/>
                  </a:ext>
                </a:extLst>
              </p:cNvPr>
              <p:cNvSpPr/>
              <p:nvPr/>
            </p:nvSpPr>
            <p:spPr>
              <a:xfrm>
                <a:off x="7016751" y="854588"/>
                <a:ext cx="311150" cy="397612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9" name="Rectangle 328">
                <a:extLst>
                  <a:ext uri="{FF2B5EF4-FFF2-40B4-BE49-F238E27FC236}">
                    <a16:creationId xmlns:a16="http://schemas.microsoft.com/office/drawing/2014/main" id="{8EF70432-B038-194D-6BDE-6742C077D16C}"/>
                  </a:ext>
                </a:extLst>
              </p:cNvPr>
              <p:cNvSpPr/>
              <p:nvPr/>
            </p:nvSpPr>
            <p:spPr>
              <a:xfrm rot="17844562">
                <a:off x="6420802" y="1380936"/>
                <a:ext cx="981075" cy="266711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21" name="Group 320">
              <a:extLst>
                <a:ext uri="{FF2B5EF4-FFF2-40B4-BE49-F238E27FC236}">
                  <a16:creationId xmlns:a16="http://schemas.microsoft.com/office/drawing/2014/main" id="{8381F0D4-5258-B90A-A14A-022CF127EB72}"/>
                </a:ext>
              </a:extLst>
            </p:cNvPr>
            <p:cNvGrpSpPr/>
            <p:nvPr/>
          </p:nvGrpSpPr>
          <p:grpSpPr>
            <a:xfrm flipH="1">
              <a:off x="7430195" y="854560"/>
              <a:ext cx="549917" cy="1150241"/>
              <a:chOff x="6777984" y="854588"/>
              <a:chExt cx="549917" cy="1150241"/>
            </a:xfrm>
          </p:grpSpPr>
          <p:sp>
            <p:nvSpPr>
              <p:cNvPr id="326" name="Rectangle 325">
                <a:extLst>
                  <a:ext uri="{FF2B5EF4-FFF2-40B4-BE49-F238E27FC236}">
                    <a16:creationId xmlns:a16="http://schemas.microsoft.com/office/drawing/2014/main" id="{1C07E380-B710-7A3E-F041-A9DE49CBB2D6}"/>
                  </a:ext>
                </a:extLst>
              </p:cNvPr>
              <p:cNvSpPr/>
              <p:nvPr/>
            </p:nvSpPr>
            <p:spPr>
              <a:xfrm>
                <a:off x="7016751" y="854588"/>
                <a:ext cx="311150" cy="397612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7" name="Rectangle 326">
                <a:extLst>
                  <a:ext uri="{FF2B5EF4-FFF2-40B4-BE49-F238E27FC236}">
                    <a16:creationId xmlns:a16="http://schemas.microsoft.com/office/drawing/2014/main" id="{CFE6250E-2C1C-AB14-1442-E4149E55D309}"/>
                  </a:ext>
                </a:extLst>
              </p:cNvPr>
              <p:cNvSpPr/>
              <p:nvPr/>
            </p:nvSpPr>
            <p:spPr>
              <a:xfrm rot="17844562">
                <a:off x="6420802" y="1380936"/>
                <a:ext cx="981075" cy="266711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22" name="Isosceles Triangle 321">
              <a:extLst>
                <a:ext uri="{FF2B5EF4-FFF2-40B4-BE49-F238E27FC236}">
                  <a16:creationId xmlns:a16="http://schemas.microsoft.com/office/drawing/2014/main" id="{64FE6637-2A38-9D56-3207-52AF919D4379}"/>
                </a:ext>
              </a:extLst>
            </p:cNvPr>
            <p:cNvSpPr/>
            <p:nvPr/>
          </p:nvSpPr>
          <p:spPr>
            <a:xfrm rot="10800000">
              <a:off x="7230836" y="1323368"/>
              <a:ext cx="311150" cy="475008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3" name="Isosceles Triangle 322">
              <a:extLst>
                <a:ext uri="{FF2B5EF4-FFF2-40B4-BE49-F238E27FC236}">
                  <a16:creationId xmlns:a16="http://schemas.microsoft.com/office/drawing/2014/main" id="{B29885BB-A514-6FF4-BA8D-BDA060EF79F7}"/>
                </a:ext>
              </a:extLst>
            </p:cNvPr>
            <p:cNvSpPr/>
            <p:nvPr/>
          </p:nvSpPr>
          <p:spPr>
            <a:xfrm rot="10800000" flipV="1">
              <a:off x="7230836" y="519223"/>
              <a:ext cx="311150" cy="308389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4" name="Rectangle 323">
              <a:extLst>
                <a:ext uri="{FF2B5EF4-FFF2-40B4-BE49-F238E27FC236}">
                  <a16:creationId xmlns:a16="http://schemas.microsoft.com/office/drawing/2014/main" id="{1A781208-3106-8061-DB9D-734C09C93372}"/>
                </a:ext>
              </a:extLst>
            </p:cNvPr>
            <p:cNvSpPr/>
            <p:nvPr/>
          </p:nvSpPr>
          <p:spPr>
            <a:xfrm>
              <a:off x="7132638" y="521980"/>
              <a:ext cx="79375" cy="33258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5" name="Rectangle 324">
              <a:extLst>
                <a:ext uri="{FF2B5EF4-FFF2-40B4-BE49-F238E27FC236}">
                  <a16:creationId xmlns:a16="http://schemas.microsoft.com/office/drawing/2014/main" id="{355E6BD9-47ED-3481-70BD-017EA912891D}"/>
                </a:ext>
              </a:extLst>
            </p:cNvPr>
            <p:cNvSpPr/>
            <p:nvPr/>
          </p:nvSpPr>
          <p:spPr>
            <a:xfrm>
              <a:off x="7557634" y="514985"/>
              <a:ext cx="79375" cy="33258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30" name="Group 329">
            <a:extLst>
              <a:ext uri="{FF2B5EF4-FFF2-40B4-BE49-F238E27FC236}">
                <a16:creationId xmlns:a16="http://schemas.microsoft.com/office/drawing/2014/main" id="{0F1B9379-C470-53AA-916A-9CF2E4E820C3}"/>
              </a:ext>
            </a:extLst>
          </p:cNvPr>
          <p:cNvGrpSpPr/>
          <p:nvPr/>
        </p:nvGrpSpPr>
        <p:grpSpPr>
          <a:xfrm>
            <a:off x="9859211" y="5410391"/>
            <a:ext cx="1371600" cy="1371600"/>
            <a:chOff x="1298501" y="962272"/>
            <a:chExt cx="1371600" cy="1371600"/>
          </a:xfrm>
        </p:grpSpPr>
        <p:sp>
          <p:nvSpPr>
            <p:cNvPr id="331" name="Rectangle 330">
              <a:extLst>
                <a:ext uri="{FF2B5EF4-FFF2-40B4-BE49-F238E27FC236}">
                  <a16:creationId xmlns:a16="http://schemas.microsoft.com/office/drawing/2014/main" id="{E99587E4-2291-7716-1F1D-0E340DF32E39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2" name="Arrow: Pentagon 331">
              <a:extLst>
                <a:ext uri="{FF2B5EF4-FFF2-40B4-BE49-F238E27FC236}">
                  <a16:creationId xmlns:a16="http://schemas.microsoft.com/office/drawing/2014/main" id="{45CE9206-4D70-8428-74F5-EC8DE8884C41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33" name="Group 332">
            <a:extLst>
              <a:ext uri="{FF2B5EF4-FFF2-40B4-BE49-F238E27FC236}">
                <a16:creationId xmlns:a16="http://schemas.microsoft.com/office/drawing/2014/main" id="{71E26074-9E13-611A-4F41-0C13E6DE8538}"/>
              </a:ext>
            </a:extLst>
          </p:cNvPr>
          <p:cNvGrpSpPr/>
          <p:nvPr/>
        </p:nvGrpSpPr>
        <p:grpSpPr>
          <a:xfrm>
            <a:off x="10156523" y="5902400"/>
            <a:ext cx="655875" cy="365799"/>
            <a:chOff x="5515272" y="2726651"/>
            <a:chExt cx="1361777" cy="759499"/>
          </a:xfrm>
        </p:grpSpPr>
        <p:sp>
          <p:nvSpPr>
            <p:cNvPr id="334" name="Moon 333">
              <a:extLst>
                <a:ext uri="{FF2B5EF4-FFF2-40B4-BE49-F238E27FC236}">
                  <a16:creationId xmlns:a16="http://schemas.microsoft.com/office/drawing/2014/main" id="{9784E0C5-2F05-2321-5B48-8B9F9CAD394A}"/>
                </a:ext>
              </a:extLst>
            </p:cNvPr>
            <p:cNvSpPr/>
            <p:nvPr/>
          </p:nvSpPr>
          <p:spPr>
            <a:xfrm rot="5400000">
              <a:off x="6082581" y="2457830"/>
              <a:ext cx="525648" cy="1063289"/>
            </a:xfrm>
            <a:prstGeom prst="moon">
              <a:avLst>
                <a:gd name="adj" fmla="val 875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5" name="Rectangle 334">
              <a:extLst>
                <a:ext uri="{FF2B5EF4-FFF2-40B4-BE49-F238E27FC236}">
                  <a16:creationId xmlns:a16="http://schemas.microsoft.com/office/drawing/2014/main" id="{8F95E97F-D2DE-87A6-150A-290E3F364446}"/>
                </a:ext>
              </a:extLst>
            </p:cNvPr>
            <p:cNvSpPr/>
            <p:nvPr/>
          </p:nvSpPr>
          <p:spPr>
            <a:xfrm>
              <a:off x="5930900" y="3321050"/>
              <a:ext cx="831850" cy="16510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6" name="Rectangle 385">
              <a:extLst>
                <a:ext uri="{FF2B5EF4-FFF2-40B4-BE49-F238E27FC236}">
                  <a16:creationId xmlns:a16="http://schemas.microsoft.com/office/drawing/2014/main" id="{70E12D10-F389-431A-EC98-75CE3D6B3907}"/>
                </a:ext>
              </a:extLst>
            </p:cNvPr>
            <p:cNvSpPr/>
            <p:nvPr/>
          </p:nvSpPr>
          <p:spPr>
            <a:xfrm>
              <a:off x="6266030" y="3155950"/>
              <a:ext cx="158750" cy="16510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7" name="Rectangle 386">
              <a:extLst>
                <a:ext uri="{FF2B5EF4-FFF2-40B4-BE49-F238E27FC236}">
                  <a16:creationId xmlns:a16="http://schemas.microsoft.com/office/drawing/2014/main" id="{B956C7E4-AF6F-112F-F26E-870E4ECC0D67}"/>
                </a:ext>
              </a:extLst>
            </p:cNvPr>
            <p:cNvSpPr/>
            <p:nvPr/>
          </p:nvSpPr>
          <p:spPr>
            <a:xfrm rot="569356">
              <a:off x="5515272" y="2809088"/>
              <a:ext cx="622353" cy="16510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0B84C4B5-AF52-5E8A-40AA-C9ECA2E1A76A}"/>
              </a:ext>
            </a:extLst>
          </p:cNvPr>
          <p:cNvGrpSpPr/>
          <p:nvPr/>
        </p:nvGrpSpPr>
        <p:grpSpPr>
          <a:xfrm>
            <a:off x="3616187" y="3920973"/>
            <a:ext cx="1371600" cy="1371600"/>
            <a:chOff x="715109" y="5486400"/>
            <a:chExt cx="1371600" cy="1371600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E1FB66F4-F153-7662-72E3-19A36A599D5A}"/>
                </a:ext>
              </a:extLst>
            </p:cNvPr>
            <p:cNvGrpSpPr/>
            <p:nvPr/>
          </p:nvGrpSpPr>
          <p:grpSpPr>
            <a:xfrm>
              <a:off x="715109" y="5486400"/>
              <a:ext cx="1371600" cy="1371600"/>
              <a:chOff x="1298501" y="962272"/>
              <a:chExt cx="1371600" cy="1371600"/>
            </a:xfrm>
          </p:grpSpPr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32B74246-1CFA-F53C-D040-BB935974204F}"/>
                  </a:ext>
                </a:extLst>
              </p:cNvPr>
              <p:cNvSpPr/>
              <p:nvPr/>
            </p:nvSpPr>
            <p:spPr>
              <a:xfrm>
                <a:off x="1298501" y="962272"/>
                <a:ext cx="1371600" cy="137160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Arrow: Pentagon 26">
                <a:extLst>
                  <a:ext uri="{FF2B5EF4-FFF2-40B4-BE49-F238E27FC236}">
                    <a16:creationId xmlns:a16="http://schemas.microsoft.com/office/drawing/2014/main" id="{6206E87F-D348-92D4-BC1F-8C927C03E2E9}"/>
                  </a:ext>
                </a:extLst>
              </p:cNvPr>
              <p:cNvSpPr/>
              <p:nvPr/>
            </p:nvSpPr>
            <p:spPr>
              <a:xfrm rot="5400000">
                <a:off x="1435661" y="1173775"/>
                <a:ext cx="1097280" cy="1097280"/>
              </a:xfrm>
              <a:prstGeom prst="homePlat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F374823A-B688-61AC-7732-4F4F2C4E9469}"/>
                </a:ext>
              </a:extLst>
            </p:cNvPr>
            <p:cNvGrpSpPr/>
            <p:nvPr/>
          </p:nvGrpSpPr>
          <p:grpSpPr>
            <a:xfrm>
              <a:off x="988438" y="5737981"/>
              <a:ext cx="824942" cy="550241"/>
              <a:chOff x="2788414" y="3003550"/>
              <a:chExt cx="2665648" cy="1778000"/>
            </a:xfrm>
          </p:grpSpPr>
          <p:sp>
            <p:nvSpPr>
              <p:cNvPr id="79" name="Oval 78">
                <a:extLst>
                  <a:ext uri="{FF2B5EF4-FFF2-40B4-BE49-F238E27FC236}">
                    <a16:creationId xmlns:a16="http://schemas.microsoft.com/office/drawing/2014/main" id="{87AB890A-D8AD-D493-115B-FD92AAC5DDBD}"/>
                  </a:ext>
                </a:extLst>
              </p:cNvPr>
              <p:cNvSpPr/>
              <p:nvPr/>
            </p:nvSpPr>
            <p:spPr>
              <a:xfrm>
                <a:off x="3903803" y="3003550"/>
                <a:ext cx="439245" cy="1778000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0" name="Isosceles Triangle 79">
                <a:extLst>
                  <a:ext uri="{FF2B5EF4-FFF2-40B4-BE49-F238E27FC236}">
                    <a16:creationId xmlns:a16="http://schemas.microsoft.com/office/drawing/2014/main" id="{A1ED84D3-550F-7D93-ED9C-E1865F7114CD}"/>
                  </a:ext>
                </a:extLst>
              </p:cNvPr>
              <p:cNvSpPr/>
              <p:nvPr/>
            </p:nvSpPr>
            <p:spPr>
              <a:xfrm>
                <a:off x="2788414" y="3612890"/>
                <a:ext cx="2665648" cy="116866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1" name="Oval 80">
                <a:extLst>
                  <a:ext uri="{FF2B5EF4-FFF2-40B4-BE49-F238E27FC236}">
                    <a16:creationId xmlns:a16="http://schemas.microsoft.com/office/drawing/2014/main" id="{804E6619-72FA-7F8A-BE5D-23C3A6397219}"/>
                  </a:ext>
                </a:extLst>
              </p:cNvPr>
              <p:cNvSpPr/>
              <p:nvPr/>
            </p:nvSpPr>
            <p:spPr>
              <a:xfrm>
                <a:off x="3346707" y="4263156"/>
                <a:ext cx="458369" cy="458369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2" name="Oval 81">
                <a:extLst>
                  <a:ext uri="{FF2B5EF4-FFF2-40B4-BE49-F238E27FC236}">
                    <a16:creationId xmlns:a16="http://schemas.microsoft.com/office/drawing/2014/main" id="{77F153C3-9CC3-C59F-BF76-4EEE46B37266}"/>
                  </a:ext>
                </a:extLst>
              </p:cNvPr>
              <p:cNvSpPr/>
              <p:nvPr/>
            </p:nvSpPr>
            <p:spPr>
              <a:xfrm>
                <a:off x="4436723" y="4263156"/>
                <a:ext cx="458369" cy="458369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637DA29B-6C95-5204-DD7C-A5F435AB5129}"/>
              </a:ext>
            </a:extLst>
          </p:cNvPr>
          <p:cNvGrpSpPr/>
          <p:nvPr/>
        </p:nvGrpSpPr>
        <p:grpSpPr>
          <a:xfrm>
            <a:off x="3624438" y="5458408"/>
            <a:ext cx="1371600" cy="1371600"/>
            <a:chOff x="2259485" y="5495736"/>
            <a:chExt cx="1371600" cy="1371600"/>
          </a:xfrm>
        </p:grpSpPr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694F0217-E941-0DD7-CCAD-F7C4D35DF73E}"/>
                </a:ext>
              </a:extLst>
            </p:cNvPr>
            <p:cNvGrpSpPr/>
            <p:nvPr/>
          </p:nvGrpSpPr>
          <p:grpSpPr>
            <a:xfrm>
              <a:off x="2558744" y="5779095"/>
              <a:ext cx="770328" cy="575178"/>
              <a:chOff x="7066650" y="3003550"/>
              <a:chExt cx="2381250" cy="1778000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E0044D38-0555-0DDA-2AEE-D1FA5C9DC32F}"/>
                  </a:ext>
                </a:extLst>
              </p:cNvPr>
              <p:cNvSpPr/>
              <p:nvPr/>
            </p:nvSpPr>
            <p:spPr>
              <a:xfrm>
                <a:off x="7066650" y="3429000"/>
                <a:ext cx="2381250" cy="135255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7" name="Oval 86">
                <a:extLst>
                  <a:ext uri="{FF2B5EF4-FFF2-40B4-BE49-F238E27FC236}">
                    <a16:creationId xmlns:a16="http://schemas.microsoft.com/office/drawing/2014/main" id="{9231ED0F-0E39-4F4B-FBB7-3F216B8E8A81}"/>
                  </a:ext>
                </a:extLst>
              </p:cNvPr>
              <p:cNvSpPr/>
              <p:nvPr/>
            </p:nvSpPr>
            <p:spPr>
              <a:xfrm>
                <a:off x="8037653" y="3003550"/>
                <a:ext cx="439245" cy="1778000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9" name="Oval 88">
                <a:extLst>
                  <a:ext uri="{FF2B5EF4-FFF2-40B4-BE49-F238E27FC236}">
                    <a16:creationId xmlns:a16="http://schemas.microsoft.com/office/drawing/2014/main" id="{E0155EBA-A744-104B-95EE-3120731F0709}"/>
                  </a:ext>
                </a:extLst>
              </p:cNvPr>
              <p:cNvSpPr/>
              <p:nvPr/>
            </p:nvSpPr>
            <p:spPr>
              <a:xfrm>
                <a:off x="7480557" y="3512687"/>
                <a:ext cx="458369" cy="458369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2" name="Oval 121">
                <a:extLst>
                  <a:ext uri="{FF2B5EF4-FFF2-40B4-BE49-F238E27FC236}">
                    <a16:creationId xmlns:a16="http://schemas.microsoft.com/office/drawing/2014/main" id="{B90A0BAD-227B-7CCB-B39E-4E81B5C634C5}"/>
                  </a:ext>
                </a:extLst>
              </p:cNvPr>
              <p:cNvSpPr/>
              <p:nvPr/>
            </p:nvSpPr>
            <p:spPr>
              <a:xfrm>
                <a:off x="8570573" y="3512687"/>
                <a:ext cx="458369" cy="458369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3" name="Oval 122">
                <a:extLst>
                  <a:ext uri="{FF2B5EF4-FFF2-40B4-BE49-F238E27FC236}">
                    <a16:creationId xmlns:a16="http://schemas.microsoft.com/office/drawing/2014/main" id="{0F155BBB-48CB-E971-438A-76B70FFB5622}"/>
                  </a:ext>
                </a:extLst>
              </p:cNvPr>
              <p:cNvSpPr/>
              <p:nvPr/>
            </p:nvSpPr>
            <p:spPr>
              <a:xfrm>
                <a:off x="7480557" y="4167321"/>
                <a:ext cx="458369" cy="458369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4" name="Oval 123">
                <a:extLst>
                  <a:ext uri="{FF2B5EF4-FFF2-40B4-BE49-F238E27FC236}">
                    <a16:creationId xmlns:a16="http://schemas.microsoft.com/office/drawing/2014/main" id="{9AF0B8D7-2096-54C1-C1A3-940CD48B1548}"/>
                  </a:ext>
                </a:extLst>
              </p:cNvPr>
              <p:cNvSpPr/>
              <p:nvPr/>
            </p:nvSpPr>
            <p:spPr>
              <a:xfrm>
                <a:off x="8570573" y="4167321"/>
                <a:ext cx="458369" cy="458369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5" name="Group 124">
              <a:extLst>
                <a:ext uri="{FF2B5EF4-FFF2-40B4-BE49-F238E27FC236}">
                  <a16:creationId xmlns:a16="http://schemas.microsoft.com/office/drawing/2014/main" id="{5E2E00E3-481E-2DDC-50DC-CF92CF33C4C7}"/>
                </a:ext>
              </a:extLst>
            </p:cNvPr>
            <p:cNvGrpSpPr/>
            <p:nvPr/>
          </p:nvGrpSpPr>
          <p:grpSpPr>
            <a:xfrm>
              <a:off x="2259485" y="5495736"/>
              <a:ext cx="1371600" cy="1371600"/>
              <a:chOff x="1298501" y="962272"/>
              <a:chExt cx="1371600" cy="1371600"/>
            </a:xfrm>
          </p:grpSpPr>
          <p:sp>
            <p:nvSpPr>
              <p:cNvPr id="126" name="Rectangle 125">
                <a:extLst>
                  <a:ext uri="{FF2B5EF4-FFF2-40B4-BE49-F238E27FC236}">
                    <a16:creationId xmlns:a16="http://schemas.microsoft.com/office/drawing/2014/main" id="{381458B9-6C49-2FA1-F8E1-85C9205E31CD}"/>
                  </a:ext>
                </a:extLst>
              </p:cNvPr>
              <p:cNvSpPr/>
              <p:nvPr/>
            </p:nvSpPr>
            <p:spPr>
              <a:xfrm>
                <a:off x="1298501" y="962272"/>
                <a:ext cx="1371600" cy="137160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7" name="Arrow: Pentagon 126">
                <a:extLst>
                  <a:ext uri="{FF2B5EF4-FFF2-40B4-BE49-F238E27FC236}">
                    <a16:creationId xmlns:a16="http://schemas.microsoft.com/office/drawing/2014/main" id="{71967356-3E44-C94E-5B8A-EC5A97CB1291}"/>
                  </a:ext>
                </a:extLst>
              </p:cNvPr>
              <p:cNvSpPr/>
              <p:nvPr/>
            </p:nvSpPr>
            <p:spPr>
              <a:xfrm rot="5400000">
                <a:off x="1435661" y="1173775"/>
                <a:ext cx="1097280" cy="1097280"/>
              </a:xfrm>
              <a:prstGeom prst="homePlat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30" name="Group 129">
            <a:extLst>
              <a:ext uri="{FF2B5EF4-FFF2-40B4-BE49-F238E27FC236}">
                <a16:creationId xmlns:a16="http://schemas.microsoft.com/office/drawing/2014/main" id="{5F292E58-1623-C95C-98B7-C753B7D5DD09}"/>
              </a:ext>
            </a:extLst>
          </p:cNvPr>
          <p:cNvGrpSpPr/>
          <p:nvPr/>
        </p:nvGrpSpPr>
        <p:grpSpPr>
          <a:xfrm>
            <a:off x="180817" y="5390177"/>
            <a:ext cx="1371600" cy="1371600"/>
            <a:chOff x="243475" y="146351"/>
            <a:chExt cx="1371600" cy="1371600"/>
          </a:xfrm>
        </p:grpSpPr>
        <p:grpSp>
          <p:nvGrpSpPr>
            <p:cNvPr id="131" name="Group 130">
              <a:extLst>
                <a:ext uri="{FF2B5EF4-FFF2-40B4-BE49-F238E27FC236}">
                  <a16:creationId xmlns:a16="http://schemas.microsoft.com/office/drawing/2014/main" id="{A6A14D18-C9E6-58A8-F0EE-B1ECE4CF3D11}"/>
                </a:ext>
              </a:extLst>
            </p:cNvPr>
            <p:cNvGrpSpPr/>
            <p:nvPr/>
          </p:nvGrpSpPr>
          <p:grpSpPr>
            <a:xfrm>
              <a:off x="243475" y="146351"/>
              <a:ext cx="1371600" cy="1371600"/>
              <a:chOff x="1298501" y="962272"/>
              <a:chExt cx="1371600" cy="1371600"/>
            </a:xfrm>
          </p:grpSpPr>
          <p:sp>
            <p:nvSpPr>
              <p:cNvPr id="157" name="Rectangle 156">
                <a:extLst>
                  <a:ext uri="{FF2B5EF4-FFF2-40B4-BE49-F238E27FC236}">
                    <a16:creationId xmlns:a16="http://schemas.microsoft.com/office/drawing/2014/main" id="{1F00A8C5-04C2-C708-5FB1-D2288907E83E}"/>
                  </a:ext>
                </a:extLst>
              </p:cNvPr>
              <p:cNvSpPr/>
              <p:nvPr/>
            </p:nvSpPr>
            <p:spPr>
              <a:xfrm>
                <a:off x="1298501" y="962272"/>
                <a:ext cx="1371600" cy="137160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8" name="Arrow: Pentagon 157">
                <a:extLst>
                  <a:ext uri="{FF2B5EF4-FFF2-40B4-BE49-F238E27FC236}">
                    <a16:creationId xmlns:a16="http://schemas.microsoft.com/office/drawing/2014/main" id="{A466F8C8-ADC3-DB20-A030-A0A8912CA9A0}"/>
                  </a:ext>
                </a:extLst>
              </p:cNvPr>
              <p:cNvSpPr/>
              <p:nvPr/>
            </p:nvSpPr>
            <p:spPr>
              <a:xfrm rot="5400000">
                <a:off x="1435661" y="1173775"/>
                <a:ext cx="1097280" cy="1097280"/>
              </a:xfrm>
              <a:prstGeom prst="homePlat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3" name="Group 132">
              <a:extLst>
                <a:ext uri="{FF2B5EF4-FFF2-40B4-BE49-F238E27FC236}">
                  <a16:creationId xmlns:a16="http://schemas.microsoft.com/office/drawing/2014/main" id="{854231A7-B370-1C74-88F1-0CB8B58AD926}"/>
                </a:ext>
              </a:extLst>
            </p:cNvPr>
            <p:cNvGrpSpPr/>
            <p:nvPr/>
          </p:nvGrpSpPr>
          <p:grpSpPr>
            <a:xfrm>
              <a:off x="422295" y="508928"/>
              <a:ext cx="884120" cy="519527"/>
              <a:chOff x="1858637" y="2247118"/>
              <a:chExt cx="3556602" cy="2089932"/>
            </a:xfrm>
          </p:grpSpPr>
          <p:sp>
            <p:nvSpPr>
              <p:cNvPr id="134" name="Rectangle 133">
                <a:extLst>
                  <a:ext uri="{FF2B5EF4-FFF2-40B4-BE49-F238E27FC236}">
                    <a16:creationId xmlns:a16="http://schemas.microsoft.com/office/drawing/2014/main" id="{B3FABB1E-BC2A-FCB5-4094-ADDDA2A36FCC}"/>
                  </a:ext>
                </a:extLst>
              </p:cNvPr>
              <p:cNvSpPr/>
              <p:nvPr/>
            </p:nvSpPr>
            <p:spPr>
              <a:xfrm>
                <a:off x="3241413" y="2942864"/>
                <a:ext cx="1848262" cy="24886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5" name="Rectangle 134">
                <a:extLst>
                  <a:ext uri="{FF2B5EF4-FFF2-40B4-BE49-F238E27FC236}">
                    <a16:creationId xmlns:a16="http://schemas.microsoft.com/office/drawing/2014/main" id="{212E7F84-5B45-77BC-80EE-58C693B4BA7E}"/>
                  </a:ext>
                </a:extLst>
              </p:cNvPr>
              <p:cNvSpPr/>
              <p:nvPr/>
            </p:nvSpPr>
            <p:spPr>
              <a:xfrm rot="19876836">
                <a:off x="2246449" y="3191249"/>
                <a:ext cx="1097536" cy="24886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6" name="Rectangle 135">
                <a:extLst>
                  <a:ext uri="{FF2B5EF4-FFF2-40B4-BE49-F238E27FC236}">
                    <a16:creationId xmlns:a16="http://schemas.microsoft.com/office/drawing/2014/main" id="{1CF90107-A265-8B84-5456-D5F8D1DCFFE8}"/>
                  </a:ext>
                </a:extLst>
              </p:cNvPr>
              <p:cNvSpPr/>
              <p:nvPr/>
            </p:nvSpPr>
            <p:spPr>
              <a:xfrm rot="3856563">
                <a:off x="4763390" y="3211519"/>
                <a:ext cx="752766" cy="24886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7" name="Rectangle 136">
                <a:extLst>
                  <a:ext uri="{FF2B5EF4-FFF2-40B4-BE49-F238E27FC236}">
                    <a16:creationId xmlns:a16="http://schemas.microsoft.com/office/drawing/2014/main" id="{C711D3E0-24C4-784F-1077-CDFF039E03EA}"/>
                  </a:ext>
                </a:extLst>
              </p:cNvPr>
              <p:cNvSpPr/>
              <p:nvPr/>
            </p:nvSpPr>
            <p:spPr>
              <a:xfrm>
                <a:off x="2254160" y="3467849"/>
                <a:ext cx="3161079" cy="52238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8" name="Oval 137">
                <a:extLst>
                  <a:ext uri="{FF2B5EF4-FFF2-40B4-BE49-F238E27FC236}">
                    <a16:creationId xmlns:a16="http://schemas.microsoft.com/office/drawing/2014/main" id="{DAC33096-BCD2-0051-558F-97E451268A20}"/>
                  </a:ext>
                </a:extLst>
              </p:cNvPr>
              <p:cNvSpPr/>
              <p:nvPr/>
            </p:nvSpPr>
            <p:spPr>
              <a:xfrm>
                <a:off x="2518799" y="3643429"/>
                <a:ext cx="693622" cy="693621"/>
              </a:xfrm>
              <a:prstGeom prst="ellipse">
                <a:avLst/>
              </a:prstGeom>
              <a:ln w="762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9" name="Oval 138">
                <a:extLst>
                  <a:ext uri="{FF2B5EF4-FFF2-40B4-BE49-F238E27FC236}">
                    <a16:creationId xmlns:a16="http://schemas.microsoft.com/office/drawing/2014/main" id="{D5769792-68E4-358B-4DA7-FA374971FD17}"/>
                  </a:ext>
                </a:extLst>
              </p:cNvPr>
              <p:cNvSpPr/>
              <p:nvPr/>
            </p:nvSpPr>
            <p:spPr>
              <a:xfrm>
                <a:off x="3775260" y="3643429"/>
                <a:ext cx="693622" cy="693621"/>
              </a:xfrm>
              <a:prstGeom prst="ellipse">
                <a:avLst/>
              </a:prstGeom>
              <a:ln w="762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0" name="Oval 139">
                <a:extLst>
                  <a:ext uri="{FF2B5EF4-FFF2-40B4-BE49-F238E27FC236}">
                    <a16:creationId xmlns:a16="http://schemas.microsoft.com/office/drawing/2014/main" id="{8B976AF7-CC7D-4FC1-B04B-C15A767B4640}"/>
                  </a:ext>
                </a:extLst>
              </p:cNvPr>
              <p:cNvSpPr/>
              <p:nvPr/>
            </p:nvSpPr>
            <p:spPr>
              <a:xfrm>
                <a:off x="4612351" y="3643429"/>
                <a:ext cx="693622" cy="693621"/>
              </a:xfrm>
              <a:prstGeom prst="ellipse">
                <a:avLst/>
              </a:prstGeom>
              <a:ln w="762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1" name="Rectangle: Single Corner Snipped 140">
                <a:extLst>
                  <a:ext uri="{FF2B5EF4-FFF2-40B4-BE49-F238E27FC236}">
                    <a16:creationId xmlns:a16="http://schemas.microsoft.com/office/drawing/2014/main" id="{84F81E0B-D1BB-4DFF-F949-AEEFF30666E6}"/>
                  </a:ext>
                </a:extLst>
              </p:cNvPr>
              <p:cNvSpPr/>
              <p:nvPr/>
            </p:nvSpPr>
            <p:spPr>
              <a:xfrm flipH="1" flipV="1">
                <a:off x="3799869" y="2247118"/>
                <a:ext cx="903248" cy="688340"/>
              </a:xfrm>
              <a:prstGeom prst="snip1Rect">
                <a:avLst>
                  <a:gd name="adj" fmla="val 50000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42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C331E98E-7679-779E-1852-0665ED0659F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0405411">
                <a:off x="1858637" y="2508599"/>
                <a:ext cx="1848262" cy="41670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159" name="Group 158">
            <a:extLst>
              <a:ext uri="{FF2B5EF4-FFF2-40B4-BE49-F238E27FC236}">
                <a16:creationId xmlns:a16="http://schemas.microsoft.com/office/drawing/2014/main" id="{AF1C2160-2340-6ECD-5D9B-9E6DED3A13D7}"/>
              </a:ext>
            </a:extLst>
          </p:cNvPr>
          <p:cNvGrpSpPr/>
          <p:nvPr/>
        </p:nvGrpSpPr>
        <p:grpSpPr>
          <a:xfrm>
            <a:off x="1753154" y="5441259"/>
            <a:ext cx="1371600" cy="1371600"/>
            <a:chOff x="827965" y="2006552"/>
            <a:chExt cx="1371600" cy="1371600"/>
          </a:xfrm>
        </p:grpSpPr>
        <p:grpSp>
          <p:nvGrpSpPr>
            <p:cNvPr id="176" name="Group 175">
              <a:extLst>
                <a:ext uri="{FF2B5EF4-FFF2-40B4-BE49-F238E27FC236}">
                  <a16:creationId xmlns:a16="http://schemas.microsoft.com/office/drawing/2014/main" id="{020FB8FA-A247-891C-CB92-DD8242BBB914}"/>
                </a:ext>
              </a:extLst>
            </p:cNvPr>
            <p:cNvGrpSpPr/>
            <p:nvPr/>
          </p:nvGrpSpPr>
          <p:grpSpPr>
            <a:xfrm>
              <a:off x="827965" y="2006552"/>
              <a:ext cx="1371600" cy="1371600"/>
              <a:chOff x="1298501" y="962272"/>
              <a:chExt cx="1371600" cy="1371600"/>
            </a:xfrm>
          </p:grpSpPr>
          <p:sp>
            <p:nvSpPr>
              <p:cNvPr id="188" name="Rectangle 187">
                <a:extLst>
                  <a:ext uri="{FF2B5EF4-FFF2-40B4-BE49-F238E27FC236}">
                    <a16:creationId xmlns:a16="http://schemas.microsoft.com/office/drawing/2014/main" id="{BD2A6F8B-BE8B-9D23-074A-7FEA724D4B44}"/>
                  </a:ext>
                </a:extLst>
              </p:cNvPr>
              <p:cNvSpPr/>
              <p:nvPr/>
            </p:nvSpPr>
            <p:spPr>
              <a:xfrm>
                <a:off x="1298501" y="962272"/>
                <a:ext cx="1371600" cy="137160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9" name="Arrow: Pentagon 188">
                <a:extLst>
                  <a:ext uri="{FF2B5EF4-FFF2-40B4-BE49-F238E27FC236}">
                    <a16:creationId xmlns:a16="http://schemas.microsoft.com/office/drawing/2014/main" id="{D25FAAE0-1B80-C10C-D9BF-D9F6DA66AEB7}"/>
                  </a:ext>
                </a:extLst>
              </p:cNvPr>
              <p:cNvSpPr/>
              <p:nvPr/>
            </p:nvSpPr>
            <p:spPr>
              <a:xfrm rot="5400000">
                <a:off x="1435661" y="1173775"/>
                <a:ext cx="1097280" cy="1097280"/>
              </a:xfrm>
              <a:prstGeom prst="homePlat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77" name="Group 176">
              <a:extLst>
                <a:ext uri="{FF2B5EF4-FFF2-40B4-BE49-F238E27FC236}">
                  <a16:creationId xmlns:a16="http://schemas.microsoft.com/office/drawing/2014/main" id="{841B93C7-9B9B-3BA7-447C-BBBD359D9496}"/>
                </a:ext>
              </a:extLst>
            </p:cNvPr>
            <p:cNvGrpSpPr/>
            <p:nvPr/>
          </p:nvGrpSpPr>
          <p:grpSpPr>
            <a:xfrm>
              <a:off x="1007024" y="2298700"/>
              <a:ext cx="941781" cy="527050"/>
              <a:chOff x="3151975" y="2276550"/>
              <a:chExt cx="3511685" cy="1965250"/>
            </a:xfrm>
          </p:grpSpPr>
          <p:sp>
            <p:nvSpPr>
              <p:cNvPr id="178" name="Oval 177">
                <a:extLst>
                  <a:ext uri="{FF2B5EF4-FFF2-40B4-BE49-F238E27FC236}">
                    <a16:creationId xmlns:a16="http://schemas.microsoft.com/office/drawing/2014/main" id="{B0051498-7DD7-09B8-2A47-250A89EF7290}"/>
                  </a:ext>
                </a:extLst>
              </p:cNvPr>
              <p:cNvSpPr/>
              <p:nvPr/>
            </p:nvSpPr>
            <p:spPr>
              <a:xfrm>
                <a:off x="4900694" y="2644379"/>
                <a:ext cx="416527" cy="245033"/>
              </a:xfrm>
              <a:prstGeom prst="ellipse">
                <a:avLst/>
              </a:prstGeom>
              <a:ln w="190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9" name="Oval 178">
                <a:extLst>
                  <a:ext uri="{FF2B5EF4-FFF2-40B4-BE49-F238E27FC236}">
                    <a16:creationId xmlns:a16="http://schemas.microsoft.com/office/drawing/2014/main" id="{770A30A8-34EB-B684-74C1-F3EED3611450}"/>
                  </a:ext>
                </a:extLst>
              </p:cNvPr>
              <p:cNvSpPr/>
              <p:nvPr/>
            </p:nvSpPr>
            <p:spPr>
              <a:xfrm>
                <a:off x="4900695" y="2318626"/>
                <a:ext cx="416527" cy="245033"/>
              </a:xfrm>
              <a:prstGeom prst="ellipse">
                <a:avLst/>
              </a:prstGeom>
              <a:ln w="190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0" name="Rectangle 179">
                <a:extLst>
                  <a:ext uri="{FF2B5EF4-FFF2-40B4-BE49-F238E27FC236}">
                    <a16:creationId xmlns:a16="http://schemas.microsoft.com/office/drawing/2014/main" id="{B73787A2-F72B-6B6A-A1D1-05B14CBCF617}"/>
                  </a:ext>
                </a:extLst>
              </p:cNvPr>
              <p:cNvSpPr/>
              <p:nvPr/>
            </p:nvSpPr>
            <p:spPr>
              <a:xfrm>
                <a:off x="4680918" y="3141347"/>
                <a:ext cx="1293843" cy="264953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1" name="Rectangle 180">
                <a:extLst>
                  <a:ext uri="{FF2B5EF4-FFF2-40B4-BE49-F238E27FC236}">
                    <a16:creationId xmlns:a16="http://schemas.microsoft.com/office/drawing/2014/main" id="{760B4293-23BD-765F-BB58-8BD254DB499E}"/>
                  </a:ext>
                </a:extLst>
              </p:cNvPr>
              <p:cNvSpPr/>
              <p:nvPr/>
            </p:nvSpPr>
            <p:spPr>
              <a:xfrm rot="18924703">
                <a:off x="3786366" y="3518395"/>
                <a:ext cx="1168464" cy="264953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2" name="Rectangle 181">
                <a:extLst>
                  <a:ext uri="{FF2B5EF4-FFF2-40B4-BE49-F238E27FC236}">
                    <a16:creationId xmlns:a16="http://schemas.microsoft.com/office/drawing/2014/main" id="{BB894740-B994-95DC-C286-54FCCFAD009A}"/>
                  </a:ext>
                </a:extLst>
              </p:cNvPr>
              <p:cNvSpPr/>
              <p:nvPr/>
            </p:nvSpPr>
            <p:spPr>
              <a:xfrm rot="5400000">
                <a:off x="4997481" y="2316923"/>
                <a:ext cx="855031" cy="77428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3" name="Rectangle 182">
                <a:extLst>
                  <a:ext uri="{FF2B5EF4-FFF2-40B4-BE49-F238E27FC236}">
                    <a16:creationId xmlns:a16="http://schemas.microsoft.com/office/drawing/2014/main" id="{38CEE4F4-EC35-FAF8-C7C7-24ACCBCAFE2E}"/>
                  </a:ext>
                </a:extLst>
              </p:cNvPr>
              <p:cNvSpPr/>
              <p:nvPr/>
            </p:nvSpPr>
            <p:spPr>
              <a:xfrm rot="13813249">
                <a:off x="5671555" y="3510875"/>
                <a:ext cx="1085838" cy="264952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4" name="Rectangle 183">
                <a:extLst>
                  <a:ext uri="{FF2B5EF4-FFF2-40B4-BE49-F238E27FC236}">
                    <a16:creationId xmlns:a16="http://schemas.microsoft.com/office/drawing/2014/main" id="{92E3FDD2-0BBA-19AF-1A3F-6269B63D266B}"/>
                  </a:ext>
                </a:extLst>
              </p:cNvPr>
              <p:cNvSpPr/>
              <p:nvPr/>
            </p:nvSpPr>
            <p:spPr>
              <a:xfrm>
                <a:off x="3853893" y="3976847"/>
                <a:ext cx="2809767" cy="264953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5" name="Rectangle 184">
                <a:extLst>
                  <a:ext uri="{FF2B5EF4-FFF2-40B4-BE49-F238E27FC236}">
                    <a16:creationId xmlns:a16="http://schemas.microsoft.com/office/drawing/2014/main" id="{0B276AD9-E91C-73DA-D472-1B496D58C5DC}"/>
                  </a:ext>
                </a:extLst>
              </p:cNvPr>
              <p:cNvSpPr/>
              <p:nvPr/>
            </p:nvSpPr>
            <p:spPr>
              <a:xfrm>
                <a:off x="4231210" y="3678253"/>
                <a:ext cx="2151835" cy="427677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86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43A20FB9-4800-281F-823C-C502717F153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0405411">
                <a:off x="3151975" y="2371698"/>
                <a:ext cx="1711232" cy="38581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87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E0059DD8-232B-6BF1-F773-4DA2EA2840E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0405411">
                <a:off x="3172999" y="2759003"/>
                <a:ext cx="1711232" cy="38581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190" name="Group 189">
            <a:extLst>
              <a:ext uri="{FF2B5EF4-FFF2-40B4-BE49-F238E27FC236}">
                <a16:creationId xmlns:a16="http://schemas.microsoft.com/office/drawing/2014/main" id="{B4E527ED-C855-F16F-83EE-9791A4ACE499}"/>
              </a:ext>
            </a:extLst>
          </p:cNvPr>
          <p:cNvGrpSpPr/>
          <p:nvPr/>
        </p:nvGrpSpPr>
        <p:grpSpPr>
          <a:xfrm>
            <a:off x="6845317" y="5459212"/>
            <a:ext cx="1371600" cy="1371600"/>
            <a:chOff x="3505447" y="2057400"/>
            <a:chExt cx="1371600" cy="1371600"/>
          </a:xfrm>
        </p:grpSpPr>
        <p:grpSp>
          <p:nvGrpSpPr>
            <p:cNvPr id="191" name="Group 190">
              <a:extLst>
                <a:ext uri="{FF2B5EF4-FFF2-40B4-BE49-F238E27FC236}">
                  <a16:creationId xmlns:a16="http://schemas.microsoft.com/office/drawing/2014/main" id="{CC879EFF-D6AD-B749-C607-4FCD95305842}"/>
                </a:ext>
              </a:extLst>
            </p:cNvPr>
            <p:cNvGrpSpPr/>
            <p:nvPr/>
          </p:nvGrpSpPr>
          <p:grpSpPr>
            <a:xfrm>
              <a:off x="3505447" y="2057400"/>
              <a:ext cx="1371600" cy="1371600"/>
              <a:chOff x="1298501" y="962272"/>
              <a:chExt cx="1371600" cy="1371600"/>
            </a:xfrm>
          </p:grpSpPr>
          <p:sp>
            <p:nvSpPr>
              <p:cNvPr id="201" name="Rectangle 200">
                <a:extLst>
                  <a:ext uri="{FF2B5EF4-FFF2-40B4-BE49-F238E27FC236}">
                    <a16:creationId xmlns:a16="http://schemas.microsoft.com/office/drawing/2014/main" id="{2883E491-1EA4-642D-87C0-003037C65BAF}"/>
                  </a:ext>
                </a:extLst>
              </p:cNvPr>
              <p:cNvSpPr/>
              <p:nvPr/>
            </p:nvSpPr>
            <p:spPr>
              <a:xfrm>
                <a:off x="1298501" y="962272"/>
                <a:ext cx="1371600" cy="137160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2" name="Arrow: Pentagon 201">
                <a:extLst>
                  <a:ext uri="{FF2B5EF4-FFF2-40B4-BE49-F238E27FC236}">
                    <a16:creationId xmlns:a16="http://schemas.microsoft.com/office/drawing/2014/main" id="{0D753BBE-FAC4-D15E-EA3E-805D3B206945}"/>
                  </a:ext>
                </a:extLst>
              </p:cNvPr>
              <p:cNvSpPr/>
              <p:nvPr/>
            </p:nvSpPr>
            <p:spPr>
              <a:xfrm rot="5400000">
                <a:off x="1435661" y="1173775"/>
                <a:ext cx="1097280" cy="1097280"/>
              </a:xfrm>
              <a:prstGeom prst="homePlat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92" name="Group 191">
              <a:extLst>
                <a:ext uri="{FF2B5EF4-FFF2-40B4-BE49-F238E27FC236}">
                  <a16:creationId xmlns:a16="http://schemas.microsoft.com/office/drawing/2014/main" id="{CA7CE95B-A6EB-1766-1106-B6411BA9081E}"/>
                </a:ext>
              </a:extLst>
            </p:cNvPr>
            <p:cNvGrpSpPr/>
            <p:nvPr/>
          </p:nvGrpSpPr>
          <p:grpSpPr>
            <a:xfrm>
              <a:off x="3833985" y="2339828"/>
              <a:ext cx="714523" cy="781908"/>
              <a:chOff x="6264127" y="1307188"/>
              <a:chExt cx="1391653" cy="1522897"/>
            </a:xfrm>
          </p:grpSpPr>
          <p:sp>
            <p:nvSpPr>
              <p:cNvPr id="193" name="Rectangle 192">
                <a:extLst>
                  <a:ext uri="{FF2B5EF4-FFF2-40B4-BE49-F238E27FC236}">
                    <a16:creationId xmlns:a16="http://schemas.microsoft.com/office/drawing/2014/main" id="{00CAD98A-0E5C-7F1F-D0C2-3987E99569ED}"/>
                  </a:ext>
                </a:extLst>
              </p:cNvPr>
              <p:cNvSpPr/>
              <p:nvPr/>
            </p:nvSpPr>
            <p:spPr>
              <a:xfrm>
                <a:off x="6521307" y="1710168"/>
                <a:ext cx="369217" cy="471814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4" name="Rectangle 193">
                <a:extLst>
                  <a:ext uri="{FF2B5EF4-FFF2-40B4-BE49-F238E27FC236}">
                    <a16:creationId xmlns:a16="http://schemas.microsoft.com/office/drawing/2014/main" id="{36C9DA6E-7F46-CA0D-A63C-C21F32EEF218}"/>
                  </a:ext>
                </a:extLst>
              </p:cNvPr>
              <p:cNvSpPr/>
              <p:nvPr/>
            </p:nvSpPr>
            <p:spPr>
              <a:xfrm flipH="1">
                <a:off x="7011908" y="1710134"/>
                <a:ext cx="369217" cy="471814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5" name="Isosceles Triangle 194">
                <a:extLst>
                  <a:ext uri="{FF2B5EF4-FFF2-40B4-BE49-F238E27FC236}">
                    <a16:creationId xmlns:a16="http://schemas.microsoft.com/office/drawing/2014/main" id="{5A36E031-5098-AB55-3F38-24563219B5FE}"/>
                  </a:ext>
                </a:extLst>
              </p:cNvPr>
              <p:cNvSpPr/>
              <p:nvPr/>
            </p:nvSpPr>
            <p:spPr>
              <a:xfrm rot="10800000">
                <a:off x="6775345" y="2266431"/>
                <a:ext cx="369217" cy="563654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6" name="Isosceles Triangle 195">
                <a:extLst>
                  <a:ext uri="{FF2B5EF4-FFF2-40B4-BE49-F238E27FC236}">
                    <a16:creationId xmlns:a16="http://schemas.microsoft.com/office/drawing/2014/main" id="{1F98A65B-59C7-2D4F-0889-014237F86382}"/>
                  </a:ext>
                </a:extLst>
              </p:cNvPr>
              <p:cNvSpPr/>
              <p:nvPr/>
            </p:nvSpPr>
            <p:spPr>
              <a:xfrm rot="10800000" flipV="1">
                <a:off x="6775345" y="1312217"/>
                <a:ext cx="369217" cy="36594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7" name="Rectangle 196">
                <a:extLst>
                  <a:ext uri="{FF2B5EF4-FFF2-40B4-BE49-F238E27FC236}">
                    <a16:creationId xmlns:a16="http://schemas.microsoft.com/office/drawing/2014/main" id="{E771373C-063A-B02C-748E-FE49A4014B20}"/>
                  </a:ext>
                </a:extLst>
              </p:cNvPr>
              <p:cNvSpPr/>
              <p:nvPr/>
            </p:nvSpPr>
            <p:spPr>
              <a:xfrm>
                <a:off x="6658821" y="1315488"/>
                <a:ext cx="94188" cy="39464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8" name="Rectangle 197">
                <a:extLst>
                  <a:ext uri="{FF2B5EF4-FFF2-40B4-BE49-F238E27FC236}">
                    <a16:creationId xmlns:a16="http://schemas.microsoft.com/office/drawing/2014/main" id="{EB82AEFC-8F58-D7B1-6BB5-74B6EBD82FAA}"/>
                  </a:ext>
                </a:extLst>
              </p:cNvPr>
              <p:cNvSpPr/>
              <p:nvPr/>
            </p:nvSpPr>
            <p:spPr>
              <a:xfrm>
                <a:off x="7163130" y="1307188"/>
                <a:ext cx="94188" cy="39464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9" name="Moon 198">
                <a:extLst>
                  <a:ext uri="{FF2B5EF4-FFF2-40B4-BE49-F238E27FC236}">
                    <a16:creationId xmlns:a16="http://schemas.microsoft.com/office/drawing/2014/main" id="{E71F3053-EB02-8211-2C85-DDA6F16D766D}"/>
                  </a:ext>
                </a:extLst>
              </p:cNvPr>
              <p:cNvSpPr/>
              <p:nvPr/>
            </p:nvSpPr>
            <p:spPr>
              <a:xfrm rot="20131114">
                <a:off x="6264127" y="1862570"/>
                <a:ext cx="419100" cy="902348"/>
              </a:xfrm>
              <a:prstGeom prst="moon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0" name="Moon 199">
                <a:extLst>
                  <a:ext uri="{FF2B5EF4-FFF2-40B4-BE49-F238E27FC236}">
                    <a16:creationId xmlns:a16="http://schemas.microsoft.com/office/drawing/2014/main" id="{56141787-B4A6-D4DB-07EC-CDB94D26AFFA}"/>
                  </a:ext>
                </a:extLst>
              </p:cNvPr>
              <p:cNvSpPr/>
              <p:nvPr/>
            </p:nvSpPr>
            <p:spPr>
              <a:xfrm rot="1468886" flipH="1">
                <a:off x="7236680" y="1853886"/>
                <a:ext cx="419100" cy="902348"/>
              </a:xfrm>
              <a:prstGeom prst="moon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03" name="Group 202">
            <a:extLst>
              <a:ext uri="{FF2B5EF4-FFF2-40B4-BE49-F238E27FC236}">
                <a16:creationId xmlns:a16="http://schemas.microsoft.com/office/drawing/2014/main" id="{C7EB9757-33F3-9FF5-CA93-B849058C6A92}"/>
              </a:ext>
            </a:extLst>
          </p:cNvPr>
          <p:cNvGrpSpPr/>
          <p:nvPr/>
        </p:nvGrpSpPr>
        <p:grpSpPr>
          <a:xfrm>
            <a:off x="8349845" y="5459212"/>
            <a:ext cx="1371600" cy="1371600"/>
            <a:chOff x="5009975" y="2057400"/>
            <a:chExt cx="1371600" cy="1371600"/>
          </a:xfrm>
        </p:grpSpPr>
        <p:grpSp>
          <p:nvGrpSpPr>
            <p:cNvPr id="204" name="Group 203">
              <a:extLst>
                <a:ext uri="{FF2B5EF4-FFF2-40B4-BE49-F238E27FC236}">
                  <a16:creationId xmlns:a16="http://schemas.microsoft.com/office/drawing/2014/main" id="{1BB9C3D4-E6FA-2446-B18E-5E02F49C6653}"/>
                </a:ext>
              </a:extLst>
            </p:cNvPr>
            <p:cNvGrpSpPr/>
            <p:nvPr/>
          </p:nvGrpSpPr>
          <p:grpSpPr>
            <a:xfrm>
              <a:off x="5009975" y="2057400"/>
              <a:ext cx="1371600" cy="1371600"/>
              <a:chOff x="1298501" y="962272"/>
              <a:chExt cx="1371600" cy="1371600"/>
            </a:xfrm>
          </p:grpSpPr>
          <p:sp>
            <p:nvSpPr>
              <p:cNvPr id="212" name="Rectangle 211">
                <a:extLst>
                  <a:ext uri="{FF2B5EF4-FFF2-40B4-BE49-F238E27FC236}">
                    <a16:creationId xmlns:a16="http://schemas.microsoft.com/office/drawing/2014/main" id="{403F25F4-B361-49D4-7219-372DFF5090E7}"/>
                  </a:ext>
                </a:extLst>
              </p:cNvPr>
              <p:cNvSpPr/>
              <p:nvPr/>
            </p:nvSpPr>
            <p:spPr>
              <a:xfrm>
                <a:off x="1298501" y="962272"/>
                <a:ext cx="1371600" cy="137160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3" name="Arrow: Pentagon 212">
                <a:extLst>
                  <a:ext uri="{FF2B5EF4-FFF2-40B4-BE49-F238E27FC236}">
                    <a16:creationId xmlns:a16="http://schemas.microsoft.com/office/drawing/2014/main" id="{4393A72D-008E-104C-2391-A8E81491B5CE}"/>
                  </a:ext>
                </a:extLst>
              </p:cNvPr>
              <p:cNvSpPr/>
              <p:nvPr/>
            </p:nvSpPr>
            <p:spPr>
              <a:xfrm rot="5400000">
                <a:off x="1435661" y="1173775"/>
                <a:ext cx="1097280" cy="1097280"/>
              </a:xfrm>
              <a:prstGeom prst="homePlat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05" name="Group 204">
              <a:extLst>
                <a:ext uri="{FF2B5EF4-FFF2-40B4-BE49-F238E27FC236}">
                  <a16:creationId xmlns:a16="http://schemas.microsoft.com/office/drawing/2014/main" id="{8EBBE19C-B08E-1324-69CE-2F06CA721042}"/>
                </a:ext>
              </a:extLst>
            </p:cNvPr>
            <p:cNvGrpSpPr/>
            <p:nvPr/>
          </p:nvGrpSpPr>
          <p:grpSpPr>
            <a:xfrm rot="2403354">
              <a:off x="5520349" y="2333220"/>
              <a:ext cx="478022" cy="763020"/>
              <a:chOff x="7639767" y="607131"/>
              <a:chExt cx="1348536" cy="2152538"/>
            </a:xfrm>
          </p:grpSpPr>
          <p:sp>
            <p:nvSpPr>
              <p:cNvPr id="206" name="Oval 205">
                <a:extLst>
                  <a:ext uri="{FF2B5EF4-FFF2-40B4-BE49-F238E27FC236}">
                    <a16:creationId xmlns:a16="http://schemas.microsoft.com/office/drawing/2014/main" id="{323B5CF8-EECA-3149-2043-8EDC418A2B4E}"/>
                  </a:ext>
                </a:extLst>
              </p:cNvPr>
              <p:cNvSpPr/>
              <p:nvPr/>
            </p:nvSpPr>
            <p:spPr>
              <a:xfrm>
                <a:off x="8043666" y="607131"/>
                <a:ext cx="535184" cy="755481"/>
              </a:xfrm>
              <a:prstGeom prst="ellipse">
                <a:avLst/>
              </a:prstGeom>
              <a:ln w="190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7" name="Rectangle 206">
                <a:extLst>
                  <a:ext uri="{FF2B5EF4-FFF2-40B4-BE49-F238E27FC236}">
                    <a16:creationId xmlns:a16="http://schemas.microsoft.com/office/drawing/2014/main" id="{A04ECD2A-FD47-9737-3C24-7D72D1BBFF32}"/>
                  </a:ext>
                </a:extLst>
              </p:cNvPr>
              <p:cNvSpPr/>
              <p:nvPr/>
            </p:nvSpPr>
            <p:spPr>
              <a:xfrm>
                <a:off x="8043666" y="939800"/>
                <a:ext cx="535184" cy="181911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8" name="Right Triangle 207">
                <a:extLst>
                  <a:ext uri="{FF2B5EF4-FFF2-40B4-BE49-F238E27FC236}">
                    <a16:creationId xmlns:a16="http://schemas.microsoft.com/office/drawing/2014/main" id="{01B959A6-4776-F890-9E2E-418D558ED4CF}"/>
                  </a:ext>
                </a:extLst>
              </p:cNvPr>
              <p:cNvSpPr/>
              <p:nvPr/>
            </p:nvSpPr>
            <p:spPr>
              <a:xfrm>
                <a:off x="8638501" y="1309133"/>
                <a:ext cx="247895" cy="419100"/>
              </a:xfrm>
              <a:prstGeom prst="rt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9" name="Right Triangle 208">
                <a:extLst>
                  <a:ext uri="{FF2B5EF4-FFF2-40B4-BE49-F238E27FC236}">
                    <a16:creationId xmlns:a16="http://schemas.microsoft.com/office/drawing/2014/main" id="{BC919DB5-44F7-5148-B21C-F9764F51AED5}"/>
                  </a:ext>
                </a:extLst>
              </p:cNvPr>
              <p:cNvSpPr/>
              <p:nvPr/>
            </p:nvSpPr>
            <p:spPr>
              <a:xfrm>
                <a:off x="8638501" y="2202347"/>
                <a:ext cx="349802" cy="557322"/>
              </a:xfrm>
              <a:prstGeom prst="rt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0" name="Right Triangle 209">
                <a:extLst>
                  <a:ext uri="{FF2B5EF4-FFF2-40B4-BE49-F238E27FC236}">
                    <a16:creationId xmlns:a16="http://schemas.microsoft.com/office/drawing/2014/main" id="{E4B56F33-AC59-B4AB-0C8D-696AFD82762F}"/>
                  </a:ext>
                </a:extLst>
              </p:cNvPr>
              <p:cNvSpPr/>
              <p:nvPr/>
            </p:nvSpPr>
            <p:spPr>
              <a:xfrm flipH="1">
                <a:off x="7747717" y="1287886"/>
                <a:ext cx="247895" cy="419100"/>
              </a:xfrm>
              <a:prstGeom prst="rt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1" name="Right Triangle 210">
                <a:extLst>
                  <a:ext uri="{FF2B5EF4-FFF2-40B4-BE49-F238E27FC236}">
                    <a16:creationId xmlns:a16="http://schemas.microsoft.com/office/drawing/2014/main" id="{F240BE8C-47CF-F48A-622F-E78795C08A3B}"/>
                  </a:ext>
                </a:extLst>
              </p:cNvPr>
              <p:cNvSpPr/>
              <p:nvPr/>
            </p:nvSpPr>
            <p:spPr>
              <a:xfrm flipH="1">
                <a:off x="7639767" y="2181100"/>
                <a:ext cx="349802" cy="557322"/>
              </a:xfrm>
              <a:prstGeom prst="rt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0229074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Two Scythes Crossed Stock Vector (Royalty Free) 440071630 | Shutterstock">
            <a:extLst>
              <a:ext uri="{FF2B5EF4-FFF2-40B4-BE49-F238E27FC236}">
                <a16:creationId xmlns:a16="http://schemas.microsoft.com/office/drawing/2014/main" id="{5EEB49C1-DB24-82B0-4A24-0F9B78C551C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675"/>
          <a:stretch/>
        </p:blipFill>
        <p:spPr bwMode="auto">
          <a:xfrm>
            <a:off x="3438352" y="994846"/>
            <a:ext cx="808502" cy="6344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4" name="Picture 143">
            <a:extLst>
              <a:ext uri="{FF2B5EF4-FFF2-40B4-BE49-F238E27FC236}">
                <a16:creationId xmlns:a16="http://schemas.microsoft.com/office/drawing/2014/main" id="{C7E93A14-ECA2-44CE-2A0A-26C4B37814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0605" y="923977"/>
            <a:ext cx="277209" cy="41581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25AF539-8DF3-E9AA-FEBD-859DF58420A3}"/>
              </a:ext>
            </a:extLst>
          </p:cNvPr>
          <p:cNvSpPr txBox="1"/>
          <p:nvPr/>
        </p:nvSpPr>
        <p:spPr>
          <a:xfrm>
            <a:off x="188462" y="114301"/>
            <a:ext cx="11245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Paragarde</a:t>
            </a:r>
            <a:endParaRPr lang="en-US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2A54E977-C7EE-8B6D-6CC5-7690DE97EC3B}"/>
              </a:ext>
            </a:extLst>
          </p:cNvPr>
          <p:cNvGrpSpPr/>
          <p:nvPr/>
        </p:nvGrpSpPr>
        <p:grpSpPr>
          <a:xfrm>
            <a:off x="7019056" y="4251971"/>
            <a:ext cx="741738" cy="928816"/>
            <a:chOff x="2736559" y="1271400"/>
            <a:chExt cx="1887829" cy="2363975"/>
          </a:xfrm>
        </p:grpSpPr>
        <p:sp>
          <p:nvSpPr>
            <p:cNvPr id="16" name="Trapezoid 15">
              <a:extLst>
                <a:ext uri="{FF2B5EF4-FFF2-40B4-BE49-F238E27FC236}">
                  <a16:creationId xmlns:a16="http://schemas.microsoft.com/office/drawing/2014/main" id="{6EB25D7E-166F-1F3C-CD94-A7C9F6B7CF23}"/>
                </a:ext>
              </a:extLst>
            </p:cNvPr>
            <p:cNvSpPr/>
            <p:nvPr/>
          </p:nvSpPr>
          <p:spPr>
            <a:xfrm rot="16200000">
              <a:off x="2303172" y="2703909"/>
              <a:ext cx="1174749" cy="307975"/>
            </a:xfrm>
            <a:prstGeom prst="trapezoid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Trapezoid 16">
              <a:extLst>
                <a:ext uri="{FF2B5EF4-FFF2-40B4-BE49-F238E27FC236}">
                  <a16:creationId xmlns:a16="http://schemas.microsoft.com/office/drawing/2014/main" id="{E1B8F03A-B916-1757-5A7A-EC26152733DD}"/>
                </a:ext>
              </a:extLst>
            </p:cNvPr>
            <p:cNvSpPr/>
            <p:nvPr/>
          </p:nvSpPr>
          <p:spPr>
            <a:xfrm rot="5400000">
              <a:off x="3405188" y="2703909"/>
              <a:ext cx="1174750" cy="307975"/>
            </a:xfrm>
            <a:prstGeom prst="trapezoid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F5F206B3-5D6A-1529-3AD0-972D93EEAA42}"/>
                </a:ext>
              </a:extLst>
            </p:cNvPr>
            <p:cNvSpPr/>
            <p:nvPr/>
          </p:nvSpPr>
          <p:spPr>
            <a:xfrm>
              <a:off x="3133725" y="1952625"/>
              <a:ext cx="631825" cy="16827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Trapezoid 18">
              <a:extLst>
                <a:ext uri="{FF2B5EF4-FFF2-40B4-BE49-F238E27FC236}">
                  <a16:creationId xmlns:a16="http://schemas.microsoft.com/office/drawing/2014/main" id="{08F76E5A-78F9-2E19-44D4-C9793EA555AF}"/>
                </a:ext>
              </a:extLst>
            </p:cNvPr>
            <p:cNvSpPr/>
            <p:nvPr/>
          </p:nvSpPr>
          <p:spPr>
            <a:xfrm>
              <a:off x="3214688" y="1537760"/>
              <a:ext cx="469900" cy="317897"/>
            </a:xfrm>
            <a:prstGeom prst="trapezoid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6828C396-A816-763A-1ADF-83AB481D720D}"/>
                </a:ext>
              </a:extLst>
            </p:cNvPr>
            <p:cNvGrpSpPr/>
            <p:nvPr/>
          </p:nvGrpSpPr>
          <p:grpSpPr>
            <a:xfrm>
              <a:off x="3992563" y="1271400"/>
              <a:ext cx="631825" cy="833912"/>
              <a:chOff x="5200606" y="948929"/>
              <a:chExt cx="895394" cy="1181783"/>
            </a:xfrm>
          </p:grpSpPr>
          <p:sp>
            <p:nvSpPr>
              <p:cNvPr id="21" name="Isosceles Triangle 20">
                <a:extLst>
                  <a:ext uri="{FF2B5EF4-FFF2-40B4-BE49-F238E27FC236}">
                    <a16:creationId xmlns:a16="http://schemas.microsoft.com/office/drawing/2014/main" id="{BA40175C-13C0-AA9E-4D8B-4E15E9311475}"/>
                  </a:ext>
                </a:extLst>
              </p:cNvPr>
              <p:cNvSpPr/>
              <p:nvPr/>
            </p:nvSpPr>
            <p:spPr>
              <a:xfrm>
                <a:off x="5448300" y="948929"/>
                <a:ext cx="406400" cy="5588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Isosceles Triangle 21">
                <a:extLst>
                  <a:ext uri="{FF2B5EF4-FFF2-40B4-BE49-F238E27FC236}">
                    <a16:creationId xmlns:a16="http://schemas.microsoft.com/office/drawing/2014/main" id="{1891406D-FD18-EFEF-8F9C-FB574222ACB0}"/>
                  </a:ext>
                </a:extLst>
              </p:cNvPr>
              <p:cNvSpPr/>
              <p:nvPr/>
            </p:nvSpPr>
            <p:spPr>
              <a:xfrm>
                <a:off x="5200606" y="1571912"/>
                <a:ext cx="406400" cy="5588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Isosceles Triangle 22">
                <a:extLst>
                  <a:ext uri="{FF2B5EF4-FFF2-40B4-BE49-F238E27FC236}">
                    <a16:creationId xmlns:a16="http://schemas.microsoft.com/office/drawing/2014/main" id="{95056BC6-8302-B0A8-889C-E3A5487849B4}"/>
                  </a:ext>
                </a:extLst>
              </p:cNvPr>
              <p:cNvSpPr/>
              <p:nvPr/>
            </p:nvSpPr>
            <p:spPr>
              <a:xfrm>
                <a:off x="5689600" y="1571912"/>
                <a:ext cx="406400" cy="5588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9FBC270D-C912-6F64-DFE9-522019AE3957}"/>
              </a:ext>
            </a:extLst>
          </p:cNvPr>
          <p:cNvGrpSpPr/>
          <p:nvPr/>
        </p:nvGrpSpPr>
        <p:grpSpPr>
          <a:xfrm>
            <a:off x="6692699" y="3946045"/>
            <a:ext cx="1371600" cy="1371600"/>
            <a:chOff x="427081" y="263129"/>
            <a:chExt cx="1371600" cy="1371600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B5393B3D-4FBE-A671-0C0F-BD62AE35861D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Plaque 25">
              <a:extLst>
                <a:ext uri="{FF2B5EF4-FFF2-40B4-BE49-F238E27FC236}">
                  <a16:creationId xmlns:a16="http://schemas.microsoft.com/office/drawing/2014/main" id="{722FD166-4579-271F-F976-2590B33D6258}"/>
                </a:ext>
              </a:extLst>
            </p:cNvPr>
            <p:cNvSpPr/>
            <p:nvPr/>
          </p:nvSpPr>
          <p:spPr>
            <a:xfrm>
              <a:off x="56668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2" name="Picture 31">
            <a:extLst>
              <a:ext uri="{FF2B5EF4-FFF2-40B4-BE49-F238E27FC236}">
                <a16:creationId xmlns:a16="http://schemas.microsoft.com/office/drawing/2014/main" id="{C90A3DD0-3E29-5DDE-B5E2-6054DE9AE5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5327" y="890153"/>
            <a:ext cx="703687" cy="887381"/>
          </a:xfrm>
          <a:prstGeom prst="rect">
            <a:avLst/>
          </a:prstGeom>
        </p:spPr>
      </p:pic>
      <p:grpSp>
        <p:nvGrpSpPr>
          <p:cNvPr id="33" name="Group 32">
            <a:extLst>
              <a:ext uri="{FF2B5EF4-FFF2-40B4-BE49-F238E27FC236}">
                <a16:creationId xmlns:a16="http://schemas.microsoft.com/office/drawing/2014/main" id="{087708C9-D29F-DDD8-2031-EC5AC406CA77}"/>
              </a:ext>
            </a:extLst>
          </p:cNvPr>
          <p:cNvGrpSpPr/>
          <p:nvPr/>
        </p:nvGrpSpPr>
        <p:grpSpPr>
          <a:xfrm>
            <a:off x="101818" y="554763"/>
            <a:ext cx="1371600" cy="1371600"/>
            <a:chOff x="427081" y="263129"/>
            <a:chExt cx="1371600" cy="1371600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974176EC-4ECD-1A8D-B8AD-9DB54DB18756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Plaque 34">
              <a:extLst>
                <a:ext uri="{FF2B5EF4-FFF2-40B4-BE49-F238E27FC236}">
                  <a16:creationId xmlns:a16="http://schemas.microsoft.com/office/drawing/2014/main" id="{32808C6A-D00B-6106-24DD-7AB6BE774B8E}"/>
                </a:ext>
              </a:extLst>
            </p:cNvPr>
            <p:cNvSpPr/>
            <p:nvPr/>
          </p:nvSpPr>
          <p:spPr>
            <a:xfrm>
              <a:off x="56668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DEA7A942-8890-2AAC-63E7-9BF5554FEFC9}"/>
              </a:ext>
            </a:extLst>
          </p:cNvPr>
          <p:cNvGrpSpPr/>
          <p:nvPr/>
        </p:nvGrpSpPr>
        <p:grpSpPr>
          <a:xfrm>
            <a:off x="1610757" y="554763"/>
            <a:ext cx="1371600" cy="1371600"/>
            <a:chOff x="427081" y="263129"/>
            <a:chExt cx="1371600" cy="1371600"/>
          </a:xfrm>
        </p:grpSpPr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14714752-E4A5-26ED-3C8E-83294F5509AE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Plaque 60">
              <a:extLst>
                <a:ext uri="{FF2B5EF4-FFF2-40B4-BE49-F238E27FC236}">
                  <a16:creationId xmlns:a16="http://schemas.microsoft.com/office/drawing/2014/main" id="{394BA3E6-9E19-9F9B-57DA-95234356586E}"/>
                </a:ext>
              </a:extLst>
            </p:cNvPr>
            <p:cNvSpPr/>
            <p:nvPr/>
          </p:nvSpPr>
          <p:spPr>
            <a:xfrm>
              <a:off x="56668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D843969C-84CC-84E8-55E9-C5613CA3ED92}"/>
              </a:ext>
            </a:extLst>
          </p:cNvPr>
          <p:cNvGrpSpPr/>
          <p:nvPr/>
        </p:nvGrpSpPr>
        <p:grpSpPr>
          <a:xfrm>
            <a:off x="1868231" y="996975"/>
            <a:ext cx="887099" cy="758582"/>
            <a:chOff x="3633466" y="2399571"/>
            <a:chExt cx="1377143" cy="1177631"/>
          </a:xfrm>
        </p:grpSpPr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6C8D67DB-46FD-1704-C0D8-276B5725887D}"/>
                </a:ext>
              </a:extLst>
            </p:cNvPr>
            <p:cNvSpPr/>
            <p:nvPr/>
          </p:nvSpPr>
          <p:spPr>
            <a:xfrm rot="209926">
              <a:off x="3683689" y="2448215"/>
              <a:ext cx="435206" cy="951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C0BE7C0D-4754-2FF7-89ED-F7EEF5677263}"/>
                </a:ext>
              </a:extLst>
            </p:cNvPr>
            <p:cNvSpPr/>
            <p:nvPr/>
          </p:nvSpPr>
          <p:spPr>
            <a:xfrm rot="2298692">
              <a:off x="4158251" y="3222739"/>
              <a:ext cx="146559" cy="33040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BB2C1F20-39DD-E5C0-6216-064224E2D397}"/>
                </a:ext>
              </a:extLst>
            </p:cNvPr>
            <p:cNvSpPr/>
            <p:nvPr/>
          </p:nvSpPr>
          <p:spPr>
            <a:xfrm rot="19125484">
              <a:off x="4082509" y="2922795"/>
              <a:ext cx="226723" cy="33040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35CBFBD6-BE5D-AD3B-14CA-B8163ECBA34E}"/>
                </a:ext>
              </a:extLst>
            </p:cNvPr>
            <p:cNvSpPr/>
            <p:nvPr/>
          </p:nvSpPr>
          <p:spPr>
            <a:xfrm rot="16340403">
              <a:off x="4201087" y="3104678"/>
              <a:ext cx="232461" cy="232461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4C2C217D-1677-FF14-1925-03FDC0C0B4D2}"/>
                </a:ext>
              </a:extLst>
            </p:cNvPr>
            <p:cNvSpPr/>
            <p:nvPr/>
          </p:nvSpPr>
          <p:spPr>
            <a:xfrm rot="21559864">
              <a:off x="3959302" y="3464721"/>
              <a:ext cx="321929" cy="11248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FE89511A-15B1-E55D-AFE7-72B827EAE297}"/>
                </a:ext>
              </a:extLst>
            </p:cNvPr>
            <p:cNvSpPr/>
            <p:nvPr/>
          </p:nvSpPr>
          <p:spPr>
            <a:xfrm>
              <a:off x="3782855" y="2694053"/>
              <a:ext cx="701537" cy="331864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62541D4B-6E6B-B928-A71E-B08D808BF098}"/>
                </a:ext>
              </a:extLst>
            </p:cNvPr>
            <p:cNvSpPr/>
            <p:nvPr/>
          </p:nvSpPr>
          <p:spPr>
            <a:xfrm rot="1347909">
              <a:off x="4526706" y="2794535"/>
              <a:ext cx="132102" cy="105404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DC1F132F-1D16-74FF-4344-D7067A1D43A9}"/>
                </a:ext>
              </a:extLst>
            </p:cNvPr>
            <p:cNvSpPr/>
            <p:nvPr/>
          </p:nvSpPr>
          <p:spPr>
            <a:xfrm rot="16200000">
              <a:off x="4364748" y="2729261"/>
              <a:ext cx="232461" cy="232461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1D753AA5-7D00-39DC-3F62-102773C138BE}"/>
                </a:ext>
              </a:extLst>
            </p:cNvPr>
            <p:cNvSpPr/>
            <p:nvPr/>
          </p:nvSpPr>
          <p:spPr>
            <a:xfrm rot="470651">
              <a:off x="4703650" y="2854045"/>
              <a:ext cx="132102" cy="9837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D0490D8A-BB54-87B5-FBAE-8D49FA6FB878}"/>
                </a:ext>
              </a:extLst>
            </p:cNvPr>
            <p:cNvSpPr/>
            <p:nvPr/>
          </p:nvSpPr>
          <p:spPr>
            <a:xfrm rot="21265202">
              <a:off x="4878507" y="2861483"/>
              <a:ext cx="132102" cy="7853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Plaque 74">
              <a:extLst>
                <a:ext uri="{FF2B5EF4-FFF2-40B4-BE49-F238E27FC236}">
                  <a16:creationId xmlns:a16="http://schemas.microsoft.com/office/drawing/2014/main" id="{0EBE46AE-E2C8-3B6B-35F2-CB0B30F61C86}"/>
                </a:ext>
              </a:extLst>
            </p:cNvPr>
            <p:cNvSpPr/>
            <p:nvPr/>
          </p:nvSpPr>
          <p:spPr>
            <a:xfrm rot="20943061">
              <a:off x="3633466" y="2707619"/>
              <a:ext cx="320472" cy="315479"/>
            </a:xfrm>
            <a:prstGeom prst="plaque">
              <a:avLst>
                <a:gd name="adj" fmla="val 25032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9D4B0599-80DE-EABF-9FE4-A62DF41D7A99}"/>
                </a:ext>
              </a:extLst>
            </p:cNvPr>
            <p:cNvSpPr/>
            <p:nvPr/>
          </p:nvSpPr>
          <p:spPr>
            <a:xfrm rot="16200000">
              <a:off x="3938769" y="2808131"/>
              <a:ext cx="285697" cy="285697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Rectangle: Diagonal Corners Snipped 76">
              <a:extLst>
                <a:ext uri="{FF2B5EF4-FFF2-40B4-BE49-F238E27FC236}">
                  <a16:creationId xmlns:a16="http://schemas.microsoft.com/office/drawing/2014/main" id="{021E0D86-BC24-C55D-88AA-3C41B9B7B2D6}"/>
                </a:ext>
              </a:extLst>
            </p:cNvPr>
            <p:cNvSpPr/>
            <p:nvPr/>
          </p:nvSpPr>
          <p:spPr>
            <a:xfrm flipH="1">
              <a:off x="3964821" y="2399571"/>
              <a:ext cx="418336" cy="224381"/>
            </a:xfrm>
            <a:prstGeom prst="snip2DiagRect">
              <a:avLst>
                <a:gd name="adj1" fmla="val 0"/>
                <a:gd name="adj2" fmla="val 500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B2890390-503C-D5A8-EC43-6C168A666691}"/>
              </a:ext>
            </a:extLst>
          </p:cNvPr>
          <p:cNvGrpSpPr/>
          <p:nvPr/>
        </p:nvGrpSpPr>
        <p:grpSpPr>
          <a:xfrm>
            <a:off x="4737676" y="550875"/>
            <a:ext cx="1371600" cy="1371600"/>
            <a:chOff x="427081" y="263129"/>
            <a:chExt cx="1371600" cy="1371600"/>
          </a:xfrm>
        </p:grpSpPr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830C43A6-41E0-62A4-BD0B-D14C98A2742E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Plaque 79">
              <a:extLst>
                <a:ext uri="{FF2B5EF4-FFF2-40B4-BE49-F238E27FC236}">
                  <a16:creationId xmlns:a16="http://schemas.microsoft.com/office/drawing/2014/main" id="{1FB2D449-1D66-1624-2472-12B05274EAA2}"/>
                </a:ext>
              </a:extLst>
            </p:cNvPr>
            <p:cNvSpPr/>
            <p:nvPr/>
          </p:nvSpPr>
          <p:spPr>
            <a:xfrm>
              <a:off x="566683" y="48482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2CE8F478-2321-90BC-D24F-1F403E408287}"/>
              </a:ext>
            </a:extLst>
          </p:cNvPr>
          <p:cNvGrpSpPr/>
          <p:nvPr/>
        </p:nvGrpSpPr>
        <p:grpSpPr>
          <a:xfrm>
            <a:off x="4975053" y="970818"/>
            <a:ext cx="907668" cy="622697"/>
            <a:chOff x="2768462" y="1630604"/>
            <a:chExt cx="3099528" cy="2126402"/>
          </a:xfrm>
        </p:grpSpPr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B261C09D-CCF5-B178-2678-EEA171700145}"/>
                </a:ext>
              </a:extLst>
            </p:cNvPr>
            <p:cNvSpPr/>
            <p:nvPr/>
          </p:nvSpPr>
          <p:spPr>
            <a:xfrm>
              <a:off x="3951162" y="3217961"/>
              <a:ext cx="894382" cy="38625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B2465D73-F0D0-A956-0EF5-3A057A8A04D2}"/>
                </a:ext>
              </a:extLst>
            </p:cNvPr>
            <p:cNvSpPr/>
            <p:nvPr/>
          </p:nvSpPr>
          <p:spPr>
            <a:xfrm>
              <a:off x="3745275" y="2561897"/>
              <a:ext cx="1305472" cy="61755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DA803D24-3631-49E4-240C-746713F69A43}"/>
                </a:ext>
              </a:extLst>
            </p:cNvPr>
            <p:cNvSpPr/>
            <p:nvPr/>
          </p:nvSpPr>
          <p:spPr>
            <a:xfrm>
              <a:off x="3786206" y="1808785"/>
              <a:ext cx="248338" cy="464424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Plaque 84">
              <a:extLst>
                <a:ext uri="{FF2B5EF4-FFF2-40B4-BE49-F238E27FC236}">
                  <a16:creationId xmlns:a16="http://schemas.microsoft.com/office/drawing/2014/main" id="{678E60B8-6249-51C3-0843-E3E8F82B2204}"/>
                </a:ext>
              </a:extLst>
            </p:cNvPr>
            <p:cNvSpPr/>
            <p:nvPr/>
          </p:nvSpPr>
          <p:spPr>
            <a:xfrm>
              <a:off x="4136527" y="1630604"/>
              <a:ext cx="853168" cy="839875"/>
            </a:xfrm>
            <a:prstGeom prst="plaque">
              <a:avLst>
                <a:gd name="adj" fmla="val 25032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2404115D-9564-754E-B57A-E2D653AEB6FA}"/>
                </a:ext>
              </a:extLst>
            </p:cNvPr>
            <p:cNvSpPr/>
            <p:nvPr/>
          </p:nvSpPr>
          <p:spPr>
            <a:xfrm rot="20548458">
              <a:off x="5595262" y="3142160"/>
              <a:ext cx="272728" cy="61484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F00F8EC1-4E31-B495-BD64-ECC8D7B60E65}"/>
                </a:ext>
              </a:extLst>
            </p:cNvPr>
            <p:cNvSpPr/>
            <p:nvPr/>
          </p:nvSpPr>
          <p:spPr>
            <a:xfrm rot="18038434">
              <a:off x="5084956" y="2698459"/>
              <a:ext cx="421902" cy="61484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Oval 87">
              <a:extLst>
                <a:ext uri="{FF2B5EF4-FFF2-40B4-BE49-F238E27FC236}">
                  <a16:creationId xmlns:a16="http://schemas.microsoft.com/office/drawing/2014/main" id="{74DBB9D4-9A60-7375-1825-FE12E296487C}"/>
                </a:ext>
              </a:extLst>
            </p:cNvPr>
            <p:cNvSpPr/>
            <p:nvPr/>
          </p:nvSpPr>
          <p:spPr>
            <a:xfrm rot="15253353">
              <a:off x="5371321" y="2954379"/>
              <a:ext cx="432581" cy="432581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9" name="Oval 88">
              <a:extLst>
                <a:ext uri="{FF2B5EF4-FFF2-40B4-BE49-F238E27FC236}">
                  <a16:creationId xmlns:a16="http://schemas.microsoft.com/office/drawing/2014/main" id="{30FDEDEF-317E-A6A1-84CB-A902333133B9}"/>
                </a:ext>
              </a:extLst>
            </p:cNvPr>
            <p:cNvSpPr/>
            <p:nvPr/>
          </p:nvSpPr>
          <p:spPr>
            <a:xfrm rot="15710661">
              <a:off x="4683975" y="2593993"/>
              <a:ext cx="531646" cy="531646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2E279596-F229-9267-73E9-9F70E87DAD03}"/>
                </a:ext>
              </a:extLst>
            </p:cNvPr>
            <p:cNvGrpSpPr/>
            <p:nvPr/>
          </p:nvGrpSpPr>
          <p:grpSpPr>
            <a:xfrm flipH="1">
              <a:off x="2768462" y="2618875"/>
              <a:ext cx="1199848" cy="1121157"/>
              <a:chOff x="4817477" y="2615266"/>
              <a:chExt cx="1199848" cy="1121157"/>
            </a:xfrm>
          </p:grpSpPr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8539937D-7168-52DD-4A71-E2E205BB2F9B}"/>
                  </a:ext>
                </a:extLst>
              </p:cNvPr>
              <p:cNvSpPr/>
              <p:nvPr/>
            </p:nvSpPr>
            <p:spPr>
              <a:xfrm rot="20354995">
                <a:off x="5744597" y="3121577"/>
                <a:ext cx="272728" cy="61484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3" name="Rectangle 92">
                <a:extLst>
                  <a:ext uri="{FF2B5EF4-FFF2-40B4-BE49-F238E27FC236}">
                    <a16:creationId xmlns:a16="http://schemas.microsoft.com/office/drawing/2014/main" id="{68F7FA16-7EDC-415F-4EC4-504D3D4C69AC}"/>
                  </a:ext>
                </a:extLst>
              </p:cNvPr>
              <p:cNvSpPr/>
              <p:nvPr/>
            </p:nvSpPr>
            <p:spPr>
              <a:xfrm rot="17844971">
                <a:off x="5210024" y="2703085"/>
                <a:ext cx="421902" cy="61484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4" name="Oval 93">
                <a:extLst>
                  <a:ext uri="{FF2B5EF4-FFF2-40B4-BE49-F238E27FC236}">
                    <a16:creationId xmlns:a16="http://schemas.microsoft.com/office/drawing/2014/main" id="{FA479874-BA41-7CB4-BA0D-BBAEC32B5A4D}"/>
                  </a:ext>
                </a:extLst>
              </p:cNvPr>
              <p:cNvSpPr/>
              <p:nvPr/>
            </p:nvSpPr>
            <p:spPr>
              <a:xfrm rot="15059890">
                <a:off x="5505196" y="2942338"/>
                <a:ext cx="432581" cy="43258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5" name="Oval 94">
                <a:extLst>
                  <a:ext uri="{FF2B5EF4-FFF2-40B4-BE49-F238E27FC236}">
                    <a16:creationId xmlns:a16="http://schemas.microsoft.com/office/drawing/2014/main" id="{92AE47F5-AA9A-0350-839F-6B4485C66FED}"/>
                  </a:ext>
                </a:extLst>
              </p:cNvPr>
              <p:cNvSpPr/>
              <p:nvPr/>
            </p:nvSpPr>
            <p:spPr>
              <a:xfrm rot="14919487">
                <a:off x="4817477" y="2615266"/>
                <a:ext cx="531646" cy="531646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91" name="Rectangle 90">
              <a:extLst>
                <a:ext uri="{FF2B5EF4-FFF2-40B4-BE49-F238E27FC236}">
                  <a16:creationId xmlns:a16="http://schemas.microsoft.com/office/drawing/2014/main" id="{9DF6776C-C694-A0BD-43D5-603E5559659A}"/>
                </a:ext>
              </a:extLst>
            </p:cNvPr>
            <p:cNvSpPr/>
            <p:nvPr/>
          </p:nvSpPr>
          <p:spPr>
            <a:xfrm>
              <a:off x="3435885" y="1869791"/>
              <a:ext cx="248338" cy="33933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87C06D19-23BB-BD98-38DF-EB96AF04F425}"/>
              </a:ext>
            </a:extLst>
          </p:cNvPr>
          <p:cNvGrpSpPr/>
          <p:nvPr/>
        </p:nvGrpSpPr>
        <p:grpSpPr>
          <a:xfrm>
            <a:off x="1618895" y="2077629"/>
            <a:ext cx="1371600" cy="1371600"/>
            <a:chOff x="427081" y="263129"/>
            <a:chExt cx="1371600" cy="1371600"/>
          </a:xfrm>
        </p:grpSpPr>
        <p:sp>
          <p:nvSpPr>
            <p:cNvPr id="97" name="Rectangle 96">
              <a:extLst>
                <a:ext uri="{FF2B5EF4-FFF2-40B4-BE49-F238E27FC236}">
                  <a16:creationId xmlns:a16="http://schemas.microsoft.com/office/drawing/2014/main" id="{AEF10381-431C-6638-C921-12451A1C2BB8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8" name="Plaque 97">
              <a:extLst>
                <a:ext uri="{FF2B5EF4-FFF2-40B4-BE49-F238E27FC236}">
                  <a16:creationId xmlns:a16="http://schemas.microsoft.com/office/drawing/2014/main" id="{721CCECA-4878-CD85-2A87-70481563EA44}"/>
                </a:ext>
              </a:extLst>
            </p:cNvPr>
            <p:cNvSpPr/>
            <p:nvPr/>
          </p:nvSpPr>
          <p:spPr>
            <a:xfrm>
              <a:off x="56668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E2D7A8A2-8F40-C6E5-C837-1A4EEA777EAD}"/>
              </a:ext>
            </a:extLst>
          </p:cNvPr>
          <p:cNvGrpSpPr/>
          <p:nvPr/>
        </p:nvGrpSpPr>
        <p:grpSpPr>
          <a:xfrm>
            <a:off x="1789056" y="2341906"/>
            <a:ext cx="1034201" cy="950766"/>
            <a:chOff x="1086869" y="3336948"/>
            <a:chExt cx="1034201" cy="950766"/>
          </a:xfrm>
        </p:grpSpPr>
        <p:sp>
          <p:nvSpPr>
            <p:cNvPr id="4" name="Star: 4 Points 3">
              <a:extLst>
                <a:ext uri="{FF2B5EF4-FFF2-40B4-BE49-F238E27FC236}">
                  <a16:creationId xmlns:a16="http://schemas.microsoft.com/office/drawing/2014/main" id="{5ED583C2-8222-0641-D6DA-41D154409B65}"/>
                </a:ext>
              </a:extLst>
            </p:cNvPr>
            <p:cNvSpPr/>
            <p:nvPr/>
          </p:nvSpPr>
          <p:spPr>
            <a:xfrm>
              <a:off x="1086869" y="3360224"/>
              <a:ext cx="714588" cy="714588"/>
            </a:xfrm>
            <a:prstGeom prst="star4">
              <a:avLst>
                <a:gd name="adj" fmla="val 18269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0" name="Star: 4 Points 99">
              <a:extLst>
                <a:ext uri="{FF2B5EF4-FFF2-40B4-BE49-F238E27FC236}">
                  <a16:creationId xmlns:a16="http://schemas.microsoft.com/office/drawing/2014/main" id="{4FF00EBA-474F-22E3-579F-CB3F93767AF0}"/>
                </a:ext>
              </a:extLst>
            </p:cNvPr>
            <p:cNvSpPr/>
            <p:nvPr/>
          </p:nvSpPr>
          <p:spPr>
            <a:xfrm>
              <a:off x="1615699" y="3782343"/>
              <a:ext cx="505371" cy="505371"/>
            </a:xfrm>
            <a:prstGeom prst="star4">
              <a:avLst>
                <a:gd name="adj" fmla="val 18269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Star: 4 Points 100">
              <a:extLst>
                <a:ext uri="{FF2B5EF4-FFF2-40B4-BE49-F238E27FC236}">
                  <a16:creationId xmlns:a16="http://schemas.microsoft.com/office/drawing/2014/main" id="{3C0D3FD9-2CEC-3BD7-0F17-FE83F726A068}"/>
                </a:ext>
              </a:extLst>
            </p:cNvPr>
            <p:cNvSpPr/>
            <p:nvPr/>
          </p:nvSpPr>
          <p:spPr>
            <a:xfrm>
              <a:off x="1662807" y="3336948"/>
              <a:ext cx="269691" cy="258071"/>
            </a:xfrm>
            <a:prstGeom prst="star4">
              <a:avLst>
                <a:gd name="adj" fmla="val 18269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F11DB8E8-EE35-3D49-409A-FC44766739AA}"/>
              </a:ext>
            </a:extLst>
          </p:cNvPr>
          <p:cNvGrpSpPr/>
          <p:nvPr/>
        </p:nvGrpSpPr>
        <p:grpSpPr>
          <a:xfrm>
            <a:off x="6266976" y="550875"/>
            <a:ext cx="1371600" cy="1371600"/>
            <a:chOff x="427081" y="263129"/>
            <a:chExt cx="1371600" cy="1371600"/>
          </a:xfrm>
        </p:grpSpPr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4B490ED9-FCA4-4573-99ED-442C37B5CEEF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" name="Plaque 102">
              <a:extLst>
                <a:ext uri="{FF2B5EF4-FFF2-40B4-BE49-F238E27FC236}">
                  <a16:creationId xmlns:a16="http://schemas.microsoft.com/office/drawing/2014/main" id="{8C56A696-8B73-72E8-0B33-501EF34C3DA0}"/>
                </a:ext>
              </a:extLst>
            </p:cNvPr>
            <p:cNvSpPr/>
            <p:nvPr/>
          </p:nvSpPr>
          <p:spPr>
            <a:xfrm>
              <a:off x="566683" y="48482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344850BE-B9B8-B88E-F156-006BB031DC56}"/>
              </a:ext>
            </a:extLst>
          </p:cNvPr>
          <p:cNvGrpSpPr/>
          <p:nvPr/>
        </p:nvGrpSpPr>
        <p:grpSpPr>
          <a:xfrm>
            <a:off x="6482473" y="882982"/>
            <a:ext cx="932742" cy="801763"/>
            <a:chOff x="3387725" y="1634730"/>
            <a:chExt cx="1466850" cy="1260870"/>
          </a:xfrm>
        </p:grpSpPr>
        <p:sp>
          <p:nvSpPr>
            <p:cNvPr id="105" name="Moon 104">
              <a:extLst>
                <a:ext uri="{FF2B5EF4-FFF2-40B4-BE49-F238E27FC236}">
                  <a16:creationId xmlns:a16="http://schemas.microsoft.com/office/drawing/2014/main" id="{5E4ABBEB-6C6C-B442-9BFC-B32F11B97771}"/>
                </a:ext>
              </a:extLst>
            </p:cNvPr>
            <p:cNvSpPr/>
            <p:nvPr/>
          </p:nvSpPr>
          <p:spPr>
            <a:xfrm rot="16200000">
              <a:off x="3873500" y="1651000"/>
              <a:ext cx="495300" cy="1466850"/>
            </a:xfrm>
            <a:prstGeom prst="mo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5548C35D-41BC-E62E-C3D1-8FCFE763691A}"/>
                </a:ext>
              </a:extLst>
            </p:cNvPr>
            <p:cNvSpPr/>
            <p:nvPr/>
          </p:nvSpPr>
          <p:spPr>
            <a:xfrm>
              <a:off x="3651250" y="2682875"/>
              <a:ext cx="939800" cy="21272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7" name="Moon 106">
              <a:extLst>
                <a:ext uri="{FF2B5EF4-FFF2-40B4-BE49-F238E27FC236}">
                  <a16:creationId xmlns:a16="http://schemas.microsoft.com/office/drawing/2014/main" id="{7ECF0F48-64CD-379B-838B-3DECE932618F}"/>
                </a:ext>
              </a:extLst>
            </p:cNvPr>
            <p:cNvSpPr/>
            <p:nvPr/>
          </p:nvSpPr>
          <p:spPr>
            <a:xfrm rot="5400000">
              <a:off x="4025900" y="1322786"/>
              <a:ext cx="190500" cy="814387"/>
            </a:xfrm>
            <a:prstGeom prst="mo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" name="Oval 107">
              <a:extLst>
                <a:ext uri="{FF2B5EF4-FFF2-40B4-BE49-F238E27FC236}">
                  <a16:creationId xmlns:a16="http://schemas.microsoft.com/office/drawing/2014/main" id="{6680EE1B-8139-1873-5A63-D46F1DED7F99}"/>
                </a:ext>
              </a:extLst>
            </p:cNvPr>
            <p:cNvSpPr/>
            <p:nvPr/>
          </p:nvSpPr>
          <p:spPr>
            <a:xfrm rot="5400000">
              <a:off x="3919196" y="1788661"/>
              <a:ext cx="393192" cy="390129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9" name="Moon 108">
              <a:extLst>
                <a:ext uri="{FF2B5EF4-FFF2-40B4-BE49-F238E27FC236}">
                  <a16:creationId xmlns:a16="http://schemas.microsoft.com/office/drawing/2014/main" id="{5A80FCAA-ED70-CC7A-D67C-3DCF76DD8165}"/>
                </a:ext>
              </a:extLst>
            </p:cNvPr>
            <p:cNvSpPr/>
            <p:nvPr/>
          </p:nvSpPr>
          <p:spPr>
            <a:xfrm rot="5400000" flipH="1">
              <a:off x="4025901" y="1830278"/>
              <a:ext cx="190500" cy="814387"/>
            </a:xfrm>
            <a:prstGeom prst="mo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Oval 109">
              <a:extLst>
                <a:ext uri="{FF2B5EF4-FFF2-40B4-BE49-F238E27FC236}">
                  <a16:creationId xmlns:a16="http://schemas.microsoft.com/office/drawing/2014/main" id="{3565B637-E4BD-792D-8380-B415A9C87FB6}"/>
                </a:ext>
              </a:extLst>
            </p:cNvPr>
            <p:cNvSpPr/>
            <p:nvPr/>
          </p:nvSpPr>
          <p:spPr>
            <a:xfrm rot="5400000">
              <a:off x="3978632" y="1843842"/>
              <a:ext cx="274320" cy="27432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1" name="Picture 110">
            <a:extLst>
              <a:ext uri="{FF2B5EF4-FFF2-40B4-BE49-F238E27FC236}">
                <a16:creationId xmlns:a16="http://schemas.microsoft.com/office/drawing/2014/main" id="{79436266-120D-34F5-3032-FA2C90F7477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56114" y="942708"/>
            <a:ext cx="433388" cy="444277"/>
          </a:xfrm>
          <a:prstGeom prst="rect">
            <a:avLst/>
          </a:prstGeom>
        </p:spPr>
      </p:pic>
      <p:grpSp>
        <p:nvGrpSpPr>
          <p:cNvPr id="112" name="Group 111">
            <a:extLst>
              <a:ext uri="{FF2B5EF4-FFF2-40B4-BE49-F238E27FC236}">
                <a16:creationId xmlns:a16="http://schemas.microsoft.com/office/drawing/2014/main" id="{BEF675C1-49FD-3043-DD0B-02D8BC581AA9}"/>
              </a:ext>
            </a:extLst>
          </p:cNvPr>
          <p:cNvGrpSpPr/>
          <p:nvPr/>
        </p:nvGrpSpPr>
        <p:grpSpPr>
          <a:xfrm>
            <a:off x="7770056" y="554517"/>
            <a:ext cx="1371600" cy="1371600"/>
            <a:chOff x="427081" y="263129"/>
            <a:chExt cx="1371600" cy="1371600"/>
          </a:xfrm>
        </p:grpSpPr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E0EA321F-0F29-9ACF-0936-8964356B8717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4" name="Plaque 113">
              <a:extLst>
                <a:ext uri="{FF2B5EF4-FFF2-40B4-BE49-F238E27FC236}">
                  <a16:creationId xmlns:a16="http://schemas.microsoft.com/office/drawing/2014/main" id="{A0A1451F-7329-6283-78CF-101E83297B9D}"/>
                </a:ext>
              </a:extLst>
            </p:cNvPr>
            <p:cNvSpPr/>
            <p:nvPr/>
          </p:nvSpPr>
          <p:spPr>
            <a:xfrm>
              <a:off x="56668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539B77C6-8303-82EE-0E34-097907BCE64D}"/>
              </a:ext>
            </a:extLst>
          </p:cNvPr>
          <p:cNvGrpSpPr/>
          <p:nvPr/>
        </p:nvGrpSpPr>
        <p:grpSpPr>
          <a:xfrm>
            <a:off x="8362149" y="827707"/>
            <a:ext cx="441325" cy="1012069"/>
            <a:chOff x="3248025" y="1009650"/>
            <a:chExt cx="1390650" cy="3189114"/>
          </a:xfrm>
        </p:grpSpPr>
        <p:sp>
          <p:nvSpPr>
            <p:cNvPr id="116" name="Oval 115">
              <a:extLst>
                <a:ext uri="{FF2B5EF4-FFF2-40B4-BE49-F238E27FC236}">
                  <a16:creationId xmlns:a16="http://schemas.microsoft.com/office/drawing/2014/main" id="{CCABD792-2FDA-7827-8E93-864D69CD76BD}"/>
                </a:ext>
              </a:extLst>
            </p:cNvPr>
            <p:cNvSpPr/>
            <p:nvPr/>
          </p:nvSpPr>
          <p:spPr>
            <a:xfrm>
              <a:off x="3549650" y="1009650"/>
              <a:ext cx="787400" cy="98425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Rectangle: Rounded Corners 116">
              <a:extLst>
                <a:ext uri="{FF2B5EF4-FFF2-40B4-BE49-F238E27FC236}">
                  <a16:creationId xmlns:a16="http://schemas.microsoft.com/office/drawing/2014/main" id="{D3B1102E-ED8A-9E8A-036E-AEE12AD8CF5D}"/>
                </a:ext>
              </a:extLst>
            </p:cNvPr>
            <p:cNvSpPr/>
            <p:nvPr/>
          </p:nvSpPr>
          <p:spPr>
            <a:xfrm>
              <a:off x="3600450" y="2051050"/>
              <a:ext cx="692150" cy="292100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18" name="Group 117">
              <a:extLst>
                <a:ext uri="{FF2B5EF4-FFF2-40B4-BE49-F238E27FC236}">
                  <a16:creationId xmlns:a16="http://schemas.microsoft.com/office/drawing/2014/main" id="{705D1440-C936-92DD-520B-327151D33532}"/>
                </a:ext>
              </a:extLst>
            </p:cNvPr>
            <p:cNvGrpSpPr/>
            <p:nvPr/>
          </p:nvGrpSpPr>
          <p:grpSpPr>
            <a:xfrm>
              <a:off x="4282383" y="2120161"/>
              <a:ext cx="291335" cy="2073380"/>
              <a:chOff x="4282383" y="2120161"/>
              <a:chExt cx="291335" cy="2073380"/>
            </a:xfrm>
          </p:grpSpPr>
          <p:sp>
            <p:nvSpPr>
              <p:cNvPr id="126" name="Rectangle 125">
                <a:extLst>
                  <a:ext uri="{FF2B5EF4-FFF2-40B4-BE49-F238E27FC236}">
                    <a16:creationId xmlns:a16="http://schemas.microsoft.com/office/drawing/2014/main" id="{EFC745F0-08C9-D4E6-BFF4-6C2618E0AF3F}"/>
                  </a:ext>
                </a:extLst>
              </p:cNvPr>
              <p:cNvSpPr/>
              <p:nvPr/>
            </p:nvSpPr>
            <p:spPr>
              <a:xfrm rot="3958351">
                <a:off x="3893446" y="2509098"/>
                <a:ext cx="996950" cy="2190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7" name="Isosceles Triangle 126">
                <a:extLst>
                  <a:ext uri="{FF2B5EF4-FFF2-40B4-BE49-F238E27FC236}">
                    <a16:creationId xmlns:a16="http://schemas.microsoft.com/office/drawing/2014/main" id="{45EE1AE7-D978-91D4-EC1B-BBB3E66D75DA}"/>
                  </a:ext>
                </a:extLst>
              </p:cNvPr>
              <p:cNvSpPr/>
              <p:nvPr/>
            </p:nvSpPr>
            <p:spPr>
              <a:xfrm rot="11268472">
                <a:off x="4421316" y="2942591"/>
                <a:ext cx="152402" cy="125095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9" name="Group 118">
              <a:extLst>
                <a:ext uri="{FF2B5EF4-FFF2-40B4-BE49-F238E27FC236}">
                  <a16:creationId xmlns:a16="http://schemas.microsoft.com/office/drawing/2014/main" id="{99CA7249-E45C-C3D9-EA78-4EDA9C69BE00}"/>
                </a:ext>
              </a:extLst>
            </p:cNvPr>
            <p:cNvGrpSpPr/>
            <p:nvPr/>
          </p:nvGrpSpPr>
          <p:grpSpPr>
            <a:xfrm flipH="1">
              <a:off x="3309115" y="2124715"/>
              <a:ext cx="291335" cy="2073380"/>
              <a:chOff x="4282383" y="2120161"/>
              <a:chExt cx="291335" cy="2073380"/>
            </a:xfrm>
          </p:grpSpPr>
          <p:sp>
            <p:nvSpPr>
              <p:cNvPr id="124" name="Rectangle 123">
                <a:extLst>
                  <a:ext uri="{FF2B5EF4-FFF2-40B4-BE49-F238E27FC236}">
                    <a16:creationId xmlns:a16="http://schemas.microsoft.com/office/drawing/2014/main" id="{48646A6F-8DFD-1D0E-A891-A4FE5EF75AAD}"/>
                  </a:ext>
                </a:extLst>
              </p:cNvPr>
              <p:cNvSpPr/>
              <p:nvPr/>
            </p:nvSpPr>
            <p:spPr>
              <a:xfrm rot="3958351">
                <a:off x="3893446" y="2509098"/>
                <a:ext cx="996950" cy="2190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5" name="Isosceles Triangle 124">
                <a:extLst>
                  <a:ext uri="{FF2B5EF4-FFF2-40B4-BE49-F238E27FC236}">
                    <a16:creationId xmlns:a16="http://schemas.microsoft.com/office/drawing/2014/main" id="{87BAEFD1-5B6A-FB9D-48E0-4051514343DF}"/>
                  </a:ext>
                </a:extLst>
              </p:cNvPr>
              <p:cNvSpPr/>
              <p:nvPr/>
            </p:nvSpPr>
            <p:spPr>
              <a:xfrm rot="11268472">
                <a:off x="4421316" y="2942591"/>
                <a:ext cx="152402" cy="125095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F39ABCC3-247B-DCB6-D696-2F3371B30E28}"/>
                </a:ext>
              </a:extLst>
            </p:cNvPr>
            <p:cNvSpPr/>
            <p:nvPr/>
          </p:nvSpPr>
          <p:spPr>
            <a:xfrm rot="5400000">
              <a:off x="3441937" y="2586038"/>
              <a:ext cx="996950" cy="2190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1" name="Isosceles Triangle 120">
              <a:extLst>
                <a:ext uri="{FF2B5EF4-FFF2-40B4-BE49-F238E27FC236}">
                  <a16:creationId xmlns:a16="http://schemas.microsoft.com/office/drawing/2014/main" id="{FF5FE758-D19C-43CE-63D7-A683DFCEE47A}"/>
                </a:ext>
              </a:extLst>
            </p:cNvPr>
            <p:cNvSpPr/>
            <p:nvPr/>
          </p:nvSpPr>
          <p:spPr>
            <a:xfrm rot="10800000">
              <a:off x="3869157" y="2947814"/>
              <a:ext cx="152402" cy="125095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2" name="Rectangle 121">
              <a:extLst>
                <a:ext uri="{FF2B5EF4-FFF2-40B4-BE49-F238E27FC236}">
                  <a16:creationId xmlns:a16="http://schemas.microsoft.com/office/drawing/2014/main" id="{5E3A751D-E390-B0CE-CE91-3372421EA670}"/>
                </a:ext>
              </a:extLst>
            </p:cNvPr>
            <p:cNvSpPr/>
            <p:nvPr/>
          </p:nvSpPr>
          <p:spPr>
            <a:xfrm>
              <a:off x="3248025" y="1227137"/>
              <a:ext cx="215900" cy="76676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3" name="Rectangle 122">
              <a:extLst>
                <a:ext uri="{FF2B5EF4-FFF2-40B4-BE49-F238E27FC236}">
                  <a16:creationId xmlns:a16="http://schemas.microsoft.com/office/drawing/2014/main" id="{6684F01C-868A-46F1-C59D-147B79A345FD}"/>
                </a:ext>
              </a:extLst>
            </p:cNvPr>
            <p:cNvSpPr/>
            <p:nvPr/>
          </p:nvSpPr>
          <p:spPr>
            <a:xfrm>
              <a:off x="4422775" y="1227136"/>
              <a:ext cx="215900" cy="766764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61FE4039-9F6C-0F3B-B9F5-4DFB51F1C2DD}"/>
              </a:ext>
            </a:extLst>
          </p:cNvPr>
          <p:cNvGrpSpPr/>
          <p:nvPr/>
        </p:nvGrpSpPr>
        <p:grpSpPr>
          <a:xfrm>
            <a:off x="9562352" y="834300"/>
            <a:ext cx="502920" cy="1014984"/>
            <a:chOff x="5380031" y="966102"/>
            <a:chExt cx="1727200" cy="3248141"/>
          </a:xfrm>
        </p:grpSpPr>
        <p:sp>
          <p:nvSpPr>
            <p:cNvPr id="129" name="Moon 128">
              <a:extLst>
                <a:ext uri="{FF2B5EF4-FFF2-40B4-BE49-F238E27FC236}">
                  <a16:creationId xmlns:a16="http://schemas.microsoft.com/office/drawing/2014/main" id="{8DDEF991-F11D-8A27-4175-D37941E0CB22}"/>
                </a:ext>
              </a:extLst>
            </p:cNvPr>
            <p:cNvSpPr/>
            <p:nvPr/>
          </p:nvSpPr>
          <p:spPr>
            <a:xfrm rot="19627358">
              <a:off x="5549196" y="966102"/>
              <a:ext cx="450850" cy="984250"/>
            </a:xfrm>
            <a:prstGeom prst="moon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0" name="Moon 129">
              <a:extLst>
                <a:ext uri="{FF2B5EF4-FFF2-40B4-BE49-F238E27FC236}">
                  <a16:creationId xmlns:a16="http://schemas.microsoft.com/office/drawing/2014/main" id="{C7B09D35-7F15-B3EC-FED3-3129F20C173D}"/>
                </a:ext>
              </a:extLst>
            </p:cNvPr>
            <p:cNvSpPr/>
            <p:nvPr/>
          </p:nvSpPr>
          <p:spPr>
            <a:xfrm rot="1972642" flipH="1">
              <a:off x="6518602" y="966104"/>
              <a:ext cx="450850" cy="984250"/>
            </a:xfrm>
            <a:prstGeom prst="moon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1" name="Oval 130">
              <a:extLst>
                <a:ext uri="{FF2B5EF4-FFF2-40B4-BE49-F238E27FC236}">
                  <a16:creationId xmlns:a16="http://schemas.microsoft.com/office/drawing/2014/main" id="{DC5E7395-5F99-9EA9-C394-AB96EEF0000A}"/>
                </a:ext>
              </a:extLst>
            </p:cNvPr>
            <p:cNvSpPr/>
            <p:nvPr/>
          </p:nvSpPr>
          <p:spPr>
            <a:xfrm>
              <a:off x="5852869" y="1025129"/>
              <a:ext cx="787400" cy="98425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32" name="Group 131">
              <a:extLst>
                <a:ext uri="{FF2B5EF4-FFF2-40B4-BE49-F238E27FC236}">
                  <a16:creationId xmlns:a16="http://schemas.microsoft.com/office/drawing/2014/main" id="{DB435DA5-3DDB-1AC2-1654-04F749C61787}"/>
                </a:ext>
              </a:extLst>
            </p:cNvPr>
            <p:cNvGrpSpPr/>
            <p:nvPr/>
          </p:nvGrpSpPr>
          <p:grpSpPr>
            <a:xfrm>
              <a:off x="6585602" y="2135640"/>
              <a:ext cx="291335" cy="2073380"/>
              <a:chOff x="4282383" y="2120161"/>
              <a:chExt cx="291335" cy="2073380"/>
            </a:xfrm>
          </p:grpSpPr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2D8B5AB9-88C1-EF34-7A2C-039F754A5857}"/>
                  </a:ext>
                </a:extLst>
              </p:cNvPr>
              <p:cNvSpPr/>
              <p:nvPr/>
            </p:nvSpPr>
            <p:spPr>
              <a:xfrm rot="3958351">
                <a:off x="3893446" y="2509098"/>
                <a:ext cx="996950" cy="2190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0" name="Isosceles Triangle 139">
                <a:extLst>
                  <a:ext uri="{FF2B5EF4-FFF2-40B4-BE49-F238E27FC236}">
                    <a16:creationId xmlns:a16="http://schemas.microsoft.com/office/drawing/2014/main" id="{52F91A51-5B0D-2458-CE0B-D24E9A7D5581}"/>
                  </a:ext>
                </a:extLst>
              </p:cNvPr>
              <p:cNvSpPr/>
              <p:nvPr/>
            </p:nvSpPr>
            <p:spPr>
              <a:xfrm rot="11268472">
                <a:off x="4421316" y="2942591"/>
                <a:ext cx="152402" cy="125095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3" name="Group 132">
              <a:extLst>
                <a:ext uri="{FF2B5EF4-FFF2-40B4-BE49-F238E27FC236}">
                  <a16:creationId xmlns:a16="http://schemas.microsoft.com/office/drawing/2014/main" id="{E9B745D0-6FD1-62FE-D9B0-6E9D994400AF}"/>
                </a:ext>
              </a:extLst>
            </p:cNvPr>
            <p:cNvGrpSpPr/>
            <p:nvPr/>
          </p:nvGrpSpPr>
          <p:grpSpPr>
            <a:xfrm flipH="1">
              <a:off x="5612334" y="2140194"/>
              <a:ext cx="291335" cy="2073380"/>
              <a:chOff x="4282383" y="2120161"/>
              <a:chExt cx="291335" cy="2073380"/>
            </a:xfrm>
          </p:grpSpPr>
          <p:sp>
            <p:nvSpPr>
              <p:cNvPr id="137" name="Rectangle 136">
                <a:extLst>
                  <a:ext uri="{FF2B5EF4-FFF2-40B4-BE49-F238E27FC236}">
                    <a16:creationId xmlns:a16="http://schemas.microsoft.com/office/drawing/2014/main" id="{3F3411FB-E562-047A-4276-7E00D086B6D3}"/>
                  </a:ext>
                </a:extLst>
              </p:cNvPr>
              <p:cNvSpPr/>
              <p:nvPr/>
            </p:nvSpPr>
            <p:spPr>
              <a:xfrm rot="3958351">
                <a:off x="3893446" y="2509098"/>
                <a:ext cx="996950" cy="2190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8" name="Isosceles Triangle 137">
                <a:extLst>
                  <a:ext uri="{FF2B5EF4-FFF2-40B4-BE49-F238E27FC236}">
                    <a16:creationId xmlns:a16="http://schemas.microsoft.com/office/drawing/2014/main" id="{E0590651-B38F-9EA0-51A2-93AB851DACAD}"/>
                  </a:ext>
                </a:extLst>
              </p:cNvPr>
              <p:cNvSpPr/>
              <p:nvPr/>
            </p:nvSpPr>
            <p:spPr>
              <a:xfrm rot="11268472">
                <a:off x="4421316" y="2942591"/>
                <a:ext cx="152402" cy="125095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34" name="Rectangle 133">
              <a:extLst>
                <a:ext uri="{FF2B5EF4-FFF2-40B4-BE49-F238E27FC236}">
                  <a16:creationId xmlns:a16="http://schemas.microsoft.com/office/drawing/2014/main" id="{04FB4227-1C85-B0D9-4FC1-23BCB0028BA4}"/>
                </a:ext>
              </a:extLst>
            </p:cNvPr>
            <p:cNvSpPr/>
            <p:nvPr/>
          </p:nvSpPr>
          <p:spPr>
            <a:xfrm rot="5400000">
              <a:off x="5745156" y="2601517"/>
              <a:ext cx="996950" cy="2190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5" name="Isosceles Triangle 134">
              <a:extLst>
                <a:ext uri="{FF2B5EF4-FFF2-40B4-BE49-F238E27FC236}">
                  <a16:creationId xmlns:a16="http://schemas.microsoft.com/office/drawing/2014/main" id="{A668C68C-83EB-2D4C-1A77-115B8ADA7B91}"/>
                </a:ext>
              </a:extLst>
            </p:cNvPr>
            <p:cNvSpPr/>
            <p:nvPr/>
          </p:nvSpPr>
          <p:spPr>
            <a:xfrm rot="10800000">
              <a:off x="6172376" y="2963293"/>
              <a:ext cx="152402" cy="125095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6" name="Moon 135">
              <a:extLst>
                <a:ext uri="{FF2B5EF4-FFF2-40B4-BE49-F238E27FC236}">
                  <a16:creationId xmlns:a16="http://schemas.microsoft.com/office/drawing/2014/main" id="{4B78DC09-4993-05F0-89D8-43515C7EDD76}"/>
                </a:ext>
              </a:extLst>
            </p:cNvPr>
            <p:cNvSpPr/>
            <p:nvPr/>
          </p:nvSpPr>
          <p:spPr>
            <a:xfrm rot="16200000">
              <a:off x="6002331" y="1326503"/>
              <a:ext cx="482600" cy="1727200"/>
            </a:xfrm>
            <a:prstGeom prst="mo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1" name="Group 140">
            <a:extLst>
              <a:ext uri="{FF2B5EF4-FFF2-40B4-BE49-F238E27FC236}">
                <a16:creationId xmlns:a16="http://schemas.microsoft.com/office/drawing/2014/main" id="{F1CCEF7B-5E54-1244-C1B1-926CDB930713}"/>
              </a:ext>
            </a:extLst>
          </p:cNvPr>
          <p:cNvGrpSpPr/>
          <p:nvPr/>
        </p:nvGrpSpPr>
        <p:grpSpPr>
          <a:xfrm>
            <a:off x="9248849" y="556798"/>
            <a:ext cx="1371600" cy="1371600"/>
            <a:chOff x="427081" y="263129"/>
            <a:chExt cx="1371600" cy="1371600"/>
          </a:xfrm>
        </p:grpSpPr>
        <p:sp>
          <p:nvSpPr>
            <p:cNvPr id="142" name="Rectangle 141">
              <a:extLst>
                <a:ext uri="{FF2B5EF4-FFF2-40B4-BE49-F238E27FC236}">
                  <a16:creationId xmlns:a16="http://schemas.microsoft.com/office/drawing/2014/main" id="{7E99B9E7-0D24-D05E-E503-BABA5320C10A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3" name="Plaque 142">
              <a:extLst>
                <a:ext uri="{FF2B5EF4-FFF2-40B4-BE49-F238E27FC236}">
                  <a16:creationId xmlns:a16="http://schemas.microsoft.com/office/drawing/2014/main" id="{3EEA1C03-1FCF-F490-764A-9B0A86A049BC}"/>
                </a:ext>
              </a:extLst>
            </p:cNvPr>
            <p:cNvSpPr/>
            <p:nvPr/>
          </p:nvSpPr>
          <p:spPr>
            <a:xfrm>
              <a:off x="566683" y="48482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5" name="Group 144">
            <a:extLst>
              <a:ext uri="{FF2B5EF4-FFF2-40B4-BE49-F238E27FC236}">
                <a16:creationId xmlns:a16="http://schemas.microsoft.com/office/drawing/2014/main" id="{DBB0B142-B0B1-9AB0-A578-7503645128F2}"/>
              </a:ext>
            </a:extLst>
          </p:cNvPr>
          <p:cNvGrpSpPr/>
          <p:nvPr/>
        </p:nvGrpSpPr>
        <p:grpSpPr>
          <a:xfrm>
            <a:off x="10913644" y="795917"/>
            <a:ext cx="1027167" cy="1035721"/>
            <a:chOff x="4165279" y="376316"/>
            <a:chExt cx="4372510" cy="4408922"/>
          </a:xfrm>
        </p:grpSpPr>
        <p:grpSp>
          <p:nvGrpSpPr>
            <p:cNvPr id="146" name="Group 145">
              <a:extLst>
                <a:ext uri="{FF2B5EF4-FFF2-40B4-BE49-F238E27FC236}">
                  <a16:creationId xmlns:a16="http://schemas.microsoft.com/office/drawing/2014/main" id="{B4F1C6C6-B6B3-3951-8A2A-B125FDC763A1}"/>
                </a:ext>
              </a:extLst>
            </p:cNvPr>
            <p:cNvGrpSpPr/>
            <p:nvPr/>
          </p:nvGrpSpPr>
          <p:grpSpPr>
            <a:xfrm>
              <a:off x="5618932" y="1546108"/>
              <a:ext cx="1540121" cy="2162098"/>
              <a:chOff x="5452330" y="1708793"/>
              <a:chExt cx="1186621" cy="1665837"/>
            </a:xfrm>
          </p:grpSpPr>
          <p:sp>
            <p:nvSpPr>
              <p:cNvPr id="167" name="Isosceles Triangle 166">
                <a:extLst>
                  <a:ext uri="{FF2B5EF4-FFF2-40B4-BE49-F238E27FC236}">
                    <a16:creationId xmlns:a16="http://schemas.microsoft.com/office/drawing/2014/main" id="{77184497-6B7E-1444-A5CA-EA936053CBE6}"/>
                  </a:ext>
                </a:extLst>
              </p:cNvPr>
              <p:cNvSpPr/>
              <p:nvPr/>
            </p:nvSpPr>
            <p:spPr>
              <a:xfrm>
                <a:off x="5794991" y="1708793"/>
                <a:ext cx="501300" cy="440002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8" name="Isosceles Triangle 167">
                <a:extLst>
                  <a:ext uri="{FF2B5EF4-FFF2-40B4-BE49-F238E27FC236}">
                    <a16:creationId xmlns:a16="http://schemas.microsoft.com/office/drawing/2014/main" id="{A485807E-27D8-4D66-1A94-3E2FD526D3EC}"/>
                  </a:ext>
                </a:extLst>
              </p:cNvPr>
              <p:cNvSpPr/>
              <p:nvPr/>
            </p:nvSpPr>
            <p:spPr>
              <a:xfrm rot="10800000">
                <a:off x="5794991" y="2236075"/>
                <a:ext cx="501300" cy="1138555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9" name="Rectangle 168">
                <a:extLst>
                  <a:ext uri="{FF2B5EF4-FFF2-40B4-BE49-F238E27FC236}">
                    <a16:creationId xmlns:a16="http://schemas.microsoft.com/office/drawing/2014/main" id="{7FD55D15-2BB7-955F-D820-D4D61FC0CF10}"/>
                  </a:ext>
                </a:extLst>
              </p:cNvPr>
              <p:cNvSpPr/>
              <p:nvPr/>
            </p:nvSpPr>
            <p:spPr>
              <a:xfrm rot="1172583">
                <a:off x="5452330" y="2155246"/>
                <a:ext cx="161133" cy="71166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0" name="Rectangle 169">
                <a:extLst>
                  <a:ext uri="{FF2B5EF4-FFF2-40B4-BE49-F238E27FC236}">
                    <a16:creationId xmlns:a16="http://schemas.microsoft.com/office/drawing/2014/main" id="{EBCBB169-2CFC-856A-AE60-53A760D9C6BE}"/>
                  </a:ext>
                </a:extLst>
              </p:cNvPr>
              <p:cNvSpPr/>
              <p:nvPr/>
            </p:nvSpPr>
            <p:spPr>
              <a:xfrm rot="20427417" flipH="1">
                <a:off x="6477818" y="2155248"/>
                <a:ext cx="161133" cy="71166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7" name="Group 146">
              <a:extLst>
                <a:ext uri="{FF2B5EF4-FFF2-40B4-BE49-F238E27FC236}">
                  <a16:creationId xmlns:a16="http://schemas.microsoft.com/office/drawing/2014/main" id="{64987AF0-3461-5A21-711E-4566429B1A75}"/>
                </a:ext>
              </a:extLst>
            </p:cNvPr>
            <p:cNvGrpSpPr/>
            <p:nvPr/>
          </p:nvGrpSpPr>
          <p:grpSpPr>
            <a:xfrm>
              <a:off x="5223090" y="376316"/>
              <a:ext cx="2327564" cy="1339103"/>
              <a:chOff x="5223090" y="758463"/>
              <a:chExt cx="2327564" cy="1339103"/>
            </a:xfrm>
          </p:grpSpPr>
          <p:pic>
            <p:nvPicPr>
              <p:cNvPr id="163" name="Picture 162">
                <a:extLst>
                  <a:ext uri="{FF2B5EF4-FFF2-40B4-BE49-F238E27FC236}">
                    <a16:creationId xmlns:a16="http://schemas.microsoft.com/office/drawing/2014/main" id="{E6E2D24E-9922-BB33-168F-F4B3BA27BAFD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9499472">
                <a:off x="5791200" y="758463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64" name="Picture 163">
                <a:extLst>
                  <a:ext uri="{FF2B5EF4-FFF2-40B4-BE49-F238E27FC236}">
                    <a16:creationId xmlns:a16="http://schemas.microsoft.com/office/drawing/2014/main" id="{8BA8976D-786C-2F00-0C6F-4FD9BA408651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11335141">
                <a:off x="6459893" y="776279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65" name="Picture 164">
                <a:extLst>
                  <a:ext uri="{FF2B5EF4-FFF2-40B4-BE49-F238E27FC236}">
                    <a16:creationId xmlns:a16="http://schemas.microsoft.com/office/drawing/2014/main" id="{D3799764-8805-159B-12EF-6C6C9FAF5A7E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9323264" flipH="1">
                <a:off x="5223090" y="977680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66" name="Picture 165">
                <a:extLst>
                  <a:ext uri="{FF2B5EF4-FFF2-40B4-BE49-F238E27FC236}">
                    <a16:creationId xmlns:a16="http://schemas.microsoft.com/office/drawing/2014/main" id="{85540936-B0B9-39A1-7E20-A5DB9117623A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13424503" flipH="1">
                <a:off x="7049354" y="966826"/>
                <a:ext cx="501300" cy="1119886"/>
              </a:xfrm>
              <a:prstGeom prst="rect">
                <a:avLst/>
              </a:prstGeom>
            </p:spPr>
          </p:pic>
        </p:grpSp>
        <p:grpSp>
          <p:nvGrpSpPr>
            <p:cNvPr id="148" name="Group 147">
              <a:extLst>
                <a:ext uri="{FF2B5EF4-FFF2-40B4-BE49-F238E27FC236}">
                  <a16:creationId xmlns:a16="http://schemas.microsoft.com/office/drawing/2014/main" id="{AD3D8339-98CF-FF7C-59A6-78E7DCA3BED8}"/>
                </a:ext>
              </a:extLst>
            </p:cNvPr>
            <p:cNvGrpSpPr/>
            <p:nvPr/>
          </p:nvGrpSpPr>
          <p:grpSpPr>
            <a:xfrm rot="10800000">
              <a:off x="5212329" y="3446135"/>
              <a:ext cx="2327564" cy="1339103"/>
              <a:chOff x="5223090" y="758463"/>
              <a:chExt cx="2327564" cy="1339103"/>
            </a:xfrm>
          </p:grpSpPr>
          <p:pic>
            <p:nvPicPr>
              <p:cNvPr id="159" name="Picture 158">
                <a:extLst>
                  <a:ext uri="{FF2B5EF4-FFF2-40B4-BE49-F238E27FC236}">
                    <a16:creationId xmlns:a16="http://schemas.microsoft.com/office/drawing/2014/main" id="{9A69E514-2B3E-9F3B-9B10-CBEBF2D7FC71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9499472">
                <a:off x="5791200" y="758463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60" name="Picture 159">
                <a:extLst>
                  <a:ext uri="{FF2B5EF4-FFF2-40B4-BE49-F238E27FC236}">
                    <a16:creationId xmlns:a16="http://schemas.microsoft.com/office/drawing/2014/main" id="{969C04AB-92B7-3D62-580F-2A56B8E905FE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11335141">
                <a:off x="6459893" y="776279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61" name="Picture 160">
                <a:extLst>
                  <a:ext uri="{FF2B5EF4-FFF2-40B4-BE49-F238E27FC236}">
                    <a16:creationId xmlns:a16="http://schemas.microsoft.com/office/drawing/2014/main" id="{08FF41A6-26AA-784D-C07D-A1DA628C17A6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9323264" flipH="1">
                <a:off x="5223090" y="977680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62" name="Picture 161">
                <a:extLst>
                  <a:ext uri="{FF2B5EF4-FFF2-40B4-BE49-F238E27FC236}">
                    <a16:creationId xmlns:a16="http://schemas.microsoft.com/office/drawing/2014/main" id="{DE7FDF25-4BE1-F272-4C1A-4C1860B8BA95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13424503" flipH="1">
                <a:off x="7049354" y="966826"/>
                <a:ext cx="501300" cy="1119886"/>
              </a:xfrm>
              <a:prstGeom prst="rect">
                <a:avLst/>
              </a:prstGeom>
            </p:spPr>
          </p:pic>
        </p:grpSp>
        <p:grpSp>
          <p:nvGrpSpPr>
            <p:cNvPr id="149" name="Group 148">
              <a:extLst>
                <a:ext uri="{FF2B5EF4-FFF2-40B4-BE49-F238E27FC236}">
                  <a16:creationId xmlns:a16="http://schemas.microsoft.com/office/drawing/2014/main" id="{24F2669A-27A2-B41B-E16D-BAE52A2620ED}"/>
                </a:ext>
              </a:extLst>
            </p:cNvPr>
            <p:cNvGrpSpPr/>
            <p:nvPr/>
          </p:nvGrpSpPr>
          <p:grpSpPr>
            <a:xfrm rot="16367590">
              <a:off x="3671049" y="1904396"/>
              <a:ext cx="2327564" cy="1339103"/>
              <a:chOff x="5223090" y="758463"/>
              <a:chExt cx="2327564" cy="1339103"/>
            </a:xfrm>
          </p:grpSpPr>
          <p:pic>
            <p:nvPicPr>
              <p:cNvPr id="155" name="Picture 154">
                <a:extLst>
                  <a:ext uri="{FF2B5EF4-FFF2-40B4-BE49-F238E27FC236}">
                    <a16:creationId xmlns:a16="http://schemas.microsoft.com/office/drawing/2014/main" id="{48A1BEED-2797-183B-02B7-A6C29622C988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9499472">
                <a:off x="5791200" y="758463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56" name="Picture 155">
                <a:extLst>
                  <a:ext uri="{FF2B5EF4-FFF2-40B4-BE49-F238E27FC236}">
                    <a16:creationId xmlns:a16="http://schemas.microsoft.com/office/drawing/2014/main" id="{FCAA1D9B-2BE3-AFB6-C030-984D7845E00B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11335141">
                <a:off x="6459893" y="776279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57" name="Picture 156">
                <a:extLst>
                  <a:ext uri="{FF2B5EF4-FFF2-40B4-BE49-F238E27FC236}">
                    <a16:creationId xmlns:a16="http://schemas.microsoft.com/office/drawing/2014/main" id="{A1C7CBAD-5FD9-D36C-E5BF-62B057C3A0F5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9323264" flipH="1">
                <a:off x="5223090" y="977680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58" name="Picture 157">
                <a:extLst>
                  <a:ext uri="{FF2B5EF4-FFF2-40B4-BE49-F238E27FC236}">
                    <a16:creationId xmlns:a16="http://schemas.microsoft.com/office/drawing/2014/main" id="{3D37B3B9-EF90-D8EA-47A4-5CF6797268D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13424503" flipH="1">
                <a:off x="7049354" y="966826"/>
                <a:ext cx="501300" cy="1119886"/>
              </a:xfrm>
              <a:prstGeom prst="rect">
                <a:avLst/>
              </a:prstGeom>
            </p:spPr>
          </p:pic>
        </p:grpSp>
        <p:grpSp>
          <p:nvGrpSpPr>
            <p:cNvPr id="150" name="Group 149">
              <a:extLst>
                <a:ext uri="{FF2B5EF4-FFF2-40B4-BE49-F238E27FC236}">
                  <a16:creationId xmlns:a16="http://schemas.microsoft.com/office/drawing/2014/main" id="{9379E66C-653E-D856-F3DF-A33518A3DCB3}"/>
                </a:ext>
              </a:extLst>
            </p:cNvPr>
            <p:cNvGrpSpPr/>
            <p:nvPr/>
          </p:nvGrpSpPr>
          <p:grpSpPr>
            <a:xfrm rot="5400000">
              <a:off x="6704456" y="2000299"/>
              <a:ext cx="2327564" cy="1339103"/>
              <a:chOff x="5223090" y="758463"/>
              <a:chExt cx="2327564" cy="1339103"/>
            </a:xfrm>
          </p:grpSpPr>
          <p:pic>
            <p:nvPicPr>
              <p:cNvPr id="151" name="Picture 150">
                <a:extLst>
                  <a:ext uri="{FF2B5EF4-FFF2-40B4-BE49-F238E27FC236}">
                    <a16:creationId xmlns:a16="http://schemas.microsoft.com/office/drawing/2014/main" id="{89AA0170-CCB4-8528-4C37-16DA2701F131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9499472">
                <a:off x="5791200" y="758463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52" name="Picture 151">
                <a:extLst>
                  <a:ext uri="{FF2B5EF4-FFF2-40B4-BE49-F238E27FC236}">
                    <a16:creationId xmlns:a16="http://schemas.microsoft.com/office/drawing/2014/main" id="{E09E8C20-9267-B79E-DC18-D9C96C8ACDE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11335141">
                <a:off x="6459893" y="776279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53" name="Picture 152">
                <a:extLst>
                  <a:ext uri="{FF2B5EF4-FFF2-40B4-BE49-F238E27FC236}">
                    <a16:creationId xmlns:a16="http://schemas.microsoft.com/office/drawing/2014/main" id="{DCA90085-B0ED-7C6F-AA98-67586961E22C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9323264" flipH="1">
                <a:off x="5223090" y="977680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54" name="Picture 153">
                <a:extLst>
                  <a:ext uri="{FF2B5EF4-FFF2-40B4-BE49-F238E27FC236}">
                    <a16:creationId xmlns:a16="http://schemas.microsoft.com/office/drawing/2014/main" id="{B57A8535-ECD3-455E-B1E1-AC71B9E2A843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13424503" flipH="1">
                <a:off x="7049354" y="966826"/>
                <a:ext cx="501300" cy="1119886"/>
              </a:xfrm>
              <a:prstGeom prst="rect">
                <a:avLst/>
              </a:prstGeom>
            </p:spPr>
          </p:pic>
        </p:grpSp>
      </p:grpSp>
      <p:grpSp>
        <p:nvGrpSpPr>
          <p:cNvPr id="171" name="Group 170">
            <a:extLst>
              <a:ext uri="{FF2B5EF4-FFF2-40B4-BE49-F238E27FC236}">
                <a16:creationId xmlns:a16="http://schemas.microsoft.com/office/drawing/2014/main" id="{51292E69-46B4-6A7D-4379-5C53511BFD90}"/>
              </a:ext>
            </a:extLst>
          </p:cNvPr>
          <p:cNvGrpSpPr/>
          <p:nvPr/>
        </p:nvGrpSpPr>
        <p:grpSpPr>
          <a:xfrm>
            <a:off x="10732636" y="565094"/>
            <a:ext cx="1371600" cy="1371600"/>
            <a:chOff x="427081" y="263129"/>
            <a:chExt cx="1371600" cy="1371600"/>
          </a:xfrm>
        </p:grpSpPr>
        <p:sp>
          <p:nvSpPr>
            <p:cNvPr id="172" name="Rectangle 171">
              <a:extLst>
                <a:ext uri="{FF2B5EF4-FFF2-40B4-BE49-F238E27FC236}">
                  <a16:creationId xmlns:a16="http://schemas.microsoft.com/office/drawing/2014/main" id="{F88DE9E8-A6EE-5604-FBE1-A5854BCB701D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3" name="Plaque 172">
              <a:extLst>
                <a:ext uri="{FF2B5EF4-FFF2-40B4-BE49-F238E27FC236}">
                  <a16:creationId xmlns:a16="http://schemas.microsoft.com/office/drawing/2014/main" id="{370ADBE4-6701-B452-B189-D65C68DF8CAB}"/>
                </a:ext>
              </a:extLst>
            </p:cNvPr>
            <p:cNvSpPr/>
            <p:nvPr/>
          </p:nvSpPr>
          <p:spPr>
            <a:xfrm>
              <a:off x="56668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74" name="Group 173">
            <a:extLst>
              <a:ext uri="{FF2B5EF4-FFF2-40B4-BE49-F238E27FC236}">
                <a16:creationId xmlns:a16="http://schemas.microsoft.com/office/drawing/2014/main" id="{4EE1B358-D077-55B3-E3EF-3502D89D3061}"/>
              </a:ext>
            </a:extLst>
          </p:cNvPr>
          <p:cNvGrpSpPr/>
          <p:nvPr/>
        </p:nvGrpSpPr>
        <p:grpSpPr>
          <a:xfrm>
            <a:off x="280715" y="3936618"/>
            <a:ext cx="1371600" cy="1371600"/>
            <a:chOff x="427081" y="263129"/>
            <a:chExt cx="1371600" cy="1371600"/>
          </a:xfrm>
        </p:grpSpPr>
        <p:sp>
          <p:nvSpPr>
            <p:cNvPr id="175" name="Rectangle 174">
              <a:extLst>
                <a:ext uri="{FF2B5EF4-FFF2-40B4-BE49-F238E27FC236}">
                  <a16:creationId xmlns:a16="http://schemas.microsoft.com/office/drawing/2014/main" id="{2362BCC9-676B-D0EA-55D6-0543234DFEA0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6" name="Plaque 175">
              <a:extLst>
                <a:ext uri="{FF2B5EF4-FFF2-40B4-BE49-F238E27FC236}">
                  <a16:creationId xmlns:a16="http://schemas.microsoft.com/office/drawing/2014/main" id="{ACD354BE-71B9-452A-BFA9-F6E184C854CE}"/>
                </a:ext>
              </a:extLst>
            </p:cNvPr>
            <p:cNvSpPr/>
            <p:nvPr/>
          </p:nvSpPr>
          <p:spPr>
            <a:xfrm>
              <a:off x="56668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83" name="Group 182">
            <a:extLst>
              <a:ext uri="{FF2B5EF4-FFF2-40B4-BE49-F238E27FC236}">
                <a16:creationId xmlns:a16="http://schemas.microsoft.com/office/drawing/2014/main" id="{BD7074B7-5CE6-3B9B-8197-F3D1B145AE2B}"/>
              </a:ext>
            </a:extLst>
          </p:cNvPr>
          <p:cNvGrpSpPr/>
          <p:nvPr/>
        </p:nvGrpSpPr>
        <p:grpSpPr>
          <a:xfrm>
            <a:off x="651043" y="4455355"/>
            <a:ext cx="631137" cy="505972"/>
            <a:chOff x="5010218" y="2694841"/>
            <a:chExt cx="2523392" cy="2022962"/>
          </a:xfrm>
        </p:grpSpPr>
        <p:sp>
          <p:nvSpPr>
            <p:cNvPr id="184" name="Moon 183">
              <a:extLst>
                <a:ext uri="{FF2B5EF4-FFF2-40B4-BE49-F238E27FC236}">
                  <a16:creationId xmlns:a16="http://schemas.microsoft.com/office/drawing/2014/main" id="{3D7EBBA5-9CF3-1F53-BE6A-A1F6D6E86D40}"/>
                </a:ext>
              </a:extLst>
            </p:cNvPr>
            <p:cNvSpPr/>
            <p:nvPr/>
          </p:nvSpPr>
          <p:spPr>
            <a:xfrm rot="16200000">
              <a:off x="5683528" y="2021531"/>
              <a:ext cx="1176771" cy="2523392"/>
            </a:xfrm>
            <a:prstGeom prst="moon">
              <a:avLst>
                <a:gd name="adj" fmla="val 5523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5" name="Isosceles Triangle 184">
              <a:extLst>
                <a:ext uri="{FF2B5EF4-FFF2-40B4-BE49-F238E27FC236}">
                  <a16:creationId xmlns:a16="http://schemas.microsoft.com/office/drawing/2014/main" id="{E887F0EA-0FFC-8F5C-AEEF-A8D613587A59}"/>
                </a:ext>
              </a:extLst>
            </p:cNvPr>
            <p:cNvSpPr/>
            <p:nvPr/>
          </p:nvSpPr>
          <p:spPr>
            <a:xfrm>
              <a:off x="6132701" y="2694841"/>
              <a:ext cx="278423" cy="1723292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6" name="Moon 185">
              <a:extLst>
                <a:ext uri="{FF2B5EF4-FFF2-40B4-BE49-F238E27FC236}">
                  <a16:creationId xmlns:a16="http://schemas.microsoft.com/office/drawing/2014/main" id="{5930625C-DAA3-8CD7-47AC-1E199E590909}"/>
                </a:ext>
              </a:extLst>
            </p:cNvPr>
            <p:cNvSpPr/>
            <p:nvPr/>
          </p:nvSpPr>
          <p:spPr>
            <a:xfrm rot="5400000">
              <a:off x="5972241" y="3787285"/>
              <a:ext cx="599341" cy="1261696"/>
            </a:xfrm>
            <a:prstGeom prst="moon">
              <a:avLst>
                <a:gd name="adj" fmla="val 37626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87" name="Group 186">
              <a:extLst>
                <a:ext uri="{FF2B5EF4-FFF2-40B4-BE49-F238E27FC236}">
                  <a16:creationId xmlns:a16="http://schemas.microsoft.com/office/drawing/2014/main" id="{25396257-336E-7E85-B11C-1AE15822B1B2}"/>
                </a:ext>
              </a:extLst>
            </p:cNvPr>
            <p:cNvGrpSpPr/>
            <p:nvPr/>
          </p:nvGrpSpPr>
          <p:grpSpPr>
            <a:xfrm>
              <a:off x="5240214" y="3072211"/>
              <a:ext cx="862512" cy="587761"/>
              <a:chOff x="5240214" y="3072211"/>
              <a:chExt cx="862512" cy="587761"/>
            </a:xfrm>
          </p:grpSpPr>
          <p:sp>
            <p:nvSpPr>
              <p:cNvPr id="192" name="Oval 191">
                <a:extLst>
                  <a:ext uri="{FF2B5EF4-FFF2-40B4-BE49-F238E27FC236}">
                    <a16:creationId xmlns:a16="http://schemas.microsoft.com/office/drawing/2014/main" id="{0D78027D-2290-4C6B-F720-2C9B672D35E2}"/>
                  </a:ext>
                </a:extLst>
              </p:cNvPr>
              <p:cNvSpPr/>
              <p:nvPr/>
            </p:nvSpPr>
            <p:spPr>
              <a:xfrm>
                <a:off x="5475402" y="3233279"/>
                <a:ext cx="274320" cy="27432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3" name="Oval 192">
                <a:extLst>
                  <a:ext uri="{FF2B5EF4-FFF2-40B4-BE49-F238E27FC236}">
                    <a16:creationId xmlns:a16="http://schemas.microsoft.com/office/drawing/2014/main" id="{88DC8E7C-3845-A2B4-4868-F38A0F271863}"/>
                  </a:ext>
                </a:extLst>
              </p:cNvPr>
              <p:cNvSpPr/>
              <p:nvPr/>
            </p:nvSpPr>
            <p:spPr>
              <a:xfrm>
                <a:off x="5240214" y="3072211"/>
                <a:ext cx="228600" cy="22860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4" name="Oval 193">
                <a:extLst>
                  <a:ext uri="{FF2B5EF4-FFF2-40B4-BE49-F238E27FC236}">
                    <a16:creationId xmlns:a16="http://schemas.microsoft.com/office/drawing/2014/main" id="{5253FC48-0E0E-6FDD-036D-01053E164AEA}"/>
                  </a:ext>
                </a:extLst>
              </p:cNvPr>
              <p:cNvSpPr/>
              <p:nvPr/>
            </p:nvSpPr>
            <p:spPr>
              <a:xfrm>
                <a:off x="5782686" y="3339932"/>
                <a:ext cx="320040" cy="32004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88" name="Group 187">
              <a:extLst>
                <a:ext uri="{FF2B5EF4-FFF2-40B4-BE49-F238E27FC236}">
                  <a16:creationId xmlns:a16="http://schemas.microsoft.com/office/drawing/2014/main" id="{B3CB005E-B57E-B712-DCAF-C02AB5711356}"/>
                </a:ext>
              </a:extLst>
            </p:cNvPr>
            <p:cNvGrpSpPr/>
            <p:nvPr/>
          </p:nvGrpSpPr>
          <p:grpSpPr>
            <a:xfrm flipH="1">
              <a:off x="6400433" y="3085350"/>
              <a:ext cx="862512" cy="587761"/>
              <a:chOff x="5240214" y="3072211"/>
              <a:chExt cx="862512" cy="587761"/>
            </a:xfrm>
          </p:grpSpPr>
          <p:sp>
            <p:nvSpPr>
              <p:cNvPr id="189" name="Oval 188">
                <a:extLst>
                  <a:ext uri="{FF2B5EF4-FFF2-40B4-BE49-F238E27FC236}">
                    <a16:creationId xmlns:a16="http://schemas.microsoft.com/office/drawing/2014/main" id="{43BCE9CA-BB0A-081B-CDF5-89A580CEB1FF}"/>
                  </a:ext>
                </a:extLst>
              </p:cNvPr>
              <p:cNvSpPr/>
              <p:nvPr/>
            </p:nvSpPr>
            <p:spPr>
              <a:xfrm>
                <a:off x="5475402" y="3233279"/>
                <a:ext cx="274320" cy="27432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0" name="Oval 189">
                <a:extLst>
                  <a:ext uri="{FF2B5EF4-FFF2-40B4-BE49-F238E27FC236}">
                    <a16:creationId xmlns:a16="http://schemas.microsoft.com/office/drawing/2014/main" id="{16CA2659-0B0C-FF9B-6901-1573BEE82289}"/>
                  </a:ext>
                </a:extLst>
              </p:cNvPr>
              <p:cNvSpPr/>
              <p:nvPr/>
            </p:nvSpPr>
            <p:spPr>
              <a:xfrm>
                <a:off x="5240214" y="3072211"/>
                <a:ext cx="228600" cy="22860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1" name="Oval 190">
                <a:extLst>
                  <a:ext uri="{FF2B5EF4-FFF2-40B4-BE49-F238E27FC236}">
                    <a16:creationId xmlns:a16="http://schemas.microsoft.com/office/drawing/2014/main" id="{F543D99B-8F36-DB1C-105C-440D1CE77738}"/>
                  </a:ext>
                </a:extLst>
              </p:cNvPr>
              <p:cNvSpPr/>
              <p:nvPr/>
            </p:nvSpPr>
            <p:spPr>
              <a:xfrm>
                <a:off x="5782686" y="3339932"/>
                <a:ext cx="320040" cy="32004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213" name="Picture 212">
            <a:extLst>
              <a:ext uri="{FF2B5EF4-FFF2-40B4-BE49-F238E27FC236}">
                <a16:creationId xmlns:a16="http://schemas.microsoft.com/office/drawing/2014/main" id="{EE5FF571-89E7-5E6B-2D2E-D1CD3908884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0943" y="2349600"/>
            <a:ext cx="863170" cy="863170"/>
          </a:xfrm>
          <a:prstGeom prst="rect">
            <a:avLst/>
          </a:prstGeom>
        </p:spPr>
      </p:pic>
      <p:grpSp>
        <p:nvGrpSpPr>
          <p:cNvPr id="214" name="Group 213">
            <a:extLst>
              <a:ext uri="{FF2B5EF4-FFF2-40B4-BE49-F238E27FC236}">
                <a16:creationId xmlns:a16="http://schemas.microsoft.com/office/drawing/2014/main" id="{E6F21B7C-5DF0-4DC1-A831-2C41078F1C72}"/>
              </a:ext>
            </a:extLst>
          </p:cNvPr>
          <p:cNvGrpSpPr/>
          <p:nvPr/>
        </p:nvGrpSpPr>
        <p:grpSpPr>
          <a:xfrm>
            <a:off x="116728" y="2046457"/>
            <a:ext cx="1371600" cy="1371600"/>
            <a:chOff x="427081" y="263129"/>
            <a:chExt cx="1371600" cy="1371600"/>
          </a:xfrm>
        </p:grpSpPr>
        <p:sp>
          <p:nvSpPr>
            <p:cNvPr id="215" name="Rectangle 214">
              <a:extLst>
                <a:ext uri="{FF2B5EF4-FFF2-40B4-BE49-F238E27FC236}">
                  <a16:creationId xmlns:a16="http://schemas.microsoft.com/office/drawing/2014/main" id="{2BE41859-02A8-315F-B94C-CCF4DC40AFF0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6" name="Plaque 215">
              <a:extLst>
                <a:ext uri="{FF2B5EF4-FFF2-40B4-BE49-F238E27FC236}">
                  <a16:creationId xmlns:a16="http://schemas.microsoft.com/office/drawing/2014/main" id="{BA192189-34F7-322C-2F68-0F71A48F7FF1}"/>
                </a:ext>
              </a:extLst>
            </p:cNvPr>
            <p:cNvSpPr/>
            <p:nvPr/>
          </p:nvSpPr>
          <p:spPr>
            <a:xfrm>
              <a:off x="56668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17" name="Group 216">
            <a:extLst>
              <a:ext uri="{FF2B5EF4-FFF2-40B4-BE49-F238E27FC236}">
                <a16:creationId xmlns:a16="http://schemas.microsoft.com/office/drawing/2014/main" id="{95686D8E-383C-D9ED-BAC0-42EED20288FD}"/>
              </a:ext>
            </a:extLst>
          </p:cNvPr>
          <p:cNvGrpSpPr/>
          <p:nvPr/>
        </p:nvGrpSpPr>
        <p:grpSpPr>
          <a:xfrm>
            <a:off x="5206386" y="3948828"/>
            <a:ext cx="1371600" cy="1371600"/>
            <a:chOff x="427081" y="263129"/>
            <a:chExt cx="1371600" cy="1371600"/>
          </a:xfrm>
        </p:grpSpPr>
        <p:sp>
          <p:nvSpPr>
            <p:cNvPr id="218" name="Rectangle 217">
              <a:extLst>
                <a:ext uri="{FF2B5EF4-FFF2-40B4-BE49-F238E27FC236}">
                  <a16:creationId xmlns:a16="http://schemas.microsoft.com/office/drawing/2014/main" id="{6ED7D03B-F455-FE56-E7C7-020A6BCF893B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9" name="Plaque 218">
              <a:extLst>
                <a:ext uri="{FF2B5EF4-FFF2-40B4-BE49-F238E27FC236}">
                  <a16:creationId xmlns:a16="http://schemas.microsoft.com/office/drawing/2014/main" id="{00C194FF-0169-F91C-E8E8-DFD5D4D95A60}"/>
                </a:ext>
              </a:extLst>
            </p:cNvPr>
            <p:cNvSpPr/>
            <p:nvPr/>
          </p:nvSpPr>
          <p:spPr>
            <a:xfrm>
              <a:off x="566683" y="48482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20" name="Group 219">
            <a:extLst>
              <a:ext uri="{FF2B5EF4-FFF2-40B4-BE49-F238E27FC236}">
                <a16:creationId xmlns:a16="http://schemas.microsoft.com/office/drawing/2014/main" id="{568F0D71-4E5D-1C31-4520-DF408D27054B}"/>
              </a:ext>
            </a:extLst>
          </p:cNvPr>
          <p:cNvGrpSpPr/>
          <p:nvPr/>
        </p:nvGrpSpPr>
        <p:grpSpPr>
          <a:xfrm>
            <a:off x="1764480" y="3940851"/>
            <a:ext cx="1371600" cy="1371600"/>
            <a:chOff x="427081" y="263129"/>
            <a:chExt cx="1371600" cy="1371600"/>
          </a:xfrm>
        </p:grpSpPr>
        <p:sp>
          <p:nvSpPr>
            <p:cNvPr id="221" name="Rectangle 220">
              <a:extLst>
                <a:ext uri="{FF2B5EF4-FFF2-40B4-BE49-F238E27FC236}">
                  <a16:creationId xmlns:a16="http://schemas.microsoft.com/office/drawing/2014/main" id="{E9292DD4-3ECA-D21A-C931-02ADAA433F4A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2" name="Plaque 221">
              <a:extLst>
                <a:ext uri="{FF2B5EF4-FFF2-40B4-BE49-F238E27FC236}">
                  <a16:creationId xmlns:a16="http://schemas.microsoft.com/office/drawing/2014/main" id="{766062E0-76E1-9898-0C30-77C098FDD9E0}"/>
                </a:ext>
              </a:extLst>
            </p:cNvPr>
            <p:cNvSpPr/>
            <p:nvPr/>
          </p:nvSpPr>
          <p:spPr>
            <a:xfrm>
              <a:off x="566683" y="48482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23" name="Group 222">
            <a:extLst>
              <a:ext uri="{FF2B5EF4-FFF2-40B4-BE49-F238E27FC236}">
                <a16:creationId xmlns:a16="http://schemas.microsoft.com/office/drawing/2014/main" id="{39F7A655-268B-A4BE-6755-6866181E13E0}"/>
              </a:ext>
            </a:extLst>
          </p:cNvPr>
          <p:cNvGrpSpPr/>
          <p:nvPr/>
        </p:nvGrpSpPr>
        <p:grpSpPr>
          <a:xfrm rot="19097516">
            <a:off x="2154478" y="4257737"/>
            <a:ext cx="577458" cy="886118"/>
            <a:chOff x="5275383" y="2444259"/>
            <a:chExt cx="2101363" cy="3224576"/>
          </a:xfrm>
        </p:grpSpPr>
        <p:sp>
          <p:nvSpPr>
            <p:cNvPr id="224" name="Isosceles Triangle 223">
              <a:extLst>
                <a:ext uri="{FF2B5EF4-FFF2-40B4-BE49-F238E27FC236}">
                  <a16:creationId xmlns:a16="http://schemas.microsoft.com/office/drawing/2014/main" id="{E03E3617-0EC4-838F-9982-637DE7DB5ACB}"/>
                </a:ext>
              </a:extLst>
            </p:cNvPr>
            <p:cNvSpPr/>
            <p:nvPr/>
          </p:nvSpPr>
          <p:spPr>
            <a:xfrm rot="10800000">
              <a:off x="5653455" y="3974123"/>
              <a:ext cx="1345223" cy="474785"/>
            </a:xfrm>
            <a:prstGeom prst="triangle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5" name="Isosceles Triangle 224">
              <a:extLst>
                <a:ext uri="{FF2B5EF4-FFF2-40B4-BE49-F238E27FC236}">
                  <a16:creationId xmlns:a16="http://schemas.microsoft.com/office/drawing/2014/main" id="{53182409-4F6F-5AA0-31A2-BAD7672A42AA}"/>
                </a:ext>
              </a:extLst>
            </p:cNvPr>
            <p:cNvSpPr/>
            <p:nvPr/>
          </p:nvSpPr>
          <p:spPr>
            <a:xfrm>
              <a:off x="5675434" y="2699238"/>
              <a:ext cx="219808" cy="1274885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6" name="Isosceles Triangle 225">
              <a:extLst>
                <a:ext uri="{FF2B5EF4-FFF2-40B4-BE49-F238E27FC236}">
                  <a16:creationId xmlns:a16="http://schemas.microsoft.com/office/drawing/2014/main" id="{1AD9A557-5385-8141-1EBC-070FE0DD70D9}"/>
                </a:ext>
              </a:extLst>
            </p:cNvPr>
            <p:cNvSpPr/>
            <p:nvPr/>
          </p:nvSpPr>
          <p:spPr>
            <a:xfrm>
              <a:off x="6778870" y="2699237"/>
              <a:ext cx="219808" cy="1274885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7" name="Isosceles Triangle 226">
              <a:extLst>
                <a:ext uri="{FF2B5EF4-FFF2-40B4-BE49-F238E27FC236}">
                  <a16:creationId xmlns:a16="http://schemas.microsoft.com/office/drawing/2014/main" id="{E4312685-F54F-DAF7-4795-00D2F756BA15}"/>
                </a:ext>
              </a:extLst>
            </p:cNvPr>
            <p:cNvSpPr/>
            <p:nvPr/>
          </p:nvSpPr>
          <p:spPr>
            <a:xfrm>
              <a:off x="6216162" y="2444259"/>
              <a:ext cx="219808" cy="1529863"/>
            </a:xfrm>
            <a:prstGeom prst="triangl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8" name="Moon 227">
              <a:extLst>
                <a:ext uri="{FF2B5EF4-FFF2-40B4-BE49-F238E27FC236}">
                  <a16:creationId xmlns:a16="http://schemas.microsoft.com/office/drawing/2014/main" id="{5C3720B2-CD3B-F33B-4466-4F393F81067E}"/>
                </a:ext>
              </a:extLst>
            </p:cNvPr>
            <p:cNvSpPr/>
            <p:nvPr/>
          </p:nvSpPr>
          <p:spPr>
            <a:xfrm rot="5400000">
              <a:off x="6060099" y="4769824"/>
              <a:ext cx="531929" cy="1266094"/>
            </a:xfrm>
            <a:prstGeom prst="moon">
              <a:avLst>
                <a:gd name="adj" fmla="val 38235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9" name="Isosceles Triangle 228">
              <a:extLst>
                <a:ext uri="{FF2B5EF4-FFF2-40B4-BE49-F238E27FC236}">
                  <a16:creationId xmlns:a16="http://schemas.microsoft.com/office/drawing/2014/main" id="{5664061B-71E2-0B43-3677-D5396B908D1D}"/>
                </a:ext>
              </a:extLst>
            </p:cNvPr>
            <p:cNvSpPr/>
            <p:nvPr/>
          </p:nvSpPr>
          <p:spPr>
            <a:xfrm rot="10800000">
              <a:off x="6000749" y="4211516"/>
              <a:ext cx="650633" cy="1424349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0" name="Moon 229">
              <a:extLst>
                <a:ext uri="{FF2B5EF4-FFF2-40B4-BE49-F238E27FC236}">
                  <a16:creationId xmlns:a16="http://schemas.microsoft.com/office/drawing/2014/main" id="{A29BC6D3-6478-3744-E979-2AA74E5D1894}"/>
                </a:ext>
              </a:extLst>
            </p:cNvPr>
            <p:cNvSpPr/>
            <p:nvPr/>
          </p:nvSpPr>
          <p:spPr>
            <a:xfrm rot="5400000">
              <a:off x="6027126" y="3697166"/>
              <a:ext cx="597877" cy="2101363"/>
            </a:xfrm>
            <a:prstGeom prst="mo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31" name="Group 230">
            <a:extLst>
              <a:ext uri="{FF2B5EF4-FFF2-40B4-BE49-F238E27FC236}">
                <a16:creationId xmlns:a16="http://schemas.microsoft.com/office/drawing/2014/main" id="{9184543B-6D50-1B12-EE1B-7D21F16B95B9}"/>
              </a:ext>
            </a:extLst>
          </p:cNvPr>
          <p:cNvGrpSpPr/>
          <p:nvPr/>
        </p:nvGrpSpPr>
        <p:grpSpPr>
          <a:xfrm rot="19005849">
            <a:off x="5423598" y="4498610"/>
            <a:ext cx="1093057" cy="584571"/>
            <a:chOff x="5276797" y="2347914"/>
            <a:chExt cx="3125698" cy="1671636"/>
          </a:xfrm>
        </p:grpSpPr>
        <p:grpSp>
          <p:nvGrpSpPr>
            <p:cNvPr id="232" name="Group 231">
              <a:extLst>
                <a:ext uri="{FF2B5EF4-FFF2-40B4-BE49-F238E27FC236}">
                  <a16:creationId xmlns:a16="http://schemas.microsoft.com/office/drawing/2014/main" id="{168680D1-F4E5-737A-B3B9-DA9905341BCE}"/>
                </a:ext>
              </a:extLst>
            </p:cNvPr>
            <p:cNvGrpSpPr/>
            <p:nvPr/>
          </p:nvGrpSpPr>
          <p:grpSpPr>
            <a:xfrm>
              <a:off x="5276797" y="2537857"/>
              <a:ext cx="3125698" cy="1481693"/>
              <a:chOff x="5791718" y="2234167"/>
              <a:chExt cx="2790776" cy="1322929"/>
            </a:xfrm>
          </p:grpSpPr>
          <p:sp>
            <p:nvSpPr>
              <p:cNvPr id="234" name="Moon 233">
                <a:extLst>
                  <a:ext uri="{FF2B5EF4-FFF2-40B4-BE49-F238E27FC236}">
                    <a16:creationId xmlns:a16="http://schemas.microsoft.com/office/drawing/2014/main" id="{C6269848-7015-B304-9906-B1EF9BC09ED6}"/>
                  </a:ext>
                </a:extLst>
              </p:cNvPr>
              <p:cNvSpPr/>
              <p:nvPr/>
            </p:nvSpPr>
            <p:spPr>
              <a:xfrm rot="16200000" flipV="1">
                <a:off x="6751867" y="1274018"/>
                <a:ext cx="870477" cy="2790776"/>
              </a:xfrm>
              <a:prstGeom prst="moon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5" name="Moon 234">
                <a:extLst>
                  <a:ext uri="{FF2B5EF4-FFF2-40B4-BE49-F238E27FC236}">
                    <a16:creationId xmlns:a16="http://schemas.microsoft.com/office/drawing/2014/main" id="{8B95B3A9-A65E-870A-DC7F-C2D5BF8876BC}"/>
                  </a:ext>
                </a:extLst>
              </p:cNvPr>
              <p:cNvSpPr/>
              <p:nvPr/>
            </p:nvSpPr>
            <p:spPr>
              <a:xfrm rot="16200000" flipV="1">
                <a:off x="6921280" y="2626996"/>
                <a:ext cx="531649" cy="1328550"/>
              </a:xfrm>
              <a:prstGeom prst="moon">
                <a:avLst>
                  <a:gd name="adj" fmla="val 58361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6" name="Trapezoid 235">
                <a:extLst>
                  <a:ext uri="{FF2B5EF4-FFF2-40B4-BE49-F238E27FC236}">
                    <a16:creationId xmlns:a16="http://schemas.microsoft.com/office/drawing/2014/main" id="{D3022ED0-9576-FF99-B453-725722F60C7C}"/>
                  </a:ext>
                </a:extLst>
              </p:cNvPr>
              <p:cNvSpPr/>
              <p:nvPr/>
            </p:nvSpPr>
            <p:spPr>
              <a:xfrm rot="10800000">
                <a:off x="6813018" y="2514600"/>
                <a:ext cx="748172" cy="1042496"/>
              </a:xfrm>
              <a:prstGeom prst="trapezoid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7" name="Oval 236">
                <a:extLst>
                  <a:ext uri="{FF2B5EF4-FFF2-40B4-BE49-F238E27FC236}">
                    <a16:creationId xmlns:a16="http://schemas.microsoft.com/office/drawing/2014/main" id="{111A998C-5D03-8566-A53E-9E32EBF19B58}"/>
                  </a:ext>
                </a:extLst>
              </p:cNvPr>
              <p:cNvSpPr/>
              <p:nvPr/>
            </p:nvSpPr>
            <p:spPr>
              <a:xfrm>
                <a:off x="6455154" y="2644988"/>
                <a:ext cx="351316" cy="351316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8" name="Oval 237">
                <a:extLst>
                  <a:ext uri="{FF2B5EF4-FFF2-40B4-BE49-F238E27FC236}">
                    <a16:creationId xmlns:a16="http://schemas.microsoft.com/office/drawing/2014/main" id="{D50DD21B-218F-A884-9A59-C16BBC9AC1C2}"/>
                  </a:ext>
                </a:extLst>
              </p:cNvPr>
              <p:cNvSpPr/>
              <p:nvPr/>
            </p:nvSpPr>
            <p:spPr>
              <a:xfrm>
                <a:off x="7037449" y="2674398"/>
                <a:ext cx="292763" cy="292763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9" name="Oval 238">
                <a:extLst>
                  <a:ext uri="{FF2B5EF4-FFF2-40B4-BE49-F238E27FC236}">
                    <a16:creationId xmlns:a16="http://schemas.microsoft.com/office/drawing/2014/main" id="{C2F8FB8E-3BF1-C420-71DA-DB75F1C0BB6E}"/>
                  </a:ext>
                </a:extLst>
              </p:cNvPr>
              <p:cNvSpPr/>
              <p:nvPr/>
            </p:nvSpPr>
            <p:spPr>
              <a:xfrm>
                <a:off x="7066725" y="2986895"/>
                <a:ext cx="234210" cy="23421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0" name="Oval 239">
                <a:extLst>
                  <a:ext uri="{FF2B5EF4-FFF2-40B4-BE49-F238E27FC236}">
                    <a16:creationId xmlns:a16="http://schemas.microsoft.com/office/drawing/2014/main" id="{E06EF195-44D3-0504-C5B6-C78B3783AB07}"/>
                  </a:ext>
                </a:extLst>
              </p:cNvPr>
              <p:cNvSpPr/>
              <p:nvPr/>
            </p:nvSpPr>
            <p:spPr>
              <a:xfrm>
                <a:off x="7096001" y="3257681"/>
                <a:ext cx="175658" cy="175658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1" name="Oval 240">
                <a:extLst>
                  <a:ext uri="{FF2B5EF4-FFF2-40B4-BE49-F238E27FC236}">
                    <a16:creationId xmlns:a16="http://schemas.microsoft.com/office/drawing/2014/main" id="{8694ADEF-2566-D99E-5C3F-DD1C07011A3C}"/>
                  </a:ext>
                </a:extLst>
              </p:cNvPr>
              <p:cNvSpPr/>
              <p:nvPr/>
            </p:nvSpPr>
            <p:spPr>
              <a:xfrm>
                <a:off x="7583919" y="2649938"/>
                <a:ext cx="351316" cy="351316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2" name="Oval 241">
                <a:extLst>
                  <a:ext uri="{FF2B5EF4-FFF2-40B4-BE49-F238E27FC236}">
                    <a16:creationId xmlns:a16="http://schemas.microsoft.com/office/drawing/2014/main" id="{C097A8D6-522F-6080-5BFC-EB9FF69A66EC}"/>
                  </a:ext>
                </a:extLst>
              </p:cNvPr>
              <p:cNvSpPr/>
              <p:nvPr/>
            </p:nvSpPr>
            <p:spPr>
              <a:xfrm>
                <a:off x="6163678" y="2575651"/>
                <a:ext cx="292763" cy="292763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3" name="Oval 242">
                <a:extLst>
                  <a:ext uri="{FF2B5EF4-FFF2-40B4-BE49-F238E27FC236}">
                    <a16:creationId xmlns:a16="http://schemas.microsoft.com/office/drawing/2014/main" id="{AAC22230-26C7-62A6-99A8-7D56C3DDB048}"/>
                  </a:ext>
                </a:extLst>
              </p:cNvPr>
              <p:cNvSpPr/>
              <p:nvPr/>
            </p:nvSpPr>
            <p:spPr>
              <a:xfrm>
                <a:off x="7935235" y="2563649"/>
                <a:ext cx="292763" cy="292763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4" name="Oval 243">
                <a:extLst>
                  <a:ext uri="{FF2B5EF4-FFF2-40B4-BE49-F238E27FC236}">
                    <a16:creationId xmlns:a16="http://schemas.microsoft.com/office/drawing/2014/main" id="{62E31A46-7FA6-E591-37F3-8E199F5801E8}"/>
                  </a:ext>
                </a:extLst>
              </p:cNvPr>
              <p:cNvSpPr/>
              <p:nvPr/>
            </p:nvSpPr>
            <p:spPr>
              <a:xfrm>
                <a:off x="5993280" y="2489527"/>
                <a:ext cx="175658" cy="175658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5" name="Oval 244">
                <a:extLst>
                  <a:ext uri="{FF2B5EF4-FFF2-40B4-BE49-F238E27FC236}">
                    <a16:creationId xmlns:a16="http://schemas.microsoft.com/office/drawing/2014/main" id="{AD7324C7-6528-16C0-4248-9582116B0D57}"/>
                  </a:ext>
                </a:extLst>
              </p:cNvPr>
              <p:cNvSpPr/>
              <p:nvPr/>
            </p:nvSpPr>
            <p:spPr>
              <a:xfrm>
                <a:off x="8203057" y="2470977"/>
                <a:ext cx="175658" cy="175658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33" name="Moon 232">
              <a:extLst>
                <a:ext uri="{FF2B5EF4-FFF2-40B4-BE49-F238E27FC236}">
                  <a16:creationId xmlns:a16="http://schemas.microsoft.com/office/drawing/2014/main" id="{4F331029-01BA-3E8B-4C6A-9419D97A6662}"/>
                </a:ext>
              </a:extLst>
            </p:cNvPr>
            <p:cNvSpPr/>
            <p:nvPr/>
          </p:nvSpPr>
          <p:spPr>
            <a:xfrm rot="16200000">
              <a:off x="6578719" y="2215251"/>
              <a:ext cx="528871" cy="794198"/>
            </a:xfrm>
            <a:prstGeom prst="moon">
              <a:avLst>
                <a:gd name="adj" fmla="val 37993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5" name="Group 194">
            <a:extLst>
              <a:ext uri="{FF2B5EF4-FFF2-40B4-BE49-F238E27FC236}">
                <a16:creationId xmlns:a16="http://schemas.microsoft.com/office/drawing/2014/main" id="{6F5B4EC1-259E-F326-8537-AEA962D1D33A}"/>
              </a:ext>
            </a:extLst>
          </p:cNvPr>
          <p:cNvGrpSpPr/>
          <p:nvPr/>
        </p:nvGrpSpPr>
        <p:grpSpPr>
          <a:xfrm>
            <a:off x="8178797" y="3937410"/>
            <a:ext cx="1371600" cy="1371600"/>
            <a:chOff x="427081" y="263129"/>
            <a:chExt cx="1371600" cy="1371600"/>
          </a:xfrm>
        </p:grpSpPr>
        <p:sp>
          <p:nvSpPr>
            <p:cNvPr id="196" name="Rectangle 195">
              <a:extLst>
                <a:ext uri="{FF2B5EF4-FFF2-40B4-BE49-F238E27FC236}">
                  <a16:creationId xmlns:a16="http://schemas.microsoft.com/office/drawing/2014/main" id="{E8CEDA50-61F0-CF72-1260-59ADC2A93262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7" name="Plaque 196">
              <a:extLst>
                <a:ext uri="{FF2B5EF4-FFF2-40B4-BE49-F238E27FC236}">
                  <a16:creationId xmlns:a16="http://schemas.microsoft.com/office/drawing/2014/main" id="{82C70602-E460-393B-9878-38430C24AD16}"/>
                </a:ext>
              </a:extLst>
            </p:cNvPr>
            <p:cNvSpPr/>
            <p:nvPr/>
          </p:nvSpPr>
          <p:spPr>
            <a:xfrm>
              <a:off x="56668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3" name="Group 202">
            <a:extLst>
              <a:ext uri="{FF2B5EF4-FFF2-40B4-BE49-F238E27FC236}">
                <a16:creationId xmlns:a16="http://schemas.microsoft.com/office/drawing/2014/main" id="{193A70C2-9665-D76B-1AE2-B41DB7F9141F}"/>
              </a:ext>
            </a:extLst>
          </p:cNvPr>
          <p:cNvGrpSpPr/>
          <p:nvPr/>
        </p:nvGrpSpPr>
        <p:grpSpPr>
          <a:xfrm>
            <a:off x="8551020" y="4251971"/>
            <a:ext cx="625640" cy="825748"/>
            <a:chOff x="5200606" y="948929"/>
            <a:chExt cx="895394" cy="1181783"/>
          </a:xfrm>
        </p:grpSpPr>
        <p:sp>
          <p:nvSpPr>
            <p:cNvPr id="204" name="Isosceles Triangle 203">
              <a:extLst>
                <a:ext uri="{FF2B5EF4-FFF2-40B4-BE49-F238E27FC236}">
                  <a16:creationId xmlns:a16="http://schemas.microsoft.com/office/drawing/2014/main" id="{89427A9A-54E6-F795-237A-D115541B06D0}"/>
                </a:ext>
              </a:extLst>
            </p:cNvPr>
            <p:cNvSpPr/>
            <p:nvPr/>
          </p:nvSpPr>
          <p:spPr>
            <a:xfrm>
              <a:off x="5448300" y="948929"/>
              <a:ext cx="406400" cy="55880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5" name="Isosceles Triangle 204">
              <a:extLst>
                <a:ext uri="{FF2B5EF4-FFF2-40B4-BE49-F238E27FC236}">
                  <a16:creationId xmlns:a16="http://schemas.microsoft.com/office/drawing/2014/main" id="{B48E1623-CE3A-F72D-7B9F-0C07FF4B307A}"/>
                </a:ext>
              </a:extLst>
            </p:cNvPr>
            <p:cNvSpPr/>
            <p:nvPr/>
          </p:nvSpPr>
          <p:spPr>
            <a:xfrm>
              <a:off x="5200606" y="1571912"/>
              <a:ext cx="406400" cy="55880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" name="Isosceles Triangle 205">
              <a:extLst>
                <a:ext uri="{FF2B5EF4-FFF2-40B4-BE49-F238E27FC236}">
                  <a16:creationId xmlns:a16="http://schemas.microsoft.com/office/drawing/2014/main" id="{F4F6E9D9-F70F-4815-9849-71406CAADFFE}"/>
                </a:ext>
              </a:extLst>
            </p:cNvPr>
            <p:cNvSpPr/>
            <p:nvPr/>
          </p:nvSpPr>
          <p:spPr>
            <a:xfrm>
              <a:off x="5689600" y="1571912"/>
              <a:ext cx="406400" cy="55880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8" name="Group 197">
            <a:extLst>
              <a:ext uri="{FF2B5EF4-FFF2-40B4-BE49-F238E27FC236}">
                <a16:creationId xmlns:a16="http://schemas.microsoft.com/office/drawing/2014/main" id="{C27C3161-EE2B-E926-40F5-6CEF2B1CCD25}"/>
              </a:ext>
            </a:extLst>
          </p:cNvPr>
          <p:cNvGrpSpPr/>
          <p:nvPr/>
        </p:nvGrpSpPr>
        <p:grpSpPr>
          <a:xfrm>
            <a:off x="3151872" y="554517"/>
            <a:ext cx="1371600" cy="1371600"/>
            <a:chOff x="427081" y="263129"/>
            <a:chExt cx="1371600" cy="1371600"/>
          </a:xfrm>
        </p:grpSpPr>
        <p:sp>
          <p:nvSpPr>
            <p:cNvPr id="199" name="Rectangle 198">
              <a:extLst>
                <a:ext uri="{FF2B5EF4-FFF2-40B4-BE49-F238E27FC236}">
                  <a16:creationId xmlns:a16="http://schemas.microsoft.com/office/drawing/2014/main" id="{B0352E4F-3937-F367-BE78-1961355DDB88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0" name="Plaque 199">
              <a:extLst>
                <a:ext uri="{FF2B5EF4-FFF2-40B4-BE49-F238E27FC236}">
                  <a16:creationId xmlns:a16="http://schemas.microsoft.com/office/drawing/2014/main" id="{A6992163-211E-24E4-C4E9-CC0F5CDA2E2C}"/>
                </a:ext>
              </a:extLst>
            </p:cNvPr>
            <p:cNvSpPr/>
            <p:nvPr/>
          </p:nvSpPr>
          <p:spPr>
            <a:xfrm>
              <a:off x="56668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30" name="Picture 6" descr="Hurricane Whirlwind Icon, Simple Style Stock Vector - Illustration of  round, rotate: 138334440">
            <a:extLst>
              <a:ext uri="{FF2B5EF4-FFF2-40B4-BE49-F238E27FC236}">
                <a16:creationId xmlns:a16="http://schemas.microsoft.com/office/drawing/2014/main" id="{D433DD36-30FD-E560-1C31-E0CB247B2E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89116" y="2385205"/>
            <a:ext cx="867112" cy="8671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01" name="Group 200">
            <a:extLst>
              <a:ext uri="{FF2B5EF4-FFF2-40B4-BE49-F238E27FC236}">
                <a16:creationId xmlns:a16="http://schemas.microsoft.com/office/drawing/2014/main" id="{94A88068-98B9-EBAB-8365-2C8641F9AD34}"/>
              </a:ext>
            </a:extLst>
          </p:cNvPr>
          <p:cNvGrpSpPr/>
          <p:nvPr/>
        </p:nvGrpSpPr>
        <p:grpSpPr>
          <a:xfrm>
            <a:off x="3138981" y="2046457"/>
            <a:ext cx="1371600" cy="1371600"/>
            <a:chOff x="427081" y="263129"/>
            <a:chExt cx="1371600" cy="1371600"/>
          </a:xfrm>
        </p:grpSpPr>
        <p:sp>
          <p:nvSpPr>
            <p:cNvPr id="202" name="Rectangle 201">
              <a:extLst>
                <a:ext uri="{FF2B5EF4-FFF2-40B4-BE49-F238E27FC236}">
                  <a16:creationId xmlns:a16="http://schemas.microsoft.com/office/drawing/2014/main" id="{8ED69E74-C7C4-C81A-9280-23B788A3D57B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7" name="Plaque 206">
              <a:extLst>
                <a:ext uri="{FF2B5EF4-FFF2-40B4-BE49-F238E27FC236}">
                  <a16:creationId xmlns:a16="http://schemas.microsoft.com/office/drawing/2014/main" id="{08D5817D-30EF-C8D3-C0AF-69D48CE68E7D}"/>
                </a:ext>
              </a:extLst>
            </p:cNvPr>
            <p:cNvSpPr/>
            <p:nvPr/>
          </p:nvSpPr>
          <p:spPr>
            <a:xfrm>
              <a:off x="56668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8" name="Group 207">
            <a:extLst>
              <a:ext uri="{FF2B5EF4-FFF2-40B4-BE49-F238E27FC236}">
                <a16:creationId xmlns:a16="http://schemas.microsoft.com/office/drawing/2014/main" id="{6686D48F-2AD2-DB72-EBBA-41CDE87CFC6F}"/>
              </a:ext>
            </a:extLst>
          </p:cNvPr>
          <p:cNvGrpSpPr/>
          <p:nvPr/>
        </p:nvGrpSpPr>
        <p:grpSpPr>
          <a:xfrm>
            <a:off x="4724400" y="2057400"/>
            <a:ext cx="1371600" cy="1371600"/>
            <a:chOff x="427081" y="263129"/>
            <a:chExt cx="1371600" cy="1371600"/>
          </a:xfrm>
        </p:grpSpPr>
        <p:sp>
          <p:nvSpPr>
            <p:cNvPr id="209" name="Rectangle 208">
              <a:extLst>
                <a:ext uri="{FF2B5EF4-FFF2-40B4-BE49-F238E27FC236}">
                  <a16:creationId xmlns:a16="http://schemas.microsoft.com/office/drawing/2014/main" id="{15C43CB9-C8D4-3758-E755-C9C0750F4CB7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0" name="Plaque 209">
              <a:extLst>
                <a:ext uri="{FF2B5EF4-FFF2-40B4-BE49-F238E27FC236}">
                  <a16:creationId xmlns:a16="http://schemas.microsoft.com/office/drawing/2014/main" id="{7A31BDB1-E228-231A-CA61-A0EB8F69D81E}"/>
                </a:ext>
              </a:extLst>
            </p:cNvPr>
            <p:cNvSpPr/>
            <p:nvPr/>
          </p:nvSpPr>
          <p:spPr>
            <a:xfrm>
              <a:off x="566683" y="48482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46" name="Rectangle 245">
            <a:extLst>
              <a:ext uri="{FF2B5EF4-FFF2-40B4-BE49-F238E27FC236}">
                <a16:creationId xmlns:a16="http://schemas.microsoft.com/office/drawing/2014/main" id="{A9D2B4D2-1DC6-DCFF-F114-915D22B087C6}"/>
              </a:ext>
            </a:extLst>
          </p:cNvPr>
          <p:cNvSpPr/>
          <p:nvPr/>
        </p:nvSpPr>
        <p:spPr>
          <a:xfrm>
            <a:off x="5247828" y="2750063"/>
            <a:ext cx="382295" cy="180846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Moon 4">
            <a:extLst>
              <a:ext uri="{FF2B5EF4-FFF2-40B4-BE49-F238E27FC236}">
                <a16:creationId xmlns:a16="http://schemas.microsoft.com/office/drawing/2014/main" id="{E81F8F6B-0795-4223-CD26-5B0D29C304D9}"/>
              </a:ext>
            </a:extLst>
          </p:cNvPr>
          <p:cNvSpPr/>
          <p:nvPr/>
        </p:nvSpPr>
        <p:spPr>
          <a:xfrm rot="16200000">
            <a:off x="5322507" y="2410561"/>
            <a:ext cx="225518" cy="639153"/>
          </a:xfrm>
          <a:prstGeom prst="moon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8" name="Plaque 247">
            <a:extLst>
              <a:ext uri="{FF2B5EF4-FFF2-40B4-BE49-F238E27FC236}">
                <a16:creationId xmlns:a16="http://schemas.microsoft.com/office/drawing/2014/main" id="{32F6EA85-059A-D914-93FF-6E504195ACCC}"/>
              </a:ext>
            </a:extLst>
          </p:cNvPr>
          <p:cNvSpPr/>
          <p:nvPr/>
        </p:nvSpPr>
        <p:spPr>
          <a:xfrm>
            <a:off x="5303581" y="2445247"/>
            <a:ext cx="249842" cy="245950"/>
          </a:xfrm>
          <a:prstGeom prst="plaque">
            <a:avLst>
              <a:gd name="adj" fmla="val 25032"/>
            </a:avLst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9" name="Rectangle 248">
            <a:extLst>
              <a:ext uri="{FF2B5EF4-FFF2-40B4-BE49-F238E27FC236}">
                <a16:creationId xmlns:a16="http://schemas.microsoft.com/office/drawing/2014/main" id="{8E6517F9-8BB8-1DB3-1695-7C8DC74B8579}"/>
              </a:ext>
            </a:extLst>
          </p:cNvPr>
          <p:cNvSpPr/>
          <p:nvPr/>
        </p:nvSpPr>
        <p:spPr>
          <a:xfrm rot="20548458">
            <a:off x="5789579" y="2919988"/>
            <a:ext cx="79866" cy="180052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0" name="Rectangle 249">
            <a:extLst>
              <a:ext uri="{FF2B5EF4-FFF2-40B4-BE49-F238E27FC236}">
                <a16:creationId xmlns:a16="http://schemas.microsoft.com/office/drawing/2014/main" id="{CF164FDA-E130-0486-85A1-1652AF9DAE52}"/>
              </a:ext>
            </a:extLst>
          </p:cNvPr>
          <p:cNvSpPr/>
          <p:nvPr/>
        </p:nvSpPr>
        <p:spPr>
          <a:xfrm rot="18038434">
            <a:off x="5640141" y="2790054"/>
            <a:ext cx="123550" cy="180052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1" name="Oval 250">
            <a:extLst>
              <a:ext uri="{FF2B5EF4-FFF2-40B4-BE49-F238E27FC236}">
                <a16:creationId xmlns:a16="http://schemas.microsoft.com/office/drawing/2014/main" id="{EC96BB1F-5A6B-394B-EE2C-43699EC756CB}"/>
              </a:ext>
            </a:extLst>
          </p:cNvPr>
          <p:cNvSpPr/>
          <p:nvPr/>
        </p:nvSpPr>
        <p:spPr>
          <a:xfrm rot="15253353">
            <a:off x="5724000" y="2864998"/>
            <a:ext cx="126677" cy="126677"/>
          </a:xfrm>
          <a:prstGeom prst="ellipse">
            <a:avLst/>
          </a:prstGeom>
          <a:ln w="381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2" name="Oval 251">
            <a:extLst>
              <a:ext uri="{FF2B5EF4-FFF2-40B4-BE49-F238E27FC236}">
                <a16:creationId xmlns:a16="http://schemas.microsoft.com/office/drawing/2014/main" id="{D2D99199-AB48-DC40-6E5E-1BB6888D76D6}"/>
              </a:ext>
            </a:extLst>
          </p:cNvPr>
          <p:cNvSpPr/>
          <p:nvPr/>
        </p:nvSpPr>
        <p:spPr>
          <a:xfrm rot="15710661">
            <a:off x="5522717" y="2759462"/>
            <a:ext cx="155688" cy="155688"/>
          </a:xfrm>
          <a:prstGeom prst="ellipse">
            <a:avLst/>
          </a:prstGeom>
          <a:ln w="381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Isosceles Triangle 6">
            <a:extLst>
              <a:ext uri="{FF2B5EF4-FFF2-40B4-BE49-F238E27FC236}">
                <a16:creationId xmlns:a16="http://schemas.microsoft.com/office/drawing/2014/main" id="{6C288316-C804-4D62-85D5-810DD4B7397A}"/>
              </a:ext>
            </a:extLst>
          </p:cNvPr>
          <p:cNvSpPr/>
          <p:nvPr/>
        </p:nvSpPr>
        <p:spPr>
          <a:xfrm rot="9902273">
            <a:off x="5339720" y="2882521"/>
            <a:ext cx="79567" cy="190603"/>
          </a:xfrm>
          <a:prstGeom prst="triangl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1" name="Isosceles Triangle 260">
            <a:extLst>
              <a:ext uri="{FF2B5EF4-FFF2-40B4-BE49-F238E27FC236}">
                <a16:creationId xmlns:a16="http://schemas.microsoft.com/office/drawing/2014/main" id="{139D0D0D-7BE6-7AD9-D260-9F7CB2BF1305}"/>
              </a:ext>
            </a:extLst>
          </p:cNvPr>
          <p:cNvSpPr/>
          <p:nvPr/>
        </p:nvSpPr>
        <p:spPr>
          <a:xfrm rot="11728105">
            <a:off x="5441944" y="2857321"/>
            <a:ext cx="79567" cy="190603"/>
          </a:xfrm>
          <a:prstGeom prst="triangl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0" name="Moon 259">
            <a:extLst>
              <a:ext uri="{FF2B5EF4-FFF2-40B4-BE49-F238E27FC236}">
                <a16:creationId xmlns:a16="http://schemas.microsoft.com/office/drawing/2014/main" id="{9AAE7158-0340-2224-DB77-8ED00EC30F03}"/>
              </a:ext>
            </a:extLst>
          </p:cNvPr>
          <p:cNvSpPr/>
          <p:nvPr/>
        </p:nvSpPr>
        <p:spPr>
          <a:xfrm rot="16200000">
            <a:off x="5371726" y="2320444"/>
            <a:ext cx="107415" cy="438067"/>
          </a:xfrm>
          <a:prstGeom prst="moon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53" name="Group 252">
            <a:extLst>
              <a:ext uri="{FF2B5EF4-FFF2-40B4-BE49-F238E27FC236}">
                <a16:creationId xmlns:a16="http://schemas.microsoft.com/office/drawing/2014/main" id="{B90CCC7F-3213-6A7C-D277-70F8AA7B943F}"/>
              </a:ext>
            </a:extLst>
          </p:cNvPr>
          <p:cNvGrpSpPr/>
          <p:nvPr/>
        </p:nvGrpSpPr>
        <p:grpSpPr>
          <a:xfrm flipH="1">
            <a:off x="4961777" y="2766749"/>
            <a:ext cx="351364" cy="328320"/>
            <a:chOff x="4817477" y="2615266"/>
            <a:chExt cx="1199848" cy="1121157"/>
          </a:xfrm>
        </p:grpSpPr>
        <p:sp>
          <p:nvSpPr>
            <p:cNvPr id="255" name="Rectangle 254">
              <a:extLst>
                <a:ext uri="{FF2B5EF4-FFF2-40B4-BE49-F238E27FC236}">
                  <a16:creationId xmlns:a16="http://schemas.microsoft.com/office/drawing/2014/main" id="{FDDE2963-226B-F41F-C20E-0E0E92F559CE}"/>
                </a:ext>
              </a:extLst>
            </p:cNvPr>
            <p:cNvSpPr/>
            <p:nvPr/>
          </p:nvSpPr>
          <p:spPr>
            <a:xfrm rot="20354995">
              <a:off x="5744597" y="3121577"/>
              <a:ext cx="272728" cy="61484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6" name="Rectangle 255">
              <a:extLst>
                <a:ext uri="{FF2B5EF4-FFF2-40B4-BE49-F238E27FC236}">
                  <a16:creationId xmlns:a16="http://schemas.microsoft.com/office/drawing/2014/main" id="{B07B224B-3A0C-0305-56E1-4C4D1BF102C4}"/>
                </a:ext>
              </a:extLst>
            </p:cNvPr>
            <p:cNvSpPr/>
            <p:nvPr/>
          </p:nvSpPr>
          <p:spPr>
            <a:xfrm rot="17844971">
              <a:off x="5210024" y="2703085"/>
              <a:ext cx="421902" cy="61484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7" name="Oval 256">
              <a:extLst>
                <a:ext uri="{FF2B5EF4-FFF2-40B4-BE49-F238E27FC236}">
                  <a16:creationId xmlns:a16="http://schemas.microsoft.com/office/drawing/2014/main" id="{D8D2FF83-BA8F-EF41-F763-382B76E4A507}"/>
                </a:ext>
              </a:extLst>
            </p:cNvPr>
            <p:cNvSpPr/>
            <p:nvPr/>
          </p:nvSpPr>
          <p:spPr>
            <a:xfrm rot="15059890">
              <a:off x="5505196" y="2942338"/>
              <a:ext cx="432581" cy="432581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8" name="Oval 257">
              <a:extLst>
                <a:ext uri="{FF2B5EF4-FFF2-40B4-BE49-F238E27FC236}">
                  <a16:creationId xmlns:a16="http://schemas.microsoft.com/office/drawing/2014/main" id="{86246630-4CC5-8630-BA3C-B81661563106}"/>
                </a:ext>
              </a:extLst>
            </p:cNvPr>
            <p:cNvSpPr/>
            <p:nvPr/>
          </p:nvSpPr>
          <p:spPr>
            <a:xfrm rot="14919487">
              <a:off x="4817477" y="2615266"/>
              <a:ext cx="531646" cy="531646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59" name="Oval 258">
            <a:extLst>
              <a:ext uri="{FF2B5EF4-FFF2-40B4-BE49-F238E27FC236}">
                <a16:creationId xmlns:a16="http://schemas.microsoft.com/office/drawing/2014/main" id="{821C0924-FD7E-8DB6-E7F3-4647126BE52B}"/>
              </a:ext>
            </a:extLst>
          </p:cNvPr>
          <p:cNvSpPr/>
          <p:nvPr/>
        </p:nvSpPr>
        <p:spPr>
          <a:xfrm rot="15710661">
            <a:off x="5353888" y="2486908"/>
            <a:ext cx="155688" cy="155688"/>
          </a:xfrm>
          <a:prstGeom prst="ellipse">
            <a:avLst/>
          </a:prstGeom>
          <a:ln w="381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47" name="Group 246">
            <a:extLst>
              <a:ext uri="{FF2B5EF4-FFF2-40B4-BE49-F238E27FC236}">
                <a16:creationId xmlns:a16="http://schemas.microsoft.com/office/drawing/2014/main" id="{953CDACB-134E-3C1E-0880-5716AD066371}"/>
              </a:ext>
            </a:extLst>
          </p:cNvPr>
          <p:cNvGrpSpPr/>
          <p:nvPr/>
        </p:nvGrpSpPr>
        <p:grpSpPr>
          <a:xfrm>
            <a:off x="3281749" y="3930902"/>
            <a:ext cx="1371600" cy="1371600"/>
            <a:chOff x="427081" y="263129"/>
            <a:chExt cx="1371600" cy="1371600"/>
          </a:xfrm>
        </p:grpSpPr>
        <p:sp>
          <p:nvSpPr>
            <p:cNvPr id="254" name="Rectangle 253">
              <a:extLst>
                <a:ext uri="{FF2B5EF4-FFF2-40B4-BE49-F238E27FC236}">
                  <a16:creationId xmlns:a16="http://schemas.microsoft.com/office/drawing/2014/main" id="{CCC1C368-B806-5BCF-BD52-EC36336B8CC2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2" name="Plaque 261">
              <a:extLst>
                <a:ext uri="{FF2B5EF4-FFF2-40B4-BE49-F238E27FC236}">
                  <a16:creationId xmlns:a16="http://schemas.microsoft.com/office/drawing/2014/main" id="{2CFF0DC0-9461-90F0-9713-652C7A05E41E}"/>
                </a:ext>
              </a:extLst>
            </p:cNvPr>
            <p:cNvSpPr/>
            <p:nvPr/>
          </p:nvSpPr>
          <p:spPr>
            <a:xfrm>
              <a:off x="566683" y="48482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264" name="Isosceles Triangle 263">
            <a:extLst>
              <a:ext uri="{FF2B5EF4-FFF2-40B4-BE49-F238E27FC236}">
                <a16:creationId xmlns:a16="http://schemas.microsoft.com/office/drawing/2014/main" id="{9D8847C5-09C0-792F-2B80-CE06471366BE}"/>
              </a:ext>
            </a:extLst>
          </p:cNvPr>
          <p:cNvSpPr/>
          <p:nvPr/>
        </p:nvSpPr>
        <p:spPr>
          <a:xfrm rot="8297516">
            <a:off x="3803975" y="4657403"/>
            <a:ext cx="369669" cy="130472"/>
          </a:xfrm>
          <a:prstGeom prst="triangle">
            <a:avLst/>
          </a:prstGeom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8" name="Moon 267">
            <a:extLst>
              <a:ext uri="{FF2B5EF4-FFF2-40B4-BE49-F238E27FC236}">
                <a16:creationId xmlns:a16="http://schemas.microsoft.com/office/drawing/2014/main" id="{0FAC873F-DA71-7F33-2186-48ACF959FBA9}"/>
              </a:ext>
            </a:extLst>
          </p:cNvPr>
          <p:cNvSpPr/>
          <p:nvPr/>
        </p:nvSpPr>
        <p:spPr>
          <a:xfrm rot="2897516">
            <a:off x="4133544" y="4793085"/>
            <a:ext cx="146175" cy="347925"/>
          </a:xfrm>
          <a:prstGeom prst="moon">
            <a:avLst>
              <a:gd name="adj" fmla="val 38235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9" name="Isosceles Triangle 268">
            <a:extLst>
              <a:ext uri="{FF2B5EF4-FFF2-40B4-BE49-F238E27FC236}">
                <a16:creationId xmlns:a16="http://schemas.microsoft.com/office/drawing/2014/main" id="{603ACF85-7424-8575-844C-806BE1688B8C}"/>
              </a:ext>
            </a:extLst>
          </p:cNvPr>
          <p:cNvSpPr/>
          <p:nvPr/>
        </p:nvSpPr>
        <p:spPr>
          <a:xfrm rot="8297516">
            <a:off x="4029623" y="4673036"/>
            <a:ext cx="178795" cy="391413"/>
          </a:xfrm>
          <a:prstGeom prst="triangl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0" name="Moon 269">
            <a:extLst>
              <a:ext uri="{FF2B5EF4-FFF2-40B4-BE49-F238E27FC236}">
                <a16:creationId xmlns:a16="http://schemas.microsoft.com/office/drawing/2014/main" id="{65069A6A-8E05-8F7F-A320-FD4A15253A4F}"/>
              </a:ext>
            </a:extLst>
          </p:cNvPr>
          <p:cNvSpPr/>
          <p:nvPr/>
        </p:nvSpPr>
        <p:spPr>
          <a:xfrm rot="2897516">
            <a:off x="4004721" y="4543939"/>
            <a:ext cx="164297" cy="577458"/>
          </a:xfrm>
          <a:prstGeom prst="moon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3C1E4148-D86C-92E0-9BBF-C677587D5461}"/>
              </a:ext>
            </a:extLst>
          </p:cNvPr>
          <p:cNvGrpSpPr/>
          <p:nvPr/>
        </p:nvGrpSpPr>
        <p:grpSpPr>
          <a:xfrm rot="13765039">
            <a:off x="3562641" y="4298678"/>
            <a:ext cx="289303" cy="284833"/>
            <a:chOff x="4736891" y="4170522"/>
            <a:chExt cx="289303" cy="284833"/>
          </a:xfrm>
        </p:grpSpPr>
        <p:sp>
          <p:nvSpPr>
            <p:cNvPr id="8" name="Moon 7">
              <a:extLst>
                <a:ext uri="{FF2B5EF4-FFF2-40B4-BE49-F238E27FC236}">
                  <a16:creationId xmlns:a16="http://schemas.microsoft.com/office/drawing/2014/main" id="{4E7BDCCB-6FBF-842B-FF73-E555B0866166}"/>
                </a:ext>
              </a:extLst>
            </p:cNvPr>
            <p:cNvSpPr/>
            <p:nvPr/>
          </p:nvSpPr>
          <p:spPr>
            <a:xfrm>
              <a:off x="4736891" y="4170522"/>
              <a:ext cx="140387" cy="284833"/>
            </a:xfrm>
            <a:prstGeom prst="mo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Sun 8">
              <a:extLst>
                <a:ext uri="{FF2B5EF4-FFF2-40B4-BE49-F238E27FC236}">
                  <a16:creationId xmlns:a16="http://schemas.microsoft.com/office/drawing/2014/main" id="{3D490005-0727-5FAC-2B82-A10FC34A8C83}"/>
                </a:ext>
              </a:extLst>
            </p:cNvPr>
            <p:cNvSpPr/>
            <p:nvPr/>
          </p:nvSpPr>
          <p:spPr>
            <a:xfrm>
              <a:off x="4836101" y="4213861"/>
              <a:ext cx="190093" cy="193037"/>
            </a:xfrm>
            <a:prstGeom prst="sun">
              <a:avLst>
                <a:gd name="adj" fmla="val 2046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82" name="Group 281">
            <a:extLst>
              <a:ext uri="{FF2B5EF4-FFF2-40B4-BE49-F238E27FC236}">
                <a16:creationId xmlns:a16="http://schemas.microsoft.com/office/drawing/2014/main" id="{8F23EC0E-A67E-4965-45D4-965FB47BC5F4}"/>
              </a:ext>
            </a:extLst>
          </p:cNvPr>
          <p:cNvGrpSpPr/>
          <p:nvPr/>
        </p:nvGrpSpPr>
        <p:grpSpPr>
          <a:xfrm rot="13765039">
            <a:off x="3649709" y="4607337"/>
            <a:ext cx="163982" cy="161448"/>
            <a:chOff x="4736891" y="4170522"/>
            <a:chExt cx="289303" cy="284833"/>
          </a:xfrm>
        </p:grpSpPr>
        <p:sp>
          <p:nvSpPr>
            <p:cNvPr id="283" name="Moon 282">
              <a:extLst>
                <a:ext uri="{FF2B5EF4-FFF2-40B4-BE49-F238E27FC236}">
                  <a16:creationId xmlns:a16="http://schemas.microsoft.com/office/drawing/2014/main" id="{993458AF-FF89-826E-FF1C-0B68AFDD29AF}"/>
                </a:ext>
              </a:extLst>
            </p:cNvPr>
            <p:cNvSpPr/>
            <p:nvPr/>
          </p:nvSpPr>
          <p:spPr>
            <a:xfrm>
              <a:off x="4736891" y="4170522"/>
              <a:ext cx="140387" cy="284833"/>
            </a:xfrm>
            <a:prstGeom prst="mo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4" name="Sun 283">
              <a:extLst>
                <a:ext uri="{FF2B5EF4-FFF2-40B4-BE49-F238E27FC236}">
                  <a16:creationId xmlns:a16="http://schemas.microsoft.com/office/drawing/2014/main" id="{8D4E6FC3-656E-1844-02A2-E13B72B2FDB7}"/>
                </a:ext>
              </a:extLst>
            </p:cNvPr>
            <p:cNvSpPr/>
            <p:nvPr/>
          </p:nvSpPr>
          <p:spPr>
            <a:xfrm>
              <a:off x="4836101" y="4213861"/>
              <a:ext cx="190093" cy="193037"/>
            </a:xfrm>
            <a:prstGeom prst="sun">
              <a:avLst>
                <a:gd name="adj" fmla="val 2046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85" name="Group 284">
            <a:extLst>
              <a:ext uri="{FF2B5EF4-FFF2-40B4-BE49-F238E27FC236}">
                <a16:creationId xmlns:a16="http://schemas.microsoft.com/office/drawing/2014/main" id="{A9440B89-2CBC-ECAF-6672-3DEDEE6D2FBB}"/>
              </a:ext>
            </a:extLst>
          </p:cNvPr>
          <p:cNvGrpSpPr/>
          <p:nvPr/>
        </p:nvGrpSpPr>
        <p:grpSpPr>
          <a:xfrm rot="13765039">
            <a:off x="3872945" y="4412802"/>
            <a:ext cx="163982" cy="161448"/>
            <a:chOff x="4736891" y="4170522"/>
            <a:chExt cx="289303" cy="284833"/>
          </a:xfrm>
        </p:grpSpPr>
        <p:sp>
          <p:nvSpPr>
            <p:cNvPr id="286" name="Moon 285">
              <a:extLst>
                <a:ext uri="{FF2B5EF4-FFF2-40B4-BE49-F238E27FC236}">
                  <a16:creationId xmlns:a16="http://schemas.microsoft.com/office/drawing/2014/main" id="{561EFF2D-3E54-0097-03AB-086997B71018}"/>
                </a:ext>
              </a:extLst>
            </p:cNvPr>
            <p:cNvSpPr/>
            <p:nvPr/>
          </p:nvSpPr>
          <p:spPr>
            <a:xfrm>
              <a:off x="4736891" y="4170522"/>
              <a:ext cx="140387" cy="284833"/>
            </a:xfrm>
            <a:prstGeom prst="mo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7" name="Sun 286">
              <a:extLst>
                <a:ext uri="{FF2B5EF4-FFF2-40B4-BE49-F238E27FC236}">
                  <a16:creationId xmlns:a16="http://schemas.microsoft.com/office/drawing/2014/main" id="{09850323-6E76-EDF4-70B7-B161EF76E64A}"/>
                </a:ext>
              </a:extLst>
            </p:cNvPr>
            <p:cNvSpPr/>
            <p:nvPr/>
          </p:nvSpPr>
          <p:spPr>
            <a:xfrm>
              <a:off x="4836101" y="4213861"/>
              <a:ext cx="190093" cy="193037"/>
            </a:xfrm>
            <a:prstGeom prst="sun">
              <a:avLst>
                <a:gd name="adj" fmla="val 2046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99" name="Group 298">
            <a:extLst>
              <a:ext uri="{FF2B5EF4-FFF2-40B4-BE49-F238E27FC236}">
                <a16:creationId xmlns:a16="http://schemas.microsoft.com/office/drawing/2014/main" id="{C60FE284-F1C0-1CDB-C33C-43164B5699C5}"/>
              </a:ext>
            </a:extLst>
          </p:cNvPr>
          <p:cNvGrpSpPr/>
          <p:nvPr/>
        </p:nvGrpSpPr>
        <p:grpSpPr>
          <a:xfrm>
            <a:off x="6260352" y="2036373"/>
            <a:ext cx="1371600" cy="1371600"/>
            <a:chOff x="427081" y="263129"/>
            <a:chExt cx="1371600" cy="1371600"/>
          </a:xfrm>
        </p:grpSpPr>
        <p:sp>
          <p:nvSpPr>
            <p:cNvPr id="300" name="Rectangle 299">
              <a:extLst>
                <a:ext uri="{FF2B5EF4-FFF2-40B4-BE49-F238E27FC236}">
                  <a16:creationId xmlns:a16="http://schemas.microsoft.com/office/drawing/2014/main" id="{3FC8C816-A6BC-3D00-DA30-405A1BF0E014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1" name="Plaque 300">
              <a:extLst>
                <a:ext uri="{FF2B5EF4-FFF2-40B4-BE49-F238E27FC236}">
                  <a16:creationId xmlns:a16="http://schemas.microsoft.com/office/drawing/2014/main" id="{2015751D-05C2-9B73-C6AC-788A50F839A2}"/>
                </a:ext>
              </a:extLst>
            </p:cNvPr>
            <p:cNvSpPr/>
            <p:nvPr/>
          </p:nvSpPr>
          <p:spPr>
            <a:xfrm>
              <a:off x="566683" y="48482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186E3FE-5366-51CB-060E-C2ABB173D381}"/>
              </a:ext>
            </a:extLst>
          </p:cNvPr>
          <p:cNvGrpSpPr/>
          <p:nvPr/>
        </p:nvGrpSpPr>
        <p:grpSpPr>
          <a:xfrm>
            <a:off x="6504253" y="2349600"/>
            <a:ext cx="929256" cy="820402"/>
            <a:chOff x="6504253" y="2349600"/>
            <a:chExt cx="929256" cy="820402"/>
          </a:xfrm>
        </p:grpSpPr>
        <p:grpSp>
          <p:nvGrpSpPr>
            <p:cNvPr id="265" name="Group 264">
              <a:extLst>
                <a:ext uri="{FF2B5EF4-FFF2-40B4-BE49-F238E27FC236}">
                  <a16:creationId xmlns:a16="http://schemas.microsoft.com/office/drawing/2014/main" id="{9E7F797B-B69B-F829-E5C9-C9D995E29ED9}"/>
                </a:ext>
              </a:extLst>
            </p:cNvPr>
            <p:cNvGrpSpPr/>
            <p:nvPr/>
          </p:nvGrpSpPr>
          <p:grpSpPr>
            <a:xfrm>
              <a:off x="6782844" y="2541997"/>
              <a:ext cx="361797" cy="507909"/>
              <a:chOff x="5452330" y="1708793"/>
              <a:chExt cx="1186621" cy="1665837"/>
            </a:xfrm>
          </p:grpSpPr>
          <p:sp>
            <p:nvSpPr>
              <p:cNvPr id="295" name="Isosceles Triangle 294">
                <a:extLst>
                  <a:ext uri="{FF2B5EF4-FFF2-40B4-BE49-F238E27FC236}">
                    <a16:creationId xmlns:a16="http://schemas.microsoft.com/office/drawing/2014/main" id="{E5DF7286-FD07-1449-3AA4-747B840C76E2}"/>
                  </a:ext>
                </a:extLst>
              </p:cNvPr>
              <p:cNvSpPr/>
              <p:nvPr/>
            </p:nvSpPr>
            <p:spPr>
              <a:xfrm>
                <a:off x="5794991" y="1708793"/>
                <a:ext cx="501300" cy="440002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6" name="Isosceles Triangle 295">
                <a:extLst>
                  <a:ext uri="{FF2B5EF4-FFF2-40B4-BE49-F238E27FC236}">
                    <a16:creationId xmlns:a16="http://schemas.microsoft.com/office/drawing/2014/main" id="{3B8B06F2-04DB-86A2-B5D4-94AC63BF270A}"/>
                  </a:ext>
                </a:extLst>
              </p:cNvPr>
              <p:cNvSpPr/>
              <p:nvPr/>
            </p:nvSpPr>
            <p:spPr>
              <a:xfrm rot="10800000">
                <a:off x="5794991" y="2236075"/>
                <a:ext cx="501300" cy="1138555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7" name="Rectangle 296">
                <a:extLst>
                  <a:ext uri="{FF2B5EF4-FFF2-40B4-BE49-F238E27FC236}">
                    <a16:creationId xmlns:a16="http://schemas.microsoft.com/office/drawing/2014/main" id="{645E3137-EE06-0DDD-4CC0-E5FB5916E611}"/>
                  </a:ext>
                </a:extLst>
              </p:cNvPr>
              <p:cNvSpPr/>
              <p:nvPr/>
            </p:nvSpPr>
            <p:spPr>
              <a:xfrm rot="1172583">
                <a:off x="5452330" y="2155246"/>
                <a:ext cx="161133" cy="71166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8" name="Rectangle 297">
                <a:extLst>
                  <a:ext uri="{FF2B5EF4-FFF2-40B4-BE49-F238E27FC236}">
                    <a16:creationId xmlns:a16="http://schemas.microsoft.com/office/drawing/2014/main" id="{FD16C3EA-352B-A043-0089-A62054441DE1}"/>
                  </a:ext>
                </a:extLst>
              </p:cNvPr>
              <p:cNvSpPr/>
              <p:nvPr/>
            </p:nvSpPr>
            <p:spPr>
              <a:xfrm rot="20427417" flipH="1">
                <a:off x="6477818" y="2155248"/>
                <a:ext cx="161133" cy="71166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302" name="Picture 301">
              <a:extLst>
                <a:ext uri="{FF2B5EF4-FFF2-40B4-BE49-F238E27FC236}">
                  <a16:creationId xmlns:a16="http://schemas.microsoft.com/office/drawing/2014/main" id="{B5106705-F9F6-705C-08B8-7FE5C192A74F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897724" y="2349600"/>
              <a:ext cx="132035" cy="166320"/>
            </a:xfrm>
            <a:prstGeom prst="rect">
              <a:avLst/>
            </a:prstGeom>
          </p:spPr>
        </p:pic>
        <p:pic>
          <p:nvPicPr>
            <p:cNvPr id="305" name="Picture 304">
              <a:extLst>
                <a:ext uri="{FF2B5EF4-FFF2-40B4-BE49-F238E27FC236}">
                  <a16:creationId xmlns:a16="http://schemas.microsoft.com/office/drawing/2014/main" id="{50BC5007-18AE-146C-585E-086BB3183B06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719436" y="2470941"/>
              <a:ext cx="132035" cy="166320"/>
            </a:xfrm>
            <a:prstGeom prst="rect">
              <a:avLst/>
            </a:prstGeom>
          </p:spPr>
        </p:pic>
        <p:pic>
          <p:nvPicPr>
            <p:cNvPr id="306" name="Picture 305">
              <a:extLst>
                <a:ext uri="{FF2B5EF4-FFF2-40B4-BE49-F238E27FC236}">
                  <a16:creationId xmlns:a16="http://schemas.microsoft.com/office/drawing/2014/main" id="{CCFEC807-D372-6DB2-8EFE-8DBCFBFF762E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7077553" y="2466608"/>
              <a:ext cx="132035" cy="166320"/>
            </a:xfrm>
            <a:prstGeom prst="rect">
              <a:avLst/>
            </a:prstGeom>
          </p:spPr>
        </p:pic>
        <p:pic>
          <p:nvPicPr>
            <p:cNvPr id="303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3D30BA95-610F-6EF5-FCE5-39384BEE3C2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239" r="14392"/>
            <a:stretch/>
          </p:blipFill>
          <p:spPr bwMode="auto">
            <a:xfrm>
              <a:off x="6753777" y="2945428"/>
              <a:ext cx="167013" cy="2245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07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18691ECE-C973-8DDD-853F-400F771D422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239" r="14392"/>
            <a:stretch/>
          </p:blipFill>
          <p:spPr bwMode="auto">
            <a:xfrm>
              <a:off x="6504253" y="2615527"/>
              <a:ext cx="245024" cy="32947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09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9B84E838-7E59-5859-8CEA-4537295970C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239" r="14392"/>
            <a:stretch/>
          </p:blipFill>
          <p:spPr bwMode="auto">
            <a:xfrm flipH="1">
              <a:off x="7006695" y="2944551"/>
              <a:ext cx="167013" cy="2245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10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E7F4A014-220F-CF0E-3BE8-B6BA08DA108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239" r="14392"/>
            <a:stretch/>
          </p:blipFill>
          <p:spPr bwMode="auto">
            <a:xfrm flipH="1">
              <a:off x="7188485" y="2615527"/>
              <a:ext cx="245024" cy="32947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11" name="Group 310">
            <a:extLst>
              <a:ext uri="{FF2B5EF4-FFF2-40B4-BE49-F238E27FC236}">
                <a16:creationId xmlns:a16="http://schemas.microsoft.com/office/drawing/2014/main" id="{93943293-D37E-ACF8-9671-EA65F25ADD9D}"/>
              </a:ext>
            </a:extLst>
          </p:cNvPr>
          <p:cNvGrpSpPr/>
          <p:nvPr/>
        </p:nvGrpSpPr>
        <p:grpSpPr>
          <a:xfrm>
            <a:off x="7780272" y="2036373"/>
            <a:ext cx="1371600" cy="1371600"/>
            <a:chOff x="427081" y="263129"/>
            <a:chExt cx="1371600" cy="1371600"/>
          </a:xfrm>
        </p:grpSpPr>
        <p:sp>
          <p:nvSpPr>
            <p:cNvPr id="312" name="Rectangle 311">
              <a:extLst>
                <a:ext uri="{FF2B5EF4-FFF2-40B4-BE49-F238E27FC236}">
                  <a16:creationId xmlns:a16="http://schemas.microsoft.com/office/drawing/2014/main" id="{421574D8-FD86-0FC2-ED16-87097C396CAF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3" name="Plaque 312">
              <a:extLst>
                <a:ext uri="{FF2B5EF4-FFF2-40B4-BE49-F238E27FC236}">
                  <a16:creationId xmlns:a16="http://schemas.microsoft.com/office/drawing/2014/main" id="{68F69B1D-637C-2D76-F770-6A2B6A3880F5}"/>
                </a:ext>
              </a:extLst>
            </p:cNvPr>
            <p:cNvSpPr/>
            <p:nvPr/>
          </p:nvSpPr>
          <p:spPr>
            <a:xfrm>
              <a:off x="566683" y="48482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14" name="Picture 4" descr="demon Icon - Download demon Icon 247538 | Noun Project">
            <a:extLst>
              <a:ext uri="{FF2B5EF4-FFF2-40B4-BE49-F238E27FC236}">
                <a16:creationId xmlns:a16="http://schemas.microsoft.com/office/drawing/2014/main" id="{54C716CD-47BE-3540-9E49-C5E9EA741C8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239" r="14392"/>
          <a:stretch/>
        </p:blipFill>
        <p:spPr bwMode="auto">
          <a:xfrm flipH="1">
            <a:off x="8108370" y="2549768"/>
            <a:ext cx="492847" cy="6627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15" name="Picture 314">
            <a:extLst>
              <a:ext uri="{FF2B5EF4-FFF2-40B4-BE49-F238E27FC236}">
                <a16:creationId xmlns:a16="http://schemas.microsoft.com/office/drawing/2014/main" id="{A37EB90D-5A1D-C1AA-174F-3E0D4FBCF33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15162" y="2383365"/>
            <a:ext cx="301718" cy="380064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DF9E5501-47AC-8BC6-0FDC-1B7AAA7C6569}"/>
              </a:ext>
            </a:extLst>
          </p:cNvPr>
          <p:cNvGrpSpPr/>
          <p:nvPr/>
        </p:nvGrpSpPr>
        <p:grpSpPr>
          <a:xfrm>
            <a:off x="9300652" y="2060820"/>
            <a:ext cx="1371600" cy="1371600"/>
            <a:chOff x="158299" y="2008913"/>
            <a:chExt cx="1371600" cy="1371600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507363A-2EE8-8B5A-3CE6-BC75DBBEC962}"/>
                </a:ext>
              </a:extLst>
            </p:cNvPr>
            <p:cNvGrpSpPr/>
            <p:nvPr/>
          </p:nvGrpSpPr>
          <p:grpSpPr>
            <a:xfrm>
              <a:off x="158299" y="2008913"/>
              <a:ext cx="1371600" cy="1371600"/>
              <a:chOff x="427081" y="263129"/>
              <a:chExt cx="1371600" cy="1371600"/>
            </a:xfrm>
          </p:grpSpPr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83AF1B2-1BE8-9D2B-E6B0-8168F817C606}"/>
                  </a:ext>
                </a:extLst>
              </p:cNvPr>
              <p:cNvSpPr/>
              <p:nvPr/>
            </p:nvSpPr>
            <p:spPr>
              <a:xfrm>
                <a:off x="427081" y="263129"/>
                <a:ext cx="1371600" cy="137160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Plaque 30">
                <a:extLst>
                  <a:ext uri="{FF2B5EF4-FFF2-40B4-BE49-F238E27FC236}">
                    <a16:creationId xmlns:a16="http://schemas.microsoft.com/office/drawing/2014/main" id="{C5DD2C45-310B-8170-EFDD-6475A642EA1B}"/>
                  </a:ext>
                </a:extLst>
              </p:cNvPr>
              <p:cNvSpPr/>
              <p:nvPr/>
            </p:nvSpPr>
            <p:spPr>
              <a:xfrm>
                <a:off x="566683" y="478473"/>
                <a:ext cx="1097280" cy="1097280"/>
              </a:xfrm>
              <a:prstGeom prst="plaqu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50CACE62-2D52-49BC-2108-1A802F8CD4A4}"/>
                </a:ext>
              </a:extLst>
            </p:cNvPr>
            <p:cNvGrpSpPr/>
            <p:nvPr/>
          </p:nvGrpSpPr>
          <p:grpSpPr>
            <a:xfrm>
              <a:off x="428659" y="2417053"/>
              <a:ext cx="830879" cy="711687"/>
              <a:chOff x="5132466" y="3429000"/>
              <a:chExt cx="2001640" cy="1714500"/>
            </a:xfrm>
          </p:grpSpPr>
          <p:pic>
            <p:nvPicPr>
              <p:cNvPr id="27" name="Picture 10" descr="Angel Wings Vector&quot; Images – Browse 68 Stock Photos, Vectors, and Video |  Adobe Stock">
                <a:extLst>
                  <a:ext uri="{FF2B5EF4-FFF2-40B4-BE49-F238E27FC236}">
                    <a16:creationId xmlns:a16="http://schemas.microsoft.com/office/drawing/2014/main" id="{85E9458B-124B-0A3A-0F82-4F1FD8F4DFB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2998" t="50000" r="54564"/>
              <a:stretch/>
            </p:blipFill>
            <p:spPr bwMode="auto">
              <a:xfrm>
                <a:off x="5132466" y="3429000"/>
                <a:ext cx="704886" cy="17145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8" name="Picture 10" descr="Angel Wings Vector&quot; Images – Browse 68 Stock Photos, Vectors, and Video |  Adobe Stock">
                <a:extLst>
                  <a:ext uri="{FF2B5EF4-FFF2-40B4-BE49-F238E27FC236}">
                    <a16:creationId xmlns:a16="http://schemas.microsoft.com/office/drawing/2014/main" id="{406BEB3C-F0E3-0650-6F7F-AABBBB02D8B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2998" t="50000" r="54564"/>
              <a:stretch/>
            </p:blipFill>
            <p:spPr bwMode="auto">
              <a:xfrm flipH="1">
                <a:off x="6429220" y="3429000"/>
                <a:ext cx="704886" cy="17145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9" name="Picture 8" descr="Shield Badge With Outline - Badge Vector Png - 882x980 PNG Download - PNGkit">
                <a:extLst>
                  <a:ext uri="{FF2B5EF4-FFF2-40B4-BE49-F238E27FC236}">
                    <a16:creationId xmlns:a16="http://schemas.microsoft.com/office/drawing/2014/main" id="{1D0AB656-F39B-6DDF-E101-124ACC4924F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713801" y="4020496"/>
                <a:ext cx="858582" cy="99572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</p:spTree>
    <p:extLst>
      <p:ext uri="{BB962C8B-B14F-4D97-AF65-F5344CB8AC3E}">
        <p14:creationId xmlns:p14="http://schemas.microsoft.com/office/powerpoint/2010/main" val="9353489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A83527CF-3368-3F21-540D-F496B300AFF0}"/>
              </a:ext>
            </a:extLst>
          </p:cNvPr>
          <p:cNvGrpSpPr/>
          <p:nvPr/>
        </p:nvGrpSpPr>
        <p:grpSpPr>
          <a:xfrm>
            <a:off x="6874801" y="3761784"/>
            <a:ext cx="685905" cy="1061625"/>
            <a:chOff x="4780300" y="4186533"/>
            <a:chExt cx="685905" cy="1061625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1D845641-42F5-D497-DD80-FBE72BE9A4F2}"/>
                </a:ext>
              </a:extLst>
            </p:cNvPr>
            <p:cNvGrpSpPr/>
            <p:nvPr/>
          </p:nvGrpSpPr>
          <p:grpSpPr>
            <a:xfrm>
              <a:off x="4990276" y="4238288"/>
              <a:ext cx="475929" cy="507806"/>
              <a:chOff x="5052457" y="3925688"/>
              <a:chExt cx="715293" cy="763202"/>
            </a:xfrm>
          </p:grpSpPr>
          <p:pic>
            <p:nvPicPr>
              <p:cNvPr id="1036" name="Picture 12" descr="Ninja dart Images, Stock Photos &amp; Vectors | Shutterstock">
                <a:extLst>
                  <a:ext uri="{FF2B5EF4-FFF2-40B4-BE49-F238E27FC236}">
                    <a16:creationId xmlns:a16="http://schemas.microsoft.com/office/drawing/2014/main" id="{6CB2D1BA-B89E-F421-969F-56A0AC897A1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1795" t="20882" r="20930" b="27689"/>
              <a:stretch/>
            </p:blipFill>
            <p:spPr bwMode="auto">
              <a:xfrm>
                <a:off x="5052457" y="3925688"/>
                <a:ext cx="447751" cy="43297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4" name="Picture 12" descr="Ninja dart Images, Stock Photos &amp; Vectors | Shutterstock">
                <a:extLst>
                  <a:ext uri="{FF2B5EF4-FFF2-40B4-BE49-F238E27FC236}">
                    <a16:creationId xmlns:a16="http://schemas.microsoft.com/office/drawing/2014/main" id="{B3F339B1-4624-084E-5B5C-262A1C9A9AA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1795" t="20882" r="20930" b="27689"/>
              <a:stretch/>
            </p:blipFill>
            <p:spPr bwMode="auto">
              <a:xfrm>
                <a:off x="5319999" y="4255917"/>
                <a:ext cx="447751" cy="43297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1026" name="Picture 2" descr="Bat Vector Icon Logo Halloween Character Stock Vector (Royalty Free)  1154282770 | Shutterstock">
              <a:extLst>
                <a:ext uri="{FF2B5EF4-FFF2-40B4-BE49-F238E27FC236}">
                  <a16:creationId xmlns:a16="http://schemas.microsoft.com/office/drawing/2014/main" id="{EFDA77C4-70F9-1F2C-A9F8-81A43B84856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315" t="14728" r="6948" b="22285"/>
            <a:stretch/>
          </p:blipFill>
          <p:spPr bwMode="auto">
            <a:xfrm rot="2797739">
              <a:off x="4459463" y="4507370"/>
              <a:ext cx="1061625" cy="41995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7EFDFC9C-2C95-8A34-51ED-B845628AE7B0}"/>
              </a:ext>
            </a:extLst>
          </p:cNvPr>
          <p:cNvGrpSpPr/>
          <p:nvPr/>
        </p:nvGrpSpPr>
        <p:grpSpPr>
          <a:xfrm>
            <a:off x="430339" y="3970469"/>
            <a:ext cx="925451" cy="792020"/>
            <a:chOff x="3880388" y="4062238"/>
            <a:chExt cx="925451" cy="792020"/>
          </a:xfrm>
        </p:grpSpPr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CF220C7D-E4C1-410F-3F5F-7D27DECFBF7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880388" y="4062238"/>
              <a:ext cx="286308" cy="618198"/>
            </a:xfrm>
            <a:prstGeom prst="rect">
              <a:avLst/>
            </a:prstGeom>
          </p:spPr>
        </p:pic>
        <p:pic>
          <p:nvPicPr>
            <p:cNvPr id="154" name="Picture 2" descr="Hydra vector Clipart Vector PNG , SVG, EPS, PSD, AI">
              <a:extLst>
                <a:ext uri="{FF2B5EF4-FFF2-40B4-BE49-F238E27FC236}">
                  <a16:creationId xmlns:a16="http://schemas.microsoft.com/office/drawing/2014/main" id="{069D64E5-F6FA-A5DA-D9A4-087706770B3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2212" t="21635" r="26923" b="31570"/>
            <a:stretch/>
          </p:blipFill>
          <p:spPr bwMode="auto">
            <a:xfrm>
              <a:off x="4186165" y="4144671"/>
              <a:ext cx="619674" cy="70958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1032" name="Picture 8" descr="Beetle Silhouette&quot; Images – Browse 9 Stock Photos, Vectors, and Video |  Adobe Stock">
            <a:extLst>
              <a:ext uri="{FF2B5EF4-FFF2-40B4-BE49-F238E27FC236}">
                <a16:creationId xmlns:a16="http://schemas.microsoft.com/office/drawing/2014/main" id="{7E11DBBF-E115-B3A8-B714-1CC45749C75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75" t="25279" r="3187" b="21918"/>
          <a:stretch/>
        </p:blipFill>
        <p:spPr bwMode="auto">
          <a:xfrm flipH="1">
            <a:off x="9594835" y="1059141"/>
            <a:ext cx="966593" cy="5474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63" name="Group 62">
            <a:extLst>
              <a:ext uri="{FF2B5EF4-FFF2-40B4-BE49-F238E27FC236}">
                <a16:creationId xmlns:a16="http://schemas.microsoft.com/office/drawing/2014/main" id="{A8F5BCCA-1321-17B2-8D48-E5ADA812E19F}"/>
              </a:ext>
            </a:extLst>
          </p:cNvPr>
          <p:cNvGrpSpPr/>
          <p:nvPr/>
        </p:nvGrpSpPr>
        <p:grpSpPr>
          <a:xfrm>
            <a:off x="6632482" y="814349"/>
            <a:ext cx="746410" cy="865944"/>
            <a:chOff x="5532169" y="2563056"/>
            <a:chExt cx="746410" cy="865944"/>
          </a:xfrm>
        </p:grpSpPr>
        <p:pic>
          <p:nvPicPr>
            <p:cNvPr id="60" name="Picture 59">
              <a:extLst>
                <a:ext uri="{FF2B5EF4-FFF2-40B4-BE49-F238E27FC236}">
                  <a16:creationId xmlns:a16="http://schemas.microsoft.com/office/drawing/2014/main" id="{6D893962-239E-894F-4760-5B911B5DCD1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830784" y="2697473"/>
              <a:ext cx="447795" cy="731527"/>
            </a:xfrm>
            <a:prstGeom prst="rect">
              <a:avLst/>
            </a:prstGeom>
          </p:spPr>
        </p:pic>
        <p:pic>
          <p:nvPicPr>
            <p:cNvPr id="68" name="Picture 67">
              <a:extLst>
                <a:ext uri="{FF2B5EF4-FFF2-40B4-BE49-F238E27FC236}">
                  <a16:creationId xmlns:a16="http://schemas.microsoft.com/office/drawing/2014/main" id="{9EEEC0E0-3D61-A22E-D4C5-AEB777DF482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5532169" y="2563056"/>
              <a:ext cx="277209" cy="415814"/>
            </a:xfrm>
            <a:prstGeom prst="rect">
              <a:avLst/>
            </a:prstGeom>
          </p:spPr>
        </p:pic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4055C052-6031-AF7B-FAB5-77365C0D352B}"/>
              </a:ext>
            </a:extLst>
          </p:cNvPr>
          <p:cNvGrpSpPr/>
          <p:nvPr/>
        </p:nvGrpSpPr>
        <p:grpSpPr>
          <a:xfrm>
            <a:off x="5074748" y="804586"/>
            <a:ext cx="815556" cy="897213"/>
            <a:chOff x="3387960" y="2733126"/>
            <a:chExt cx="1981651" cy="2180061"/>
          </a:xfrm>
        </p:grpSpPr>
        <p:pic>
          <p:nvPicPr>
            <p:cNvPr id="58" name="Picture 57">
              <a:extLst>
                <a:ext uri="{FF2B5EF4-FFF2-40B4-BE49-F238E27FC236}">
                  <a16:creationId xmlns:a16="http://schemas.microsoft.com/office/drawing/2014/main" id="{83E25006-2554-056F-D304-41AC0C470692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3387960" y="3287236"/>
              <a:ext cx="1507907" cy="1625951"/>
            </a:xfrm>
            <a:prstGeom prst="rect">
              <a:avLst/>
            </a:prstGeom>
          </p:spPr>
        </p:pic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6B874961-EEBA-58BD-A038-5A7794DCD4C4}"/>
                </a:ext>
              </a:extLst>
            </p:cNvPr>
            <p:cNvSpPr/>
            <p:nvPr/>
          </p:nvSpPr>
          <p:spPr>
            <a:xfrm>
              <a:off x="4836194" y="2733126"/>
              <a:ext cx="342900" cy="34290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A67FB4D4-6D4F-1934-C84D-AF37AFD52781}"/>
                </a:ext>
              </a:extLst>
            </p:cNvPr>
            <p:cNvSpPr/>
            <p:nvPr/>
          </p:nvSpPr>
          <p:spPr>
            <a:xfrm>
              <a:off x="4645677" y="3057366"/>
              <a:ext cx="342900" cy="34290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70DC49B5-30B1-CBD7-66FA-33E959D57698}"/>
                </a:ext>
              </a:extLst>
            </p:cNvPr>
            <p:cNvSpPr/>
            <p:nvPr/>
          </p:nvSpPr>
          <p:spPr>
            <a:xfrm>
              <a:off x="5026711" y="3066696"/>
              <a:ext cx="342900" cy="34290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883CF1D5-9B6E-59A8-3970-F2618E7433B2}"/>
              </a:ext>
            </a:extLst>
          </p:cNvPr>
          <p:cNvSpPr txBox="1"/>
          <p:nvPr/>
        </p:nvSpPr>
        <p:spPr>
          <a:xfrm>
            <a:off x="188462" y="114301"/>
            <a:ext cx="11423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Mutaterra</a:t>
            </a:r>
            <a:endParaRPr lang="en-US"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7F9B4B5-3A46-CA8B-FF04-4158FE223532}"/>
              </a:ext>
            </a:extLst>
          </p:cNvPr>
          <p:cNvGrpSpPr/>
          <p:nvPr/>
        </p:nvGrpSpPr>
        <p:grpSpPr>
          <a:xfrm>
            <a:off x="3274077" y="483633"/>
            <a:ext cx="1371600" cy="1371600"/>
            <a:chOff x="213377" y="483633"/>
            <a:chExt cx="1371600" cy="13716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D4098545-29A7-1D98-A1B0-F1B6FD0C6904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Hexagon 14">
              <a:extLst>
                <a:ext uri="{FF2B5EF4-FFF2-40B4-BE49-F238E27FC236}">
                  <a16:creationId xmlns:a16="http://schemas.microsoft.com/office/drawing/2014/main" id="{8929EF91-32AB-B15F-AADA-D16710F49F1B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F532885F-6F12-8135-4578-95EBA79C07C4}"/>
              </a:ext>
            </a:extLst>
          </p:cNvPr>
          <p:cNvGrpSpPr/>
          <p:nvPr/>
        </p:nvGrpSpPr>
        <p:grpSpPr>
          <a:xfrm>
            <a:off x="4804427" y="483633"/>
            <a:ext cx="1371600" cy="1371600"/>
            <a:chOff x="213377" y="483633"/>
            <a:chExt cx="1371600" cy="1371600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7D8A759F-3329-564A-1529-5C6458F3A20D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Hexagon 17">
              <a:extLst>
                <a:ext uri="{FF2B5EF4-FFF2-40B4-BE49-F238E27FC236}">
                  <a16:creationId xmlns:a16="http://schemas.microsoft.com/office/drawing/2014/main" id="{B55E2159-7EE7-1155-4C5D-13DA2B3679FA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8A7E3F6C-1164-6DFD-FED0-B249B3D9FA2A}"/>
              </a:ext>
            </a:extLst>
          </p:cNvPr>
          <p:cNvGrpSpPr/>
          <p:nvPr/>
        </p:nvGrpSpPr>
        <p:grpSpPr>
          <a:xfrm>
            <a:off x="6334777" y="483633"/>
            <a:ext cx="1371600" cy="1371600"/>
            <a:chOff x="213377" y="483633"/>
            <a:chExt cx="1371600" cy="13716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72A14417-5DBD-176E-63C9-EEEA4B00B922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Hexagon 20">
              <a:extLst>
                <a:ext uri="{FF2B5EF4-FFF2-40B4-BE49-F238E27FC236}">
                  <a16:creationId xmlns:a16="http://schemas.microsoft.com/office/drawing/2014/main" id="{B9288784-049B-2390-0241-5B6A0080F33F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4F6E6F18-611A-8FF4-F8E2-D018A9EE5E71}"/>
              </a:ext>
            </a:extLst>
          </p:cNvPr>
          <p:cNvGrpSpPr/>
          <p:nvPr/>
        </p:nvGrpSpPr>
        <p:grpSpPr>
          <a:xfrm>
            <a:off x="7865127" y="483633"/>
            <a:ext cx="1371600" cy="1371600"/>
            <a:chOff x="213377" y="483633"/>
            <a:chExt cx="1371600" cy="1371600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6FD26E32-5C78-0F39-81DF-639669EDE935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Hexagon 23">
              <a:extLst>
                <a:ext uri="{FF2B5EF4-FFF2-40B4-BE49-F238E27FC236}">
                  <a16:creationId xmlns:a16="http://schemas.microsoft.com/office/drawing/2014/main" id="{60A7C5B4-D3E2-CD9B-882D-65CEEBB146E4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D89DC9B5-DCE9-A974-1734-4CC3DEA29F84}"/>
              </a:ext>
            </a:extLst>
          </p:cNvPr>
          <p:cNvGrpSpPr/>
          <p:nvPr/>
        </p:nvGrpSpPr>
        <p:grpSpPr>
          <a:xfrm>
            <a:off x="9395477" y="483633"/>
            <a:ext cx="1371600" cy="1371600"/>
            <a:chOff x="213377" y="483633"/>
            <a:chExt cx="1371600" cy="1371600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01F4E082-7B12-0743-A9A3-59ABDF0F9213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Hexagon 55">
              <a:extLst>
                <a:ext uri="{FF2B5EF4-FFF2-40B4-BE49-F238E27FC236}">
                  <a16:creationId xmlns:a16="http://schemas.microsoft.com/office/drawing/2014/main" id="{4F1F5C53-78A3-14AC-675D-12B0EBAA5639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3E91B4FB-A15F-4D9E-73C8-1D93521A20F1}"/>
              </a:ext>
            </a:extLst>
          </p:cNvPr>
          <p:cNvGrpSpPr/>
          <p:nvPr/>
        </p:nvGrpSpPr>
        <p:grpSpPr>
          <a:xfrm>
            <a:off x="8314675" y="760535"/>
            <a:ext cx="472503" cy="1008518"/>
            <a:chOff x="5490227" y="2483982"/>
            <a:chExt cx="987188" cy="2107068"/>
          </a:xfrm>
        </p:grpSpPr>
        <p:pic>
          <p:nvPicPr>
            <p:cNvPr id="72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1CB0CDD0-26B0-5B34-4DA2-E1F7C5AD8D2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5260391" y="2815957"/>
              <a:ext cx="1358372" cy="6944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1" name="Picture 70">
              <a:extLst>
                <a:ext uri="{FF2B5EF4-FFF2-40B4-BE49-F238E27FC236}">
                  <a16:creationId xmlns:a16="http://schemas.microsoft.com/office/drawing/2014/main" id="{A3901D76-CAB3-6866-C37C-16077D58B3E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/>
            <a:srcRect b="41100"/>
            <a:stretch/>
          </p:blipFill>
          <p:spPr>
            <a:xfrm>
              <a:off x="5490227" y="3641166"/>
              <a:ext cx="987188" cy="949884"/>
            </a:xfrm>
            <a:prstGeom prst="rect">
              <a:avLst/>
            </a:prstGeom>
          </p:spPr>
        </p:pic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DADA5C28-21A4-9381-5B42-40F3AE703601}"/>
              </a:ext>
            </a:extLst>
          </p:cNvPr>
          <p:cNvGrpSpPr/>
          <p:nvPr/>
        </p:nvGrpSpPr>
        <p:grpSpPr>
          <a:xfrm>
            <a:off x="3682455" y="775315"/>
            <a:ext cx="554843" cy="953576"/>
            <a:chOff x="2557150" y="2405574"/>
            <a:chExt cx="836387" cy="1437449"/>
          </a:xfrm>
        </p:grpSpPr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BDABB5A0-5AF1-656E-7819-5ECC4D5CFEA2}"/>
                </a:ext>
              </a:extLst>
            </p:cNvPr>
            <p:cNvSpPr/>
            <p:nvPr/>
          </p:nvSpPr>
          <p:spPr>
            <a:xfrm>
              <a:off x="2753136" y="3211659"/>
              <a:ext cx="509948" cy="418886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2CFFEFEC-F9DC-FC6D-6FCC-B897A805C302}"/>
                </a:ext>
              </a:extLst>
            </p:cNvPr>
            <p:cNvSpPr/>
            <p:nvPr/>
          </p:nvSpPr>
          <p:spPr>
            <a:xfrm rot="20359977">
              <a:off x="2599198" y="3386703"/>
              <a:ext cx="270343" cy="287566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B3E5F8C9-9D93-DEB5-1C7E-3A56E0CC656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841785" y="3530486"/>
              <a:ext cx="69805" cy="312537"/>
            </a:xfrm>
            <a:prstGeom prst="lin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D943A9DB-F17A-520D-B51A-5EFD3A95500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040024" y="3484845"/>
              <a:ext cx="20625" cy="358178"/>
            </a:xfrm>
            <a:prstGeom prst="lin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D98DA933-22A4-A7D9-B1AA-5C9329296AD2}"/>
                </a:ext>
              </a:extLst>
            </p:cNvPr>
            <p:cNvCxnSpPr>
              <a:cxnSpLocks/>
            </p:cNvCxnSpPr>
            <p:nvPr/>
          </p:nvCxnSpPr>
          <p:spPr>
            <a:xfrm>
              <a:off x="3165496" y="3512950"/>
              <a:ext cx="46580" cy="301968"/>
            </a:xfrm>
            <a:prstGeom prst="lin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</p:cxnSp>
        <p:pic>
          <p:nvPicPr>
            <p:cNvPr id="75" name="Picture 74">
              <a:extLst>
                <a:ext uri="{FF2B5EF4-FFF2-40B4-BE49-F238E27FC236}">
                  <a16:creationId xmlns:a16="http://schemas.microsoft.com/office/drawing/2014/main" id="{77B0840E-A960-D140-FA3D-9888F6DCB474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2557150" y="2405574"/>
              <a:ext cx="836387" cy="765806"/>
            </a:xfrm>
            <a:prstGeom prst="rect">
              <a:avLst/>
            </a:prstGeom>
          </p:spPr>
        </p:pic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AA3B4486-ADEA-E3BC-5DE4-EB84D7F25EFB}"/>
              </a:ext>
            </a:extLst>
          </p:cNvPr>
          <p:cNvGrpSpPr/>
          <p:nvPr/>
        </p:nvGrpSpPr>
        <p:grpSpPr>
          <a:xfrm>
            <a:off x="376374" y="2335682"/>
            <a:ext cx="934493" cy="875077"/>
            <a:chOff x="4722300" y="1944558"/>
            <a:chExt cx="934493" cy="875077"/>
          </a:xfrm>
        </p:grpSpPr>
        <p:pic>
          <p:nvPicPr>
            <p:cNvPr id="81" name="Picture 2" descr="Hydra vector Clipart Vector PNG , SVG, EPS, PSD, AI">
              <a:extLst>
                <a:ext uri="{FF2B5EF4-FFF2-40B4-BE49-F238E27FC236}">
                  <a16:creationId xmlns:a16="http://schemas.microsoft.com/office/drawing/2014/main" id="{50D29484-F547-063E-C4B9-167F6AD8A0B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2212" t="21635" r="26923" b="31570"/>
            <a:stretch/>
          </p:blipFill>
          <p:spPr bwMode="auto">
            <a:xfrm>
              <a:off x="5037119" y="2110048"/>
              <a:ext cx="619674" cy="70958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82" name="Group 81">
              <a:extLst>
                <a:ext uri="{FF2B5EF4-FFF2-40B4-BE49-F238E27FC236}">
                  <a16:creationId xmlns:a16="http://schemas.microsoft.com/office/drawing/2014/main" id="{ABF7A7D7-DF24-A861-5F55-8238CEE07B49}"/>
                </a:ext>
              </a:extLst>
            </p:cNvPr>
            <p:cNvGrpSpPr/>
            <p:nvPr/>
          </p:nvGrpSpPr>
          <p:grpSpPr>
            <a:xfrm rot="1941197">
              <a:off x="4722300" y="1944558"/>
              <a:ext cx="531164" cy="503494"/>
              <a:chOff x="6409710" y="756261"/>
              <a:chExt cx="2695643" cy="2555218"/>
            </a:xfrm>
          </p:grpSpPr>
          <p:pic>
            <p:nvPicPr>
              <p:cNvPr id="83" name="Picture 2" descr="Lance Icon #332107 - Free Icons Library">
                <a:extLst>
                  <a:ext uri="{FF2B5EF4-FFF2-40B4-BE49-F238E27FC236}">
                    <a16:creationId xmlns:a16="http://schemas.microsoft.com/office/drawing/2014/main" id="{D2FB5C2E-10CA-8282-052D-1FFAD1C9EA6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8882740">
                <a:off x="6774550" y="756261"/>
                <a:ext cx="1899003" cy="189900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4" name="Picture 2" descr="Lance Icon #332107 - Free Icons Library">
                <a:extLst>
                  <a:ext uri="{FF2B5EF4-FFF2-40B4-BE49-F238E27FC236}">
                    <a16:creationId xmlns:a16="http://schemas.microsoft.com/office/drawing/2014/main" id="{24E119AB-AE0E-E227-01AB-9B8E1F56F9B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8882740">
                <a:off x="7206350" y="1027415"/>
                <a:ext cx="1899003" cy="189900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5" name="Picture 2" descr="Lance Icon #332107 - Free Icons Library">
                <a:extLst>
                  <a:ext uri="{FF2B5EF4-FFF2-40B4-BE49-F238E27FC236}">
                    <a16:creationId xmlns:a16="http://schemas.microsoft.com/office/drawing/2014/main" id="{1E24ECBA-9834-C397-CF12-3A5C788E8EB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8882740">
                <a:off x="6409710" y="1412476"/>
                <a:ext cx="1899003" cy="189900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947DD18D-2EFC-CC2B-EA4B-9116EC096B0E}"/>
              </a:ext>
            </a:extLst>
          </p:cNvPr>
          <p:cNvGrpSpPr/>
          <p:nvPr/>
        </p:nvGrpSpPr>
        <p:grpSpPr>
          <a:xfrm>
            <a:off x="191761" y="1992864"/>
            <a:ext cx="1371600" cy="1371600"/>
            <a:chOff x="213377" y="483633"/>
            <a:chExt cx="1371600" cy="1371600"/>
          </a:xfrm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E397341A-5D88-BB72-6B24-0F0C2589CCA0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Hexagon 87">
              <a:extLst>
                <a:ext uri="{FF2B5EF4-FFF2-40B4-BE49-F238E27FC236}">
                  <a16:creationId xmlns:a16="http://schemas.microsoft.com/office/drawing/2014/main" id="{33919CD6-C75E-69D7-6572-A892E563477E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08171E85-1461-9A3E-E6CB-A8CDC6B1604B}"/>
              </a:ext>
            </a:extLst>
          </p:cNvPr>
          <p:cNvGrpSpPr/>
          <p:nvPr/>
        </p:nvGrpSpPr>
        <p:grpSpPr>
          <a:xfrm>
            <a:off x="188770" y="3606797"/>
            <a:ext cx="1371600" cy="1371600"/>
            <a:chOff x="213377" y="483633"/>
            <a:chExt cx="1371600" cy="1371600"/>
          </a:xfrm>
        </p:grpSpPr>
        <p:sp>
          <p:nvSpPr>
            <p:cNvPr id="93" name="Rectangle 92">
              <a:extLst>
                <a:ext uri="{FF2B5EF4-FFF2-40B4-BE49-F238E27FC236}">
                  <a16:creationId xmlns:a16="http://schemas.microsoft.com/office/drawing/2014/main" id="{04D35FB7-70DF-C8D8-57CF-0113C8C75B2D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4" name="Hexagon 93">
              <a:extLst>
                <a:ext uri="{FF2B5EF4-FFF2-40B4-BE49-F238E27FC236}">
                  <a16:creationId xmlns:a16="http://schemas.microsoft.com/office/drawing/2014/main" id="{6665F7D2-46C1-9521-F5E0-E59ECF23146C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EA1E0983-5EE2-C063-8CD5-37CE4C389D89}"/>
              </a:ext>
            </a:extLst>
          </p:cNvPr>
          <p:cNvGrpSpPr/>
          <p:nvPr/>
        </p:nvGrpSpPr>
        <p:grpSpPr>
          <a:xfrm>
            <a:off x="6632482" y="2364783"/>
            <a:ext cx="839398" cy="777453"/>
            <a:chOff x="4849013" y="3586270"/>
            <a:chExt cx="2288278" cy="2119411"/>
          </a:xfrm>
        </p:grpSpPr>
        <p:pic>
          <p:nvPicPr>
            <p:cNvPr id="130" name="Picture 4" descr="2,174 Hornet Vector Illustrations &amp; Clip Art - iStock">
              <a:extLst>
                <a:ext uri="{FF2B5EF4-FFF2-40B4-BE49-F238E27FC236}">
                  <a16:creationId xmlns:a16="http://schemas.microsoft.com/office/drawing/2014/main" id="{59FBF1C1-2654-16A1-7CAE-53DFE929408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806" t="14492" r="21220" b="15205"/>
            <a:stretch/>
          </p:blipFill>
          <p:spPr bwMode="auto">
            <a:xfrm>
              <a:off x="5890304" y="4193477"/>
              <a:ext cx="1246987" cy="15122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28" name="Picture 4" descr="2,174 Hornet Vector Illustrations &amp; Clip Art - iStock">
              <a:extLst>
                <a:ext uri="{FF2B5EF4-FFF2-40B4-BE49-F238E27FC236}">
                  <a16:creationId xmlns:a16="http://schemas.microsoft.com/office/drawing/2014/main" id="{82AD6A72-157F-98D8-9F8A-103845F4848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806" t="14492" r="21220" b="15205"/>
            <a:stretch/>
          </p:blipFill>
          <p:spPr bwMode="auto">
            <a:xfrm>
              <a:off x="4849013" y="3586270"/>
              <a:ext cx="1246987" cy="15122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19" name="Group 118">
            <a:extLst>
              <a:ext uri="{FF2B5EF4-FFF2-40B4-BE49-F238E27FC236}">
                <a16:creationId xmlns:a16="http://schemas.microsoft.com/office/drawing/2014/main" id="{3124E93C-F26E-4555-A78C-34C494535F98}"/>
              </a:ext>
            </a:extLst>
          </p:cNvPr>
          <p:cNvGrpSpPr/>
          <p:nvPr/>
        </p:nvGrpSpPr>
        <p:grpSpPr>
          <a:xfrm>
            <a:off x="7882604" y="1981700"/>
            <a:ext cx="1371600" cy="1371600"/>
            <a:chOff x="213377" y="483633"/>
            <a:chExt cx="1371600" cy="1371600"/>
          </a:xfrm>
        </p:grpSpPr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9B02FBA8-AF22-BFFF-F279-50C288BBB3B5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2" name="Hexagon 121">
              <a:extLst>
                <a:ext uri="{FF2B5EF4-FFF2-40B4-BE49-F238E27FC236}">
                  <a16:creationId xmlns:a16="http://schemas.microsoft.com/office/drawing/2014/main" id="{A0FD01F4-1CFF-7B63-C020-991B37E77A47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3" name="Group 122">
            <a:extLst>
              <a:ext uri="{FF2B5EF4-FFF2-40B4-BE49-F238E27FC236}">
                <a16:creationId xmlns:a16="http://schemas.microsoft.com/office/drawing/2014/main" id="{C4800E0D-229C-E4AF-A64D-34B087E1A0D7}"/>
              </a:ext>
            </a:extLst>
          </p:cNvPr>
          <p:cNvGrpSpPr/>
          <p:nvPr/>
        </p:nvGrpSpPr>
        <p:grpSpPr>
          <a:xfrm>
            <a:off x="6350920" y="1988287"/>
            <a:ext cx="1371600" cy="1371600"/>
            <a:chOff x="213377" y="483633"/>
            <a:chExt cx="1371600" cy="1371600"/>
          </a:xfrm>
        </p:grpSpPr>
        <p:sp>
          <p:nvSpPr>
            <p:cNvPr id="125" name="Rectangle 124">
              <a:extLst>
                <a:ext uri="{FF2B5EF4-FFF2-40B4-BE49-F238E27FC236}">
                  <a16:creationId xmlns:a16="http://schemas.microsoft.com/office/drawing/2014/main" id="{5DE99ECC-3F22-AFEB-4A58-2A964365DBB6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6" name="Hexagon 125">
              <a:extLst>
                <a:ext uri="{FF2B5EF4-FFF2-40B4-BE49-F238E27FC236}">
                  <a16:creationId xmlns:a16="http://schemas.microsoft.com/office/drawing/2014/main" id="{D4E6D0C4-5C03-FFE5-DE93-4F4F9D40BE02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27" name="Oval 126">
            <a:extLst>
              <a:ext uri="{FF2B5EF4-FFF2-40B4-BE49-F238E27FC236}">
                <a16:creationId xmlns:a16="http://schemas.microsoft.com/office/drawing/2014/main" id="{349F0244-FD5B-B107-B2B8-4525635F5B05}"/>
              </a:ext>
            </a:extLst>
          </p:cNvPr>
          <p:cNvSpPr/>
          <p:nvPr/>
        </p:nvSpPr>
        <p:spPr>
          <a:xfrm>
            <a:off x="8602343" y="2258563"/>
            <a:ext cx="274320" cy="274320"/>
          </a:xfrm>
          <a:prstGeom prst="ellipse">
            <a:avLst/>
          </a:prstGeom>
          <a:noFill/>
          <a:ln w="57150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1" name="Group 140">
            <a:extLst>
              <a:ext uri="{FF2B5EF4-FFF2-40B4-BE49-F238E27FC236}">
                <a16:creationId xmlns:a16="http://schemas.microsoft.com/office/drawing/2014/main" id="{FBE574DC-248A-FFB9-96C9-EF53C3DF0F0F}"/>
              </a:ext>
            </a:extLst>
          </p:cNvPr>
          <p:cNvGrpSpPr/>
          <p:nvPr/>
        </p:nvGrpSpPr>
        <p:grpSpPr>
          <a:xfrm>
            <a:off x="8190294" y="2540816"/>
            <a:ext cx="718148" cy="665151"/>
            <a:chOff x="4849013" y="3586270"/>
            <a:chExt cx="2288278" cy="2119411"/>
          </a:xfrm>
        </p:grpSpPr>
        <p:pic>
          <p:nvPicPr>
            <p:cNvPr id="142" name="Picture 4" descr="2,174 Hornet Vector Illustrations &amp; Clip Art - iStock">
              <a:extLst>
                <a:ext uri="{FF2B5EF4-FFF2-40B4-BE49-F238E27FC236}">
                  <a16:creationId xmlns:a16="http://schemas.microsoft.com/office/drawing/2014/main" id="{2D89EE44-A28A-E325-1E9C-BF02E713902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806" t="14492" r="21220" b="15205"/>
            <a:stretch/>
          </p:blipFill>
          <p:spPr bwMode="auto">
            <a:xfrm>
              <a:off x="5890304" y="4193477"/>
              <a:ext cx="1246987" cy="15122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3" name="Picture 4" descr="2,174 Hornet Vector Illustrations &amp; Clip Art - iStock">
              <a:extLst>
                <a:ext uri="{FF2B5EF4-FFF2-40B4-BE49-F238E27FC236}">
                  <a16:creationId xmlns:a16="http://schemas.microsoft.com/office/drawing/2014/main" id="{7FE556DE-49D4-F0F1-313F-2E056864D4F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806" t="14492" r="21220" b="15205"/>
            <a:stretch/>
          </p:blipFill>
          <p:spPr bwMode="auto">
            <a:xfrm>
              <a:off x="4849013" y="3586270"/>
              <a:ext cx="1246987" cy="15122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45" name="Group 144">
            <a:extLst>
              <a:ext uri="{FF2B5EF4-FFF2-40B4-BE49-F238E27FC236}">
                <a16:creationId xmlns:a16="http://schemas.microsoft.com/office/drawing/2014/main" id="{205449D7-389E-375A-4E81-92E4C0A1E6EE}"/>
              </a:ext>
            </a:extLst>
          </p:cNvPr>
          <p:cNvGrpSpPr/>
          <p:nvPr/>
        </p:nvGrpSpPr>
        <p:grpSpPr>
          <a:xfrm>
            <a:off x="6392197" y="3464634"/>
            <a:ext cx="1371600" cy="1371600"/>
            <a:chOff x="213377" y="483633"/>
            <a:chExt cx="1371600" cy="1371600"/>
          </a:xfrm>
        </p:grpSpPr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973001D4-7971-A689-5A6C-68ABC482D6CF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7" name="Hexagon 146">
              <a:extLst>
                <a:ext uri="{FF2B5EF4-FFF2-40B4-BE49-F238E27FC236}">
                  <a16:creationId xmlns:a16="http://schemas.microsoft.com/office/drawing/2014/main" id="{E69CE70E-346C-9067-4883-6082AFE35EE3}"/>
                </a:ext>
              </a:extLst>
            </p:cNvPr>
            <p:cNvSpPr/>
            <p:nvPr/>
          </p:nvSpPr>
          <p:spPr>
            <a:xfrm>
              <a:off x="304817" y="70588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38" name="Picture 14" descr="2,970 Queen Bee Stock Vector Illustration and Royalty Free Queen Bee Clipart">
            <a:extLst>
              <a:ext uri="{FF2B5EF4-FFF2-40B4-BE49-F238E27FC236}">
                <a16:creationId xmlns:a16="http://schemas.microsoft.com/office/drawing/2014/main" id="{A7144532-894F-75DF-AFA3-E518769217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15933" y="3698170"/>
            <a:ext cx="1019175" cy="1019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51" name="Group 150">
            <a:extLst>
              <a:ext uri="{FF2B5EF4-FFF2-40B4-BE49-F238E27FC236}">
                <a16:creationId xmlns:a16="http://schemas.microsoft.com/office/drawing/2014/main" id="{19347FAB-B11A-AE6A-BF87-3029D3EF3A39}"/>
              </a:ext>
            </a:extLst>
          </p:cNvPr>
          <p:cNvGrpSpPr/>
          <p:nvPr/>
        </p:nvGrpSpPr>
        <p:grpSpPr>
          <a:xfrm>
            <a:off x="9439721" y="3471120"/>
            <a:ext cx="1371600" cy="1371600"/>
            <a:chOff x="213377" y="483633"/>
            <a:chExt cx="1371600" cy="1371600"/>
          </a:xfrm>
        </p:grpSpPr>
        <p:sp>
          <p:nvSpPr>
            <p:cNvPr id="152" name="Rectangle 151">
              <a:extLst>
                <a:ext uri="{FF2B5EF4-FFF2-40B4-BE49-F238E27FC236}">
                  <a16:creationId xmlns:a16="http://schemas.microsoft.com/office/drawing/2014/main" id="{C342BE94-F4F1-C83B-BBC8-9650F33FC874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3" name="Hexagon 152">
              <a:extLst>
                <a:ext uri="{FF2B5EF4-FFF2-40B4-BE49-F238E27FC236}">
                  <a16:creationId xmlns:a16="http://schemas.microsoft.com/office/drawing/2014/main" id="{235D4654-7B07-733D-D5C5-1C6D92B2A3FF}"/>
                </a:ext>
              </a:extLst>
            </p:cNvPr>
            <p:cNvSpPr/>
            <p:nvPr/>
          </p:nvSpPr>
          <p:spPr>
            <a:xfrm>
              <a:off x="304817" y="70588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69" name="Group 168">
            <a:extLst>
              <a:ext uri="{FF2B5EF4-FFF2-40B4-BE49-F238E27FC236}">
                <a16:creationId xmlns:a16="http://schemas.microsoft.com/office/drawing/2014/main" id="{8C792F6F-2794-BC9E-E550-6B4CFAD5CAE2}"/>
              </a:ext>
            </a:extLst>
          </p:cNvPr>
          <p:cNvGrpSpPr/>
          <p:nvPr/>
        </p:nvGrpSpPr>
        <p:grpSpPr>
          <a:xfrm>
            <a:off x="4815085" y="1981700"/>
            <a:ext cx="1371600" cy="1371600"/>
            <a:chOff x="213377" y="483633"/>
            <a:chExt cx="1371600" cy="1371600"/>
          </a:xfrm>
        </p:grpSpPr>
        <p:sp>
          <p:nvSpPr>
            <p:cNvPr id="170" name="Rectangle 169">
              <a:extLst>
                <a:ext uri="{FF2B5EF4-FFF2-40B4-BE49-F238E27FC236}">
                  <a16:creationId xmlns:a16="http://schemas.microsoft.com/office/drawing/2014/main" id="{0BB65367-9733-0F8A-66A3-02C8A0992CF3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1" name="Hexagon 170">
              <a:extLst>
                <a:ext uri="{FF2B5EF4-FFF2-40B4-BE49-F238E27FC236}">
                  <a16:creationId xmlns:a16="http://schemas.microsoft.com/office/drawing/2014/main" id="{276D7142-C4FF-0C0B-DF5A-A289805CC05A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2554C6E6-CCBB-5FC2-E67D-1BB567678D8A}"/>
              </a:ext>
            </a:extLst>
          </p:cNvPr>
          <p:cNvGrpSpPr/>
          <p:nvPr/>
        </p:nvGrpSpPr>
        <p:grpSpPr>
          <a:xfrm>
            <a:off x="5217087" y="2364783"/>
            <a:ext cx="620585" cy="764796"/>
            <a:chOff x="4499391" y="4049383"/>
            <a:chExt cx="620585" cy="764796"/>
          </a:xfrm>
        </p:grpSpPr>
        <p:pic>
          <p:nvPicPr>
            <p:cNvPr id="165" name="Picture 164">
              <a:extLst>
                <a:ext uri="{FF2B5EF4-FFF2-40B4-BE49-F238E27FC236}">
                  <a16:creationId xmlns:a16="http://schemas.microsoft.com/office/drawing/2014/main" id="{830EEBDB-A77D-90B4-6B8D-BE102247A27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9"/>
            <a:srcRect b="61242"/>
            <a:stretch/>
          </p:blipFill>
          <p:spPr>
            <a:xfrm>
              <a:off x="4499391" y="4554822"/>
              <a:ext cx="620585" cy="259357"/>
            </a:xfrm>
            <a:prstGeom prst="rect">
              <a:avLst/>
            </a:prstGeom>
          </p:spPr>
        </p:pic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0085D065-2E80-77ED-5A99-8C01BA06CF01}"/>
                </a:ext>
              </a:extLst>
            </p:cNvPr>
            <p:cNvCxnSpPr/>
            <p:nvPr/>
          </p:nvCxnSpPr>
          <p:spPr>
            <a:xfrm>
              <a:off x="4515303" y="4499465"/>
              <a:ext cx="559445" cy="0"/>
            </a:xfrm>
            <a:prstGeom prst="line">
              <a:avLst/>
            </a:prstGeom>
            <a:ln w="571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60527379-96D2-CE28-4F86-0340B8C35EB3}"/>
                </a:ext>
              </a:extLst>
            </p:cNvPr>
            <p:cNvGrpSpPr/>
            <p:nvPr/>
          </p:nvGrpSpPr>
          <p:grpSpPr>
            <a:xfrm>
              <a:off x="4570381" y="4049383"/>
              <a:ext cx="470893" cy="413068"/>
              <a:chOff x="4444742" y="3810843"/>
              <a:chExt cx="470893" cy="413068"/>
            </a:xfrm>
          </p:grpSpPr>
          <p:sp>
            <p:nvSpPr>
              <p:cNvPr id="166" name="Oval 165">
                <a:extLst>
                  <a:ext uri="{FF2B5EF4-FFF2-40B4-BE49-F238E27FC236}">
                    <a16:creationId xmlns:a16="http://schemas.microsoft.com/office/drawing/2014/main" id="{76A9F0CE-ECE4-F39B-CB99-0B9E8F459E86}"/>
                  </a:ext>
                </a:extLst>
              </p:cNvPr>
              <p:cNvSpPr/>
              <p:nvPr/>
            </p:nvSpPr>
            <p:spPr>
              <a:xfrm>
                <a:off x="4523150" y="3945507"/>
                <a:ext cx="141122" cy="141122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7" name="Oval 166">
                <a:extLst>
                  <a:ext uri="{FF2B5EF4-FFF2-40B4-BE49-F238E27FC236}">
                    <a16:creationId xmlns:a16="http://schemas.microsoft.com/office/drawing/2014/main" id="{673F00E2-71D1-FE6F-6D45-A0AD4B85C29D}"/>
                  </a:ext>
                </a:extLst>
              </p:cNvPr>
              <p:cNvSpPr/>
              <p:nvPr/>
            </p:nvSpPr>
            <p:spPr>
              <a:xfrm>
                <a:off x="4444742" y="4078949"/>
                <a:ext cx="141122" cy="141122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8" name="Oval 167">
                <a:extLst>
                  <a:ext uri="{FF2B5EF4-FFF2-40B4-BE49-F238E27FC236}">
                    <a16:creationId xmlns:a16="http://schemas.microsoft.com/office/drawing/2014/main" id="{D78CAD1E-7669-F911-158A-AF8FE32C59D6}"/>
                  </a:ext>
                </a:extLst>
              </p:cNvPr>
              <p:cNvSpPr/>
              <p:nvPr/>
            </p:nvSpPr>
            <p:spPr>
              <a:xfrm>
                <a:off x="4601558" y="4082789"/>
                <a:ext cx="141122" cy="141122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2" name="Oval 171">
                <a:extLst>
                  <a:ext uri="{FF2B5EF4-FFF2-40B4-BE49-F238E27FC236}">
                    <a16:creationId xmlns:a16="http://schemas.microsoft.com/office/drawing/2014/main" id="{5EE8A70B-81C2-2328-84D2-2919FC209D49}"/>
                  </a:ext>
                </a:extLst>
              </p:cNvPr>
              <p:cNvSpPr/>
              <p:nvPr/>
            </p:nvSpPr>
            <p:spPr>
              <a:xfrm>
                <a:off x="4606756" y="3810843"/>
                <a:ext cx="141122" cy="141122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3" name="Oval 172">
                <a:extLst>
                  <a:ext uri="{FF2B5EF4-FFF2-40B4-BE49-F238E27FC236}">
                    <a16:creationId xmlns:a16="http://schemas.microsoft.com/office/drawing/2014/main" id="{99B8CE09-2B9B-140C-F8D6-B863359BA236}"/>
                  </a:ext>
                </a:extLst>
              </p:cNvPr>
              <p:cNvSpPr/>
              <p:nvPr/>
            </p:nvSpPr>
            <p:spPr>
              <a:xfrm>
                <a:off x="4774513" y="4078949"/>
                <a:ext cx="141122" cy="141122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4" name="Oval 173">
                <a:extLst>
                  <a:ext uri="{FF2B5EF4-FFF2-40B4-BE49-F238E27FC236}">
                    <a16:creationId xmlns:a16="http://schemas.microsoft.com/office/drawing/2014/main" id="{880454FD-5D8A-665B-296E-11CF9BA7C82B}"/>
                  </a:ext>
                </a:extLst>
              </p:cNvPr>
              <p:cNvSpPr/>
              <p:nvPr/>
            </p:nvSpPr>
            <p:spPr>
              <a:xfrm>
                <a:off x="4691529" y="3936760"/>
                <a:ext cx="141122" cy="141122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75" name="Group 174">
            <a:extLst>
              <a:ext uri="{FF2B5EF4-FFF2-40B4-BE49-F238E27FC236}">
                <a16:creationId xmlns:a16="http://schemas.microsoft.com/office/drawing/2014/main" id="{8FAF9396-85AE-3734-56E8-B32BC8C2727D}"/>
              </a:ext>
            </a:extLst>
          </p:cNvPr>
          <p:cNvGrpSpPr/>
          <p:nvPr/>
        </p:nvGrpSpPr>
        <p:grpSpPr>
          <a:xfrm>
            <a:off x="5110830" y="3967502"/>
            <a:ext cx="839398" cy="777453"/>
            <a:chOff x="4849013" y="3586270"/>
            <a:chExt cx="2288278" cy="2119411"/>
          </a:xfrm>
        </p:grpSpPr>
        <p:pic>
          <p:nvPicPr>
            <p:cNvPr id="176" name="Picture 4" descr="2,174 Hornet Vector Illustrations &amp; Clip Art - iStock">
              <a:extLst>
                <a:ext uri="{FF2B5EF4-FFF2-40B4-BE49-F238E27FC236}">
                  <a16:creationId xmlns:a16="http://schemas.microsoft.com/office/drawing/2014/main" id="{0D55E502-6B3E-16A2-CDB5-58735A9EFF8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806" t="14492" r="21220" b="15205"/>
            <a:stretch/>
          </p:blipFill>
          <p:spPr bwMode="auto">
            <a:xfrm>
              <a:off x="5890304" y="4193477"/>
              <a:ext cx="1246987" cy="15122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7" name="Picture 4" descr="2,174 Hornet Vector Illustrations &amp; Clip Art - iStock">
              <a:extLst>
                <a:ext uri="{FF2B5EF4-FFF2-40B4-BE49-F238E27FC236}">
                  <a16:creationId xmlns:a16="http://schemas.microsoft.com/office/drawing/2014/main" id="{1F39564A-F17A-4B9B-C007-4BC1A72F69E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806" t="14492" r="21220" b="15205"/>
            <a:stretch/>
          </p:blipFill>
          <p:spPr bwMode="auto">
            <a:xfrm>
              <a:off x="4849013" y="3586270"/>
              <a:ext cx="1246987" cy="15122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78" name="Group 177">
            <a:extLst>
              <a:ext uri="{FF2B5EF4-FFF2-40B4-BE49-F238E27FC236}">
                <a16:creationId xmlns:a16="http://schemas.microsoft.com/office/drawing/2014/main" id="{8928B253-53AD-5D9F-7735-3F8C87B3587B}"/>
              </a:ext>
            </a:extLst>
          </p:cNvPr>
          <p:cNvGrpSpPr/>
          <p:nvPr/>
        </p:nvGrpSpPr>
        <p:grpSpPr>
          <a:xfrm>
            <a:off x="4849594" y="3484353"/>
            <a:ext cx="1371600" cy="1371600"/>
            <a:chOff x="213377" y="483633"/>
            <a:chExt cx="1371600" cy="1371600"/>
          </a:xfrm>
        </p:grpSpPr>
        <p:sp>
          <p:nvSpPr>
            <p:cNvPr id="179" name="Rectangle 178">
              <a:extLst>
                <a:ext uri="{FF2B5EF4-FFF2-40B4-BE49-F238E27FC236}">
                  <a16:creationId xmlns:a16="http://schemas.microsoft.com/office/drawing/2014/main" id="{A34DDA84-63BE-0D8E-69B4-71642FD92D2E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0" name="Hexagon 179">
              <a:extLst>
                <a:ext uri="{FF2B5EF4-FFF2-40B4-BE49-F238E27FC236}">
                  <a16:creationId xmlns:a16="http://schemas.microsoft.com/office/drawing/2014/main" id="{62557BC6-AF99-6B88-0163-8ECE0B286E19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7EEB4497-93D6-00CC-5D21-783C7500EAA7}"/>
              </a:ext>
            </a:extLst>
          </p:cNvPr>
          <p:cNvGrpSpPr/>
          <p:nvPr/>
        </p:nvGrpSpPr>
        <p:grpSpPr>
          <a:xfrm>
            <a:off x="5530253" y="3739395"/>
            <a:ext cx="342792" cy="439439"/>
            <a:chOff x="3657470" y="3702031"/>
            <a:chExt cx="342792" cy="439439"/>
          </a:xfrm>
        </p:grpSpPr>
        <p:sp>
          <p:nvSpPr>
            <p:cNvPr id="49" name="Cross 48">
              <a:extLst>
                <a:ext uri="{FF2B5EF4-FFF2-40B4-BE49-F238E27FC236}">
                  <a16:creationId xmlns:a16="http://schemas.microsoft.com/office/drawing/2014/main" id="{4F947AA7-FE15-CA7E-6678-7EE237843B8E}"/>
                </a:ext>
              </a:extLst>
            </p:cNvPr>
            <p:cNvSpPr/>
            <p:nvPr/>
          </p:nvSpPr>
          <p:spPr>
            <a:xfrm>
              <a:off x="3657470" y="3867150"/>
              <a:ext cx="274320" cy="274320"/>
            </a:xfrm>
            <a:prstGeom prst="plus">
              <a:avLst>
                <a:gd name="adj" fmla="val 38889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1" name="Cross 180">
              <a:extLst>
                <a:ext uri="{FF2B5EF4-FFF2-40B4-BE49-F238E27FC236}">
                  <a16:creationId xmlns:a16="http://schemas.microsoft.com/office/drawing/2014/main" id="{105937BB-CFA8-0C83-431B-AF9FAA8B4A9C}"/>
                </a:ext>
              </a:extLst>
            </p:cNvPr>
            <p:cNvSpPr/>
            <p:nvPr/>
          </p:nvSpPr>
          <p:spPr>
            <a:xfrm>
              <a:off x="3808015" y="3702031"/>
              <a:ext cx="192247" cy="192247"/>
            </a:xfrm>
            <a:prstGeom prst="plus">
              <a:avLst>
                <a:gd name="adj" fmla="val 38889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82" name="Picture 2" descr="Mantis Silhouette Design Stock Vector (Royalty Free) 696869110 |  Shutterstock">
            <a:extLst>
              <a:ext uri="{FF2B5EF4-FFF2-40B4-BE49-F238E27FC236}">
                <a16:creationId xmlns:a16="http://schemas.microsoft.com/office/drawing/2014/main" id="{370FBE31-2C2B-072C-17C4-98A57B6C621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735" t="16411" r="13266" b="22473"/>
          <a:stretch/>
        </p:blipFill>
        <p:spPr bwMode="auto">
          <a:xfrm flipH="1">
            <a:off x="2021789" y="1071799"/>
            <a:ext cx="798847" cy="5897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3" name="Picture 2" descr="Mantis Silhouette Design Stock Vector (Royalty Free) 696869110 |  Shutterstock">
            <a:extLst>
              <a:ext uri="{FF2B5EF4-FFF2-40B4-BE49-F238E27FC236}">
                <a16:creationId xmlns:a16="http://schemas.microsoft.com/office/drawing/2014/main" id="{63B319A1-CB94-4D78-6F32-4C992119D42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735" t="16411" r="13266" b="22473"/>
          <a:stretch/>
        </p:blipFill>
        <p:spPr bwMode="auto">
          <a:xfrm flipH="1">
            <a:off x="486648" y="953587"/>
            <a:ext cx="798847" cy="5897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84" name="Group 183">
            <a:extLst>
              <a:ext uri="{FF2B5EF4-FFF2-40B4-BE49-F238E27FC236}">
                <a16:creationId xmlns:a16="http://schemas.microsoft.com/office/drawing/2014/main" id="{D08785AA-049A-E35D-7677-0DE280185D26}"/>
              </a:ext>
            </a:extLst>
          </p:cNvPr>
          <p:cNvGrpSpPr/>
          <p:nvPr/>
        </p:nvGrpSpPr>
        <p:grpSpPr>
          <a:xfrm>
            <a:off x="190521" y="483925"/>
            <a:ext cx="1371600" cy="1371600"/>
            <a:chOff x="213377" y="483633"/>
            <a:chExt cx="1371600" cy="1371600"/>
          </a:xfrm>
        </p:grpSpPr>
        <p:sp>
          <p:nvSpPr>
            <p:cNvPr id="185" name="Rectangle 184">
              <a:extLst>
                <a:ext uri="{FF2B5EF4-FFF2-40B4-BE49-F238E27FC236}">
                  <a16:creationId xmlns:a16="http://schemas.microsoft.com/office/drawing/2014/main" id="{99EB7BD1-F331-67CB-EE86-C8D17FA7283F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6" name="Hexagon 185">
              <a:extLst>
                <a:ext uri="{FF2B5EF4-FFF2-40B4-BE49-F238E27FC236}">
                  <a16:creationId xmlns:a16="http://schemas.microsoft.com/office/drawing/2014/main" id="{399D832C-29ED-5787-9267-E2C4B335EAE4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87" name="Group 186">
            <a:extLst>
              <a:ext uri="{FF2B5EF4-FFF2-40B4-BE49-F238E27FC236}">
                <a16:creationId xmlns:a16="http://schemas.microsoft.com/office/drawing/2014/main" id="{AB884438-1724-1F3E-9439-729088AE6E7F}"/>
              </a:ext>
            </a:extLst>
          </p:cNvPr>
          <p:cNvGrpSpPr/>
          <p:nvPr/>
        </p:nvGrpSpPr>
        <p:grpSpPr>
          <a:xfrm>
            <a:off x="1758971" y="483925"/>
            <a:ext cx="1371600" cy="1371600"/>
            <a:chOff x="213377" y="483633"/>
            <a:chExt cx="1371600" cy="1371600"/>
          </a:xfrm>
        </p:grpSpPr>
        <p:sp>
          <p:nvSpPr>
            <p:cNvPr id="188" name="Rectangle 187">
              <a:extLst>
                <a:ext uri="{FF2B5EF4-FFF2-40B4-BE49-F238E27FC236}">
                  <a16:creationId xmlns:a16="http://schemas.microsoft.com/office/drawing/2014/main" id="{9C64075E-44EB-F541-BFE3-486E724D8B25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9" name="Hexagon 188">
              <a:extLst>
                <a:ext uri="{FF2B5EF4-FFF2-40B4-BE49-F238E27FC236}">
                  <a16:creationId xmlns:a16="http://schemas.microsoft.com/office/drawing/2014/main" id="{A136FF86-0EDD-AA35-1569-6E2E238405DB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0" name="Group 189">
            <a:extLst>
              <a:ext uri="{FF2B5EF4-FFF2-40B4-BE49-F238E27FC236}">
                <a16:creationId xmlns:a16="http://schemas.microsoft.com/office/drawing/2014/main" id="{D5B744C1-3F97-3361-5767-E8B23A924C93}"/>
              </a:ext>
            </a:extLst>
          </p:cNvPr>
          <p:cNvGrpSpPr/>
          <p:nvPr/>
        </p:nvGrpSpPr>
        <p:grpSpPr>
          <a:xfrm>
            <a:off x="3256350" y="1996684"/>
            <a:ext cx="1371600" cy="1371600"/>
            <a:chOff x="213377" y="483633"/>
            <a:chExt cx="1371600" cy="1371600"/>
          </a:xfrm>
        </p:grpSpPr>
        <p:sp>
          <p:nvSpPr>
            <p:cNvPr id="191" name="Rectangle 190">
              <a:extLst>
                <a:ext uri="{FF2B5EF4-FFF2-40B4-BE49-F238E27FC236}">
                  <a16:creationId xmlns:a16="http://schemas.microsoft.com/office/drawing/2014/main" id="{11ED8573-461F-2C74-88FF-123D089B6809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2" name="Hexagon 191">
              <a:extLst>
                <a:ext uri="{FF2B5EF4-FFF2-40B4-BE49-F238E27FC236}">
                  <a16:creationId xmlns:a16="http://schemas.microsoft.com/office/drawing/2014/main" id="{F05056AB-2BC1-C48A-B9BA-CB74B99F36D8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93" name="Oval 192">
            <a:extLst>
              <a:ext uri="{FF2B5EF4-FFF2-40B4-BE49-F238E27FC236}">
                <a16:creationId xmlns:a16="http://schemas.microsoft.com/office/drawing/2014/main" id="{CB81F4B8-19B1-508B-3D93-7E60DD0952EE}"/>
              </a:ext>
            </a:extLst>
          </p:cNvPr>
          <p:cNvSpPr/>
          <p:nvPr/>
        </p:nvSpPr>
        <p:spPr>
          <a:xfrm>
            <a:off x="2495429" y="762907"/>
            <a:ext cx="274320" cy="274320"/>
          </a:xfrm>
          <a:prstGeom prst="ellipse">
            <a:avLst/>
          </a:prstGeom>
          <a:noFill/>
          <a:ln w="57150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94" name="Group 193">
            <a:extLst>
              <a:ext uri="{FF2B5EF4-FFF2-40B4-BE49-F238E27FC236}">
                <a16:creationId xmlns:a16="http://schemas.microsoft.com/office/drawing/2014/main" id="{3FB9D6BC-10E5-1B0F-A869-5DA13FF53D2C}"/>
              </a:ext>
            </a:extLst>
          </p:cNvPr>
          <p:cNvGrpSpPr/>
          <p:nvPr/>
        </p:nvGrpSpPr>
        <p:grpSpPr>
          <a:xfrm>
            <a:off x="3487571" y="2513919"/>
            <a:ext cx="937313" cy="494610"/>
            <a:chOff x="5859312" y="3132616"/>
            <a:chExt cx="2744937" cy="1448473"/>
          </a:xfrm>
        </p:grpSpPr>
        <p:pic>
          <p:nvPicPr>
            <p:cNvPr id="195" name="Picture 2" descr="Mantis Silhouette Design Stock Vector (Royalty Free) 696869110 |  Shutterstock">
              <a:extLst>
                <a:ext uri="{FF2B5EF4-FFF2-40B4-BE49-F238E27FC236}">
                  <a16:creationId xmlns:a16="http://schemas.microsoft.com/office/drawing/2014/main" id="{E25AB92B-9C5F-0ED0-D17C-71DE59BB03C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735" t="16411" r="13266" b="22473"/>
            <a:stretch/>
          </p:blipFill>
          <p:spPr bwMode="auto">
            <a:xfrm flipH="1">
              <a:off x="5859312" y="3268607"/>
              <a:ext cx="1722492" cy="12716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196" name="Group 195">
              <a:extLst>
                <a:ext uri="{FF2B5EF4-FFF2-40B4-BE49-F238E27FC236}">
                  <a16:creationId xmlns:a16="http://schemas.microsoft.com/office/drawing/2014/main" id="{F88D65D9-26E5-EFDD-2CAF-02783F1EE94D}"/>
                </a:ext>
              </a:extLst>
            </p:cNvPr>
            <p:cNvGrpSpPr/>
            <p:nvPr/>
          </p:nvGrpSpPr>
          <p:grpSpPr>
            <a:xfrm>
              <a:off x="6588008" y="3132616"/>
              <a:ext cx="2016241" cy="1448473"/>
              <a:chOff x="5946659" y="1194460"/>
              <a:chExt cx="1449808" cy="1448473"/>
            </a:xfrm>
          </p:grpSpPr>
          <p:sp>
            <p:nvSpPr>
              <p:cNvPr id="197" name="Oval 196">
                <a:extLst>
                  <a:ext uri="{FF2B5EF4-FFF2-40B4-BE49-F238E27FC236}">
                    <a16:creationId xmlns:a16="http://schemas.microsoft.com/office/drawing/2014/main" id="{279ACDB3-F2A9-CB49-27A7-3062B4523659}"/>
                  </a:ext>
                </a:extLst>
              </p:cNvPr>
              <p:cNvSpPr/>
              <p:nvPr/>
            </p:nvSpPr>
            <p:spPr>
              <a:xfrm>
                <a:off x="5946659" y="1194460"/>
                <a:ext cx="1449808" cy="1440983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8" name="Oval 197">
                <a:extLst>
                  <a:ext uri="{FF2B5EF4-FFF2-40B4-BE49-F238E27FC236}">
                    <a16:creationId xmlns:a16="http://schemas.microsoft.com/office/drawing/2014/main" id="{69ACC9E1-1CFF-E907-7313-39FAA9B49A5C}"/>
                  </a:ext>
                </a:extLst>
              </p:cNvPr>
              <p:cNvSpPr/>
              <p:nvPr/>
            </p:nvSpPr>
            <p:spPr>
              <a:xfrm>
                <a:off x="6153618" y="1374790"/>
                <a:ext cx="453040" cy="45304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9" name="Oval 198">
                <a:extLst>
                  <a:ext uri="{FF2B5EF4-FFF2-40B4-BE49-F238E27FC236}">
                    <a16:creationId xmlns:a16="http://schemas.microsoft.com/office/drawing/2014/main" id="{E0E054E9-6FAD-CB71-9836-5FA6BCD1ECE1}"/>
                  </a:ext>
                </a:extLst>
              </p:cNvPr>
              <p:cNvSpPr/>
              <p:nvPr/>
            </p:nvSpPr>
            <p:spPr>
              <a:xfrm>
                <a:off x="6655275" y="1272974"/>
                <a:ext cx="453040" cy="45304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0" name="Oval 199">
                <a:extLst>
                  <a:ext uri="{FF2B5EF4-FFF2-40B4-BE49-F238E27FC236}">
                    <a16:creationId xmlns:a16="http://schemas.microsoft.com/office/drawing/2014/main" id="{D119F509-070D-E953-4877-C69D28AC2098}"/>
                  </a:ext>
                </a:extLst>
              </p:cNvPr>
              <p:cNvSpPr/>
              <p:nvPr/>
            </p:nvSpPr>
            <p:spPr>
              <a:xfrm>
                <a:off x="6031768" y="1869229"/>
                <a:ext cx="453040" cy="45304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1" name="Oval 200">
                <a:extLst>
                  <a:ext uri="{FF2B5EF4-FFF2-40B4-BE49-F238E27FC236}">
                    <a16:creationId xmlns:a16="http://schemas.microsoft.com/office/drawing/2014/main" id="{0EFFF907-F551-5B60-FEAB-18AAE92B6DE0}"/>
                  </a:ext>
                </a:extLst>
              </p:cNvPr>
              <p:cNvSpPr/>
              <p:nvPr/>
            </p:nvSpPr>
            <p:spPr>
              <a:xfrm>
                <a:off x="6480517" y="1726015"/>
                <a:ext cx="453040" cy="45304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2" name="Oval 201">
                <a:extLst>
                  <a:ext uri="{FF2B5EF4-FFF2-40B4-BE49-F238E27FC236}">
                    <a16:creationId xmlns:a16="http://schemas.microsoft.com/office/drawing/2014/main" id="{7FC05068-E64F-4C6F-2428-E9B8836A78EE}"/>
                  </a:ext>
                </a:extLst>
              </p:cNvPr>
              <p:cNvSpPr/>
              <p:nvPr/>
            </p:nvSpPr>
            <p:spPr>
              <a:xfrm>
                <a:off x="6415071" y="2189892"/>
                <a:ext cx="453040" cy="45304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3" name="Oval 202">
                <a:extLst>
                  <a:ext uri="{FF2B5EF4-FFF2-40B4-BE49-F238E27FC236}">
                    <a16:creationId xmlns:a16="http://schemas.microsoft.com/office/drawing/2014/main" id="{FEB7BE71-F5CD-3B23-E300-BF119543D23D}"/>
                  </a:ext>
                </a:extLst>
              </p:cNvPr>
              <p:cNvSpPr/>
              <p:nvPr/>
            </p:nvSpPr>
            <p:spPr>
              <a:xfrm>
                <a:off x="6908559" y="1871898"/>
                <a:ext cx="453040" cy="45304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142FA408-7BCC-DF05-6F27-79A4492845B8}"/>
              </a:ext>
            </a:extLst>
          </p:cNvPr>
          <p:cNvGrpSpPr/>
          <p:nvPr/>
        </p:nvGrpSpPr>
        <p:grpSpPr>
          <a:xfrm>
            <a:off x="7915959" y="3479767"/>
            <a:ext cx="1371600" cy="1371600"/>
            <a:chOff x="3269727" y="147083"/>
            <a:chExt cx="1371600" cy="137160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E99443FE-C927-FA69-C5C9-D9E012607DE6}"/>
                </a:ext>
              </a:extLst>
            </p:cNvPr>
            <p:cNvGrpSpPr/>
            <p:nvPr/>
          </p:nvGrpSpPr>
          <p:grpSpPr>
            <a:xfrm rot="1987888" flipH="1">
              <a:off x="3381689" y="642528"/>
              <a:ext cx="1147676" cy="521834"/>
              <a:chOff x="3722644" y="3927567"/>
              <a:chExt cx="2346446" cy="1066900"/>
            </a:xfrm>
          </p:grpSpPr>
          <p:pic>
            <p:nvPicPr>
              <p:cNvPr id="8" name="Picture 8" descr="31 Great Fire Wings Tattoo ideas | wings tattoo, wings, tattoos">
                <a:extLst>
                  <a:ext uri="{FF2B5EF4-FFF2-40B4-BE49-F238E27FC236}">
                    <a16:creationId xmlns:a16="http://schemas.microsoft.com/office/drawing/2014/main" id="{FAE04BAE-F100-4A8D-AB46-33642D8E0CD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722644" y="3927567"/>
                <a:ext cx="2346446" cy="10669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" name="Picture 8">
                <a:extLst>
                  <a:ext uri="{FF2B5EF4-FFF2-40B4-BE49-F238E27FC236}">
                    <a16:creationId xmlns:a16="http://schemas.microsoft.com/office/drawing/2014/main" id="{14753C06-BA53-2C98-6C94-8061724D2F5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4657437" y="4197944"/>
                <a:ext cx="476859" cy="702740"/>
              </a:xfrm>
              <a:prstGeom prst="rect">
                <a:avLst/>
              </a:prstGeom>
            </p:spPr>
          </p:pic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851254AB-32A5-D2A9-77AC-A70AD9028228}"/>
                </a:ext>
              </a:extLst>
            </p:cNvPr>
            <p:cNvGrpSpPr/>
            <p:nvPr/>
          </p:nvGrpSpPr>
          <p:grpSpPr>
            <a:xfrm>
              <a:off x="3269727" y="147083"/>
              <a:ext cx="1371600" cy="1371600"/>
              <a:chOff x="213377" y="483633"/>
              <a:chExt cx="1371600" cy="1371600"/>
            </a:xfrm>
          </p:grpSpPr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F4EC4247-A1F5-5928-45E2-9B26C8A3D759}"/>
                  </a:ext>
                </a:extLst>
              </p:cNvPr>
              <p:cNvSpPr/>
              <p:nvPr/>
            </p:nvSpPr>
            <p:spPr>
              <a:xfrm>
                <a:off x="213377" y="483633"/>
                <a:ext cx="1371600" cy="137160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Hexagon 11">
                <a:extLst>
                  <a:ext uri="{FF2B5EF4-FFF2-40B4-BE49-F238E27FC236}">
                    <a16:creationId xmlns:a16="http://schemas.microsoft.com/office/drawing/2014/main" id="{D80985CE-5B41-5A92-3A21-2B8B6EB147AB}"/>
                  </a:ext>
                </a:extLst>
              </p:cNvPr>
              <p:cNvSpPr/>
              <p:nvPr/>
            </p:nvSpPr>
            <p:spPr>
              <a:xfrm>
                <a:off x="304817" y="705883"/>
                <a:ext cx="1188720" cy="1097280"/>
              </a:xfrm>
              <a:prstGeom prst="hex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EA68341B-F86D-A69B-4414-23042B655983}"/>
              </a:ext>
            </a:extLst>
          </p:cNvPr>
          <p:cNvGrpSpPr/>
          <p:nvPr/>
        </p:nvGrpSpPr>
        <p:grpSpPr>
          <a:xfrm>
            <a:off x="1760211" y="3606797"/>
            <a:ext cx="1371600" cy="1371600"/>
            <a:chOff x="1760211" y="3606797"/>
            <a:chExt cx="1371600" cy="1371600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6D8BF590-769C-263E-36F0-47D576CAEA3E}"/>
                </a:ext>
              </a:extLst>
            </p:cNvPr>
            <p:cNvGrpSpPr/>
            <p:nvPr/>
          </p:nvGrpSpPr>
          <p:grpSpPr>
            <a:xfrm>
              <a:off x="1760211" y="3606797"/>
              <a:ext cx="1371600" cy="1371600"/>
              <a:chOff x="213377" y="483633"/>
              <a:chExt cx="1371600" cy="1371600"/>
            </a:xfrm>
          </p:grpSpPr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39CAA6FC-9B9B-8855-A749-3DAE06DECA06}"/>
                  </a:ext>
                </a:extLst>
              </p:cNvPr>
              <p:cNvSpPr/>
              <p:nvPr/>
            </p:nvSpPr>
            <p:spPr>
              <a:xfrm>
                <a:off x="213377" y="483633"/>
                <a:ext cx="1371600" cy="137160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9" name="Hexagon 68">
                <a:extLst>
                  <a:ext uri="{FF2B5EF4-FFF2-40B4-BE49-F238E27FC236}">
                    <a16:creationId xmlns:a16="http://schemas.microsoft.com/office/drawing/2014/main" id="{FD4F2797-5561-8AF4-6DDB-E9E2336ECC17}"/>
                  </a:ext>
                </a:extLst>
              </p:cNvPr>
              <p:cNvSpPr/>
              <p:nvPr/>
            </p:nvSpPr>
            <p:spPr>
              <a:xfrm>
                <a:off x="304817" y="699533"/>
                <a:ext cx="1188720" cy="1097280"/>
              </a:xfrm>
              <a:prstGeom prst="hex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428599A2-E0FD-AAED-48DB-2398E03CF629}"/>
                </a:ext>
              </a:extLst>
            </p:cNvPr>
            <p:cNvGrpSpPr/>
            <p:nvPr/>
          </p:nvGrpSpPr>
          <p:grpSpPr>
            <a:xfrm>
              <a:off x="2087305" y="4121928"/>
              <a:ext cx="702370" cy="722337"/>
              <a:chOff x="6950179" y="209368"/>
              <a:chExt cx="2475607" cy="2545983"/>
            </a:xfrm>
          </p:grpSpPr>
          <p:sp>
            <p:nvSpPr>
              <p:cNvPr id="30" name="Moon 29">
                <a:extLst>
                  <a:ext uri="{FF2B5EF4-FFF2-40B4-BE49-F238E27FC236}">
                    <a16:creationId xmlns:a16="http://schemas.microsoft.com/office/drawing/2014/main" id="{97BFC123-10EE-BF82-2087-9E11B99FB5FC}"/>
                  </a:ext>
                </a:extLst>
              </p:cNvPr>
              <p:cNvSpPr/>
              <p:nvPr/>
            </p:nvSpPr>
            <p:spPr>
              <a:xfrm rot="5400000">
                <a:off x="7798765" y="1128330"/>
                <a:ext cx="778435" cy="2475607"/>
              </a:xfrm>
              <a:prstGeom prst="moon">
                <a:avLst>
                  <a:gd name="adj" fmla="val 87500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31" name="Group 30">
                <a:extLst>
                  <a:ext uri="{FF2B5EF4-FFF2-40B4-BE49-F238E27FC236}">
                    <a16:creationId xmlns:a16="http://schemas.microsoft.com/office/drawing/2014/main" id="{6AE6F4DD-7CA7-52A8-E214-554BD14AB4FF}"/>
                  </a:ext>
                </a:extLst>
              </p:cNvPr>
              <p:cNvGrpSpPr/>
              <p:nvPr/>
            </p:nvGrpSpPr>
            <p:grpSpPr>
              <a:xfrm>
                <a:off x="7048732" y="209368"/>
                <a:ext cx="2278499" cy="2002129"/>
                <a:chOff x="3753737" y="1365068"/>
                <a:chExt cx="2278499" cy="2002129"/>
              </a:xfrm>
            </p:grpSpPr>
            <p:sp>
              <p:nvSpPr>
                <p:cNvPr id="32" name="Isosceles Triangle 31">
                  <a:extLst>
                    <a:ext uri="{FF2B5EF4-FFF2-40B4-BE49-F238E27FC236}">
                      <a16:creationId xmlns:a16="http://schemas.microsoft.com/office/drawing/2014/main" id="{2812421A-77AB-4245-3A6B-97BD3404C514}"/>
                    </a:ext>
                  </a:extLst>
                </p:cNvPr>
                <p:cNvSpPr/>
                <p:nvPr/>
              </p:nvSpPr>
              <p:spPr>
                <a:xfrm flipH="1">
                  <a:off x="4555226" y="1365068"/>
                  <a:ext cx="673630" cy="2002129"/>
                </a:xfrm>
                <a:prstGeom prst="triangl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33" name="Group 32">
                  <a:extLst>
                    <a:ext uri="{FF2B5EF4-FFF2-40B4-BE49-F238E27FC236}">
                      <a16:creationId xmlns:a16="http://schemas.microsoft.com/office/drawing/2014/main" id="{E70352B2-AEE1-C5D1-64C6-7EB48212065B}"/>
                    </a:ext>
                  </a:extLst>
                </p:cNvPr>
                <p:cNvGrpSpPr/>
                <p:nvPr/>
              </p:nvGrpSpPr>
              <p:grpSpPr>
                <a:xfrm>
                  <a:off x="3753737" y="2018274"/>
                  <a:ext cx="940920" cy="1047698"/>
                  <a:chOff x="3753737" y="2018274"/>
                  <a:chExt cx="940920" cy="1047698"/>
                </a:xfrm>
              </p:grpSpPr>
              <p:sp>
                <p:nvSpPr>
                  <p:cNvPr id="39" name="Isosceles Triangle 38">
                    <a:extLst>
                      <a:ext uri="{FF2B5EF4-FFF2-40B4-BE49-F238E27FC236}">
                        <a16:creationId xmlns:a16="http://schemas.microsoft.com/office/drawing/2014/main" id="{C7ED3DB7-F105-D459-D670-6ABDB1167459}"/>
                      </a:ext>
                    </a:extLst>
                  </p:cNvPr>
                  <p:cNvSpPr/>
                  <p:nvPr/>
                </p:nvSpPr>
                <p:spPr>
                  <a:xfrm rot="16779459">
                    <a:off x="4296631" y="1899647"/>
                    <a:ext cx="279400" cy="516653"/>
                  </a:xfrm>
                  <a:prstGeom prst="triangle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3" name="Isosceles Triangle 52">
                    <a:extLst>
                      <a:ext uri="{FF2B5EF4-FFF2-40B4-BE49-F238E27FC236}">
                        <a16:creationId xmlns:a16="http://schemas.microsoft.com/office/drawing/2014/main" id="{27922155-C4C3-AE09-FE2A-1A48EB948066}"/>
                      </a:ext>
                    </a:extLst>
                  </p:cNvPr>
                  <p:cNvSpPr/>
                  <p:nvPr/>
                </p:nvSpPr>
                <p:spPr>
                  <a:xfrm rot="16779459">
                    <a:off x="4023093" y="2517216"/>
                    <a:ext cx="279400" cy="818112"/>
                  </a:xfrm>
                  <a:prstGeom prst="triangle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7" name="Isosceles Triangle 56">
                    <a:extLst>
                      <a:ext uri="{FF2B5EF4-FFF2-40B4-BE49-F238E27FC236}">
                        <a16:creationId xmlns:a16="http://schemas.microsoft.com/office/drawing/2014/main" id="{DC393E2B-B62C-F385-CC1A-7E20BD27E964}"/>
                      </a:ext>
                    </a:extLst>
                  </p:cNvPr>
                  <p:cNvSpPr/>
                  <p:nvPr/>
                </p:nvSpPr>
                <p:spPr>
                  <a:xfrm rot="16779459">
                    <a:off x="4169431" y="2180356"/>
                    <a:ext cx="279400" cy="656846"/>
                  </a:xfrm>
                  <a:prstGeom prst="triangle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34" name="Group 33">
                  <a:extLst>
                    <a:ext uri="{FF2B5EF4-FFF2-40B4-BE49-F238E27FC236}">
                      <a16:creationId xmlns:a16="http://schemas.microsoft.com/office/drawing/2014/main" id="{F937A311-E9FC-7421-A07E-8BE031BD46AD}"/>
                    </a:ext>
                  </a:extLst>
                </p:cNvPr>
                <p:cNvGrpSpPr/>
                <p:nvPr/>
              </p:nvGrpSpPr>
              <p:grpSpPr>
                <a:xfrm flipH="1">
                  <a:off x="5091316" y="2020148"/>
                  <a:ext cx="940920" cy="1047698"/>
                  <a:chOff x="3753737" y="2018274"/>
                  <a:chExt cx="940920" cy="1047698"/>
                </a:xfrm>
              </p:grpSpPr>
              <p:sp>
                <p:nvSpPr>
                  <p:cNvPr id="35" name="Isosceles Triangle 34">
                    <a:extLst>
                      <a:ext uri="{FF2B5EF4-FFF2-40B4-BE49-F238E27FC236}">
                        <a16:creationId xmlns:a16="http://schemas.microsoft.com/office/drawing/2014/main" id="{6D3B3D7F-28E8-039F-3500-F6FB4DAD55C8}"/>
                      </a:ext>
                    </a:extLst>
                  </p:cNvPr>
                  <p:cNvSpPr/>
                  <p:nvPr/>
                </p:nvSpPr>
                <p:spPr>
                  <a:xfrm rot="16779459">
                    <a:off x="4296631" y="1899647"/>
                    <a:ext cx="279400" cy="516653"/>
                  </a:xfrm>
                  <a:prstGeom prst="triangle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6" name="Isosceles Triangle 35">
                    <a:extLst>
                      <a:ext uri="{FF2B5EF4-FFF2-40B4-BE49-F238E27FC236}">
                        <a16:creationId xmlns:a16="http://schemas.microsoft.com/office/drawing/2014/main" id="{A4FC4E43-6EB4-8F62-C577-BF073ABC6AB5}"/>
                      </a:ext>
                    </a:extLst>
                  </p:cNvPr>
                  <p:cNvSpPr/>
                  <p:nvPr/>
                </p:nvSpPr>
                <p:spPr>
                  <a:xfrm rot="16779459">
                    <a:off x="4023093" y="2517216"/>
                    <a:ext cx="279400" cy="818112"/>
                  </a:xfrm>
                  <a:prstGeom prst="triangle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7" name="Isosceles Triangle 36">
                    <a:extLst>
                      <a:ext uri="{FF2B5EF4-FFF2-40B4-BE49-F238E27FC236}">
                        <a16:creationId xmlns:a16="http://schemas.microsoft.com/office/drawing/2014/main" id="{F60F3047-2ED3-F2D4-1AF0-79C74C78DEBA}"/>
                      </a:ext>
                    </a:extLst>
                  </p:cNvPr>
                  <p:cNvSpPr/>
                  <p:nvPr/>
                </p:nvSpPr>
                <p:spPr>
                  <a:xfrm rot="16779459">
                    <a:off x="4169431" y="2180356"/>
                    <a:ext cx="279400" cy="656846"/>
                  </a:xfrm>
                  <a:prstGeom prst="triangle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</p:grpSp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F3468353-6C77-6EF7-73B9-D4BF3A29BF5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rot="1649722">
              <a:off x="2040384" y="3922804"/>
              <a:ext cx="230431" cy="497549"/>
            </a:xfrm>
            <a:prstGeom prst="rect">
              <a:avLst/>
            </a:prstGeom>
          </p:spPr>
        </p:pic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D4986E56-051F-20D1-945E-E0CCC78CD82D}"/>
              </a:ext>
            </a:extLst>
          </p:cNvPr>
          <p:cNvGrpSpPr/>
          <p:nvPr/>
        </p:nvGrpSpPr>
        <p:grpSpPr>
          <a:xfrm>
            <a:off x="1760211" y="1992864"/>
            <a:ext cx="1371600" cy="1371600"/>
            <a:chOff x="1760211" y="1992864"/>
            <a:chExt cx="1371600" cy="1371600"/>
          </a:xfrm>
        </p:grpSpPr>
        <p:grpSp>
          <p:nvGrpSpPr>
            <p:cNvPr id="73" name="Group 72">
              <a:extLst>
                <a:ext uri="{FF2B5EF4-FFF2-40B4-BE49-F238E27FC236}">
                  <a16:creationId xmlns:a16="http://schemas.microsoft.com/office/drawing/2014/main" id="{0BFB0530-239F-3557-73B9-99423420CBA6}"/>
                </a:ext>
              </a:extLst>
            </p:cNvPr>
            <p:cNvGrpSpPr/>
            <p:nvPr/>
          </p:nvGrpSpPr>
          <p:grpSpPr>
            <a:xfrm>
              <a:off x="1760211" y="1992864"/>
              <a:ext cx="1371600" cy="1371600"/>
              <a:chOff x="213377" y="483633"/>
              <a:chExt cx="1371600" cy="1371600"/>
            </a:xfrm>
          </p:grpSpPr>
          <p:sp>
            <p:nvSpPr>
              <p:cNvPr id="1033" name="Rectangle 1032">
                <a:extLst>
                  <a:ext uri="{FF2B5EF4-FFF2-40B4-BE49-F238E27FC236}">
                    <a16:creationId xmlns:a16="http://schemas.microsoft.com/office/drawing/2014/main" id="{24803923-C699-6AEC-3F1C-2900D304FD31}"/>
                  </a:ext>
                </a:extLst>
              </p:cNvPr>
              <p:cNvSpPr/>
              <p:nvPr/>
            </p:nvSpPr>
            <p:spPr>
              <a:xfrm>
                <a:off x="213377" y="483633"/>
                <a:ext cx="1371600" cy="137160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4" name="Hexagon 1033">
                <a:extLst>
                  <a:ext uri="{FF2B5EF4-FFF2-40B4-BE49-F238E27FC236}">
                    <a16:creationId xmlns:a16="http://schemas.microsoft.com/office/drawing/2014/main" id="{017309F6-6284-6D83-2690-ACA24B8B12D3}"/>
                  </a:ext>
                </a:extLst>
              </p:cNvPr>
              <p:cNvSpPr/>
              <p:nvPr/>
            </p:nvSpPr>
            <p:spPr>
              <a:xfrm>
                <a:off x="304817" y="699533"/>
                <a:ext cx="1188720" cy="1097280"/>
              </a:xfrm>
              <a:prstGeom prst="hex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4B744056-2906-A517-3BD1-0988BAB0EB47}"/>
                </a:ext>
              </a:extLst>
            </p:cNvPr>
            <p:cNvGrpSpPr/>
            <p:nvPr/>
          </p:nvGrpSpPr>
          <p:grpSpPr>
            <a:xfrm>
              <a:off x="2060652" y="2720665"/>
              <a:ext cx="770179" cy="474929"/>
              <a:chOff x="4366971" y="1518683"/>
              <a:chExt cx="1632818" cy="1006873"/>
            </a:xfrm>
          </p:grpSpPr>
          <p:sp>
            <p:nvSpPr>
              <p:cNvPr id="121" name="Moon 120">
                <a:extLst>
                  <a:ext uri="{FF2B5EF4-FFF2-40B4-BE49-F238E27FC236}">
                    <a16:creationId xmlns:a16="http://schemas.microsoft.com/office/drawing/2014/main" id="{9B7CB9B4-B10A-24DB-1FBC-D00A9F7CDB54}"/>
                  </a:ext>
                </a:extLst>
              </p:cNvPr>
              <p:cNvSpPr/>
              <p:nvPr/>
            </p:nvSpPr>
            <p:spPr>
              <a:xfrm rot="5400000">
                <a:off x="4929704" y="1543410"/>
                <a:ext cx="469900" cy="1494392"/>
              </a:xfrm>
              <a:prstGeom prst="moon">
                <a:avLst>
                  <a:gd name="adj" fmla="val 87500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24" name="Group 123">
                <a:extLst>
                  <a:ext uri="{FF2B5EF4-FFF2-40B4-BE49-F238E27FC236}">
                    <a16:creationId xmlns:a16="http://schemas.microsoft.com/office/drawing/2014/main" id="{FB0E657D-3819-3DF6-7561-7D0A3E9D57F8}"/>
                  </a:ext>
                </a:extLst>
              </p:cNvPr>
              <p:cNvGrpSpPr/>
              <p:nvPr/>
            </p:nvGrpSpPr>
            <p:grpSpPr>
              <a:xfrm>
                <a:off x="4366971" y="1555986"/>
                <a:ext cx="574646" cy="861619"/>
                <a:chOff x="4398721" y="1536936"/>
                <a:chExt cx="574646" cy="861619"/>
              </a:xfrm>
            </p:grpSpPr>
            <p:sp>
              <p:nvSpPr>
                <p:cNvPr id="1030" name="Isosceles Triangle 1029">
                  <a:extLst>
                    <a:ext uri="{FF2B5EF4-FFF2-40B4-BE49-F238E27FC236}">
                      <a16:creationId xmlns:a16="http://schemas.microsoft.com/office/drawing/2014/main" id="{4F1F9957-051B-7472-2F0A-FE4742BF530F}"/>
                    </a:ext>
                  </a:extLst>
                </p:cNvPr>
                <p:cNvSpPr/>
                <p:nvPr/>
              </p:nvSpPr>
              <p:spPr>
                <a:xfrm rot="19469091">
                  <a:off x="4398721" y="1712755"/>
                  <a:ext cx="230742" cy="685800"/>
                </a:xfrm>
                <a:prstGeom prst="triangl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31" name="Isosceles Triangle 1030">
                  <a:extLst>
                    <a:ext uri="{FF2B5EF4-FFF2-40B4-BE49-F238E27FC236}">
                      <a16:creationId xmlns:a16="http://schemas.microsoft.com/office/drawing/2014/main" id="{9A4006F1-158F-0ED8-AAB2-96CD5328A551}"/>
                    </a:ext>
                  </a:extLst>
                </p:cNvPr>
                <p:cNvSpPr/>
                <p:nvPr/>
              </p:nvSpPr>
              <p:spPr>
                <a:xfrm rot="20688119">
                  <a:off x="4742625" y="1536936"/>
                  <a:ext cx="230742" cy="685800"/>
                </a:xfrm>
                <a:prstGeom prst="triangl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024" name="Group 1023">
                <a:extLst>
                  <a:ext uri="{FF2B5EF4-FFF2-40B4-BE49-F238E27FC236}">
                    <a16:creationId xmlns:a16="http://schemas.microsoft.com/office/drawing/2014/main" id="{F851F4F9-8505-60D8-1F6D-AC5C0A5B2965}"/>
                  </a:ext>
                </a:extLst>
              </p:cNvPr>
              <p:cNvGrpSpPr/>
              <p:nvPr/>
            </p:nvGrpSpPr>
            <p:grpSpPr>
              <a:xfrm flipH="1">
                <a:off x="5425143" y="1565156"/>
                <a:ext cx="574646" cy="861619"/>
                <a:chOff x="4551121" y="1689336"/>
                <a:chExt cx="574646" cy="861619"/>
              </a:xfrm>
            </p:grpSpPr>
            <p:sp>
              <p:nvSpPr>
                <p:cNvPr id="1027" name="Isosceles Triangle 1026">
                  <a:extLst>
                    <a:ext uri="{FF2B5EF4-FFF2-40B4-BE49-F238E27FC236}">
                      <a16:creationId xmlns:a16="http://schemas.microsoft.com/office/drawing/2014/main" id="{3E16D53D-17A5-8EF1-B560-3077B653C2F9}"/>
                    </a:ext>
                  </a:extLst>
                </p:cNvPr>
                <p:cNvSpPr/>
                <p:nvPr/>
              </p:nvSpPr>
              <p:spPr>
                <a:xfrm rot="19469091">
                  <a:off x="4551121" y="1865155"/>
                  <a:ext cx="230742" cy="685800"/>
                </a:xfrm>
                <a:prstGeom prst="triangl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29" name="Isosceles Triangle 1028">
                  <a:extLst>
                    <a:ext uri="{FF2B5EF4-FFF2-40B4-BE49-F238E27FC236}">
                      <a16:creationId xmlns:a16="http://schemas.microsoft.com/office/drawing/2014/main" id="{1E3EE6C4-8985-098E-1941-50978F12B9A6}"/>
                    </a:ext>
                  </a:extLst>
                </p:cNvPr>
                <p:cNvSpPr/>
                <p:nvPr/>
              </p:nvSpPr>
              <p:spPr>
                <a:xfrm rot="20688119">
                  <a:off x="4895025" y="1689336"/>
                  <a:ext cx="230742" cy="685800"/>
                </a:xfrm>
                <a:prstGeom prst="triangl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025" name="Isosceles Triangle 1024">
                <a:extLst>
                  <a:ext uri="{FF2B5EF4-FFF2-40B4-BE49-F238E27FC236}">
                    <a16:creationId xmlns:a16="http://schemas.microsoft.com/office/drawing/2014/main" id="{D4EB8725-7F7F-A04E-F4B6-70CD517D2DB7}"/>
                  </a:ext>
                </a:extLst>
              </p:cNvPr>
              <p:cNvSpPr/>
              <p:nvPr/>
            </p:nvSpPr>
            <p:spPr>
              <a:xfrm flipH="1">
                <a:off x="5070860" y="1518683"/>
                <a:ext cx="230742" cy="6858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79B97505-9B1A-6BF7-3FC8-8BD479565B23}"/>
                </a:ext>
              </a:extLst>
            </p:cNvPr>
            <p:cNvGrpSpPr/>
            <p:nvPr/>
          </p:nvGrpSpPr>
          <p:grpSpPr>
            <a:xfrm rot="1941197">
              <a:off x="2146967" y="2269300"/>
              <a:ext cx="531164" cy="503494"/>
              <a:chOff x="6409710" y="756261"/>
              <a:chExt cx="2695643" cy="2555218"/>
            </a:xfrm>
          </p:grpSpPr>
          <p:pic>
            <p:nvPicPr>
              <p:cNvPr id="77" name="Picture 2" descr="Lance Icon #332107 - Free Icons Library">
                <a:extLst>
                  <a:ext uri="{FF2B5EF4-FFF2-40B4-BE49-F238E27FC236}">
                    <a16:creationId xmlns:a16="http://schemas.microsoft.com/office/drawing/2014/main" id="{8D4C2D64-D14B-5731-E17A-E46C5ED3B2E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8882740">
                <a:off x="6774550" y="756261"/>
                <a:ext cx="1899003" cy="189900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8" name="Picture 2" descr="Lance Icon #332107 - Free Icons Library">
                <a:extLst>
                  <a:ext uri="{FF2B5EF4-FFF2-40B4-BE49-F238E27FC236}">
                    <a16:creationId xmlns:a16="http://schemas.microsoft.com/office/drawing/2014/main" id="{B3708538-93B1-DAEE-2C47-1D7EE30F9CE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8882740">
                <a:off x="7206350" y="1027415"/>
                <a:ext cx="1899003" cy="189900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9" name="Picture 2" descr="Lance Icon #332107 - Free Icons Library">
                <a:extLst>
                  <a:ext uri="{FF2B5EF4-FFF2-40B4-BE49-F238E27FC236}">
                    <a16:creationId xmlns:a16="http://schemas.microsoft.com/office/drawing/2014/main" id="{D2FF3E68-7F22-06D5-5458-4EC782E9E59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8882740">
                <a:off x="6409710" y="1412476"/>
                <a:ext cx="1899003" cy="189900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1035" name="Group 1034">
            <a:extLst>
              <a:ext uri="{FF2B5EF4-FFF2-40B4-BE49-F238E27FC236}">
                <a16:creationId xmlns:a16="http://schemas.microsoft.com/office/drawing/2014/main" id="{F138D58E-64D1-D4FB-6D71-596C02483414}"/>
              </a:ext>
            </a:extLst>
          </p:cNvPr>
          <p:cNvGrpSpPr/>
          <p:nvPr/>
        </p:nvGrpSpPr>
        <p:grpSpPr>
          <a:xfrm>
            <a:off x="3301456" y="3613148"/>
            <a:ext cx="1371600" cy="1371600"/>
            <a:chOff x="158299" y="147083"/>
            <a:chExt cx="1371600" cy="1371600"/>
          </a:xfrm>
        </p:grpSpPr>
        <p:pic>
          <p:nvPicPr>
            <p:cNvPr id="1037" name="Picture 2" descr="Mantis Silhouette Design Stock Vector (Royalty Free) 696869110 |  Shutterstock">
              <a:extLst>
                <a:ext uri="{FF2B5EF4-FFF2-40B4-BE49-F238E27FC236}">
                  <a16:creationId xmlns:a16="http://schemas.microsoft.com/office/drawing/2014/main" id="{98B4D5F9-7053-78CE-39F3-F2B3D2FB196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735" t="16411" r="13266" b="22473"/>
            <a:stretch/>
          </p:blipFill>
          <p:spPr bwMode="auto">
            <a:xfrm flipH="1">
              <a:off x="456976" y="803261"/>
              <a:ext cx="798847" cy="5897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1039" name="Group 1038">
              <a:extLst>
                <a:ext uri="{FF2B5EF4-FFF2-40B4-BE49-F238E27FC236}">
                  <a16:creationId xmlns:a16="http://schemas.microsoft.com/office/drawing/2014/main" id="{A1FC76FF-C813-849D-751C-96EAA761BF0A}"/>
                </a:ext>
              </a:extLst>
            </p:cNvPr>
            <p:cNvGrpSpPr/>
            <p:nvPr/>
          </p:nvGrpSpPr>
          <p:grpSpPr>
            <a:xfrm>
              <a:off x="158299" y="147083"/>
              <a:ext cx="1371600" cy="1371600"/>
              <a:chOff x="213377" y="483633"/>
              <a:chExt cx="1371600" cy="1371600"/>
            </a:xfrm>
          </p:grpSpPr>
          <p:sp>
            <p:nvSpPr>
              <p:cNvPr id="1041" name="Rectangle 1040">
                <a:extLst>
                  <a:ext uri="{FF2B5EF4-FFF2-40B4-BE49-F238E27FC236}">
                    <a16:creationId xmlns:a16="http://schemas.microsoft.com/office/drawing/2014/main" id="{2E67DA94-9F14-4465-5419-CB7F0DD09577}"/>
                  </a:ext>
                </a:extLst>
              </p:cNvPr>
              <p:cNvSpPr/>
              <p:nvPr/>
            </p:nvSpPr>
            <p:spPr>
              <a:xfrm>
                <a:off x="213377" y="483633"/>
                <a:ext cx="1371600" cy="137160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42" name="Hexagon 1041">
                <a:extLst>
                  <a:ext uri="{FF2B5EF4-FFF2-40B4-BE49-F238E27FC236}">
                    <a16:creationId xmlns:a16="http://schemas.microsoft.com/office/drawing/2014/main" id="{794DE14D-81DC-E1AE-CC5E-F7515D4A22BD}"/>
                  </a:ext>
                </a:extLst>
              </p:cNvPr>
              <p:cNvSpPr/>
              <p:nvPr/>
            </p:nvSpPr>
            <p:spPr>
              <a:xfrm>
                <a:off x="304817" y="699533"/>
                <a:ext cx="1188720" cy="1097280"/>
              </a:xfrm>
              <a:prstGeom prst="hex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040" name="Picture 2" descr="Claw, slashes 아이콘 에 Game Icons">
              <a:extLst>
                <a:ext uri="{FF2B5EF4-FFF2-40B4-BE49-F238E27FC236}">
                  <a16:creationId xmlns:a16="http://schemas.microsoft.com/office/drawing/2014/main" id="{CE4728EB-7F37-FFF4-CE09-553D702262E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260" t="5109" b="5112"/>
            <a:stretch/>
          </p:blipFill>
          <p:spPr bwMode="auto">
            <a:xfrm rot="18480546">
              <a:off x="662583" y="488230"/>
              <a:ext cx="514391" cy="4874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43" name="Group 1042">
            <a:extLst>
              <a:ext uri="{FF2B5EF4-FFF2-40B4-BE49-F238E27FC236}">
                <a16:creationId xmlns:a16="http://schemas.microsoft.com/office/drawing/2014/main" id="{D3FC417A-6A12-3680-FAAE-55093D591A98}"/>
              </a:ext>
            </a:extLst>
          </p:cNvPr>
          <p:cNvGrpSpPr/>
          <p:nvPr/>
        </p:nvGrpSpPr>
        <p:grpSpPr>
          <a:xfrm>
            <a:off x="9383774" y="1977377"/>
            <a:ext cx="1371600" cy="1371600"/>
            <a:chOff x="1696069" y="136579"/>
            <a:chExt cx="1371600" cy="1371600"/>
          </a:xfrm>
        </p:grpSpPr>
        <p:pic>
          <p:nvPicPr>
            <p:cNvPr id="1044" name="Picture 1043">
              <a:extLst>
                <a:ext uri="{FF2B5EF4-FFF2-40B4-BE49-F238E27FC236}">
                  <a16:creationId xmlns:a16="http://schemas.microsoft.com/office/drawing/2014/main" id="{FDDE8CB8-4A3C-FB27-F8C5-AB4EF3FC888E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 flipH="1">
              <a:off x="2199689" y="841347"/>
              <a:ext cx="639120" cy="513844"/>
            </a:xfrm>
            <a:prstGeom prst="rect">
              <a:avLst/>
            </a:prstGeom>
          </p:spPr>
        </p:pic>
        <p:pic>
          <p:nvPicPr>
            <p:cNvPr id="1045" name="Picture 1044">
              <a:extLst>
                <a:ext uri="{FF2B5EF4-FFF2-40B4-BE49-F238E27FC236}">
                  <a16:creationId xmlns:a16="http://schemas.microsoft.com/office/drawing/2014/main" id="{CE5F710B-1003-7266-EF7B-BE0D4D026D60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2009906" y="423993"/>
              <a:ext cx="554843" cy="508021"/>
            </a:xfrm>
            <a:prstGeom prst="rect">
              <a:avLst/>
            </a:prstGeom>
          </p:spPr>
        </p:pic>
        <p:grpSp>
          <p:nvGrpSpPr>
            <p:cNvPr id="1046" name="Group 1045">
              <a:extLst>
                <a:ext uri="{FF2B5EF4-FFF2-40B4-BE49-F238E27FC236}">
                  <a16:creationId xmlns:a16="http://schemas.microsoft.com/office/drawing/2014/main" id="{D826F50A-3D12-1FA4-BFB3-FEC22C02D334}"/>
                </a:ext>
              </a:extLst>
            </p:cNvPr>
            <p:cNvGrpSpPr/>
            <p:nvPr/>
          </p:nvGrpSpPr>
          <p:grpSpPr>
            <a:xfrm>
              <a:off x="1696069" y="136579"/>
              <a:ext cx="1371600" cy="1371600"/>
              <a:chOff x="213377" y="483633"/>
              <a:chExt cx="1371600" cy="1371600"/>
            </a:xfrm>
          </p:grpSpPr>
          <p:sp>
            <p:nvSpPr>
              <p:cNvPr id="1047" name="Rectangle 1046">
                <a:extLst>
                  <a:ext uri="{FF2B5EF4-FFF2-40B4-BE49-F238E27FC236}">
                    <a16:creationId xmlns:a16="http://schemas.microsoft.com/office/drawing/2014/main" id="{DFE67C7A-6E45-EA34-1609-BD01916F6507}"/>
                  </a:ext>
                </a:extLst>
              </p:cNvPr>
              <p:cNvSpPr/>
              <p:nvPr/>
            </p:nvSpPr>
            <p:spPr>
              <a:xfrm>
                <a:off x="213377" y="483633"/>
                <a:ext cx="1371600" cy="137160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48" name="Hexagon 1047">
                <a:extLst>
                  <a:ext uri="{FF2B5EF4-FFF2-40B4-BE49-F238E27FC236}">
                    <a16:creationId xmlns:a16="http://schemas.microsoft.com/office/drawing/2014/main" id="{0133C1A9-D5E3-EF68-1043-C75EB99F0181}"/>
                  </a:ext>
                </a:extLst>
              </p:cNvPr>
              <p:cNvSpPr/>
              <p:nvPr/>
            </p:nvSpPr>
            <p:spPr>
              <a:xfrm>
                <a:off x="304817" y="705883"/>
                <a:ext cx="1188720" cy="1097280"/>
              </a:xfrm>
              <a:prstGeom prst="hex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9429064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CA4E8565-C494-2847-4139-CE7FBB29D620}"/>
              </a:ext>
            </a:extLst>
          </p:cNvPr>
          <p:cNvGrpSpPr/>
          <p:nvPr/>
        </p:nvGrpSpPr>
        <p:grpSpPr>
          <a:xfrm rot="2664439">
            <a:off x="2104930" y="2492095"/>
            <a:ext cx="1042110" cy="677639"/>
            <a:chOff x="4562810" y="2584397"/>
            <a:chExt cx="3211859" cy="2088532"/>
          </a:xfrm>
        </p:grpSpPr>
        <p:pic>
          <p:nvPicPr>
            <p:cNvPr id="5" name="Picture 10" descr="Angel Wings Vector&quot; Images – Browse 68 Stock Photos, Vectors, and Video |  Adobe Stock">
              <a:extLst>
                <a:ext uri="{FF2B5EF4-FFF2-40B4-BE49-F238E27FC236}">
                  <a16:creationId xmlns:a16="http://schemas.microsoft.com/office/drawing/2014/main" id="{8312E913-F35E-A847-B68F-D27771F355B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2998" t="50000" r="54564"/>
            <a:stretch/>
          </p:blipFill>
          <p:spPr bwMode="auto">
            <a:xfrm rot="8161281">
              <a:off x="4562810" y="2584398"/>
              <a:ext cx="794494" cy="19324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" name="Picture 10" descr="Angel Wings Vector&quot; Images – Browse 68 Stock Photos, Vectors, and Video |  Adobe Stock">
              <a:extLst>
                <a:ext uri="{FF2B5EF4-FFF2-40B4-BE49-F238E27FC236}">
                  <a16:creationId xmlns:a16="http://schemas.microsoft.com/office/drawing/2014/main" id="{B63343D1-F97C-6740-E20F-FEFC6577171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2998" t="50000" r="54564"/>
            <a:stretch/>
          </p:blipFill>
          <p:spPr bwMode="auto">
            <a:xfrm rot="13438719" flipH="1">
              <a:off x="6980175" y="2584397"/>
              <a:ext cx="794494" cy="19324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" name="Picture 8" descr="Shield Badge With Outline - Badge Vector Png - 882x980 PNG Download - PNGkit">
              <a:extLst>
                <a:ext uri="{FF2B5EF4-FFF2-40B4-BE49-F238E27FC236}">
                  <a16:creationId xmlns:a16="http://schemas.microsoft.com/office/drawing/2014/main" id="{718038E7-32B2-F487-0E83-9EEB5F9A029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694170" y="3550624"/>
              <a:ext cx="967728" cy="112230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5008BB9C-DFC9-BBD7-0039-3D52842CE693}"/>
              </a:ext>
            </a:extLst>
          </p:cNvPr>
          <p:cNvGrpSpPr/>
          <p:nvPr/>
        </p:nvGrpSpPr>
        <p:grpSpPr>
          <a:xfrm rot="1987888" flipH="1">
            <a:off x="3381689" y="642528"/>
            <a:ext cx="1147676" cy="521834"/>
            <a:chOff x="3722644" y="3927567"/>
            <a:chExt cx="2346446" cy="1066900"/>
          </a:xfrm>
        </p:grpSpPr>
        <p:pic>
          <p:nvPicPr>
            <p:cNvPr id="10" name="Picture 8" descr="31 Great Fire Wings Tattoo ideas | wings tattoo, wings, tattoos">
              <a:extLst>
                <a:ext uri="{FF2B5EF4-FFF2-40B4-BE49-F238E27FC236}">
                  <a16:creationId xmlns:a16="http://schemas.microsoft.com/office/drawing/2014/main" id="{5695BA79-0843-B25B-CBEB-3724A8C8CF6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22644" y="3927567"/>
              <a:ext cx="2346446" cy="10669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F82F0D3C-C8CB-7FD2-0CE4-E8D71B78E95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657437" y="4197944"/>
              <a:ext cx="476859" cy="702740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05E121CC-B119-06B3-A52A-BA851A8EAD3B}"/>
              </a:ext>
            </a:extLst>
          </p:cNvPr>
          <p:cNvGrpSpPr/>
          <p:nvPr/>
        </p:nvGrpSpPr>
        <p:grpSpPr>
          <a:xfrm>
            <a:off x="3269727" y="147083"/>
            <a:ext cx="1371600" cy="1371600"/>
            <a:chOff x="213377" y="483633"/>
            <a:chExt cx="1371600" cy="13716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F477A4F4-2A7E-D239-59F9-0935C449E265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Hexagon 14">
              <a:extLst>
                <a:ext uri="{FF2B5EF4-FFF2-40B4-BE49-F238E27FC236}">
                  <a16:creationId xmlns:a16="http://schemas.microsoft.com/office/drawing/2014/main" id="{09DCD5C0-BD56-EC2D-0EAF-7296E340D8A8}"/>
                </a:ext>
              </a:extLst>
            </p:cNvPr>
            <p:cNvSpPr/>
            <p:nvPr/>
          </p:nvSpPr>
          <p:spPr>
            <a:xfrm>
              <a:off x="304817" y="70588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1D8CD6AD-7F18-171C-61FE-E87A3D31FF6D}"/>
              </a:ext>
            </a:extLst>
          </p:cNvPr>
          <p:cNvGrpSpPr/>
          <p:nvPr/>
        </p:nvGrpSpPr>
        <p:grpSpPr>
          <a:xfrm>
            <a:off x="6311847" y="155547"/>
            <a:ext cx="1371600" cy="1371600"/>
            <a:chOff x="1760211" y="3606797"/>
            <a:chExt cx="1371600" cy="1371600"/>
          </a:xfrm>
        </p:grpSpPr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1E2B13D5-B094-AEC2-A27C-380EF423CD8C}"/>
                </a:ext>
              </a:extLst>
            </p:cNvPr>
            <p:cNvGrpSpPr/>
            <p:nvPr/>
          </p:nvGrpSpPr>
          <p:grpSpPr>
            <a:xfrm>
              <a:off x="1760211" y="3606797"/>
              <a:ext cx="1371600" cy="1371600"/>
              <a:chOff x="213377" y="483633"/>
              <a:chExt cx="1371600" cy="1371600"/>
            </a:xfrm>
          </p:grpSpPr>
          <p:sp>
            <p:nvSpPr>
              <p:cNvPr id="104" name="Rectangle 103">
                <a:extLst>
                  <a:ext uri="{FF2B5EF4-FFF2-40B4-BE49-F238E27FC236}">
                    <a16:creationId xmlns:a16="http://schemas.microsoft.com/office/drawing/2014/main" id="{A19AAE40-E2EB-5AC5-424C-EE4C771F592D}"/>
                  </a:ext>
                </a:extLst>
              </p:cNvPr>
              <p:cNvSpPr/>
              <p:nvPr/>
            </p:nvSpPr>
            <p:spPr>
              <a:xfrm>
                <a:off x="213377" y="483633"/>
                <a:ext cx="1371600" cy="137160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Hexagon 104">
                <a:extLst>
                  <a:ext uri="{FF2B5EF4-FFF2-40B4-BE49-F238E27FC236}">
                    <a16:creationId xmlns:a16="http://schemas.microsoft.com/office/drawing/2014/main" id="{46E128FC-6359-B0AD-F8E1-8CCE80E6D433}"/>
                  </a:ext>
                </a:extLst>
              </p:cNvPr>
              <p:cNvSpPr/>
              <p:nvPr/>
            </p:nvSpPr>
            <p:spPr>
              <a:xfrm>
                <a:off x="304817" y="699533"/>
                <a:ext cx="1188720" cy="1097280"/>
              </a:xfrm>
              <a:prstGeom prst="hex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1" name="Group 90">
              <a:extLst>
                <a:ext uri="{FF2B5EF4-FFF2-40B4-BE49-F238E27FC236}">
                  <a16:creationId xmlns:a16="http://schemas.microsoft.com/office/drawing/2014/main" id="{42175FC1-F7A5-3C8E-F8CA-5B8EA98766AF}"/>
                </a:ext>
              </a:extLst>
            </p:cNvPr>
            <p:cNvGrpSpPr/>
            <p:nvPr/>
          </p:nvGrpSpPr>
          <p:grpSpPr>
            <a:xfrm>
              <a:off x="2087305" y="4121928"/>
              <a:ext cx="702370" cy="722337"/>
              <a:chOff x="6950179" y="209368"/>
              <a:chExt cx="2475607" cy="2545983"/>
            </a:xfrm>
          </p:grpSpPr>
          <p:sp>
            <p:nvSpPr>
              <p:cNvPr id="93" name="Moon 92">
                <a:extLst>
                  <a:ext uri="{FF2B5EF4-FFF2-40B4-BE49-F238E27FC236}">
                    <a16:creationId xmlns:a16="http://schemas.microsoft.com/office/drawing/2014/main" id="{D35499B6-DD16-58C4-CE73-07ADCA5FD901}"/>
                  </a:ext>
                </a:extLst>
              </p:cNvPr>
              <p:cNvSpPr/>
              <p:nvPr/>
            </p:nvSpPr>
            <p:spPr>
              <a:xfrm rot="5400000">
                <a:off x="7798765" y="1128330"/>
                <a:ext cx="778435" cy="2475607"/>
              </a:xfrm>
              <a:prstGeom prst="moon">
                <a:avLst>
                  <a:gd name="adj" fmla="val 87500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94" name="Group 93">
                <a:extLst>
                  <a:ext uri="{FF2B5EF4-FFF2-40B4-BE49-F238E27FC236}">
                    <a16:creationId xmlns:a16="http://schemas.microsoft.com/office/drawing/2014/main" id="{1CC04184-EFC6-C58E-546C-F11A27D74759}"/>
                  </a:ext>
                </a:extLst>
              </p:cNvPr>
              <p:cNvGrpSpPr/>
              <p:nvPr/>
            </p:nvGrpSpPr>
            <p:grpSpPr>
              <a:xfrm>
                <a:off x="7048732" y="209368"/>
                <a:ext cx="2278499" cy="2002129"/>
                <a:chOff x="3753737" y="1365068"/>
                <a:chExt cx="2278499" cy="2002129"/>
              </a:xfrm>
            </p:grpSpPr>
            <p:sp>
              <p:nvSpPr>
                <p:cNvPr id="95" name="Isosceles Triangle 94">
                  <a:extLst>
                    <a:ext uri="{FF2B5EF4-FFF2-40B4-BE49-F238E27FC236}">
                      <a16:creationId xmlns:a16="http://schemas.microsoft.com/office/drawing/2014/main" id="{555D9E9A-A5D8-752C-9B30-A738F6BA6C5C}"/>
                    </a:ext>
                  </a:extLst>
                </p:cNvPr>
                <p:cNvSpPr/>
                <p:nvPr/>
              </p:nvSpPr>
              <p:spPr>
                <a:xfrm flipH="1">
                  <a:off x="4555226" y="1365068"/>
                  <a:ext cx="673630" cy="2002129"/>
                </a:xfrm>
                <a:prstGeom prst="triangl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96" name="Group 95">
                  <a:extLst>
                    <a:ext uri="{FF2B5EF4-FFF2-40B4-BE49-F238E27FC236}">
                      <a16:creationId xmlns:a16="http://schemas.microsoft.com/office/drawing/2014/main" id="{4325BB55-32D4-4DF3-0F64-C633FC19FAF3}"/>
                    </a:ext>
                  </a:extLst>
                </p:cNvPr>
                <p:cNvGrpSpPr/>
                <p:nvPr/>
              </p:nvGrpSpPr>
              <p:grpSpPr>
                <a:xfrm>
                  <a:off x="3753737" y="2018274"/>
                  <a:ext cx="940920" cy="1047698"/>
                  <a:chOff x="3753737" y="2018274"/>
                  <a:chExt cx="940920" cy="1047698"/>
                </a:xfrm>
              </p:grpSpPr>
              <p:sp>
                <p:nvSpPr>
                  <p:cNvPr id="101" name="Isosceles Triangle 100">
                    <a:extLst>
                      <a:ext uri="{FF2B5EF4-FFF2-40B4-BE49-F238E27FC236}">
                        <a16:creationId xmlns:a16="http://schemas.microsoft.com/office/drawing/2014/main" id="{CD82E40D-F6DC-3FFE-7933-784E6A7FB16D}"/>
                      </a:ext>
                    </a:extLst>
                  </p:cNvPr>
                  <p:cNvSpPr/>
                  <p:nvPr/>
                </p:nvSpPr>
                <p:spPr>
                  <a:xfrm rot="16779459">
                    <a:off x="4296631" y="1899647"/>
                    <a:ext cx="279400" cy="516653"/>
                  </a:xfrm>
                  <a:prstGeom prst="triangle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2" name="Isosceles Triangle 101">
                    <a:extLst>
                      <a:ext uri="{FF2B5EF4-FFF2-40B4-BE49-F238E27FC236}">
                        <a16:creationId xmlns:a16="http://schemas.microsoft.com/office/drawing/2014/main" id="{D59997BD-1B6F-45E1-A8E3-1347B1FF4A53}"/>
                      </a:ext>
                    </a:extLst>
                  </p:cNvPr>
                  <p:cNvSpPr/>
                  <p:nvPr/>
                </p:nvSpPr>
                <p:spPr>
                  <a:xfrm rot="16779459">
                    <a:off x="4023093" y="2517216"/>
                    <a:ext cx="279400" cy="818112"/>
                  </a:xfrm>
                  <a:prstGeom prst="triangle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3" name="Isosceles Triangle 102">
                    <a:extLst>
                      <a:ext uri="{FF2B5EF4-FFF2-40B4-BE49-F238E27FC236}">
                        <a16:creationId xmlns:a16="http://schemas.microsoft.com/office/drawing/2014/main" id="{BE33A255-0704-6243-D5BC-6FC5166D33B7}"/>
                      </a:ext>
                    </a:extLst>
                  </p:cNvPr>
                  <p:cNvSpPr/>
                  <p:nvPr/>
                </p:nvSpPr>
                <p:spPr>
                  <a:xfrm rot="16779459">
                    <a:off x="4169431" y="2180356"/>
                    <a:ext cx="279400" cy="656846"/>
                  </a:xfrm>
                  <a:prstGeom prst="triangle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97" name="Group 96">
                  <a:extLst>
                    <a:ext uri="{FF2B5EF4-FFF2-40B4-BE49-F238E27FC236}">
                      <a16:creationId xmlns:a16="http://schemas.microsoft.com/office/drawing/2014/main" id="{D0C6FB3B-1C81-36EF-3E27-33E8DFE509F6}"/>
                    </a:ext>
                  </a:extLst>
                </p:cNvPr>
                <p:cNvGrpSpPr/>
                <p:nvPr/>
              </p:nvGrpSpPr>
              <p:grpSpPr>
                <a:xfrm flipH="1">
                  <a:off x="5091316" y="2020148"/>
                  <a:ext cx="940920" cy="1047698"/>
                  <a:chOff x="3753737" y="2018274"/>
                  <a:chExt cx="940920" cy="1047698"/>
                </a:xfrm>
              </p:grpSpPr>
              <p:sp>
                <p:nvSpPr>
                  <p:cNvPr id="98" name="Isosceles Triangle 97">
                    <a:extLst>
                      <a:ext uri="{FF2B5EF4-FFF2-40B4-BE49-F238E27FC236}">
                        <a16:creationId xmlns:a16="http://schemas.microsoft.com/office/drawing/2014/main" id="{82F12F12-3C1A-B936-BC63-852DA429238D}"/>
                      </a:ext>
                    </a:extLst>
                  </p:cNvPr>
                  <p:cNvSpPr/>
                  <p:nvPr/>
                </p:nvSpPr>
                <p:spPr>
                  <a:xfrm rot="16779459">
                    <a:off x="4296631" y="1899647"/>
                    <a:ext cx="279400" cy="516653"/>
                  </a:xfrm>
                  <a:prstGeom prst="triangle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9" name="Isosceles Triangle 98">
                    <a:extLst>
                      <a:ext uri="{FF2B5EF4-FFF2-40B4-BE49-F238E27FC236}">
                        <a16:creationId xmlns:a16="http://schemas.microsoft.com/office/drawing/2014/main" id="{D0A93A0B-5E55-2748-C584-9928A79DFB53}"/>
                      </a:ext>
                    </a:extLst>
                  </p:cNvPr>
                  <p:cNvSpPr/>
                  <p:nvPr/>
                </p:nvSpPr>
                <p:spPr>
                  <a:xfrm rot="16779459">
                    <a:off x="4023093" y="2517216"/>
                    <a:ext cx="279400" cy="818112"/>
                  </a:xfrm>
                  <a:prstGeom prst="triangle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0" name="Isosceles Triangle 99">
                    <a:extLst>
                      <a:ext uri="{FF2B5EF4-FFF2-40B4-BE49-F238E27FC236}">
                        <a16:creationId xmlns:a16="http://schemas.microsoft.com/office/drawing/2014/main" id="{2B05DA49-FB1F-98E5-33DD-C9F8783D11D8}"/>
                      </a:ext>
                    </a:extLst>
                  </p:cNvPr>
                  <p:cNvSpPr/>
                  <p:nvPr/>
                </p:nvSpPr>
                <p:spPr>
                  <a:xfrm rot="16779459">
                    <a:off x="4169431" y="2180356"/>
                    <a:ext cx="279400" cy="656846"/>
                  </a:xfrm>
                  <a:prstGeom prst="triangle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</p:grpSp>
        <p:pic>
          <p:nvPicPr>
            <p:cNvPr id="92" name="Picture 91">
              <a:extLst>
                <a:ext uri="{FF2B5EF4-FFF2-40B4-BE49-F238E27FC236}">
                  <a16:creationId xmlns:a16="http://schemas.microsoft.com/office/drawing/2014/main" id="{20E034DA-E28F-C721-72A2-E79151AB712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 rot="1649722">
              <a:off x="2040384" y="3922804"/>
              <a:ext cx="230431" cy="497549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F049FB55-C058-646B-1358-CEF1FCA17B5D}"/>
              </a:ext>
            </a:extLst>
          </p:cNvPr>
          <p:cNvGrpSpPr/>
          <p:nvPr/>
        </p:nvGrpSpPr>
        <p:grpSpPr>
          <a:xfrm>
            <a:off x="4808211" y="147083"/>
            <a:ext cx="1371600" cy="1371600"/>
            <a:chOff x="1760211" y="1992864"/>
            <a:chExt cx="1371600" cy="1371600"/>
          </a:xfrm>
        </p:grpSpPr>
        <p:grpSp>
          <p:nvGrpSpPr>
            <p:cNvPr id="107" name="Group 106">
              <a:extLst>
                <a:ext uri="{FF2B5EF4-FFF2-40B4-BE49-F238E27FC236}">
                  <a16:creationId xmlns:a16="http://schemas.microsoft.com/office/drawing/2014/main" id="{1F5C4E3A-DA0D-AB28-EC31-443E9B2C5A00}"/>
                </a:ext>
              </a:extLst>
            </p:cNvPr>
            <p:cNvGrpSpPr/>
            <p:nvPr/>
          </p:nvGrpSpPr>
          <p:grpSpPr>
            <a:xfrm>
              <a:off x="1760211" y="1992864"/>
              <a:ext cx="1371600" cy="1371600"/>
              <a:chOff x="213377" y="483633"/>
              <a:chExt cx="1371600" cy="1371600"/>
            </a:xfrm>
          </p:grpSpPr>
          <p:sp>
            <p:nvSpPr>
              <p:cNvPr id="121" name="Rectangle 120">
                <a:extLst>
                  <a:ext uri="{FF2B5EF4-FFF2-40B4-BE49-F238E27FC236}">
                    <a16:creationId xmlns:a16="http://schemas.microsoft.com/office/drawing/2014/main" id="{C47AE2F2-E3D2-B853-ABB7-F4AFF8140A7A}"/>
                  </a:ext>
                </a:extLst>
              </p:cNvPr>
              <p:cNvSpPr/>
              <p:nvPr/>
            </p:nvSpPr>
            <p:spPr>
              <a:xfrm>
                <a:off x="213377" y="483633"/>
                <a:ext cx="1371600" cy="137160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2" name="Hexagon 121">
                <a:extLst>
                  <a:ext uri="{FF2B5EF4-FFF2-40B4-BE49-F238E27FC236}">
                    <a16:creationId xmlns:a16="http://schemas.microsoft.com/office/drawing/2014/main" id="{0E6A8F93-884D-77C6-6C19-64E884D46C7A}"/>
                  </a:ext>
                </a:extLst>
              </p:cNvPr>
              <p:cNvSpPr/>
              <p:nvPr/>
            </p:nvSpPr>
            <p:spPr>
              <a:xfrm>
                <a:off x="304817" y="699533"/>
                <a:ext cx="1188720" cy="1097280"/>
              </a:xfrm>
              <a:prstGeom prst="hex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8" name="Group 107">
              <a:extLst>
                <a:ext uri="{FF2B5EF4-FFF2-40B4-BE49-F238E27FC236}">
                  <a16:creationId xmlns:a16="http://schemas.microsoft.com/office/drawing/2014/main" id="{E40F8374-6B4E-611C-3E75-8C5F61A14803}"/>
                </a:ext>
              </a:extLst>
            </p:cNvPr>
            <p:cNvGrpSpPr/>
            <p:nvPr/>
          </p:nvGrpSpPr>
          <p:grpSpPr>
            <a:xfrm>
              <a:off x="2060652" y="2720665"/>
              <a:ext cx="770179" cy="474929"/>
              <a:chOff x="4366971" y="1518683"/>
              <a:chExt cx="1632818" cy="1006873"/>
            </a:xfrm>
          </p:grpSpPr>
          <p:sp>
            <p:nvSpPr>
              <p:cNvPr id="113" name="Moon 112">
                <a:extLst>
                  <a:ext uri="{FF2B5EF4-FFF2-40B4-BE49-F238E27FC236}">
                    <a16:creationId xmlns:a16="http://schemas.microsoft.com/office/drawing/2014/main" id="{39967C9D-8890-45B1-C36C-025DBD1BFBF8}"/>
                  </a:ext>
                </a:extLst>
              </p:cNvPr>
              <p:cNvSpPr/>
              <p:nvPr/>
            </p:nvSpPr>
            <p:spPr>
              <a:xfrm rot="5400000">
                <a:off x="4929704" y="1543410"/>
                <a:ext cx="469900" cy="1494392"/>
              </a:xfrm>
              <a:prstGeom prst="moon">
                <a:avLst>
                  <a:gd name="adj" fmla="val 87500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14" name="Group 113">
                <a:extLst>
                  <a:ext uri="{FF2B5EF4-FFF2-40B4-BE49-F238E27FC236}">
                    <a16:creationId xmlns:a16="http://schemas.microsoft.com/office/drawing/2014/main" id="{96DC47E3-0400-28FE-8741-2B3FA6699C9B}"/>
                  </a:ext>
                </a:extLst>
              </p:cNvPr>
              <p:cNvGrpSpPr/>
              <p:nvPr/>
            </p:nvGrpSpPr>
            <p:grpSpPr>
              <a:xfrm>
                <a:off x="4366971" y="1555986"/>
                <a:ext cx="574646" cy="861619"/>
                <a:chOff x="4398721" y="1536936"/>
                <a:chExt cx="574646" cy="861619"/>
              </a:xfrm>
            </p:grpSpPr>
            <p:sp>
              <p:nvSpPr>
                <p:cNvPr id="119" name="Isosceles Triangle 118">
                  <a:extLst>
                    <a:ext uri="{FF2B5EF4-FFF2-40B4-BE49-F238E27FC236}">
                      <a16:creationId xmlns:a16="http://schemas.microsoft.com/office/drawing/2014/main" id="{C91EC619-E6F3-CCBB-A3C2-EFE4E45C357E}"/>
                    </a:ext>
                  </a:extLst>
                </p:cNvPr>
                <p:cNvSpPr/>
                <p:nvPr/>
              </p:nvSpPr>
              <p:spPr>
                <a:xfrm rot="19469091">
                  <a:off x="4398721" y="1712755"/>
                  <a:ext cx="230742" cy="685800"/>
                </a:xfrm>
                <a:prstGeom prst="triangl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0" name="Isosceles Triangle 119">
                  <a:extLst>
                    <a:ext uri="{FF2B5EF4-FFF2-40B4-BE49-F238E27FC236}">
                      <a16:creationId xmlns:a16="http://schemas.microsoft.com/office/drawing/2014/main" id="{D4C80909-0E25-4EAA-0E47-080F1D84E86C}"/>
                    </a:ext>
                  </a:extLst>
                </p:cNvPr>
                <p:cNvSpPr/>
                <p:nvPr/>
              </p:nvSpPr>
              <p:spPr>
                <a:xfrm rot="20688119">
                  <a:off x="4742625" y="1536936"/>
                  <a:ext cx="230742" cy="685800"/>
                </a:xfrm>
                <a:prstGeom prst="triangl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15" name="Group 114">
                <a:extLst>
                  <a:ext uri="{FF2B5EF4-FFF2-40B4-BE49-F238E27FC236}">
                    <a16:creationId xmlns:a16="http://schemas.microsoft.com/office/drawing/2014/main" id="{7959CC67-3B81-A554-3135-4810046BEB97}"/>
                  </a:ext>
                </a:extLst>
              </p:cNvPr>
              <p:cNvGrpSpPr/>
              <p:nvPr/>
            </p:nvGrpSpPr>
            <p:grpSpPr>
              <a:xfrm flipH="1">
                <a:off x="5425143" y="1565156"/>
                <a:ext cx="574646" cy="861619"/>
                <a:chOff x="4551121" y="1689336"/>
                <a:chExt cx="574646" cy="861619"/>
              </a:xfrm>
            </p:grpSpPr>
            <p:sp>
              <p:nvSpPr>
                <p:cNvPr id="117" name="Isosceles Triangle 116">
                  <a:extLst>
                    <a:ext uri="{FF2B5EF4-FFF2-40B4-BE49-F238E27FC236}">
                      <a16:creationId xmlns:a16="http://schemas.microsoft.com/office/drawing/2014/main" id="{EF0E232F-7B0D-208B-69D7-481735955937}"/>
                    </a:ext>
                  </a:extLst>
                </p:cNvPr>
                <p:cNvSpPr/>
                <p:nvPr/>
              </p:nvSpPr>
              <p:spPr>
                <a:xfrm rot="19469091">
                  <a:off x="4551121" y="1865155"/>
                  <a:ext cx="230742" cy="685800"/>
                </a:xfrm>
                <a:prstGeom prst="triangl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8" name="Isosceles Triangle 117">
                  <a:extLst>
                    <a:ext uri="{FF2B5EF4-FFF2-40B4-BE49-F238E27FC236}">
                      <a16:creationId xmlns:a16="http://schemas.microsoft.com/office/drawing/2014/main" id="{44D2A15B-902E-1A9C-A441-93890B6F4D21}"/>
                    </a:ext>
                  </a:extLst>
                </p:cNvPr>
                <p:cNvSpPr/>
                <p:nvPr/>
              </p:nvSpPr>
              <p:spPr>
                <a:xfrm rot="20688119">
                  <a:off x="4895025" y="1689336"/>
                  <a:ext cx="230742" cy="685800"/>
                </a:xfrm>
                <a:prstGeom prst="triangl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16" name="Isosceles Triangle 115">
                <a:extLst>
                  <a:ext uri="{FF2B5EF4-FFF2-40B4-BE49-F238E27FC236}">
                    <a16:creationId xmlns:a16="http://schemas.microsoft.com/office/drawing/2014/main" id="{3AEC902A-5BF4-0F68-656C-3127CA119BA8}"/>
                  </a:ext>
                </a:extLst>
              </p:cNvPr>
              <p:cNvSpPr/>
              <p:nvPr/>
            </p:nvSpPr>
            <p:spPr>
              <a:xfrm flipH="1">
                <a:off x="5070860" y="1518683"/>
                <a:ext cx="230742" cy="6858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262DE7AA-D901-6C8A-8ACA-AF33C5ED9CFC}"/>
                </a:ext>
              </a:extLst>
            </p:cNvPr>
            <p:cNvGrpSpPr/>
            <p:nvPr/>
          </p:nvGrpSpPr>
          <p:grpSpPr>
            <a:xfrm rot="1941197">
              <a:off x="2146967" y="2269300"/>
              <a:ext cx="531164" cy="503494"/>
              <a:chOff x="6409710" y="756261"/>
              <a:chExt cx="2695643" cy="2555218"/>
            </a:xfrm>
          </p:grpSpPr>
          <p:pic>
            <p:nvPicPr>
              <p:cNvPr id="110" name="Picture 2" descr="Lance Icon #332107 - Free Icons Library">
                <a:extLst>
                  <a:ext uri="{FF2B5EF4-FFF2-40B4-BE49-F238E27FC236}">
                    <a16:creationId xmlns:a16="http://schemas.microsoft.com/office/drawing/2014/main" id="{DF2016FA-A291-DF6A-AC0E-488F730F996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8882740">
                <a:off x="6774550" y="756261"/>
                <a:ext cx="1899003" cy="189900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1" name="Picture 2" descr="Lance Icon #332107 - Free Icons Library">
                <a:extLst>
                  <a:ext uri="{FF2B5EF4-FFF2-40B4-BE49-F238E27FC236}">
                    <a16:creationId xmlns:a16="http://schemas.microsoft.com/office/drawing/2014/main" id="{F37A5038-1C91-9CB0-0703-2A1F2352B8A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8882740">
                <a:off x="7206350" y="1027415"/>
                <a:ext cx="1899003" cy="189900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2" name="Picture 2" descr="Lance Icon #332107 - Free Icons Library">
                <a:extLst>
                  <a:ext uri="{FF2B5EF4-FFF2-40B4-BE49-F238E27FC236}">
                    <a16:creationId xmlns:a16="http://schemas.microsoft.com/office/drawing/2014/main" id="{079C5A47-72E7-CDED-D22D-0ABD5B0AA1F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8882740">
                <a:off x="6409710" y="1412476"/>
                <a:ext cx="1899003" cy="189900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123" name="Group 122">
            <a:extLst>
              <a:ext uri="{FF2B5EF4-FFF2-40B4-BE49-F238E27FC236}">
                <a16:creationId xmlns:a16="http://schemas.microsoft.com/office/drawing/2014/main" id="{4D239AB7-6E5D-8BC7-B301-295DE8DE23D2}"/>
              </a:ext>
            </a:extLst>
          </p:cNvPr>
          <p:cNvGrpSpPr/>
          <p:nvPr/>
        </p:nvGrpSpPr>
        <p:grpSpPr>
          <a:xfrm>
            <a:off x="158299" y="147083"/>
            <a:ext cx="1371600" cy="1371600"/>
            <a:chOff x="158299" y="147083"/>
            <a:chExt cx="1371600" cy="1371600"/>
          </a:xfrm>
        </p:grpSpPr>
        <p:pic>
          <p:nvPicPr>
            <p:cNvPr id="55" name="Picture 2" descr="Mantis Silhouette Design Stock Vector (Royalty Free) 696869110 |  Shutterstock">
              <a:extLst>
                <a:ext uri="{FF2B5EF4-FFF2-40B4-BE49-F238E27FC236}">
                  <a16:creationId xmlns:a16="http://schemas.microsoft.com/office/drawing/2014/main" id="{87471417-172C-894A-4863-F4044117D8E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735" t="16411" r="13266" b="22473"/>
            <a:stretch/>
          </p:blipFill>
          <p:spPr bwMode="auto">
            <a:xfrm flipH="1">
              <a:off x="456976" y="803261"/>
              <a:ext cx="798847" cy="5897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BD5A39ED-286D-3F33-BF59-7EB8458F8A92}"/>
                </a:ext>
              </a:extLst>
            </p:cNvPr>
            <p:cNvGrpSpPr/>
            <p:nvPr/>
          </p:nvGrpSpPr>
          <p:grpSpPr>
            <a:xfrm>
              <a:off x="158299" y="147083"/>
              <a:ext cx="1371600" cy="1371600"/>
              <a:chOff x="213377" y="483633"/>
              <a:chExt cx="1371600" cy="1371600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F55E4EFD-A40A-C2EC-924D-ED00A08530B8}"/>
                  </a:ext>
                </a:extLst>
              </p:cNvPr>
              <p:cNvSpPr/>
              <p:nvPr/>
            </p:nvSpPr>
            <p:spPr>
              <a:xfrm>
                <a:off x="213377" y="483633"/>
                <a:ext cx="1371600" cy="137160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" name="Hexagon 42">
                <a:extLst>
                  <a:ext uri="{FF2B5EF4-FFF2-40B4-BE49-F238E27FC236}">
                    <a16:creationId xmlns:a16="http://schemas.microsoft.com/office/drawing/2014/main" id="{A0E811B9-07C5-32B6-2099-B4B31077252E}"/>
                  </a:ext>
                </a:extLst>
              </p:cNvPr>
              <p:cNvSpPr/>
              <p:nvPr/>
            </p:nvSpPr>
            <p:spPr>
              <a:xfrm>
                <a:off x="304817" y="699533"/>
                <a:ext cx="1188720" cy="1097280"/>
              </a:xfrm>
              <a:prstGeom prst="hex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026" name="Picture 2" descr="Claw, slashes 아이콘 에 Game Icons">
              <a:extLst>
                <a:ext uri="{FF2B5EF4-FFF2-40B4-BE49-F238E27FC236}">
                  <a16:creationId xmlns:a16="http://schemas.microsoft.com/office/drawing/2014/main" id="{8FC2B11A-38FA-4F3D-BFD0-59F25ACF288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260" t="5109" b="5112"/>
            <a:stretch/>
          </p:blipFill>
          <p:spPr bwMode="auto">
            <a:xfrm rot="18480546">
              <a:off x="662583" y="488230"/>
              <a:ext cx="514391" cy="4874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29" name="Group 1028">
            <a:extLst>
              <a:ext uri="{FF2B5EF4-FFF2-40B4-BE49-F238E27FC236}">
                <a16:creationId xmlns:a16="http://schemas.microsoft.com/office/drawing/2014/main" id="{7904009C-3AF2-5F95-A111-C5D974D1D832}"/>
              </a:ext>
            </a:extLst>
          </p:cNvPr>
          <p:cNvGrpSpPr/>
          <p:nvPr/>
        </p:nvGrpSpPr>
        <p:grpSpPr>
          <a:xfrm>
            <a:off x="1696069" y="136579"/>
            <a:ext cx="1371600" cy="1371600"/>
            <a:chOff x="1696069" y="136579"/>
            <a:chExt cx="1371600" cy="1371600"/>
          </a:xfrm>
        </p:grpSpPr>
        <p:pic>
          <p:nvPicPr>
            <p:cNvPr id="125" name="Picture 124">
              <a:extLst>
                <a:ext uri="{FF2B5EF4-FFF2-40B4-BE49-F238E27FC236}">
                  <a16:creationId xmlns:a16="http://schemas.microsoft.com/office/drawing/2014/main" id="{D13D39D0-670B-0092-C837-B2233B475402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 flipH="1">
              <a:off x="2199689" y="841347"/>
              <a:ext cx="639120" cy="513844"/>
            </a:xfrm>
            <a:prstGeom prst="rect">
              <a:avLst/>
            </a:prstGeom>
          </p:spPr>
        </p:pic>
        <p:pic>
          <p:nvPicPr>
            <p:cNvPr id="127" name="Picture 126">
              <a:extLst>
                <a:ext uri="{FF2B5EF4-FFF2-40B4-BE49-F238E27FC236}">
                  <a16:creationId xmlns:a16="http://schemas.microsoft.com/office/drawing/2014/main" id="{54A30094-9C60-3FA0-6D12-EDA006F1107C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2009906" y="423993"/>
              <a:ext cx="554843" cy="508021"/>
            </a:xfrm>
            <a:prstGeom prst="rect">
              <a:avLst/>
            </a:prstGeom>
          </p:spPr>
        </p:pic>
        <p:grpSp>
          <p:nvGrpSpPr>
            <p:cNvPr id="1025" name="Group 1024">
              <a:extLst>
                <a:ext uri="{FF2B5EF4-FFF2-40B4-BE49-F238E27FC236}">
                  <a16:creationId xmlns:a16="http://schemas.microsoft.com/office/drawing/2014/main" id="{849CF645-76F7-E245-AABD-C128B42DFA24}"/>
                </a:ext>
              </a:extLst>
            </p:cNvPr>
            <p:cNvGrpSpPr/>
            <p:nvPr/>
          </p:nvGrpSpPr>
          <p:grpSpPr>
            <a:xfrm>
              <a:off x="1696069" y="136579"/>
              <a:ext cx="1371600" cy="1371600"/>
              <a:chOff x="213377" y="483633"/>
              <a:chExt cx="1371600" cy="1371600"/>
            </a:xfrm>
          </p:grpSpPr>
          <p:sp>
            <p:nvSpPr>
              <p:cNvPr id="1027" name="Rectangle 1026">
                <a:extLst>
                  <a:ext uri="{FF2B5EF4-FFF2-40B4-BE49-F238E27FC236}">
                    <a16:creationId xmlns:a16="http://schemas.microsoft.com/office/drawing/2014/main" id="{8D21C5E0-DCB8-7A08-F71A-AF4E0A80F593}"/>
                  </a:ext>
                </a:extLst>
              </p:cNvPr>
              <p:cNvSpPr/>
              <p:nvPr/>
            </p:nvSpPr>
            <p:spPr>
              <a:xfrm>
                <a:off x="213377" y="483633"/>
                <a:ext cx="1371600" cy="137160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28" name="Hexagon 1027">
                <a:extLst>
                  <a:ext uri="{FF2B5EF4-FFF2-40B4-BE49-F238E27FC236}">
                    <a16:creationId xmlns:a16="http://schemas.microsoft.com/office/drawing/2014/main" id="{3F190D22-54BC-451B-A07A-E2BF16079339}"/>
                  </a:ext>
                </a:extLst>
              </p:cNvPr>
              <p:cNvSpPr/>
              <p:nvPr/>
            </p:nvSpPr>
            <p:spPr>
              <a:xfrm>
                <a:off x="304817" y="705883"/>
                <a:ext cx="1188720" cy="1097280"/>
              </a:xfrm>
              <a:prstGeom prst="hex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042" name="Group 1041">
            <a:extLst>
              <a:ext uri="{FF2B5EF4-FFF2-40B4-BE49-F238E27FC236}">
                <a16:creationId xmlns:a16="http://schemas.microsoft.com/office/drawing/2014/main" id="{BA2DE020-1DFC-0B06-99ED-4DCC3D869901}"/>
              </a:ext>
            </a:extLst>
          </p:cNvPr>
          <p:cNvGrpSpPr/>
          <p:nvPr/>
        </p:nvGrpSpPr>
        <p:grpSpPr>
          <a:xfrm>
            <a:off x="158299" y="2008913"/>
            <a:ext cx="1371600" cy="1371600"/>
            <a:chOff x="158299" y="2008913"/>
            <a:chExt cx="1371600" cy="1371600"/>
          </a:xfrm>
        </p:grpSpPr>
        <p:grpSp>
          <p:nvGrpSpPr>
            <p:cNvPr id="1031" name="Group 1030">
              <a:extLst>
                <a:ext uri="{FF2B5EF4-FFF2-40B4-BE49-F238E27FC236}">
                  <a16:creationId xmlns:a16="http://schemas.microsoft.com/office/drawing/2014/main" id="{2CC07215-E0CC-0F74-E605-5B14A4C8FBC6}"/>
                </a:ext>
              </a:extLst>
            </p:cNvPr>
            <p:cNvGrpSpPr/>
            <p:nvPr/>
          </p:nvGrpSpPr>
          <p:grpSpPr>
            <a:xfrm>
              <a:off x="158299" y="2008913"/>
              <a:ext cx="1371600" cy="1371600"/>
              <a:chOff x="427081" y="263129"/>
              <a:chExt cx="1371600" cy="1371600"/>
            </a:xfrm>
          </p:grpSpPr>
          <p:sp>
            <p:nvSpPr>
              <p:cNvPr id="1032" name="Rectangle 1031">
                <a:extLst>
                  <a:ext uri="{FF2B5EF4-FFF2-40B4-BE49-F238E27FC236}">
                    <a16:creationId xmlns:a16="http://schemas.microsoft.com/office/drawing/2014/main" id="{01465F06-CA20-E007-CAB9-B59A7A90FAA6}"/>
                  </a:ext>
                </a:extLst>
              </p:cNvPr>
              <p:cNvSpPr/>
              <p:nvPr/>
            </p:nvSpPr>
            <p:spPr>
              <a:xfrm>
                <a:off x="427081" y="263129"/>
                <a:ext cx="1371600" cy="137160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3" name="Plaque 1032">
                <a:extLst>
                  <a:ext uri="{FF2B5EF4-FFF2-40B4-BE49-F238E27FC236}">
                    <a16:creationId xmlns:a16="http://schemas.microsoft.com/office/drawing/2014/main" id="{3175F045-718D-5138-1E55-EE9FEAF90442}"/>
                  </a:ext>
                </a:extLst>
              </p:cNvPr>
              <p:cNvSpPr/>
              <p:nvPr/>
            </p:nvSpPr>
            <p:spPr>
              <a:xfrm>
                <a:off x="566683" y="478473"/>
                <a:ext cx="1097280" cy="1097280"/>
              </a:xfrm>
              <a:prstGeom prst="plaqu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041" name="Group 1040">
              <a:extLst>
                <a:ext uri="{FF2B5EF4-FFF2-40B4-BE49-F238E27FC236}">
                  <a16:creationId xmlns:a16="http://schemas.microsoft.com/office/drawing/2014/main" id="{CD6498D3-F8AD-30B6-86D4-959C71181E7A}"/>
                </a:ext>
              </a:extLst>
            </p:cNvPr>
            <p:cNvGrpSpPr/>
            <p:nvPr/>
          </p:nvGrpSpPr>
          <p:grpSpPr>
            <a:xfrm>
              <a:off x="428659" y="2417053"/>
              <a:ext cx="830879" cy="711687"/>
              <a:chOff x="5132466" y="3429000"/>
              <a:chExt cx="2001640" cy="1714500"/>
            </a:xfrm>
          </p:grpSpPr>
          <p:pic>
            <p:nvPicPr>
              <p:cNvPr id="1039" name="Picture 10" descr="Angel Wings Vector&quot; Images – Browse 68 Stock Photos, Vectors, and Video |  Adobe Stock">
                <a:extLst>
                  <a:ext uri="{FF2B5EF4-FFF2-40B4-BE49-F238E27FC236}">
                    <a16:creationId xmlns:a16="http://schemas.microsoft.com/office/drawing/2014/main" id="{8D859C51-F272-1338-FE42-457E0D828A3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2998" t="50000" r="54564"/>
              <a:stretch/>
            </p:blipFill>
            <p:spPr bwMode="auto">
              <a:xfrm>
                <a:off x="5132466" y="3429000"/>
                <a:ext cx="704886" cy="17145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40" name="Picture 10" descr="Angel Wings Vector&quot; Images – Browse 68 Stock Photos, Vectors, and Video |  Adobe Stock">
                <a:extLst>
                  <a:ext uri="{FF2B5EF4-FFF2-40B4-BE49-F238E27FC236}">
                    <a16:creationId xmlns:a16="http://schemas.microsoft.com/office/drawing/2014/main" id="{B852338B-1B8B-4753-0D36-A80E1186201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2998" t="50000" r="54564"/>
              <a:stretch/>
            </p:blipFill>
            <p:spPr bwMode="auto">
              <a:xfrm flipH="1">
                <a:off x="6429220" y="3429000"/>
                <a:ext cx="704886" cy="17145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37" name="Picture 8" descr="Shield Badge With Outline - Badge Vector Png - 882x980 PNG Download - PNGkit">
                <a:extLst>
                  <a:ext uri="{FF2B5EF4-FFF2-40B4-BE49-F238E27FC236}">
                    <a16:creationId xmlns:a16="http://schemas.microsoft.com/office/drawing/2014/main" id="{D945FB0F-38F4-DAD1-D796-B7C0939CA21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713801" y="4020496"/>
                <a:ext cx="858582" cy="99572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54079B8B-1159-BB98-2A7B-847EEF95F4DD}"/>
              </a:ext>
            </a:extLst>
          </p:cNvPr>
          <p:cNvGrpSpPr/>
          <p:nvPr/>
        </p:nvGrpSpPr>
        <p:grpSpPr>
          <a:xfrm>
            <a:off x="1998426" y="1957955"/>
            <a:ext cx="1371600" cy="1371600"/>
            <a:chOff x="427081" y="263129"/>
            <a:chExt cx="1371600" cy="13716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2BBFB801-2217-07C5-7B02-6D1DCFE2B612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Plaque 11">
              <a:extLst>
                <a:ext uri="{FF2B5EF4-FFF2-40B4-BE49-F238E27FC236}">
                  <a16:creationId xmlns:a16="http://schemas.microsoft.com/office/drawing/2014/main" id="{6EFD24D8-7CAB-07DA-C1CC-A840802DC837}"/>
                </a:ext>
              </a:extLst>
            </p:cNvPr>
            <p:cNvSpPr/>
            <p:nvPr/>
          </p:nvSpPr>
          <p:spPr>
            <a:xfrm>
              <a:off x="56668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4440763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1862</TotalTime>
  <Words>4</Words>
  <Application>Microsoft Office PowerPoint</Application>
  <PresentationFormat>Widescreen</PresentationFormat>
  <Paragraphs>3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AlexLiu.HUST@gmail.com</dc:creator>
  <cp:lastModifiedBy>Zehua Liu</cp:lastModifiedBy>
  <cp:revision>152</cp:revision>
  <dcterms:created xsi:type="dcterms:W3CDTF">2022-01-10T19:03:27Z</dcterms:created>
  <dcterms:modified xsi:type="dcterms:W3CDTF">2023-01-26T01:29:52Z</dcterms:modified>
</cp:coreProperties>
</file>