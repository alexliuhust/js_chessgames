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1332" y="-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4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4.jpeg"/><Relationship Id="rId17" Type="http://schemas.openxmlformats.org/officeDocument/2006/relationships/image" Target="../media/image28.jpeg"/><Relationship Id="rId2" Type="http://schemas.openxmlformats.org/officeDocument/2006/relationships/image" Target="../media/image15.jpeg"/><Relationship Id="rId16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5" Type="http://schemas.openxmlformats.org/officeDocument/2006/relationships/image" Target="../media/image26.jpeg"/><Relationship Id="rId10" Type="http://schemas.openxmlformats.org/officeDocument/2006/relationships/image" Target="../media/image7.png"/><Relationship Id="rId4" Type="http://schemas.openxmlformats.org/officeDocument/2006/relationships/image" Target="../media/image17.jpeg"/><Relationship Id="rId9" Type="http://schemas.openxmlformats.org/officeDocument/2006/relationships/image" Target="../media/image22.png"/><Relationship Id="rId14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wo Scythes Crossed Stock Vector (Royalty Free) 440071630 | Shutterstock">
            <a:extLst>
              <a:ext uri="{FF2B5EF4-FFF2-40B4-BE49-F238E27FC236}">
                <a16:creationId xmlns:a16="http://schemas.microsoft.com/office/drawing/2014/main" id="{5EEB49C1-DB24-82B0-4A24-0F9B78C551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75"/>
          <a:stretch/>
        </p:blipFill>
        <p:spPr bwMode="auto">
          <a:xfrm>
            <a:off x="3438352" y="994846"/>
            <a:ext cx="808502" cy="63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605" y="923977"/>
            <a:ext cx="277209" cy="415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7019056" y="4251971"/>
            <a:ext cx="741738" cy="928816"/>
            <a:chOff x="2736559" y="1271400"/>
            <a:chExt cx="1887829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03172" y="2703909"/>
              <a:ext cx="1174749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8" y="1537760"/>
              <a:ext cx="469900" cy="317897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6692699" y="3946045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27" y="890153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101818" y="554763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610757" y="554763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843969C-84CC-84E8-55E9-C5613CA3ED92}"/>
              </a:ext>
            </a:extLst>
          </p:cNvPr>
          <p:cNvGrpSpPr/>
          <p:nvPr/>
        </p:nvGrpSpPr>
        <p:grpSpPr>
          <a:xfrm>
            <a:off x="1868231" y="996975"/>
            <a:ext cx="887099" cy="758582"/>
            <a:chOff x="3633466" y="2399571"/>
            <a:chExt cx="1377143" cy="1177631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3683689" y="2448215"/>
              <a:ext cx="435206" cy="951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4158251" y="3222739"/>
              <a:ext cx="146559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4082509" y="2922795"/>
              <a:ext cx="226723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4201087" y="3104678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3959302" y="3464721"/>
              <a:ext cx="321929" cy="1124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3782855" y="2694053"/>
              <a:ext cx="701537" cy="3318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4526706" y="2794535"/>
              <a:ext cx="132102" cy="10540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4364748" y="2729261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4703650" y="2854045"/>
              <a:ext cx="132102" cy="983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4878507" y="2861483"/>
              <a:ext cx="132102" cy="7853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3633466" y="2707619"/>
              <a:ext cx="320472" cy="31547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3938769" y="2808131"/>
              <a:ext cx="285697" cy="285697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3964821" y="2399571"/>
              <a:ext cx="418336" cy="224381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4737676" y="550875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4975053" y="970818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618895" y="2077629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789056" y="2341906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6266976" y="550875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6482473" y="882982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114" y="942708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7770056" y="554517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8362149" y="827707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9562352" y="834300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9248849" y="556798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10913644" y="795917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10732636" y="565094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280715" y="3936618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651043" y="4455355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943" y="2349600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116728" y="2046457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5206386" y="3948828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1764480" y="3940851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2154478" y="4257737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5423598" y="4498610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F5B4EC1-259E-F326-8537-AEA962D1D33A}"/>
              </a:ext>
            </a:extLst>
          </p:cNvPr>
          <p:cNvGrpSpPr/>
          <p:nvPr/>
        </p:nvGrpSpPr>
        <p:grpSpPr>
          <a:xfrm>
            <a:off x="8178797" y="3937410"/>
            <a:ext cx="1371600" cy="1371600"/>
            <a:chOff x="427081" y="263129"/>
            <a:chExt cx="1371600" cy="1371600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8CEDA50-61F0-CF72-1260-59ADC2A9326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Plaque 196">
              <a:extLst>
                <a:ext uri="{FF2B5EF4-FFF2-40B4-BE49-F238E27FC236}">
                  <a16:creationId xmlns:a16="http://schemas.microsoft.com/office/drawing/2014/main" id="{82C70602-E460-393B-9878-38430C24AD16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93A70C2-9665-D76B-1AE2-B41DB7F9141F}"/>
              </a:ext>
            </a:extLst>
          </p:cNvPr>
          <p:cNvGrpSpPr/>
          <p:nvPr/>
        </p:nvGrpSpPr>
        <p:grpSpPr>
          <a:xfrm>
            <a:off x="8551020" y="4251971"/>
            <a:ext cx="625640" cy="825748"/>
            <a:chOff x="5200606" y="948929"/>
            <a:chExt cx="895394" cy="1181783"/>
          </a:xfrm>
        </p:grpSpPr>
        <p:sp>
          <p:nvSpPr>
            <p:cNvPr id="204" name="Isosceles Triangle 203">
              <a:extLst>
                <a:ext uri="{FF2B5EF4-FFF2-40B4-BE49-F238E27FC236}">
                  <a16:creationId xmlns:a16="http://schemas.microsoft.com/office/drawing/2014/main" id="{89427A9A-54E6-F795-237A-D115541B06D0}"/>
                </a:ext>
              </a:extLst>
            </p:cNvPr>
            <p:cNvSpPr/>
            <p:nvPr/>
          </p:nvSpPr>
          <p:spPr>
            <a:xfrm>
              <a:off x="5448300" y="948929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B48E1623-CE3A-F72D-7B9F-0C07FF4B307A}"/>
                </a:ext>
              </a:extLst>
            </p:cNvPr>
            <p:cNvSpPr/>
            <p:nvPr/>
          </p:nvSpPr>
          <p:spPr>
            <a:xfrm>
              <a:off x="5200606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Isosceles Triangle 205">
              <a:extLst>
                <a:ext uri="{FF2B5EF4-FFF2-40B4-BE49-F238E27FC236}">
                  <a16:creationId xmlns:a16="http://schemas.microsoft.com/office/drawing/2014/main" id="{F4F6E9D9-F70F-4815-9849-71406CAADFFE}"/>
                </a:ext>
              </a:extLst>
            </p:cNvPr>
            <p:cNvSpPr/>
            <p:nvPr/>
          </p:nvSpPr>
          <p:spPr>
            <a:xfrm>
              <a:off x="5689600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C27C3161-EE2B-E926-40F5-6CEF2B1CCD25}"/>
              </a:ext>
            </a:extLst>
          </p:cNvPr>
          <p:cNvGrpSpPr/>
          <p:nvPr/>
        </p:nvGrpSpPr>
        <p:grpSpPr>
          <a:xfrm>
            <a:off x="3151872" y="554517"/>
            <a:ext cx="1371600" cy="1371600"/>
            <a:chOff x="427081" y="263129"/>
            <a:chExt cx="1371600" cy="1371600"/>
          </a:xfrm>
        </p:grpSpPr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B0352E4F-3937-F367-BE78-1961355DDB8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Plaque 199">
              <a:extLst>
                <a:ext uri="{FF2B5EF4-FFF2-40B4-BE49-F238E27FC236}">
                  <a16:creationId xmlns:a16="http://schemas.microsoft.com/office/drawing/2014/main" id="{A6992163-211E-24E4-C4E9-CC0F5CDA2E2C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 descr="Hurricane Whirlwind Icon, Simple Style Stock Vector - Illustration of  round, rotate: 138334440">
            <a:extLst>
              <a:ext uri="{FF2B5EF4-FFF2-40B4-BE49-F238E27FC236}">
                <a16:creationId xmlns:a16="http://schemas.microsoft.com/office/drawing/2014/main" id="{D433DD36-30FD-E560-1C31-E0CB247B2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9116" y="2385205"/>
            <a:ext cx="867112" cy="86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A88068-98B9-EBAB-8365-2C8641F9AD34}"/>
              </a:ext>
            </a:extLst>
          </p:cNvPr>
          <p:cNvGrpSpPr/>
          <p:nvPr/>
        </p:nvGrpSpPr>
        <p:grpSpPr>
          <a:xfrm>
            <a:off x="3138981" y="2046457"/>
            <a:ext cx="1371600" cy="1371600"/>
            <a:chOff x="427081" y="263129"/>
            <a:chExt cx="1371600" cy="137160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8ED69E74-C7C4-C81A-9280-23B788A3D57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Plaque 206">
              <a:extLst>
                <a:ext uri="{FF2B5EF4-FFF2-40B4-BE49-F238E27FC236}">
                  <a16:creationId xmlns:a16="http://schemas.microsoft.com/office/drawing/2014/main" id="{08D5817D-30EF-C8D3-C0AF-69D48CE68E7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686D48F-2AD2-DB72-EBBA-41CDE87CFC6F}"/>
              </a:ext>
            </a:extLst>
          </p:cNvPr>
          <p:cNvGrpSpPr/>
          <p:nvPr/>
        </p:nvGrpSpPr>
        <p:grpSpPr>
          <a:xfrm>
            <a:off x="4724400" y="2057400"/>
            <a:ext cx="1371600" cy="1371600"/>
            <a:chOff x="427081" y="263129"/>
            <a:chExt cx="1371600" cy="1371600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15C43CB9-C8D4-3758-E755-C9C0750F4CB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Plaque 209">
              <a:extLst>
                <a:ext uri="{FF2B5EF4-FFF2-40B4-BE49-F238E27FC236}">
                  <a16:creationId xmlns:a16="http://schemas.microsoft.com/office/drawing/2014/main" id="{7A31BDB1-E228-231A-CA61-A0EB8F69D8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6" name="Rectangle 245">
            <a:extLst>
              <a:ext uri="{FF2B5EF4-FFF2-40B4-BE49-F238E27FC236}">
                <a16:creationId xmlns:a16="http://schemas.microsoft.com/office/drawing/2014/main" id="{A9D2B4D2-1DC6-DCFF-F114-915D22B087C6}"/>
              </a:ext>
            </a:extLst>
          </p:cNvPr>
          <p:cNvSpPr/>
          <p:nvPr/>
        </p:nvSpPr>
        <p:spPr>
          <a:xfrm>
            <a:off x="5247828" y="2750063"/>
            <a:ext cx="382295" cy="18084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oon 4">
            <a:extLst>
              <a:ext uri="{FF2B5EF4-FFF2-40B4-BE49-F238E27FC236}">
                <a16:creationId xmlns:a16="http://schemas.microsoft.com/office/drawing/2014/main" id="{E81F8F6B-0795-4223-CD26-5B0D29C304D9}"/>
              </a:ext>
            </a:extLst>
          </p:cNvPr>
          <p:cNvSpPr/>
          <p:nvPr/>
        </p:nvSpPr>
        <p:spPr>
          <a:xfrm rot="16200000">
            <a:off x="5322507" y="2410561"/>
            <a:ext cx="225518" cy="639153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Plaque 247">
            <a:extLst>
              <a:ext uri="{FF2B5EF4-FFF2-40B4-BE49-F238E27FC236}">
                <a16:creationId xmlns:a16="http://schemas.microsoft.com/office/drawing/2014/main" id="{32F6EA85-059A-D914-93FF-6E504195ACCC}"/>
              </a:ext>
            </a:extLst>
          </p:cNvPr>
          <p:cNvSpPr/>
          <p:nvPr/>
        </p:nvSpPr>
        <p:spPr>
          <a:xfrm>
            <a:off x="5303581" y="2445247"/>
            <a:ext cx="249842" cy="245950"/>
          </a:xfrm>
          <a:prstGeom prst="plaque">
            <a:avLst>
              <a:gd name="adj" fmla="val 25032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E6517F9-8BB8-1DB3-1695-7C8DC74B8579}"/>
              </a:ext>
            </a:extLst>
          </p:cNvPr>
          <p:cNvSpPr/>
          <p:nvPr/>
        </p:nvSpPr>
        <p:spPr>
          <a:xfrm rot="20548458">
            <a:off x="5789579" y="2919988"/>
            <a:ext cx="79866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F164FDA-E130-0486-85A1-1652AF9DAE52}"/>
              </a:ext>
            </a:extLst>
          </p:cNvPr>
          <p:cNvSpPr/>
          <p:nvPr/>
        </p:nvSpPr>
        <p:spPr>
          <a:xfrm rot="18038434">
            <a:off x="5640141" y="2790054"/>
            <a:ext cx="123550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EC96BB1F-5A6B-394B-EE2C-43699EC756CB}"/>
              </a:ext>
            </a:extLst>
          </p:cNvPr>
          <p:cNvSpPr/>
          <p:nvPr/>
        </p:nvSpPr>
        <p:spPr>
          <a:xfrm rot="15253353">
            <a:off x="5724000" y="2864998"/>
            <a:ext cx="126677" cy="126677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D2D99199-AB48-DC40-6E5E-1BB6888D76D6}"/>
              </a:ext>
            </a:extLst>
          </p:cNvPr>
          <p:cNvSpPr/>
          <p:nvPr/>
        </p:nvSpPr>
        <p:spPr>
          <a:xfrm rot="15710661">
            <a:off x="5522717" y="2759462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6C288316-C804-4D62-85D5-810DD4B7397A}"/>
              </a:ext>
            </a:extLst>
          </p:cNvPr>
          <p:cNvSpPr/>
          <p:nvPr/>
        </p:nvSpPr>
        <p:spPr>
          <a:xfrm rot="9902273">
            <a:off x="5339720" y="28825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Isosceles Triangle 260">
            <a:extLst>
              <a:ext uri="{FF2B5EF4-FFF2-40B4-BE49-F238E27FC236}">
                <a16:creationId xmlns:a16="http://schemas.microsoft.com/office/drawing/2014/main" id="{139D0D0D-7BE6-7AD9-D260-9F7CB2BF1305}"/>
              </a:ext>
            </a:extLst>
          </p:cNvPr>
          <p:cNvSpPr/>
          <p:nvPr/>
        </p:nvSpPr>
        <p:spPr>
          <a:xfrm rot="11728105">
            <a:off x="5441944" y="28573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Moon 259">
            <a:extLst>
              <a:ext uri="{FF2B5EF4-FFF2-40B4-BE49-F238E27FC236}">
                <a16:creationId xmlns:a16="http://schemas.microsoft.com/office/drawing/2014/main" id="{9AAE7158-0340-2224-DB77-8ED00EC30F03}"/>
              </a:ext>
            </a:extLst>
          </p:cNvPr>
          <p:cNvSpPr/>
          <p:nvPr/>
        </p:nvSpPr>
        <p:spPr>
          <a:xfrm rot="16200000">
            <a:off x="5371726" y="2320444"/>
            <a:ext cx="107415" cy="438067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B90CCC7F-3213-6A7C-D277-70F8AA7B943F}"/>
              </a:ext>
            </a:extLst>
          </p:cNvPr>
          <p:cNvGrpSpPr/>
          <p:nvPr/>
        </p:nvGrpSpPr>
        <p:grpSpPr>
          <a:xfrm flipH="1">
            <a:off x="4961777" y="2766749"/>
            <a:ext cx="351364" cy="328320"/>
            <a:chOff x="4817477" y="2615266"/>
            <a:chExt cx="1199848" cy="1121157"/>
          </a:xfrm>
        </p:grpSpPr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FDDE2963-226B-F41F-C20E-0E0E92F559CE}"/>
                </a:ext>
              </a:extLst>
            </p:cNvPr>
            <p:cNvSpPr/>
            <p:nvPr/>
          </p:nvSpPr>
          <p:spPr>
            <a:xfrm rot="20354995">
              <a:off x="5744597" y="3121577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7B224B-3A0C-0305-56E1-4C4D1BF102C4}"/>
                </a:ext>
              </a:extLst>
            </p:cNvPr>
            <p:cNvSpPr/>
            <p:nvPr/>
          </p:nvSpPr>
          <p:spPr>
            <a:xfrm rot="17844971">
              <a:off x="5210024" y="2703085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D8D2FF83-BA8F-EF41-F763-382B76E4A507}"/>
                </a:ext>
              </a:extLst>
            </p:cNvPr>
            <p:cNvSpPr/>
            <p:nvPr/>
          </p:nvSpPr>
          <p:spPr>
            <a:xfrm rot="15059890">
              <a:off x="5505196" y="2942338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86246630-4CC5-8630-BA3C-B81661563106}"/>
                </a:ext>
              </a:extLst>
            </p:cNvPr>
            <p:cNvSpPr/>
            <p:nvPr/>
          </p:nvSpPr>
          <p:spPr>
            <a:xfrm rot="14919487">
              <a:off x="4817477" y="2615266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9" name="Oval 258">
            <a:extLst>
              <a:ext uri="{FF2B5EF4-FFF2-40B4-BE49-F238E27FC236}">
                <a16:creationId xmlns:a16="http://schemas.microsoft.com/office/drawing/2014/main" id="{821C0924-FD7E-8DB6-E7F3-4647126BE52B}"/>
              </a:ext>
            </a:extLst>
          </p:cNvPr>
          <p:cNvSpPr/>
          <p:nvPr/>
        </p:nvSpPr>
        <p:spPr>
          <a:xfrm rot="15710661">
            <a:off x="5353888" y="2486908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953CDACB-134E-3C1E-0880-5716AD066371}"/>
              </a:ext>
            </a:extLst>
          </p:cNvPr>
          <p:cNvGrpSpPr/>
          <p:nvPr/>
        </p:nvGrpSpPr>
        <p:grpSpPr>
          <a:xfrm>
            <a:off x="3281749" y="3930902"/>
            <a:ext cx="1371600" cy="1371600"/>
            <a:chOff x="427081" y="263129"/>
            <a:chExt cx="1371600" cy="1371600"/>
          </a:xfrm>
        </p:grpSpPr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CCC1C368-B806-5BCF-BD52-EC36336B8CC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Plaque 261">
              <a:extLst>
                <a:ext uri="{FF2B5EF4-FFF2-40B4-BE49-F238E27FC236}">
                  <a16:creationId xmlns:a16="http://schemas.microsoft.com/office/drawing/2014/main" id="{2CFF0DC0-9461-90F0-9713-652C7A05E4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64" name="Isosceles Triangle 263">
            <a:extLst>
              <a:ext uri="{FF2B5EF4-FFF2-40B4-BE49-F238E27FC236}">
                <a16:creationId xmlns:a16="http://schemas.microsoft.com/office/drawing/2014/main" id="{9D8847C5-09C0-792F-2B80-CE06471366BE}"/>
              </a:ext>
            </a:extLst>
          </p:cNvPr>
          <p:cNvSpPr/>
          <p:nvPr/>
        </p:nvSpPr>
        <p:spPr>
          <a:xfrm rot="8297516">
            <a:off x="3803975" y="4657403"/>
            <a:ext cx="369669" cy="130472"/>
          </a:xfrm>
          <a:prstGeom prst="triangl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Moon 267">
            <a:extLst>
              <a:ext uri="{FF2B5EF4-FFF2-40B4-BE49-F238E27FC236}">
                <a16:creationId xmlns:a16="http://schemas.microsoft.com/office/drawing/2014/main" id="{0FAC873F-DA71-7F33-2186-48ACF959FBA9}"/>
              </a:ext>
            </a:extLst>
          </p:cNvPr>
          <p:cNvSpPr/>
          <p:nvPr/>
        </p:nvSpPr>
        <p:spPr>
          <a:xfrm rot="2897516">
            <a:off x="4133544" y="4793085"/>
            <a:ext cx="146175" cy="347925"/>
          </a:xfrm>
          <a:prstGeom prst="moon">
            <a:avLst>
              <a:gd name="adj" fmla="val 3823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Isosceles Triangle 268">
            <a:extLst>
              <a:ext uri="{FF2B5EF4-FFF2-40B4-BE49-F238E27FC236}">
                <a16:creationId xmlns:a16="http://schemas.microsoft.com/office/drawing/2014/main" id="{603ACF85-7424-8575-844C-806BE1688B8C}"/>
              </a:ext>
            </a:extLst>
          </p:cNvPr>
          <p:cNvSpPr/>
          <p:nvPr/>
        </p:nvSpPr>
        <p:spPr>
          <a:xfrm rot="8297516">
            <a:off x="4029623" y="4673036"/>
            <a:ext cx="178795" cy="39141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Moon 269">
            <a:extLst>
              <a:ext uri="{FF2B5EF4-FFF2-40B4-BE49-F238E27FC236}">
                <a16:creationId xmlns:a16="http://schemas.microsoft.com/office/drawing/2014/main" id="{65069A6A-8E05-8F7F-A320-FD4A15253A4F}"/>
              </a:ext>
            </a:extLst>
          </p:cNvPr>
          <p:cNvSpPr/>
          <p:nvPr/>
        </p:nvSpPr>
        <p:spPr>
          <a:xfrm rot="2897516">
            <a:off x="4004721" y="4543939"/>
            <a:ext cx="164297" cy="577458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C1E4148-D86C-92E0-9BBF-C677587D5461}"/>
              </a:ext>
            </a:extLst>
          </p:cNvPr>
          <p:cNvGrpSpPr/>
          <p:nvPr/>
        </p:nvGrpSpPr>
        <p:grpSpPr>
          <a:xfrm rot="13765039">
            <a:off x="3562641" y="4298678"/>
            <a:ext cx="289303" cy="284833"/>
            <a:chOff x="4736891" y="4170522"/>
            <a:chExt cx="289303" cy="284833"/>
          </a:xfrm>
        </p:grpSpPr>
        <p:sp>
          <p:nvSpPr>
            <p:cNvPr id="8" name="Moon 7">
              <a:extLst>
                <a:ext uri="{FF2B5EF4-FFF2-40B4-BE49-F238E27FC236}">
                  <a16:creationId xmlns:a16="http://schemas.microsoft.com/office/drawing/2014/main" id="{4E7BDCCB-6FBF-842B-FF73-E555B0866166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Sun 8">
              <a:extLst>
                <a:ext uri="{FF2B5EF4-FFF2-40B4-BE49-F238E27FC236}">
                  <a16:creationId xmlns:a16="http://schemas.microsoft.com/office/drawing/2014/main" id="{3D490005-0727-5FAC-2B82-A10FC34A8C83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8F23EC0E-A67E-4965-45D4-965FB47BC5F4}"/>
              </a:ext>
            </a:extLst>
          </p:cNvPr>
          <p:cNvGrpSpPr/>
          <p:nvPr/>
        </p:nvGrpSpPr>
        <p:grpSpPr>
          <a:xfrm rot="13765039">
            <a:off x="3649709" y="4607337"/>
            <a:ext cx="163982" cy="161448"/>
            <a:chOff x="4736891" y="4170522"/>
            <a:chExt cx="289303" cy="284833"/>
          </a:xfrm>
        </p:grpSpPr>
        <p:sp>
          <p:nvSpPr>
            <p:cNvPr id="283" name="Moon 282">
              <a:extLst>
                <a:ext uri="{FF2B5EF4-FFF2-40B4-BE49-F238E27FC236}">
                  <a16:creationId xmlns:a16="http://schemas.microsoft.com/office/drawing/2014/main" id="{993458AF-FF89-826E-FF1C-0B68AFDD29AF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Sun 283">
              <a:extLst>
                <a:ext uri="{FF2B5EF4-FFF2-40B4-BE49-F238E27FC236}">
                  <a16:creationId xmlns:a16="http://schemas.microsoft.com/office/drawing/2014/main" id="{8D4E6FC3-656E-1844-02A2-E13B72B2FDB7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A9440B89-2CBC-ECAF-6672-3DEDEE6D2FBB}"/>
              </a:ext>
            </a:extLst>
          </p:cNvPr>
          <p:cNvGrpSpPr/>
          <p:nvPr/>
        </p:nvGrpSpPr>
        <p:grpSpPr>
          <a:xfrm rot="13765039">
            <a:off x="3872945" y="4412802"/>
            <a:ext cx="163982" cy="161448"/>
            <a:chOff x="4736891" y="4170522"/>
            <a:chExt cx="289303" cy="284833"/>
          </a:xfrm>
        </p:grpSpPr>
        <p:sp>
          <p:nvSpPr>
            <p:cNvPr id="286" name="Moon 285">
              <a:extLst>
                <a:ext uri="{FF2B5EF4-FFF2-40B4-BE49-F238E27FC236}">
                  <a16:creationId xmlns:a16="http://schemas.microsoft.com/office/drawing/2014/main" id="{561EFF2D-3E54-0097-03AB-086997B71018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Sun 286">
              <a:extLst>
                <a:ext uri="{FF2B5EF4-FFF2-40B4-BE49-F238E27FC236}">
                  <a16:creationId xmlns:a16="http://schemas.microsoft.com/office/drawing/2014/main" id="{09850323-6E76-EDF4-70B7-B161EF76E64A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C60FE284-F1C0-1CDB-C33C-43164B5699C5}"/>
              </a:ext>
            </a:extLst>
          </p:cNvPr>
          <p:cNvGrpSpPr/>
          <p:nvPr/>
        </p:nvGrpSpPr>
        <p:grpSpPr>
          <a:xfrm>
            <a:off x="6260352" y="2036373"/>
            <a:ext cx="1371600" cy="1371600"/>
            <a:chOff x="427081" y="263129"/>
            <a:chExt cx="1371600" cy="1371600"/>
          </a:xfrm>
        </p:grpSpPr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3FC8C816-A6BC-3D00-DA30-405A1BF0E014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Plaque 300">
              <a:extLst>
                <a:ext uri="{FF2B5EF4-FFF2-40B4-BE49-F238E27FC236}">
                  <a16:creationId xmlns:a16="http://schemas.microsoft.com/office/drawing/2014/main" id="{2015751D-05C2-9B73-C6AC-788A50F839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186E3FE-5366-51CB-060E-C2ABB173D381}"/>
              </a:ext>
            </a:extLst>
          </p:cNvPr>
          <p:cNvGrpSpPr/>
          <p:nvPr/>
        </p:nvGrpSpPr>
        <p:grpSpPr>
          <a:xfrm>
            <a:off x="6504253" y="2349600"/>
            <a:ext cx="929256" cy="820402"/>
            <a:chOff x="6504253" y="2349600"/>
            <a:chExt cx="929256" cy="820402"/>
          </a:xfrm>
        </p:grpSpPr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9E7F797B-B69B-F829-E5C9-C9D995E29ED9}"/>
                </a:ext>
              </a:extLst>
            </p:cNvPr>
            <p:cNvGrpSpPr/>
            <p:nvPr/>
          </p:nvGrpSpPr>
          <p:grpSpPr>
            <a:xfrm>
              <a:off x="6782844" y="2541997"/>
              <a:ext cx="361797" cy="507909"/>
              <a:chOff x="5452330" y="1708793"/>
              <a:chExt cx="1186621" cy="1665837"/>
            </a:xfrm>
          </p:grpSpPr>
          <p:sp>
            <p:nvSpPr>
              <p:cNvPr id="295" name="Isosceles Triangle 294">
                <a:extLst>
                  <a:ext uri="{FF2B5EF4-FFF2-40B4-BE49-F238E27FC236}">
                    <a16:creationId xmlns:a16="http://schemas.microsoft.com/office/drawing/2014/main" id="{E5DF7286-FD07-1449-3AA4-747B840C76E2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6" name="Isosceles Triangle 295">
                <a:extLst>
                  <a:ext uri="{FF2B5EF4-FFF2-40B4-BE49-F238E27FC236}">
                    <a16:creationId xmlns:a16="http://schemas.microsoft.com/office/drawing/2014/main" id="{3B8B06F2-04DB-86A2-B5D4-94AC63BF270A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Rectangle 296">
                <a:extLst>
                  <a:ext uri="{FF2B5EF4-FFF2-40B4-BE49-F238E27FC236}">
                    <a16:creationId xmlns:a16="http://schemas.microsoft.com/office/drawing/2014/main" id="{645E3137-EE06-0DDD-4CC0-E5FB5916E611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FD16C3EA-352B-A043-0089-A62054441DE1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02" name="Picture 301">
              <a:extLst>
                <a:ext uri="{FF2B5EF4-FFF2-40B4-BE49-F238E27FC236}">
                  <a16:creationId xmlns:a16="http://schemas.microsoft.com/office/drawing/2014/main" id="{B5106705-F9F6-705C-08B8-7FE5C192A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897724" y="2349600"/>
              <a:ext cx="132035" cy="166320"/>
            </a:xfrm>
            <a:prstGeom prst="rect">
              <a:avLst/>
            </a:prstGeom>
          </p:spPr>
        </p:pic>
        <p:pic>
          <p:nvPicPr>
            <p:cNvPr id="305" name="Picture 304">
              <a:extLst>
                <a:ext uri="{FF2B5EF4-FFF2-40B4-BE49-F238E27FC236}">
                  <a16:creationId xmlns:a16="http://schemas.microsoft.com/office/drawing/2014/main" id="{50BC5007-18AE-146C-585E-086BB3183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19436" y="2470941"/>
              <a:ext cx="132035" cy="166320"/>
            </a:xfrm>
            <a:prstGeom prst="rect">
              <a:avLst/>
            </a:prstGeom>
          </p:spPr>
        </p:pic>
        <p:pic>
          <p:nvPicPr>
            <p:cNvPr id="306" name="Picture 305">
              <a:extLst>
                <a:ext uri="{FF2B5EF4-FFF2-40B4-BE49-F238E27FC236}">
                  <a16:creationId xmlns:a16="http://schemas.microsoft.com/office/drawing/2014/main" id="{CCFEC807-D372-6DB2-8EFE-8DBCFBFF7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077553" y="2466608"/>
              <a:ext cx="132035" cy="166320"/>
            </a:xfrm>
            <a:prstGeom prst="rect">
              <a:avLst/>
            </a:prstGeom>
          </p:spPr>
        </p:pic>
        <p:pic>
          <p:nvPicPr>
            <p:cNvPr id="30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30BA95-610F-6EF5-FCE5-39384BEE3C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753777" y="2945428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8691ECE-C973-8DDD-853F-400F771D42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504253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B84E838-7E59-5859-8CEA-4537295970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006695" y="2944551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0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E7F4A014-220F-CF0E-3BE8-B6BA08DA108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188485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93943293-D37E-ACF8-9671-EA65F25ADD9D}"/>
              </a:ext>
            </a:extLst>
          </p:cNvPr>
          <p:cNvGrpSpPr/>
          <p:nvPr/>
        </p:nvGrpSpPr>
        <p:grpSpPr>
          <a:xfrm>
            <a:off x="7780272" y="2036373"/>
            <a:ext cx="1371600" cy="1371600"/>
            <a:chOff x="427081" y="263129"/>
            <a:chExt cx="1371600" cy="1371600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421574D8-FD86-0FC2-ED16-87097C396CA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Plaque 312">
              <a:extLst>
                <a:ext uri="{FF2B5EF4-FFF2-40B4-BE49-F238E27FC236}">
                  <a16:creationId xmlns:a16="http://schemas.microsoft.com/office/drawing/2014/main" id="{68F69B1D-637C-2D76-F770-6A2B6A3880F5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14" name="Picture 4" descr="demon Icon - Download demon Icon 247538 | Noun Project">
            <a:extLst>
              <a:ext uri="{FF2B5EF4-FFF2-40B4-BE49-F238E27FC236}">
                <a16:creationId xmlns:a16="http://schemas.microsoft.com/office/drawing/2014/main" id="{54C716CD-47BE-3540-9E49-C5E9EA741C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39" r="14392"/>
          <a:stretch/>
        </p:blipFill>
        <p:spPr bwMode="auto">
          <a:xfrm flipH="1">
            <a:off x="8108370" y="2549768"/>
            <a:ext cx="492847" cy="662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A37EB90D-5A1D-C1AA-174F-3E0D4FBCF3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15162" y="2383365"/>
            <a:ext cx="301718" cy="38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933A3CF-6B78-A803-B848-269E55B096F9}"/>
              </a:ext>
            </a:extLst>
          </p:cNvPr>
          <p:cNvGrpSpPr/>
          <p:nvPr/>
        </p:nvGrpSpPr>
        <p:grpSpPr>
          <a:xfrm rot="19612112">
            <a:off x="8012950" y="3974742"/>
            <a:ext cx="1147676" cy="521834"/>
            <a:chOff x="3722644" y="3927567"/>
            <a:chExt cx="2346446" cy="1066900"/>
          </a:xfrm>
        </p:grpSpPr>
        <p:pic>
          <p:nvPicPr>
            <p:cNvPr id="155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F102135B-722C-D9A8-7A5B-C1F76A7140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192A3F-BE70-0352-F945-B0D0A3948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053A8E6-5A0B-D0B0-DACF-7ADD520558A9}"/>
              </a:ext>
            </a:extLst>
          </p:cNvPr>
          <p:cNvGrpSpPr/>
          <p:nvPr/>
        </p:nvGrpSpPr>
        <p:grpSpPr>
          <a:xfrm>
            <a:off x="7895166" y="3464634"/>
            <a:ext cx="1371600" cy="1371600"/>
            <a:chOff x="213377" y="483633"/>
            <a:chExt cx="1371600" cy="13716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E1A682F-AF5A-A55D-D64E-B749A5546E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Hexagon 149">
              <a:extLst>
                <a:ext uri="{FF2B5EF4-FFF2-40B4-BE49-F238E27FC236}">
                  <a16:creationId xmlns:a16="http://schemas.microsoft.com/office/drawing/2014/main" id="{546C48F3-B069-4BF0-85D7-144EB2E0DDB9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A08AF-49E9-532D-06DD-E0AC18A30215}"/>
              </a:ext>
            </a:extLst>
          </p:cNvPr>
          <p:cNvGrpSpPr/>
          <p:nvPr/>
        </p:nvGrpSpPr>
        <p:grpSpPr>
          <a:xfrm>
            <a:off x="9773710" y="2248932"/>
            <a:ext cx="718107" cy="1009156"/>
            <a:chOff x="4749318" y="4046015"/>
            <a:chExt cx="718107" cy="1009156"/>
          </a:xfrm>
        </p:grpSpPr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F2E6589B-FD4F-D20F-4ED7-6CD011F3A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12582" y="4046015"/>
              <a:ext cx="554843" cy="508021"/>
            </a:xfrm>
            <a:prstGeom prst="rect">
              <a:avLst/>
            </a:prstGeom>
          </p:spPr>
        </p:pic>
        <p:pic>
          <p:nvPicPr>
            <p:cNvPr id="15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CC8B72D1-F6D9-0D6A-160F-6747604DA2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749318" y="4500457"/>
              <a:ext cx="457426" cy="554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3878E5-98CF-4B37-B8F2-CDF8BD9D1855}"/>
              </a:ext>
            </a:extLst>
          </p:cNvPr>
          <p:cNvGrpSpPr/>
          <p:nvPr/>
        </p:nvGrpSpPr>
        <p:grpSpPr>
          <a:xfrm>
            <a:off x="9400072" y="1989758"/>
            <a:ext cx="1371600" cy="1371600"/>
            <a:chOff x="213377" y="483633"/>
            <a:chExt cx="1371600" cy="13716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E0D51FF4-706D-F88A-6972-348AAEF50E3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Hexagon 161">
              <a:extLst>
                <a:ext uri="{FF2B5EF4-FFF2-40B4-BE49-F238E27FC236}">
                  <a16:creationId xmlns:a16="http://schemas.microsoft.com/office/drawing/2014/main" id="{4CFE4FAE-EEF3-BC9D-0EC4-488B22A1B82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C595E614-21C8-AF74-3CA3-2615FCDE53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1989567" y="73495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87471417-172C-894A-4863-F4044117D8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54426" y="616745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CE0C1045-95B9-B34D-F506-8E4C2423EACB}"/>
              </a:ext>
            </a:extLst>
          </p:cNvPr>
          <p:cNvSpPr/>
          <p:nvPr/>
        </p:nvSpPr>
        <p:spPr>
          <a:xfrm>
            <a:off x="2463207" y="42606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B761432-0775-79F4-A904-E9331B8B82C8}"/>
              </a:ext>
            </a:extLst>
          </p:cNvPr>
          <p:cNvGrpSpPr/>
          <p:nvPr/>
        </p:nvGrpSpPr>
        <p:grpSpPr>
          <a:xfrm>
            <a:off x="386529" y="2278251"/>
            <a:ext cx="937313" cy="494610"/>
            <a:chOff x="5859312" y="3132616"/>
            <a:chExt cx="2744937" cy="1448473"/>
          </a:xfrm>
        </p:grpSpPr>
        <p:pic>
          <p:nvPicPr>
            <p:cNvPr id="76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76560993-1BD9-E9B5-08D9-D356C6EFF5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E7FC87A-A61B-F304-4BD1-ADB0637EEDDF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33FD0B9D-5801-6787-FA23-237D7A58FBAB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27A0E8A-CAB5-EE07-E027-3E55F30036BD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1521476B-94ED-432D-EDD4-966B65548717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8B25A08-CF58-68C0-8248-B18772D9DEDD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1CE04FA-F909-696F-6A2C-1BA46445C662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2E316E24-A7B9-0A9E-E561-44BC8C4539E7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04F7C8DA-D6CE-34C1-6ADA-8411D50F206B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1748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139</cp:revision>
  <dcterms:created xsi:type="dcterms:W3CDTF">2022-01-10T19:03:27Z</dcterms:created>
  <dcterms:modified xsi:type="dcterms:W3CDTF">2022-06-21T00:50:47Z</dcterms:modified>
</cp:coreProperties>
</file>