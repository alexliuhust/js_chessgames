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69" r:id="rId3"/>
    <p:sldId id="271" r:id="rId4"/>
    <p:sldId id="27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2" y="-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Picture 108">
            <a:extLst>
              <a:ext uri="{FF2B5EF4-FFF2-40B4-BE49-F238E27FC236}">
                <a16:creationId xmlns:a16="http://schemas.microsoft.com/office/drawing/2014/main" id="{C13799ED-04E1-8043-5CB9-07CF7B2E9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96" y="566272"/>
            <a:ext cx="863170" cy="86317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246E687-0EF4-4F45-FA5D-C56722D7831E}"/>
              </a:ext>
            </a:extLst>
          </p:cNvPr>
          <p:cNvGrpSpPr/>
          <p:nvPr/>
        </p:nvGrpSpPr>
        <p:grpSpPr>
          <a:xfrm>
            <a:off x="427081" y="263129"/>
            <a:ext cx="1371600" cy="1371600"/>
            <a:chOff x="427081" y="263129"/>
            <a:chExt cx="1371600" cy="13716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0FFCD0-5558-89A0-77DB-F44B92440DB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547A9B6C-82B4-6187-4C4A-2C056096AE99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DA4668C-A6C9-9F29-1BEE-74169349C720}"/>
              </a:ext>
            </a:extLst>
          </p:cNvPr>
          <p:cNvGrpSpPr/>
          <p:nvPr/>
        </p:nvGrpSpPr>
        <p:grpSpPr>
          <a:xfrm>
            <a:off x="3766985" y="263129"/>
            <a:ext cx="1371600" cy="1371600"/>
            <a:chOff x="427081" y="263129"/>
            <a:chExt cx="1371600" cy="137160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0E49F26-BC07-08BD-7B2E-1FB683E489E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Plaque 64">
              <a:extLst>
                <a:ext uri="{FF2B5EF4-FFF2-40B4-BE49-F238E27FC236}">
                  <a16:creationId xmlns:a16="http://schemas.microsoft.com/office/drawing/2014/main" id="{15C63D43-8589-2F16-9341-F86DC4EE75BF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985A505-5ACA-9E14-43B5-58A564CE814A}"/>
              </a:ext>
            </a:extLst>
          </p:cNvPr>
          <p:cNvGrpSpPr/>
          <p:nvPr/>
        </p:nvGrpSpPr>
        <p:grpSpPr>
          <a:xfrm>
            <a:off x="2101497" y="263314"/>
            <a:ext cx="1371600" cy="1371600"/>
            <a:chOff x="427081" y="263129"/>
            <a:chExt cx="1371600" cy="13716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9D05DF3-DD40-1AEB-7D57-D5E4C724C09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Plaque 36">
              <a:extLst>
                <a:ext uri="{FF2B5EF4-FFF2-40B4-BE49-F238E27FC236}">
                  <a16:creationId xmlns:a16="http://schemas.microsoft.com/office/drawing/2014/main" id="{7D3FD1FF-3D3C-99F2-F927-A664EB88A6A5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0C5DF98-2563-86F8-66B2-5F473BDD317C}"/>
              </a:ext>
            </a:extLst>
          </p:cNvPr>
          <p:cNvGrpSpPr/>
          <p:nvPr/>
        </p:nvGrpSpPr>
        <p:grpSpPr>
          <a:xfrm rot="19097516">
            <a:off x="2491495" y="580200"/>
            <a:ext cx="577458" cy="886118"/>
            <a:chOff x="5275383" y="2444259"/>
            <a:chExt cx="2101363" cy="3224576"/>
          </a:xfrm>
        </p:grpSpPr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2EADF2A1-A28A-D893-3F15-3F31AEB87ECF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87195922-C896-82C4-7731-A567421AC31C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Isosceles Triangle 54">
              <a:extLst>
                <a:ext uri="{FF2B5EF4-FFF2-40B4-BE49-F238E27FC236}">
                  <a16:creationId xmlns:a16="http://schemas.microsoft.com/office/drawing/2014/main" id="{73506609-2BD0-91A1-05EF-31098DDB94BC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C30E4588-E89B-61F1-12DA-7A3ED2B4D301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Moon 59">
              <a:extLst>
                <a:ext uri="{FF2B5EF4-FFF2-40B4-BE49-F238E27FC236}">
                  <a16:creationId xmlns:a16="http://schemas.microsoft.com/office/drawing/2014/main" id="{87A7BA59-A2B6-709C-00C8-16832E3531D0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ECBE0F47-3EA0-620C-2D86-AF5078632349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Moon 17">
              <a:extLst>
                <a:ext uri="{FF2B5EF4-FFF2-40B4-BE49-F238E27FC236}">
                  <a16:creationId xmlns:a16="http://schemas.microsoft.com/office/drawing/2014/main" id="{FD6EA14C-83A3-27CE-AD16-7D3EF805E5B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1D3B18F-B55F-510A-D360-9835F96D4351}"/>
              </a:ext>
            </a:extLst>
          </p:cNvPr>
          <p:cNvGrpSpPr/>
          <p:nvPr/>
        </p:nvGrpSpPr>
        <p:grpSpPr>
          <a:xfrm rot="19005849">
            <a:off x="3984197" y="812911"/>
            <a:ext cx="1093057" cy="584571"/>
            <a:chOff x="5276797" y="2347914"/>
            <a:chExt cx="3125698" cy="167163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4A3D72A-C1FB-E845-CA4F-BC69C16F3127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1" name="Moon 20">
                <a:extLst>
                  <a:ext uri="{FF2B5EF4-FFF2-40B4-BE49-F238E27FC236}">
                    <a16:creationId xmlns:a16="http://schemas.microsoft.com/office/drawing/2014/main" id="{E205A88C-A617-A10F-64E8-ACB267143627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Moon 67">
                <a:extLst>
                  <a:ext uri="{FF2B5EF4-FFF2-40B4-BE49-F238E27FC236}">
                    <a16:creationId xmlns:a16="http://schemas.microsoft.com/office/drawing/2014/main" id="{958D179A-FCB2-1FAD-E919-831449E3CB87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rapezoid 19">
                <a:extLst>
                  <a:ext uri="{FF2B5EF4-FFF2-40B4-BE49-F238E27FC236}">
                    <a16:creationId xmlns:a16="http://schemas.microsoft.com/office/drawing/2014/main" id="{B4208B20-59E1-0795-4DAE-F3477F5F5F55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87BCEC2-D005-ACA5-364B-F687BF13FC73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3CCCD81-AEAF-1D91-1A8A-CA5702635CD6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16D2DBA2-511B-A238-4803-4A57DC71210F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4D1130D1-136D-1917-4080-6CCCED424C44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225D134E-7EA4-43D6-73BF-7173F57A21F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70353D4C-8A11-547C-8248-7DD7E846C955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155E048C-97ED-95D2-A25C-D7A0E19E69D4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D996B20C-E2A7-3659-5DE5-5232B5F70C69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706AE15F-F527-E84D-5B68-B8FE5032C602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Moon 7">
              <a:extLst>
                <a:ext uri="{FF2B5EF4-FFF2-40B4-BE49-F238E27FC236}">
                  <a16:creationId xmlns:a16="http://schemas.microsoft.com/office/drawing/2014/main" id="{7680059E-BFAA-99D8-6844-0827F9CE5DEB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9122738" y="3515455"/>
            <a:ext cx="735385" cy="928816"/>
            <a:chOff x="2752725" y="1271400"/>
            <a:chExt cx="1871663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1933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7" y="1634729"/>
              <a:ext cx="469900" cy="317896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8790031" y="3209529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CD3CB12-E2D0-5C30-4A6F-506F54B07124}"/>
              </a:ext>
            </a:extLst>
          </p:cNvPr>
          <p:cNvGrpSpPr/>
          <p:nvPr/>
        </p:nvGrpSpPr>
        <p:grpSpPr>
          <a:xfrm>
            <a:off x="10250825" y="3427092"/>
            <a:ext cx="961844" cy="961844"/>
            <a:chOff x="3282950" y="1689100"/>
            <a:chExt cx="1371600" cy="13716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32074B7-5055-399D-A4AE-A1104E3499F6}"/>
                </a:ext>
              </a:extLst>
            </p:cNvPr>
            <p:cNvSpPr/>
            <p:nvPr/>
          </p:nvSpPr>
          <p:spPr>
            <a:xfrm>
              <a:off x="3282950" y="1689100"/>
              <a:ext cx="1371600" cy="1371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C2DD6A86-C952-C453-D0D6-ECA34B6DCED7}"/>
                </a:ext>
              </a:extLst>
            </p:cNvPr>
            <p:cNvSpPr/>
            <p:nvPr/>
          </p:nvSpPr>
          <p:spPr>
            <a:xfrm>
              <a:off x="3706811" y="16891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C7BEC5FE-DAD5-FA0F-88AD-8A0014D1261F}"/>
                </a:ext>
              </a:extLst>
            </p:cNvPr>
            <p:cNvSpPr/>
            <p:nvPr/>
          </p:nvSpPr>
          <p:spPr>
            <a:xfrm>
              <a:off x="3409950" y="226695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0D04A301-12DC-CAA7-64D2-E7C43DF7446F}"/>
                </a:ext>
              </a:extLst>
            </p:cNvPr>
            <p:cNvSpPr/>
            <p:nvPr/>
          </p:nvSpPr>
          <p:spPr>
            <a:xfrm>
              <a:off x="3998910" y="22606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14" y="896969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265805" y="561579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774744" y="561579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75E3D7-A70B-C907-CC6D-29D73D63C577}"/>
              </a:ext>
            </a:extLst>
          </p:cNvPr>
          <p:cNvGrpSpPr/>
          <p:nvPr/>
        </p:nvGrpSpPr>
        <p:grpSpPr>
          <a:xfrm>
            <a:off x="1996314" y="1042516"/>
            <a:ext cx="963261" cy="626255"/>
            <a:chOff x="648651" y="744066"/>
            <a:chExt cx="963261" cy="6262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666143" y="770809"/>
              <a:ext cx="239261" cy="523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937159" y="1175450"/>
              <a:ext cx="80573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895519" y="1010551"/>
              <a:ext cx="124644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960709" y="1110544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827784" y="1308483"/>
              <a:ext cx="176985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730780" y="884797"/>
              <a:ext cx="385680" cy="1824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1129217" y="948909"/>
              <a:ext cx="127799" cy="1019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1050684" y="904153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1233938" y="976327"/>
              <a:ext cx="127799" cy="951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1317139" y="974084"/>
              <a:ext cx="127799" cy="759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9936618-E9A8-6B09-A705-098026B1641B}"/>
                </a:ext>
              </a:extLst>
            </p:cNvPr>
            <p:cNvSpPr/>
            <p:nvPr/>
          </p:nvSpPr>
          <p:spPr>
            <a:xfrm rot="20266641">
              <a:off x="1391056" y="950213"/>
              <a:ext cx="127799" cy="7139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1BC772E-B803-B031-69E2-01013AA023EA}"/>
                </a:ext>
              </a:extLst>
            </p:cNvPr>
            <p:cNvSpPr/>
            <p:nvPr/>
          </p:nvSpPr>
          <p:spPr>
            <a:xfrm rot="21118181">
              <a:off x="1466604" y="928247"/>
              <a:ext cx="145308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648651" y="892255"/>
              <a:ext cx="176184" cy="17343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806291" y="940142"/>
              <a:ext cx="157066" cy="15706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820699" y="744066"/>
              <a:ext cx="229986" cy="123357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3283683" y="561579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3521060" y="981522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782882" y="2084445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953043" y="2348722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4812983" y="561579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5028480" y="893686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418" y="1143969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6316063" y="565221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6908156" y="838411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8185405" y="850161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7833615" y="580700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18" y="1115210"/>
            <a:ext cx="277209" cy="415814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9539183" y="811523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9358175" y="580700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3976821" y="3222214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4347149" y="3740951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30" y="2356416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280715" y="2053273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6943369" y="3239284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5460586" y="3226447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5850584" y="3543333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7160581" y="3789066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1516</TotalTime>
  <Words>3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117</cp:revision>
  <dcterms:created xsi:type="dcterms:W3CDTF">2022-01-10T19:03:27Z</dcterms:created>
  <dcterms:modified xsi:type="dcterms:W3CDTF">2022-06-08T01:35:53Z</dcterms:modified>
</cp:coreProperties>
</file>