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jpe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jpeg"/><Relationship Id="rId18" Type="http://schemas.openxmlformats.org/officeDocument/2006/relationships/image" Target="../media/image31.png"/><Relationship Id="rId3" Type="http://schemas.openxmlformats.org/officeDocument/2006/relationships/image" Target="../media/image18.jpeg"/><Relationship Id="rId7" Type="http://schemas.openxmlformats.org/officeDocument/2006/relationships/image" Target="../media/image7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17.jpeg"/><Relationship Id="rId16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20.jpeg"/><Relationship Id="rId15" Type="http://schemas.openxmlformats.org/officeDocument/2006/relationships/image" Target="../media/image28.jpeg"/><Relationship Id="rId10" Type="http://schemas.openxmlformats.org/officeDocument/2006/relationships/image" Target="../media/image4.jpeg"/><Relationship Id="rId19" Type="http://schemas.openxmlformats.org/officeDocument/2006/relationships/image" Target="../media/image32.png"/><Relationship Id="rId4" Type="http://schemas.openxmlformats.org/officeDocument/2006/relationships/image" Target="../media/image19.png"/><Relationship Id="rId9" Type="http://schemas.openxmlformats.org/officeDocument/2006/relationships/image" Target="../media/image23.jpeg"/><Relationship Id="rId14" Type="http://schemas.openxmlformats.org/officeDocument/2006/relationships/image" Target="../media/image2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0.png"/><Relationship Id="rId7" Type="http://schemas.openxmlformats.org/officeDocument/2006/relationships/image" Target="../media/image31.png"/><Relationship Id="rId12" Type="http://schemas.openxmlformats.org/officeDocument/2006/relationships/image" Target="../media/image23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11" Type="http://schemas.openxmlformats.org/officeDocument/2006/relationships/image" Target="../media/image16.jpeg"/><Relationship Id="rId5" Type="http://schemas.openxmlformats.org/officeDocument/2006/relationships/image" Target="../media/image25.png"/><Relationship Id="rId10" Type="http://schemas.openxmlformats.org/officeDocument/2006/relationships/image" Target="../media/image15.jpe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B84C4B5-AF52-5E8A-40AA-C9ECA2E1A76A}"/>
              </a:ext>
            </a:extLst>
          </p:cNvPr>
          <p:cNvGrpSpPr/>
          <p:nvPr/>
        </p:nvGrpSpPr>
        <p:grpSpPr>
          <a:xfrm>
            <a:off x="3616187" y="3920973"/>
            <a:ext cx="1371600" cy="1371600"/>
            <a:chOff x="715109" y="5486400"/>
            <a:chExt cx="1371600" cy="13716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1FB66F4-F153-7662-72E3-19A36A599D5A}"/>
                </a:ext>
              </a:extLst>
            </p:cNvPr>
            <p:cNvGrpSpPr/>
            <p:nvPr/>
          </p:nvGrpSpPr>
          <p:grpSpPr>
            <a:xfrm>
              <a:off x="715109" y="5486400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B74246-1CFA-F53C-D040-BB935974204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row: Pentagon 26">
                <a:extLst>
                  <a:ext uri="{FF2B5EF4-FFF2-40B4-BE49-F238E27FC236}">
                    <a16:creationId xmlns:a16="http://schemas.microsoft.com/office/drawing/2014/main" id="{6206E87F-D348-92D4-BC1F-8C927C03E2E9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374823A-B688-61AC-7732-4F4F2C4E9469}"/>
                </a:ext>
              </a:extLst>
            </p:cNvPr>
            <p:cNvGrpSpPr/>
            <p:nvPr/>
          </p:nvGrpSpPr>
          <p:grpSpPr>
            <a:xfrm>
              <a:off x="988438" y="5737981"/>
              <a:ext cx="824942" cy="550241"/>
              <a:chOff x="2788414" y="3003550"/>
              <a:chExt cx="2665648" cy="1778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87AB890A-D8AD-D493-115B-FD92AAC5DDBD}"/>
                  </a:ext>
                </a:extLst>
              </p:cNvPr>
              <p:cNvSpPr/>
              <p:nvPr/>
            </p:nvSpPr>
            <p:spPr>
              <a:xfrm>
                <a:off x="390380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A1ED84D3-550F-7D93-ED9C-E1865F7114CD}"/>
                  </a:ext>
                </a:extLst>
              </p:cNvPr>
              <p:cNvSpPr/>
              <p:nvPr/>
            </p:nvSpPr>
            <p:spPr>
              <a:xfrm>
                <a:off x="2788414" y="3612890"/>
                <a:ext cx="2665648" cy="116866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804E6619-72FA-7F8A-BE5D-23C3A6397219}"/>
                  </a:ext>
                </a:extLst>
              </p:cNvPr>
              <p:cNvSpPr/>
              <p:nvPr/>
            </p:nvSpPr>
            <p:spPr>
              <a:xfrm>
                <a:off x="3346707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7F153C3-9CC3-C59F-BF76-4EEE46B37266}"/>
                  </a:ext>
                </a:extLst>
              </p:cNvPr>
              <p:cNvSpPr/>
              <p:nvPr/>
            </p:nvSpPr>
            <p:spPr>
              <a:xfrm>
                <a:off x="4436723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37DA29B-6C95-5204-DD7C-A5F435AB5129}"/>
              </a:ext>
            </a:extLst>
          </p:cNvPr>
          <p:cNvGrpSpPr/>
          <p:nvPr/>
        </p:nvGrpSpPr>
        <p:grpSpPr>
          <a:xfrm>
            <a:off x="3624438" y="5458408"/>
            <a:ext cx="1371600" cy="1371600"/>
            <a:chOff x="2259485" y="5495736"/>
            <a:chExt cx="1371600" cy="137160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694F0217-E941-0DD7-CCAD-F7C4D35DF73E}"/>
                </a:ext>
              </a:extLst>
            </p:cNvPr>
            <p:cNvGrpSpPr/>
            <p:nvPr/>
          </p:nvGrpSpPr>
          <p:grpSpPr>
            <a:xfrm>
              <a:off x="2558744" y="5779095"/>
              <a:ext cx="770328" cy="575178"/>
              <a:chOff x="7066650" y="3003550"/>
              <a:chExt cx="2381250" cy="1778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0044D38-0555-0DDA-2AEE-D1FA5C9DC32F}"/>
                  </a:ext>
                </a:extLst>
              </p:cNvPr>
              <p:cNvSpPr/>
              <p:nvPr/>
            </p:nvSpPr>
            <p:spPr>
              <a:xfrm>
                <a:off x="7066650" y="3429000"/>
                <a:ext cx="2381250" cy="135255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9231ED0F-0E39-4F4B-FBB7-3F216B8E8A81}"/>
                  </a:ext>
                </a:extLst>
              </p:cNvPr>
              <p:cNvSpPr/>
              <p:nvPr/>
            </p:nvSpPr>
            <p:spPr>
              <a:xfrm>
                <a:off x="803765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E0155EBA-A744-104B-95EE-3120731F0709}"/>
                  </a:ext>
                </a:extLst>
              </p:cNvPr>
              <p:cNvSpPr/>
              <p:nvPr/>
            </p:nvSpPr>
            <p:spPr>
              <a:xfrm>
                <a:off x="7480557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B90A0BAD-227B-7CCB-B39E-4E81B5C634C5}"/>
                  </a:ext>
                </a:extLst>
              </p:cNvPr>
              <p:cNvSpPr/>
              <p:nvPr/>
            </p:nvSpPr>
            <p:spPr>
              <a:xfrm>
                <a:off x="8570573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0F155BBB-48CB-E971-438A-76B70FFB5622}"/>
                  </a:ext>
                </a:extLst>
              </p:cNvPr>
              <p:cNvSpPr/>
              <p:nvPr/>
            </p:nvSpPr>
            <p:spPr>
              <a:xfrm>
                <a:off x="7480557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AF0B8D7-2096-54C1-C1A3-940CD48B1548}"/>
                  </a:ext>
                </a:extLst>
              </p:cNvPr>
              <p:cNvSpPr/>
              <p:nvPr/>
            </p:nvSpPr>
            <p:spPr>
              <a:xfrm>
                <a:off x="8570573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5E2E00E3-481E-2DDC-50DC-CF92CF33C4C7}"/>
                </a:ext>
              </a:extLst>
            </p:cNvPr>
            <p:cNvGrpSpPr/>
            <p:nvPr/>
          </p:nvGrpSpPr>
          <p:grpSpPr>
            <a:xfrm>
              <a:off x="2259485" y="5495736"/>
              <a:ext cx="1371600" cy="1371600"/>
              <a:chOff x="1298501" y="962272"/>
              <a:chExt cx="1371600" cy="137160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81458B9-6C49-2FA1-F8E1-85C9205E31CD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Arrow: Pentagon 126">
                <a:extLst>
                  <a:ext uri="{FF2B5EF4-FFF2-40B4-BE49-F238E27FC236}">
                    <a16:creationId xmlns:a16="http://schemas.microsoft.com/office/drawing/2014/main" id="{71967356-3E44-C94E-5B8A-EC5A97CB1291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5F292E58-1623-C95C-98B7-C753B7D5DD09}"/>
              </a:ext>
            </a:extLst>
          </p:cNvPr>
          <p:cNvGrpSpPr/>
          <p:nvPr/>
        </p:nvGrpSpPr>
        <p:grpSpPr>
          <a:xfrm>
            <a:off x="180817" y="5390177"/>
            <a:ext cx="1371600" cy="1371600"/>
            <a:chOff x="243475" y="146351"/>
            <a:chExt cx="1371600" cy="137160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6A14D18-C9E6-58A8-F0EE-B1ECE4CF3D11}"/>
                </a:ext>
              </a:extLst>
            </p:cNvPr>
            <p:cNvGrpSpPr/>
            <p:nvPr/>
          </p:nvGrpSpPr>
          <p:grpSpPr>
            <a:xfrm>
              <a:off x="243475" y="146351"/>
              <a:ext cx="1371600" cy="1371600"/>
              <a:chOff x="1298501" y="962272"/>
              <a:chExt cx="1371600" cy="137160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F00A8C5-04C2-C708-5FB1-D2288907E83E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A466F8C8-ADC3-DB20-A030-A0A8912CA9A0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854231A7-B370-1C74-88F1-0CB8B58AD926}"/>
                </a:ext>
              </a:extLst>
            </p:cNvPr>
            <p:cNvGrpSpPr/>
            <p:nvPr/>
          </p:nvGrpSpPr>
          <p:grpSpPr>
            <a:xfrm>
              <a:off x="422295" y="508928"/>
              <a:ext cx="884120" cy="519527"/>
              <a:chOff x="1858637" y="2247118"/>
              <a:chExt cx="3556602" cy="2089932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3FABB1E-BC2A-FCB5-4094-ADDDA2A36FCC}"/>
                  </a:ext>
                </a:extLst>
              </p:cNvPr>
              <p:cNvSpPr/>
              <p:nvPr/>
            </p:nvSpPr>
            <p:spPr>
              <a:xfrm>
                <a:off x="3241413" y="2942864"/>
                <a:ext cx="1848262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12E7F84-5B45-77BC-80EE-58C693B4BA7E}"/>
                  </a:ext>
                </a:extLst>
              </p:cNvPr>
              <p:cNvSpPr/>
              <p:nvPr/>
            </p:nvSpPr>
            <p:spPr>
              <a:xfrm rot="19876836">
                <a:off x="2246449" y="3191249"/>
                <a:ext cx="109753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CF90107-A265-8B84-5456-D5F8D1DCFFE8}"/>
                  </a:ext>
                </a:extLst>
              </p:cNvPr>
              <p:cNvSpPr/>
              <p:nvPr/>
            </p:nvSpPr>
            <p:spPr>
              <a:xfrm rot="3856563">
                <a:off x="4763390" y="3211519"/>
                <a:ext cx="75276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711D3E0-24C4-784F-1077-CDFF039E03EA}"/>
                  </a:ext>
                </a:extLst>
              </p:cNvPr>
              <p:cNvSpPr/>
              <p:nvPr/>
            </p:nvSpPr>
            <p:spPr>
              <a:xfrm>
                <a:off x="2254160" y="3467849"/>
                <a:ext cx="3161079" cy="5223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DAC33096-BCD2-0051-558F-97E451268A20}"/>
                  </a:ext>
                </a:extLst>
              </p:cNvPr>
              <p:cNvSpPr/>
              <p:nvPr/>
            </p:nvSpPr>
            <p:spPr>
              <a:xfrm>
                <a:off x="2518799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D5769792-68E4-358B-4DA7-FA374971FD17}"/>
                  </a:ext>
                </a:extLst>
              </p:cNvPr>
              <p:cNvSpPr/>
              <p:nvPr/>
            </p:nvSpPr>
            <p:spPr>
              <a:xfrm>
                <a:off x="3775260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8B976AF7-CC7D-4FC1-B04B-C15A767B4640}"/>
                  </a:ext>
                </a:extLst>
              </p:cNvPr>
              <p:cNvSpPr/>
              <p:nvPr/>
            </p:nvSpPr>
            <p:spPr>
              <a:xfrm>
                <a:off x="4612351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: Single Corner Snipped 140">
                <a:extLst>
                  <a:ext uri="{FF2B5EF4-FFF2-40B4-BE49-F238E27FC236}">
                    <a16:creationId xmlns:a16="http://schemas.microsoft.com/office/drawing/2014/main" id="{84F81E0B-D1BB-4DFF-F949-AEEFF30666E6}"/>
                  </a:ext>
                </a:extLst>
              </p:cNvPr>
              <p:cNvSpPr/>
              <p:nvPr/>
            </p:nvSpPr>
            <p:spPr>
              <a:xfrm flipH="1" flipV="1">
                <a:off x="3799869" y="2247118"/>
                <a:ext cx="903248" cy="688340"/>
              </a:xfrm>
              <a:prstGeom prst="snip1Rect">
                <a:avLst>
                  <a:gd name="adj" fmla="val 500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4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31E98E-7679-779E-1852-0665ED0659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1858637" y="2508599"/>
                <a:ext cx="1848262" cy="4167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F1C2160-2340-6ECD-5D9B-9E6DED3A13D7}"/>
              </a:ext>
            </a:extLst>
          </p:cNvPr>
          <p:cNvGrpSpPr/>
          <p:nvPr/>
        </p:nvGrpSpPr>
        <p:grpSpPr>
          <a:xfrm>
            <a:off x="1753154" y="5441259"/>
            <a:ext cx="1371600" cy="1371600"/>
            <a:chOff x="827965" y="2006552"/>
            <a:chExt cx="1371600" cy="137160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020FB8FA-A247-891C-CB92-DD8242BBB914}"/>
                </a:ext>
              </a:extLst>
            </p:cNvPr>
            <p:cNvGrpSpPr/>
            <p:nvPr/>
          </p:nvGrpSpPr>
          <p:grpSpPr>
            <a:xfrm>
              <a:off x="827965" y="2006552"/>
              <a:ext cx="1371600" cy="1371600"/>
              <a:chOff x="1298501" y="962272"/>
              <a:chExt cx="1371600" cy="137160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D2A6F8B-BE8B-9D23-074A-7FEA724D4B44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Arrow: Pentagon 188">
                <a:extLst>
                  <a:ext uri="{FF2B5EF4-FFF2-40B4-BE49-F238E27FC236}">
                    <a16:creationId xmlns:a16="http://schemas.microsoft.com/office/drawing/2014/main" id="{D25FAAE0-1B80-C10C-D9BF-D9F6DA66AEB7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841B93C7-9B9B-3BA7-447C-BBBD359D9496}"/>
                </a:ext>
              </a:extLst>
            </p:cNvPr>
            <p:cNvGrpSpPr/>
            <p:nvPr/>
          </p:nvGrpSpPr>
          <p:grpSpPr>
            <a:xfrm>
              <a:off x="1007024" y="2298700"/>
              <a:ext cx="941781" cy="527050"/>
              <a:chOff x="3151975" y="2276550"/>
              <a:chExt cx="3511685" cy="1965250"/>
            </a:xfrm>
          </p:grpSpPr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B0051498-7DD7-09B8-2A47-250A89EF7290}"/>
                  </a:ext>
                </a:extLst>
              </p:cNvPr>
              <p:cNvSpPr/>
              <p:nvPr/>
            </p:nvSpPr>
            <p:spPr>
              <a:xfrm>
                <a:off x="4900694" y="2644379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770A30A8-34EB-B684-74C1-F3EED3611450}"/>
                  </a:ext>
                </a:extLst>
              </p:cNvPr>
              <p:cNvSpPr/>
              <p:nvPr/>
            </p:nvSpPr>
            <p:spPr>
              <a:xfrm>
                <a:off x="4900695" y="2318626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B73787A2-F72B-6B6A-A1D1-05B14CBCF617}"/>
                  </a:ext>
                </a:extLst>
              </p:cNvPr>
              <p:cNvSpPr/>
              <p:nvPr/>
            </p:nvSpPr>
            <p:spPr>
              <a:xfrm>
                <a:off x="4680918" y="3141347"/>
                <a:ext cx="1293843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60B4293-23BD-765F-BB58-8BD254DB499E}"/>
                  </a:ext>
                </a:extLst>
              </p:cNvPr>
              <p:cNvSpPr/>
              <p:nvPr/>
            </p:nvSpPr>
            <p:spPr>
              <a:xfrm rot="18924703">
                <a:off x="3786366" y="3518395"/>
                <a:ext cx="1168464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B894740-B994-95DC-C286-54FCCFAD009A}"/>
                  </a:ext>
                </a:extLst>
              </p:cNvPr>
              <p:cNvSpPr/>
              <p:nvPr/>
            </p:nvSpPr>
            <p:spPr>
              <a:xfrm rot="5400000">
                <a:off x="4997481" y="2316923"/>
                <a:ext cx="855031" cy="774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8CEE4F4-EC35-FAF8-C7C7-24ACCBCAFE2E}"/>
                  </a:ext>
                </a:extLst>
              </p:cNvPr>
              <p:cNvSpPr/>
              <p:nvPr/>
            </p:nvSpPr>
            <p:spPr>
              <a:xfrm rot="13813249">
                <a:off x="5671555" y="3510875"/>
                <a:ext cx="1085838" cy="2649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92E3FDD2-0BBA-19AF-1A3F-6269B63D266B}"/>
                  </a:ext>
                </a:extLst>
              </p:cNvPr>
              <p:cNvSpPr/>
              <p:nvPr/>
            </p:nvSpPr>
            <p:spPr>
              <a:xfrm>
                <a:off x="3853893" y="3976847"/>
                <a:ext cx="2809767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B276AD9-E91C-73DA-D472-1B496D58C5DC}"/>
                  </a:ext>
                </a:extLst>
              </p:cNvPr>
              <p:cNvSpPr/>
              <p:nvPr/>
            </p:nvSpPr>
            <p:spPr>
              <a:xfrm>
                <a:off x="4231210" y="3678253"/>
                <a:ext cx="2151835" cy="42767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43A20FB9-4800-281F-823C-C502717F15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51975" y="2371698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0059DD8-232B-6BF1-F773-4DA2EA2840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72999" y="2759003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4E527ED-C855-F16F-83EE-9791A4ACE499}"/>
              </a:ext>
            </a:extLst>
          </p:cNvPr>
          <p:cNvGrpSpPr/>
          <p:nvPr/>
        </p:nvGrpSpPr>
        <p:grpSpPr>
          <a:xfrm>
            <a:off x="6845317" y="5459212"/>
            <a:ext cx="1371600" cy="1371600"/>
            <a:chOff x="3505447" y="2057400"/>
            <a:chExt cx="1371600" cy="1371600"/>
          </a:xfrm>
        </p:grpSpPr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CC879EFF-D6AD-B749-C607-4FCD95305842}"/>
                </a:ext>
              </a:extLst>
            </p:cNvPr>
            <p:cNvGrpSpPr/>
            <p:nvPr/>
          </p:nvGrpSpPr>
          <p:grpSpPr>
            <a:xfrm>
              <a:off x="3505447" y="2057400"/>
              <a:ext cx="1371600" cy="1371600"/>
              <a:chOff x="1298501" y="962272"/>
              <a:chExt cx="1371600" cy="1371600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883E491-1EA4-642D-87C0-003037C65BA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Arrow: Pentagon 201">
                <a:extLst>
                  <a:ext uri="{FF2B5EF4-FFF2-40B4-BE49-F238E27FC236}">
                    <a16:creationId xmlns:a16="http://schemas.microsoft.com/office/drawing/2014/main" id="{0D753BBE-FAC4-D15E-EA3E-805D3B206945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CA7CE95B-A6EB-1766-1106-B6411BA9081E}"/>
                </a:ext>
              </a:extLst>
            </p:cNvPr>
            <p:cNvGrpSpPr/>
            <p:nvPr/>
          </p:nvGrpSpPr>
          <p:grpSpPr>
            <a:xfrm>
              <a:off x="3833985" y="2339828"/>
              <a:ext cx="714523" cy="781908"/>
              <a:chOff x="6264127" y="1307188"/>
              <a:chExt cx="1391653" cy="1522897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00CAD98A-0E5C-7F1F-D0C2-3987E99569ED}"/>
                  </a:ext>
                </a:extLst>
              </p:cNvPr>
              <p:cNvSpPr/>
              <p:nvPr/>
            </p:nvSpPr>
            <p:spPr>
              <a:xfrm>
                <a:off x="6521307" y="1710168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36C9DA6E-7F46-CA0D-A63C-C21F32EEF218}"/>
                  </a:ext>
                </a:extLst>
              </p:cNvPr>
              <p:cNvSpPr/>
              <p:nvPr/>
            </p:nvSpPr>
            <p:spPr>
              <a:xfrm flipH="1">
                <a:off x="7011908" y="1710134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Isosceles Triangle 194">
                <a:extLst>
                  <a:ext uri="{FF2B5EF4-FFF2-40B4-BE49-F238E27FC236}">
                    <a16:creationId xmlns:a16="http://schemas.microsoft.com/office/drawing/2014/main" id="{5A36E031-5098-AB55-3F38-24563219B5FE}"/>
                  </a:ext>
                </a:extLst>
              </p:cNvPr>
              <p:cNvSpPr/>
              <p:nvPr/>
            </p:nvSpPr>
            <p:spPr>
              <a:xfrm rot="10800000">
                <a:off x="6775345" y="2266431"/>
                <a:ext cx="369217" cy="563654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Isosceles Triangle 195">
                <a:extLst>
                  <a:ext uri="{FF2B5EF4-FFF2-40B4-BE49-F238E27FC236}">
                    <a16:creationId xmlns:a16="http://schemas.microsoft.com/office/drawing/2014/main" id="{1F98A65B-59C7-2D4F-0889-014237F86382}"/>
                  </a:ext>
                </a:extLst>
              </p:cNvPr>
              <p:cNvSpPr/>
              <p:nvPr/>
            </p:nvSpPr>
            <p:spPr>
              <a:xfrm rot="10800000" flipV="1">
                <a:off x="6775345" y="1312217"/>
                <a:ext cx="369217" cy="36594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E771373C-063A-B02C-748E-FE49A4014B20}"/>
                  </a:ext>
                </a:extLst>
              </p:cNvPr>
              <p:cNvSpPr/>
              <p:nvPr/>
            </p:nvSpPr>
            <p:spPr>
              <a:xfrm>
                <a:off x="6658821" y="13154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B82AEFC-8F58-D7B1-6BB5-74B6EBD82FAA}"/>
                  </a:ext>
                </a:extLst>
              </p:cNvPr>
              <p:cNvSpPr/>
              <p:nvPr/>
            </p:nvSpPr>
            <p:spPr>
              <a:xfrm>
                <a:off x="7163130" y="13071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Moon 198">
                <a:extLst>
                  <a:ext uri="{FF2B5EF4-FFF2-40B4-BE49-F238E27FC236}">
                    <a16:creationId xmlns:a16="http://schemas.microsoft.com/office/drawing/2014/main" id="{E71F3053-EB02-8211-2C85-DDA6F16D766D}"/>
                  </a:ext>
                </a:extLst>
              </p:cNvPr>
              <p:cNvSpPr/>
              <p:nvPr/>
            </p:nvSpPr>
            <p:spPr>
              <a:xfrm rot="20131114">
                <a:off x="6264127" y="1862570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Moon 199">
                <a:extLst>
                  <a:ext uri="{FF2B5EF4-FFF2-40B4-BE49-F238E27FC236}">
                    <a16:creationId xmlns:a16="http://schemas.microsoft.com/office/drawing/2014/main" id="{56141787-B4A6-D4DB-07EC-CDB94D26AFFA}"/>
                  </a:ext>
                </a:extLst>
              </p:cNvPr>
              <p:cNvSpPr/>
              <p:nvPr/>
            </p:nvSpPr>
            <p:spPr>
              <a:xfrm rot="1468886" flipH="1">
                <a:off x="7236680" y="1853886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C7EB9757-33F3-9FF5-CA93-B849058C6A92}"/>
              </a:ext>
            </a:extLst>
          </p:cNvPr>
          <p:cNvGrpSpPr/>
          <p:nvPr/>
        </p:nvGrpSpPr>
        <p:grpSpPr>
          <a:xfrm>
            <a:off x="8349845" y="5459212"/>
            <a:ext cx="1371600" cy="1371600"/>
            <a:chOff x="5009975" y="2057400"/>
            <a:chExt cx="1371600" cy="1371600"/>
          </a:xfrm>
        </p:grpSpPr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1BB9C3D4-E6FA-2446-B18E-5E02F49C6653}"/>
                </a:ext>
              </a:extLst>
            </p:cNvPr>
            <p:cNvGrpSpPr/>
            <p:nvPr/>
          </p:nvGrpSpPr>
          <p:grpSpPr>
            <a:xfrm>
              <a:off x="5009975" y="2057400"/>
              <a:ext cx="1371600" cy="1371600"/>
              <a:chOff x="1298501" y="962272"/>
              <a:chExt cx="1371600" cy="1371600"/>
            </a:xfrm>
          </p:grpSpPr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403F25F4-B361-49D4-7219-372DFF5090E7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Arrow: Pentagon 212">
                <a:extLst>
                  <a:ext uri="{FF2B5EF4-FFF2-40B4-BE49-F238E27FC236}">
                    <a16:creationId xmlns:a16="http://schemas.microsoft.com/office/drawing/2014/main" id="{4393A72D-008E-104C-2391-A8E81491B5CE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8EBBE19C-B08E-1324-69CE-2F06CA721042}"/>
                </a:ext>
              </a:extLst>
            </p:cNvPr>
            <p:cNvGrpSpPr/>
            <p:nvPr/>
          </p:nvGrpSpPr>
          <p:grpSpPr>
            <a:xfrm rot="2403354">
              <a:off x="5520349" y="2333220"/>
              <a:ext cx="478022" cy="763020"/>
              <a:chOff x="7639767" y="607131"/>
              <a:chExt cx="1348536" cy="2152538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323B5CF8-EECA-3149-2043-8EDC418A2B4E}"/>
                  </a:ext>
                </a:extLst>
              </p:cNvPr>
              <p:cNvSpPr/>
              <p:nvPr/>
            </p:nvSpPr>
            <p:spPr>
              <a:xfrm>
                <a:off x="8043666" y="607131"/>
                <a:ext cx="535184" cy="755481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A04ECD2A-FD47-9737-3C24-7D72D1BBFF32}"/>
                  </a:ext>
                </a:extLst>
              </p:cNvPr>
              <p:cNvSpPr/>
              <p:nvPr/>
            </p:nvSpPr>
            <p:spPr>
              <a:xfrm>
                <a:off x="8043666" y="939800"/>
                <a:ext cx="535184" cy="18191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ight Triangle 207">
                <a:extLst>
                  <a:ext uri="{FF2B5EF4-FFF2-40B4-BE49-F238E27FC236}">
                    <a16:creationId xmlns:a16="http://schemas.microsoft.com/office/drawing/2014/main" id="{01B959A6-4776-F890-9E2E-418D558ED4CF}"/>
                  </a:ext>
                </a:extLst>
              </p:cNvPr>
              <p:cNvSpPr/>
              <p:nvPr/>
            </p:nvSpPr>
            <p:spPr>
              <a:xfrm>
                <a:off x="8638501" y="1309133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ight Triangle 208">
                <a:extLst>
                  <a:ext uri="{FF2B5EF4-FFF2-40B4-BE49-F238E27FC236}">
                    <a16:creationId xmlns:a16="http://schemas.microsoft.com/office/drawing/2014/main" id="{BC919DB5-44F7-5148-B21C-F9764F51AED5}"/>
                  </a:ext>
                </a:extLst>
              </p:cNvPr>
              <p:cNvSpPr/>
              <p:nvPr/>
            </p:nvSpPr>
            <p:spPr>
              <a:xfrm>
                <a:off x="8638501" y="2202347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ight Triangle 209">
                <a:extLst>
                  <a:ext uri="{FF2B5EF4-FFF2-40B4-BE49-F238E27FC236}">
                    <a16:creationId xmlns:a16="http://schemas.microsoft.com/office/drawing/2014/main" id="{E4B56F33-AC59-B4AB-0C8D-696AFD82762F}"/>
                  </a:ext>
                </a:extLst>
              </p:cNvPr>
              <p:cNvSpPr/>
              <p:nvPr/>
            </p:nvSpPr>
            <p:spPr>
              <a:xfrm flipH="1">
                <a:off x="7747717" y="1287886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ight Triangle 210">
                <a:extLst>
                  <a:ext uri="{FF2B5EF4-FFF2-40B4-BE49-F238E27FC236}">
                    <a16:creationId xmlns:a16="http://schemas.microsoft.com/office/drawing/2014/main" id="{F240BE8C-47CF-F48A-622F-E78795C08A3B}"/>
                  </a:ext>
                </a:extLst>
              </p:cNvPr>
              <p:cNvSpPr/>
              <p:nvPr/>
            </p:nvSpPr>
            <p:spPr>
              <a:xfrm flipH="1">
                <a:off x="7639767" y="2181100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A806B6D-106E-5157-074B-C0AC05559037}"/>
              </a:ext>
            </a:extLst>
          </p:cNvPr>
          <p:cNvGrpSpPr/>
          <p:nvPr/>
        </p:nvGrpSpPr>
        <p:grpSpPr>
          <a:xfrm>
            <a:off x="1518365" y="5090089"/>
            <a:ext cx="1371600" cy="1371600"/>
            <a:chOff x="1518365" y="5090089"/>
            <a:chExt cx="1371600" cy="137160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A54E977-C7EE-8B6D-6CC5-7690DE97EC3B}"/>
                </a:ext>
              </a:extLst>
            </p:cNvPr>
            <p:cNvGrpSpPr/>
            <p:nvPr/>
          </p:nvGrpSpPr>
          <p:grpSpPr>
            <a:xfrm>
              <a:off x="1844722" y="5396015"/>
              <a:ext cx="741738" cy="928816"/>
              <a:chOff x="2736559" y="1271400"/>
              <a:chExt cx="1887829" cy="2363975"/>
            </a:xfrm>
          </p:grpSpPr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6EB25D7E-166F-1F3C-CD94-A7C9F6B7CF23}"/>
                  </a:ext>
                </a:extLst>
              </p:cNvPr>
              <p:cNvSpPr/>
              <p:nvPr/>
            </p:nvSpPr>
            <p:spPr>
              <a:xfrm rot="16200000">
                <a:off x="2303172" y="2703909"/>
                <a:ext cx="1174749" cy="307975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Trapezoid 16">
                <a:extLst>
                  <a:ext uri="{FF2B5EF4-FFF2-40B4-BE49-F238E27FC236}">
                    <a16:creationId xmlns:a16="http://schemas.microsoft.com/office/drawing/2014/main" id="{E1B8F03A-B916-1757-5A7A-EC26152733DD}"/>
                  </a:ext>
                </a:extLst>
              </p:cNvPr>
              <p:cNvSpPr/>
              <p:nvPr/>
            </p:nvSpPr>
            <p:spPr>
              <a:xfrm rot="5400000">
                <a:off x="3405188" y="2703909"/>
                <a:ext cx="1174750" cy="307975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5F206B3-5D6A-1529-3AD0-972D93EEAA42}"/>
                  </a:ext>
                </a:extLst>
              </p:cNvPr>
              <p:cNvSpPr/>
              <p:nvPr/>
            </p:nvSpPr>
            <p:spPr>
              <a:xfrm>
                <a:off x="3133725" y="1952625"/>
                <a:ext cx="631825" cy="168275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rapezoid 18">
                <a:extLst>
                  <a:ext uri="{FF2B5EF4-FFF2-40B4-BE49-F238E27FC236}">
                    <a16:creationId xmlns:a16="http://schemas.microsoft.com/office/drawing/2014/main" id="{08F76E5A-78F9-2E19-44D4-C9793EA555AF}"/>
                  </a:ext>
                </a:extLst>
              </p:cNvPr>
              <p:cNvSpPr/>
              <p:nvPr/>
            </p:nvSpPr>
            <p:spPr>
              <a:xfrm>
                <a:off x="3214688" y="1537760"/>
                <a:ext cx="469900" cy="317897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6828C396-A816-763A-1ADF-83AB481D720D}"/>
                  </a:ext>
                </a:extLst>
              </p:cNvPr>
              <p:cNvGrpSpPr/>
              <p:nvPr/>
            </p:nvGrpSpPr>
            <p:grpSpPr>
              <a:xfrm>
                <a:off x="3992563" y="1271400"/>
                <a:ext cx="631825" cy="833912"/>
                <a:chOff x="5200606" y="948929"/>
                <a:chExt cx="895394" cy="1181783"/>
              </a:xfrm>
            </p:grpSpPr>
            <p:sp>
              <p:nvSpPr>
                <p:cNvPr id="21" name="Isosceles Triangle 20">
                  <a:extLst>
                    <a:ext uri="{FF2B5EF4-FFF2-40B4-BE49-F238E27FC236}">
                      <a16:creationId xmlns:a16="http://schemas.microsoft.com/office/drawing/2014/main" id="{BA40175C-13C0-AA9E-4D8B-4E15E9311475}"/>
                    </a:ext>
                  </a:extLst>
                </p:cNvPr>
                <p:cNvSpPr/>
                <p:nvPr/>
              </p:nvSpPr>
              <p:spPr>
                <a:xfrm>
                  <a:off x="5448300" y="948929"/>
                  <a:ext cx="406400" cy="558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Isosceles Triangle 21">
                  <a:extLst>
                    <a:ext uri="{FF2B5EF4-FFF2-40B4-BE49-F238E27FC236}">
                      <a16:creationId xmlns:a16="http://schemas.microsoft.com/office/drawing/2014/main" id="{1891406D-FD18-EFEF-8F9C-FB574222ACB0}"/>
                    </a:ext>
                  </a:extLst>
                </p:cNvPr>
                <p:cNvSpPr/>
                <p:nvPr/>
              </p:nvSpPr>
              <p:spPr>
                <a:xfrm>
                  <a:off x="5200606" y="1571912"/>
                  <a:ext cx="406400" cy="558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Isosceles Triangle 22">
                  <a:extLst>
                    <a:ext uri="{FF2B5EF4-FFF2-40B4-BE49-F238E27FC236}">
                      <a16:creationId xmlns:a16="http://schemas.microsoft.com/office/drawing/2014/main" id="{95056BC6-8302-B0A8-889C-E3A5487849B4}"/>
                    </a:ext>
                  </a:extLst>
                </p:cNvPr>
                <p:cNvSpPr/>
                <p:nvPr/>
              </p:nvSpPr>
              <p:spPr>
                <a:xfrm>
                  <a:off x="5689600" y="1571912"/>
                  <a:ext cx="406400" cy="558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FBC270D-C912-6F64-DFE9-522019AE3957}"/>
                </a:ext>
              </a:extLst>
            </p:cNvPr>
            <p:cNvGrpSpPr/>
            <p:nvPr/>
          </p:nvGrpSpPr>
          <p:grpSpPr>
            <a:xfrm>
              <a:off x="1518365" y="5090089"/>
              <a:ext cx="1371600" cy="1371600"/>
              <a:chOff x="427081" y="263129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393B3D-4FBE-A671-0C0F-BD62AE35861D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722FD166-4579-271F-F976-2590B33D6258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84B221C-EC2E-23BB-27E4-891B5079A196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6266976" y="550875"/>
            <a:chExt cx="1371600" cy="137160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11DB8E8-EE35-3D49-409A-FC44766739AA}"/>
                </a:ext>
              </a:extLst>
            </p:cNvPr>
            <p:cNvGrpSpPr/>
            <p:nvPr/>
          </p:nvGrpSpPr>
          <p:grpSpPr>
            <a:xfrm>
              <a:off x="6266976" y="550875"/>
              <a:ext cx="1371600" cy="1371600"/>
              <a:chOff x="427081" y="263129"/>
              <a:chExt cx="1371600" cy="1371600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B490ED9-FCA4-4573-99ED-442C37B5CEEF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Plaque 102">
                <a:extLst>
                  <a:ext uri="{FF2B5EF4-FFF2-40B4-BE49-F238E27FC236}">
                    <a16:creationId xmlns:a16="http://schemas.microsoft.com/office/drawing/2014/main" id="{8C56A696-8B73-72E8-0B33-501EF34C3DA0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44850BE-B9B8-B88E-F156-006BB031DC56}"/>
                </a:ext>
              </a:extLst>
            </p:cNvPr>
            <p:cNvGrpSpPr/>
            <p:nvPr/>
          </p:nvGrpSpPr>
          <p:grpSpPr>
            <a:xfrm>
              <a:off x="6482473" y="882982"/>
              <a:ext cx="932742" cy="801763"/>
              <a:chOff x="3387725" y="1634730"/>
              <a:chExt cx="1466850" cy="1260870"/>
            </a:xfrm>
          </p:grpSpPr>
          <p:sp>
            <p:nvSpPr>
              <p:cNvPr id="105" name="Moon 104">
                <a:extLst>
                  <a:ext uri="{FF2B5EF4-FFF2-40B4-BE49-F238E27FC236}">
                    <a16:creationId xmlns:a16="http://schemas.microsoft.com/office/drawing/2014/main" id="{5E4ABBEB-6C6C-B442-9BFC-B32F11B97771}"/>
                  </a:ext>
                </a:extLst>
              </p:cNvPr>
              <p:cNvSpPr/>
              <p:nvPr/>
            </p:nvSpPr>
            <p:spPr>
              <a:xfrm rot="16200000">
                <a:off x="3873500" y="1651000"/>
                <a:ext cx="495300" cy="1466850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548C35D-41BC-E62E-C3D1-8FCFE763691A}"/>
                  </a:ext>
                </a:extLst>
              </p:cNvPr>
              <p:cNvSpPr/>
              <p:nvPr/>
            </p:nvSpPr>
            <p:spPr>
              <a:xfrm>
                <a:off x="3651250" y="2682875"/>
                <a:ext cx="939800" cy="21272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Moon 106">
                <a:extLst>
                  <a:ext uri="{FF2B5EF4-FFF2-40B4-BE49-F238E27FC236}">
                    <a16:creationId xmlns:a16="http://schemas.microsoft.com/office/drawing/2014/main" id="{7ECF0F48-64CD-379B-838B-3DECE932618F}"/>
                  </a:ext>
                </a:extLst>
              </p:cNvPr>
              <p:cNvSpPr/>
              <p:nvPr/>
            </p:nvSpPr>
            <p:spPr>
              <a:xfrm rot="5400000">
                <a:off x="4025900" y="1322786"/>
                <a:ext cx="190500" cy="814387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6680EE1B-8139-1873-5A63-D46F1DED7F99}"/>
                  </a:ext>
                </a:extLst>
              </p:cNvPr>
              <p:cNvSpPr/>
              <p:nvPr/>
            </p:nvSpPr>
            <p:spPr>
              <a:xfrm rot="5400000">
                <a:off x="3919196" y="1788661"/>
                <a:ext cx="393192" cy="39012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Moon 108">
                <a:extLst>
                  <a:ext uri="{FF2B5EF4-FFF2-40B4-BE49-F238E27FC236}">
                    <a16:creationId xmlns:a16="http://schemas.microsoft.com/office/drawing/2014/main" id="{5A80FCAA-ED70-CC7A-D67C-3DCF76DD8165}"/>
                  </a:ext>
                </a:extLst>
              </p:cNvPr>
              <p:cNvSpPr/>
              <p:nvPr/>
            </p:nvSpPr>
            <p:spPr>
              <a:xfrm rot="5400000" flipH="1">
                <a:off x="4025901" y="1830278"/>
                <a:ext cx="190500" cy="814387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3565B637-E4BD-792D-8380-B415A9C87FB6}"/>
                  </a:ext>
                </a:extLst>
              </p:cNvPr>
              <p:cNvSpPr/>
              <p:nvPr/>
            </p:nvSpPr>
            <p:spPr>
              <a:xfrm rot="5400000">
                <a:off x="3978632" y="1843842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4EDC959-E3A7-E5D2-2025-FFDF487F5EF7}"/>
              </a:ext>
            </a:extLst>
          </p:cNvPr>
          <p:cNvGrpSpPr/>
          <p:nvPr/>
        </p:nvGrpSpPr>
        <p:grpSpPr>
          <a:xfrm>
            <a:off x="98644" y="3585415"/>
            <a:ext cx="1371600" cy="1371600"/>
            <a:chOff x="98644" y="3585415"/>
            <a:chExt cx="1371600" cy="1371600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4EE1B358-D077-55B3-E3EF-3502D89D3061}"/>
                </a:ext>
              </a:extLst>
            </p:cNvPr>
            <p:cNvGrpSpPr/>
            <p:nvPr/>
          </p:nvGrpSpPr>
          <p:grpSpPr>
            <a:xfrm>
              <a:off x="98644" y="3585415"/>
              <a:ext cx="1371600" cy="1371600"/>
              <a:chOff x="427081" y="263129"/>
              <a:chExt cx="1371600" cy="1371600"/>
            </a:xfrm>
          </p:grpSpPr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2362BCC9-676B-D0EA-55D6-0543234DFEA0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Plaque 175">
                <a:extLst>
                  <a:ext uri="{FF2B5EF4-FFF2-40B4-BE49-F238E27FC236}">
                    <a16:creationId xmlns:a16="http://schemas.microsoft.com/office/drawing/2014/main" id="{ACD354BE-71B9-452A-BFA9-F6E184C854CE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BD7074B7-5CE6-3B9B-8197-F3D1B145AE2B}"/>
                </a:ext>
              </a:extLst>
            </p:cNvPr>
            <p:cNvGrpSpPr/>
            <p:nvPr/>
          </p:nvGrpSpPr>
          <p:grpSpPr>
            <a:xfrm>
              <a:off x="468972" y="4104152"/>
              <a:ext cx="631137" cy="505972"/>
              <a:chOff x="5010218" y="2694841"/>
              <a:chExt cx="2523392" cy="2022962"/>
            </a:xfrm>
          </p:grpSpPr>
          <p:sp>
            <p:nvSpPr>
              <p:cNvPr id="184" name="Moon 183">
                <a:extLst>
                  <a:ext uri="{FF2B5EF4-FFF2-40B4-BE49-F238E27FC236}">
                    <a16:creationId xmlns:a16="http://schemas.microsoft.com/office/drawing/2014/main" id="{3D7EBBA5-9CF3-1F53-BE6A-A1F6D6E86D40}"/>
                  </a:ext>
                </a:extLst>
              </p:cNvPr>
              <p:cNvSpPr/>
              <p:nvPr/>
            </p:nvSpPr>
            <p:spPr>
              <a:xfrm rot="16200000">
                <a:off x="5683528" y="2021531"/>
                <a:ext cx="1176771" cy="2523392"/>
              </a:xfrm>
              <a:prstGeom prst="moon">
                <a:avLst>
                  <a:gd name="adj" fmla="val 5523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Isosceles Triangle 184">
                <a:extLst>
                  <a:ext uri="{FF2B5EF4-FFF2-40B4-BE49-F238E27FC236}">
                    <a16:creationId xmlns:a16="http://schemas.microsoft.com/office/drawing/2014/main" id="{E887F0EA-0FFC-8F5C-AEEF-A8D613587A59}"/>
                  </a:ext>
                </a:extLst>
              </p:cNvPr>
              <p:cNvSpPr/>
              <p:nvPr/>
            </p:nvSpPr>
            <p:spPr>
              <a:xfrm>
                <a:off x="6132701" y="2694841"/>
                <a:ext cx="278423" cy="172329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Moon 185">
                <a:extLst>
                  <a:ext uri="{FF2B5EF4-FFF2-40B4-BE49-F238E27FC236}">
                    <a16:creationId xmlns:a16="http://schemas.microsoft.com/office/drawing/2014/main" id="{5930625C-DAA3-8CD7-47AC-1E199E590909}"/>
                  </a:ext>
                </a:extLst>
              </p:cNvPr>
              <p:cNvSpPr/>
              <p:nvPr/>
            </p:nvSpPr>
            <p:spPr>
              <a:xfrm rot="5400000">
                <a:off x="5972241" y="3787285"/>
                <a:ext cx="599341" cy="1261696"/>
              </a:xfrm>
              <a:prstGeom prst="moon">
                <a:avLst>
                  <a:gd name="adj" fmla="val 376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25396257-336E-7E85-B11C-1AE15822B1B2}"/>
                  </a:ext>
                </a:extLst>
              </p:cNvPr>
              <p:cNvGrpSpPr/>
              <p:nvPr/>
            </p:nvGrpSpPr>
            <p:grpSpPr>
              <a:xfrm>
                <a:off x="5240214" y="3072211"/>
                <a:ext cx="862512" cy="587761"/>
                <a:chOff x="5240214" y="3072211"/>
                <a:chExt cx="862512" cy="587761"/>
              </a:xfrm>
            </p:grpSpPr>
            <p:sp>
              <p:nvSpPr>
                <p:cNvPr id="192" name="Oval 191">
                  <a:extLst>
                    <a:ext uri="{FF2B5EF4-FFF2-40B4-BE49-F238E27FC236}">
                      <a16:creationId xmlns:a16="http://schemas.microsoft.com/office/drawing/2014/main" id="{0D78027D-2290-4C6B-F720-2C9B672D35E2}"/>
                    </a:ext>
                  </a:extLst>
                </p:cNvPr>
                <p:cNvSpPr/>
                <p:nvPr/>
              </p:nvSpPr>
              <p:spPr>
                <a:xfrm>
                  <a:off x="5475402" y="3233279"/>
                  <a:ext cx="274320" cy="27432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Oval 192">
                  <a:extLst>
                    <a:ext uri="{FF2B5EF4-FFF2-40B4-BE49-F238E27FC236}">
                      <a16:creationId xmlns:a16="http://schemas.microsoft.com/office/drawing/2014/main" id="{88DC8E7C-3845-A2B4-4868-F38A0F271863}"/>
                    </a:ext>
                  </a:extLst>
                </p:cNvPr>
                <p:cNvSpPr/>
                <p:nvPr/>
              </p:nvSpPr>
              <p:spPr>
                <a:xfrm>
                  <a:off x="5240214" y="3072211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" name="Oval 193">
                  <a:extLst>
                    <a:ext uri="{FF2B5EF4-FFF2-40B4-BE49-F238E27FC236}">
                      <a16:creationId xmlns:a16="http://schemas.microsoft.com/office/drawing/2014/main" id="{5253FC48-0E0E-6FDD-036D-01053E164AEA}"/>
                    </a:ext>
                  </a:extLst>
                </p:cNvPr>
                <p:cNvSpPr/>
                <p:nvPr/>
              </p:nvSpPr>
              <p:spPr>
                <a:xfrm>
                  <a:off x="5782686" y="3339932"/>
                  <a:ext cx="320040" cy="32004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B3CB005E-B57E-B712-DCAF-C02AB5711356}"/>
                  </a:ext>
                </a:extLst>
              </p:cNvPr>
              <p:cNvGrpSpPr/>
              <p:nvPr/>
            </p:nvGrpSpPr>
            <p:grpSpPr>
              <a:xfrm flipH="1">
                <a:off x="6400433" y="3085350"/>
                <a:ext cx="862512" cy="587761"/>
                <a:chOff x="5240214" y="3072211"/>
                <a:chExt cx="862512" cy="587761"/>
              </a:xfrm>
            </p:grpSpPr>
            <p:sp>
              <p:nvSpPr>
                <p:cNvPr id="189" name="Oval 188">
                  <a:extLst>
                    <a:ext uri="{FF2B5EF4-FFF2-40B4-BE49-F238E27FC236}">
                      <a16:creationId xmlns:a16="http://schemas.microsoft.com/office/drawing/2014/main" id="{43BCE9CA-BB0A-081B-CDF5-89A580CEB1FF}"/>
                    </a:ext>
                  </a:extLst>
                </p:cNvPr>
                <p:cNvSpPr/>
                <p:nvPr/>
              </p:nvSpPr>
              <p:spPr>
                <a:xfrm>
                  <a:off x="5475402" y="3233279"/>
                  <a:ext cx="274320" cy="27432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Oval 189">
                  <a:extLst>
                    <a:ext uri="{FF2B5EF4-FFF2-40B4-BE49-F238E27FC236}">
                      <a16:creationId xmlns:a16="http://schemas.microsoft.com/office/drawing/2014/main" id="{16CA2659-0B0C-FF9B-6901-1573BEE82289}"/>
                    </a:ext>
                  </a:extLst>
                </p:cNvPr>
                <p:cNvSpPr/>
                <p:nvPr/>
              </p:nvSpPr>
              <p:spPr>
                <a:xfrm>
                  <a:off x="5240214" y="3072211"/>
                  <a:ext cx="228600" cy="22860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Oval 190">
                  <a:extLst>
                    <a:ext uri="{FF2B5EF4-FFF2-40B4-BE49-F238E27FC236}">
                      <a16:creationId xmlns:a16="http://schemas.microsoft.com/office/drawing/2014/main" id="{F543D99B-8F36-DB1C-105C-440D1CE77738}"/>
                    </a:ext>
                  </a:extLst>
                </p:cNvPr>
                <p:cNvSpPr/>
                <p:nvPr/>
              </p:nvSpPr>
              <p:spPr>
                <a:xfrm>
                  <a:off x="5782686" y="3339932"/>
                  <a:ext cx="320040" cy="320040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995DA-6F4B-1EC2-3000-7F421FD11DA1}"/>
              </a:ext>
            </a:extLst>
          </p:cNvPr>
          <p:cNvGrpSpPr/>
          <p:nvPr/>
        </p:nvGrpSpPr>
        <p:grpSpPr>
          <a:xfrm>
            <a:off x="1582409" y="3589648"/>
            <a:ext cx="1371600" cy="1371600"/>
            <a:chOff x="1582409" y="3589648"/>
            <a:chExt cx="1371600" cy="1371600"/>
          </a:xfrm>
        </p:grpSpPr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68F0D71-4E5D-1C31-4520-DF408D27054B}"/>
                </a:ext>
              </a:extLst>
            </p:cNvPr>
            <p:cNvGrpSpPr/>
            <p:nvPr/>
          </p:nvGrpSpPr>
          <p:grpSpPr>
            <a:xfrm>
              <a:off x="1582409" y="3589648"/>
              <a:ext cx="1371600" cy="1371600"/>
              <a:chOff x="427081" y="263129"/>
              <a:chExt cx="1371600" cy="1371600"/>
            </a:xfrm>
          </p:grpSpPr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E9292DD4-3ECA-D21A-C931-02ADAA433F4A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Plaque 221">
                <a:extLst>
                  <a:ext uri="{FF2B5EF4-FFF2-40B4-BE49-F238E27FC236}">
                    <a16:creationId xmlns:a16="http://schemas.microsoft.com/office/drawing/2014/main" id="{766062E0-76E1-9898-0C30-77C098FDD9E0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39F7A655-268B-A4BE-6755-6866181E13E0}"/>
                </a:ext>
              </a:extLst>
            </p:cNvPr>
            <p:cNvGrpSpPr/>
            <p:nvPr/>
          </p:nvGrpSpPr>
          <p:grpSpPr>
            <a:xfrm rot="19097516">
              <a:off x="1972407" y="3906534"/>
              <a:ext cx="577458" cy="886118"/>
              <a:chOff x="5275383" y="2444259"/>
              <a:chExt cx="2101363" cy="3224576"/>
            </a:xfrm>
          </p:grpSpPr>
          <p:sp>
            <p:nvSpPr>
              <p:cNvPr id="224" name="Isosceles Triangle 223">
                <a:extLst>
                  <a:ext uri="{FF2B5EF4-FFF2-40B4-BE49-F238E27FC236}">
                    <a16:creationId xmlns:a16="http://schemas.microsoft.com/office/drawing/2014/main" id="{E03E3617-0EC4-838F-9982-637DE7DB5ACB}"/>
                  </a:ext>
                </a:extLst>
              </p:cNvPr>
              <p:cNvSpPr/>
              <p:nvPr/>
            </p:nvSpPr>
            <p:spPr>
              <a:xfrm rot="10800000">
                <a:off x="5653455" y="3974123"/>
                <a:ext cx="1345223" cy="474785"/>
              </a:xfrm>
              <a:prstGeom prst="triangle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Isosceles Triangle 224">
                <a:extLst>
                  <a:ext uri="{FF2B5EF4-FFF2-40B4-BE49-F238E27FC236}">
                    <a16:creationId xmlns:a16="http://schemas.microsoft.com/office/drawing/2014/main" id="{53182409-4F6F-5AA0-31A2-BAD7672A42AA}"/>
                  </a:ext>
                </a:extLst>
              </p:cNvPr>
              <p:cNvSpPr/>
              <p:nvPr/>
            </p:nvSpPr>
            <p:spPr>
              <a:xfrm>
                <a:off x="5675434" y="2699238"/>
                <a:ext cx="219808" cy="127488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Isosceles Triangle 225">
                <a:extLst>
                  <a:ext uri="{FF2B5EF4-FFF2-40B4-BE49-F238E27FC236}">
                    <a16:creationId xmlns:a16="http://schemas.microsoft.com/office/drawing/2014/main" id="{1AD9A557-5385-8141-1EBC-070FE0DD70D9}"/>
                  </a:ext>
                </a:extLst>
              </p:cNvPr>
              <p:cNvSpPr/>
              <p:nvPr/>
            </p:nvSpPr>
            <p:spPr>
              <a:xfrm>
                <a:off x="6778870" y="2699237"/>
                <a:ext cx="219808" cy="127488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E4312685-F54F-DAF7-4795-00D2F756BA15}"/>
                  </a:ext>
                </a:extLst>
              </p:cNvPr>
              <p:cNvSpPr/>
              <p:nvPr/>
            </p:nvSpPr>
            <p:spPr>
              <a:xfrm>
                <a:off x="6216162" y="2444259"/>
                <a:ext cx="219808" cy="1529863"/>
              </a:xfrm>
              <a:prstGeom prst="triangl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Moon 227">
                <a:extLst>
                  <a:ext uri="{FF2B5EF4-FFF2-40B4-BE49-F238E27FC236}">
                    <a16:creationId xmlns:a16="http://schemas.microsoft.com/office/drawing/2014/main" id="{5C3720B2-CD3B-F33B-4466-4F393F81067E}"/>
                  </a:ext>
                </a:extLst>
              </p:cNvPr>
              <p:cNvSpPr/>
              <p:nvPr/>
            </p:nvSpPr>
            <p:spPr>
              <a:xfrm rot="5400000">
                <a:off x="6060099" y="4769824"/>
                <a:ext cx="531929" cy="1266094"/>
              </a:xfrm>
              <a:prstGeom prst="moon">
                <a:avLst>
                  <a:gd name="adj" fmla="val 38235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Isosceles Triangle 228">
                <a:extLst>
                  <a:ext uri="{FF2B5EF4-FFF2-40B4-BE49-F238E27FC236}">
                    <a16:creationId xmlns:a16="http://schemas.microsoft.com/office/drawing/2014/main" id="{5664061B-71E2-0B43-3677-D5396B908D1D}"/>
                  </a:ext>
                </a:extLst>
              </p:cNvPr>
              <p:cNvSpPr/>
              <p:nvPr/>
            </p:nvSpPr>
            <p:spPr>
              <a:xfrm rot="10800000">
                <a:off x="6000749" y="4211516"/>
                <a:ext cx="650633" cy="142434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Moon 229">
                <a:extLst>
                  <a:ext uri="{FF2B5EF4-FFF2-40B4-BE49-F238E27FC236}">
                    <a16:creationId xmlns:a16="http://schemas.microsoft.com/office/drawing/2014/main" id="{A29BC6D3-6478-3744-E979-2AA74E5D1894}"/>
                  </a:ext>
                </a:extLst>
              </p:cNvPr>
              <p:cNvSpPr/>
              <p:nvPr/>
            </p:nvSpPr>
            <p:spPr>
              <a:xfrm rot="5400000">
                <a:off x="6027126" y="3697166"/>
                <a:ext cx="597877" cy="2101363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6C60990-13E1-6BC8-A462-E59EE2D07E48}"/>
              </a:ext>
            </a:extLst>
          </p:cNvPr>
          <p:cNvGrpSpPr/>
          <p:nvPr/>
        </p:nvGrpSpPr>
        <p:grpSpPr>
          <a:xfrm>
            <a:off x="-7278" y="5090089"/>
            <a:ext cx="1371600" cy="1371600"/>
            <a:chOff x="214123" y="5444075"/>
            <a:chExt cx="1371600" cy="1371600"/>
          </a:xfrm>
        </p:grpSpPr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95686D8E-383C-D9ED-BAC0-42EED20288FD}"/>
                </a:ext>
              </a:extLst>
            </p:cNvPr>
            <p:cNvGrpSpPr/>
            <p:nvPr/>
          </p:nvGrpSpPr>
          <p:grpSpPr>
            <a:xfrm>
              <a:off x="214123" y="5444075"/>
              <a:ext cx="1371600" cy="1371600"/>
              <a:chOff x="427081" y="263129"/>
              <a:chExt cx="1371600" cy="1371600"/>
            </a:xfrm>
          </p:grpSpPr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6ED7D03B-F455-FE56-E7C7-020A6BCF893B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Plaque 218">
                <a:extLst>
                  <a:ext uri="{FF2B5EF4-FFF2-40B4-BE49-F238E27FC236}">
                    <a16:creationId xmlns:a16="http://schemas.microsoft.com/office/drawing/2014/main" id="{00C194FF-0169-F91C-E8E8-DFD5D4D95A60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9184543B-6D50-1B12-EE1B-7D21F16B95B9}"/>
                </a:ext>
              </a:extLst>
            </p:cNvPr>
            <p:cNvGrpSpPr/>
            <p:nvPr/>
          </p:nvGrpSpPr>
          <p:grpSpPr>
            <a:xfrm rot="19005849">
              <a:off x="431335" y="5993857"/>
              <a:ext cx="1093057" cy="584571"/>
              <a:chOff x="5276797" y="2347914"/>
              <a:chExt cx="3125698" cy="1671636"/>
            </a:xfrm>
          </p:grpSpPr>
          <p:grpSp>
            <p:nvGrpSpPr>
              <p:cNvPr id="232" name="Group 231">
                <a:extLst>
                  <a:ext uri="{FF2B5EF4-FFF2-40B4-BE49-F238E27FC236}">
                    <a16:creationId xmlns:a16="http://schemas.microsoft.com/office/drawing/2014/main" id="{168680D1-F4E5-737A-B3B9-DA9905341BCE}"/>
                  </a:ext>
                </a:extLst>
              </p:cNvPr>
              <p:cNvGrpSpPr/>
              <p:nvPr/>
            </p:nvGrpSpPr>
            <p:grpSpPr>
              <a:xfrm>
                <a:off x="5276797" y="2537857"/>
                <a:ext cx="3125698" cy="1481693"/>
                <a:chOff x="5791718" y="2234167"/>
                <a:chExt cx="2790776" cy="1322929"/>
              </a:xfrm>
            </p:grpSpPr>
            <p:sp>
              <p:nvSpPr>
                <p:cNvPr id="234" name="Moon 233">
                  <a:extLst>
                    <a:ext uri="{FF2B5EF4-FFF2-40B4-BE49-F238E27FC236}">
                      <a16:creationId xmlns:a16="http://schemas.microsoft.com/office/drawing/2014/main" id="{C6269848-7015-B304-9906-B1EF9BC09ED6}"/>
                    </a:ext>
                  </a:extLst>
                </p:cNvPr>
                <p:cNvSpPr/>
                <p:nvPr/>
              </p:nvSpPr>
              <p:spPr>
                <a:xfrm rot="16200000" flipV="1">
                  <a:off x="6751867" y="1274018"/>
                  <a:ext cx="870477" cy="2790776"/>
                </a:xfrm>
                <a:prstGeom prst="moon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Moon 234">
                  <a:extLst>
                    <a:ext uri="{FF2B5EF4-FFF2-40B4-BE49-F238E27FC236}">
                      <a16:creationId xmlns:a16="http://schemas.microsoft.com/office/drawing/2014/main" id="{8B95B3A9-A65E-870A-DC7F-C2D5BF8876BC}"/>
                    </a:ext>
                  </a:extLst>
                </p:cNvPr>
                <p:cNvSpPr/>
                <p:nvPr/>
              </p:nvSpPr>
              <p:spPr>
                <a:xfrm rot="16200000" flipV="1">
                  <a:off x="6921280" y="2626996"/>
                  <a:ext cx="531649" cy="1328550"/>
                </a:xfrm>
                <a:prstGeom prst="moon">
                  <a:avLst>
                    <a:gd name="adj" fmla="val 58361"/>
                  </a:avLst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6" name="Trapezoid 235">
                  <a:extLst>
                    <a:ext uri="{FF2B5EF4-FFF2-40B4-BE49-F238E27FC236}">
                      <a16:creationId xmlns:a16="http://schemas.microsoft.com/office/drawing/2014/main" id="{D3022ED0-9576-FF99-B453-725722F60C7C}"/>
                    </a:ext>
                  </a:extLst>
                </p:cNvPr>
                <p:cNvSpPr/>
                <p:nvPr/>
              </p:nvSpPr>
              <p:spPr>
                <a:xfrm rot="10800000">
                  <a:off x="6813018" y="2514600"/>
                  <a:ext cx="748172" cy="1042496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7" name="Oval 236">
                  <a:extLst>
                    <a:ext uri="{FF2B5EF4-FFF2-40B4-BE49-F238E27FC236}">
                      <a16:creationId xmlns:a16="http://schemas.microsoft.com/office/drawing/2014/main" id="{111A998C-5D03-8566-A53E-9E32EBF19B58}"/>
                    </a:ext>
                  </a:extLst>
                </p:cNvPr>
                <p:cNvSpPr/>
                <p:nvPr/>
              </p:nvSpPr>
              <p:spPr>
                <a:xfrm>
                  <a:off x="6455154" y="2644988"/>
                  <a:ext cx="351316" cy="351316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8" name="Oval 237">
                  <a:extLst>
                    <a:ext uri="{FF2B5EF4-FFF2-40B4-BE49-F238E27FC236}">
                      <a16:creationId xmlns:a16="http://schemas.microsoft.com/office/drawing/2014/main" id="{D50DD21B-218F-A884-9A59-C16BBC9AC1C2}"/>
                    </a:ext>
                  </a:extLst>
                </p:cNvPr>
                <p:cNvSpPr/>
                <p:nvPr/>
              </p:nvSpPr>
              <p:spPr>
                <a:xfrm>
                  <a:off x="7037449" y="2674398"/>
                  <a:ext cx="292763" cy="29276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9" name="Oval 238">
                  <a:extLst>
                    <a:ext uri="{FF2B5EF4-FFF2-40B4-BE49-F238E27FC236}">
                      <a16:creationId xmlns:a16="http://schemas.microsoft.com/office/drawing/2014/main" id="{C2F8FB8E-3BF1-C420-71DA-DB75F1C0BB6E}"/>
                    </a:ext>
                  </a:extLst>
                </p:cNvPr>
                <p:cNvSpPr/>
                <p:nvPr/>
              </p:nvSpPr>
              <p:spPr>
                <a:xfrm>
                  <a:off x="7066725" y="2986895"/>
                  <a:ext cx="234210" cy="234211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0" name="Oval 239">
                  <a:extLst>
                    <a:ext uri="{FF2B5EF4-FFF2-40B4-BE49-F238E27FC236}">
                      <a16:creationId xmlns:a16="http://schemas.microsoft.com/office/drawing/2014/main" id="{E06EF195-44D3-0504-C5B6-C78B3783AB07}"/>
                    </a:ext>
                  </a:extLst>
                </p:cNvPr>
                <p:cNvSpPr/>
                <p:nvPr/>
              </p:nvSpPr>
              <p:spPr>
                <a:xfrm>
                  <a:off x="7096001" y="3257681"/>
                  <a:ext cx="175658" cy="175658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Oval 240">
                  <a:extLst>
                    <a:ext uri="{FF2B5EF4-FFF2-40B4-BE49-F238E27FC236}">
                      <a16:creationId xmlns:a16="http://schemas.microsoft.com/office/drawing/2014/main" id="{8694ADEF-2566-D99E-5C3F-DD1C07011A3C}"/>
                    </a:ext>
                  </a:extLst>
                </p:cNvPr>
                <p:cNvSpPr/>
                <p:nvPr/>
              </p:nvSpPr>
              <p:spPr>
                <a:xfrm>
                  <a:off x="7583919" y="2649938"/>
                  <a:ext cx="351316" cy="351316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2" name="Oval 241">
                  <a:extLst>
                    <a:ext uri="{FF2B5EF4-FFF2-40B4-BE49-F238E27FC236}">
                      <a16:creationId xmlns:a16="http://schemas.microsoft.com/office/drawing/2014/main" id="{C097A8D6-522F-6080-5BFC-EB9FF69A66EC}"/>
                    </a:ext>
                  </a:extLst>
                </p:cNvPr>
                <p:cNvSpPr/>
                <p:nvPr/>
              </p:nvSpPr>
              <p:spPr>
                <a:xfrm>
                  <a:off x="6163678" y="2575651"/>
                  <a:ext cx="292763" cy="29276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3" name="Oval 242">
                  <a:extLst>
                    <a:ext uri="{FF2B5EF4-FFF2-40B4-BE49-F238E27FC236}">
                      <a16:creationId xmlns:a16="http://schemas.microsoft.com/office/drawing/2014/main" id="{AAC22230-26C7-62A6-99A8-7D56C3DDB048}"/>
                    </a:ext>
                  </a:extLst>
                </p:cNvPr>
                <p:cNvSpPr/>
                <p:nvPr/>
              </p:nvSpPr>
              <p:spPr>
                <a:xfrm>
                  <a:off x="7935235" y="2563649"/>
                  <a:ext cx="292763" cy="292763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4" name="Oval 243">
                  <a:extLst>
                    <a:ext uri="{FF2B5EF4-FFF2-40B4-BE49-F238E27FC236}">
                      <a16:creationId xmlns:a16="http://schemas.microsoft.com/office/drawing/2014/main" id="{62E31A46-7FA6-E591-37F3-8E199F5801E8}"/>
                    </a:ext>
                  </a:extLst>
                </p:cNvPr>
                <p:cNvSpPr/>
                <p:nvPr/>
              </p:nvSpPr>
              <p:spPr>
                <a:xfrm>
                  <a:off x="5993280" y="2489527"/>
                  <a:ext cx="175658" cy="175658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5" name="Oval 244">
                  <a:extLst>
                    <a:ext uri="{FF2B5EF4-FFF2-40B4-BE49-F238E27FC236}">
                      <a16:creationId xmlns:a16="http://schemas.microsoft.com/office/drawing/2014/main" id="{AD7324C7-6528-16C0-4248-9582116B0D57}"/>
                    </a:ext>
                  </a:extLst>
                </p:cNvPr>
                <p:cNvSpPr/>
                <p:nvPr/>
              </p:nvSpPr>
              <p:spPr>
                <a:xfrm>
                  <a:off x="8203057" y="2470977"/>
                  <a:ext cx="175658" cy="175658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3" name="Moon 232">
                <a:extLst>
                  <a:ext uri="{FF2B5EF4-FFF2-40B4-BE49-F238E27FC236}">
                    <a16:creationId xmlns:a16="http://schemas.microsoft.com/office/drawing/2014/main" id="{4F331029-01BA-3E8B-4C6A-9419D97A6662}"/>
                  </a:ext>
                </a:extLst>
              </p:cNvPr>
              <p:cNvSpPr/>
              <p:nvPr/>
            </p:nvSpPr>
            <p:spPr>
              <a:xfrm rot="16200000">
                <a:off x="6578719" y="2215251"/>
                <a:ext cx="528871" cy="794198"/>
              </a:xfrm>
              <a:prstGeom prst="moon">
                <a:avLst>
                  <a:gd name="adj" fmla="val 3799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0F088C2-3D28-CD6F-C93B-67897C9C81B8}"/>
              </a:ext>
            </a:extLst>
          </p:cNvPr>
          <p:cNvGrpSpPr/>
          <p:nvPr/>
        </p:nvGrpSpPr>
        <p:grpSpPr>
          <a:xfrm>
            <a:off x="3004463" y="5081454"/>
            <a:ext cx="1371600" cy="1371600"/>
            <a:chOff x="3004463" y="5081454"/>
            <a:chExt cx="1371600" cy="1371600"/>
          </a:xfrm>
        </p:grpSpPr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6F5B4EC1-259E-F326-8537-AEA962D1D33A}"/>
                </a:ext>
              </a:extLst>
            </p:cNvPr>
            <p:cNvGrpSpPr/>
            <p:nvPr/>
          </p:nvGrpSpPr>
          <p:grpSpPr>
            <a:xfrm>
              <a:off x="3004463" y="5081454"/>
              <a:ext cx="1371600" cy="1371600"/>
              <a:chOff x="427081" y="263129"/>
              <a:chExt cx="1371600" cy="137160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E8CEDA50-61F0-CF72-1260-59ADC2A93262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Plaque 196">
                <a:extLst>
                  <a:ext uri="{FF2B5EF4-FFF2-40B4-BE49-F238E27FC236}">
                    <a16:creationId xmlns:a16="http://schemas.microsoft.com/office/drawing/2014/main" id="{82C70602-E460-393B-9878-38430C24AD16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193A70C2-9665-D76B-1AE2-B41DB7F9141F}"/>
                </a:ext>
              </a:extLst>
            </p:cNvPr>
            <p:cNvGrpSpPr/>
            <p:nvPr/>
          </p:nvGrpSpPr>
          <p:grpSpPr>
            <a:xfrm>
              <a:off x="3376686" y="5396015"/>
              <a:ext cx="625640" cy="825748"/>
              <a:chOff x="5200606" y="948929"/>
              <a:chExt cx="895394" cy="1181783"/>
            </a:xfrm>
          </p:grpSpPr>
          <p:sp>
            <p:nvSpPr>
              <p:cNvPr id="204" name="Isosceles Triangle 203">
                <a:extLst>
                  <a:ext uri="{FF2B5EF4-FFF2-40B4-BE49-F238E27FC236}">
                    <a16:creationId xmlns:a16="http://schemas.microsoft.com/office/drawing/2014/main" id="{89427A9A-54E6-F795-237A-D115541B06D0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Isosceles Triangle 204">
                <a:extLst>
                  <a:ext uri="{FF2B5EF4-FFF2-40B4-BE49-F238E27FC236}">
                    <a16:creationId xmlns:a16="http://schemas.microsoft.com/office/drawing/2014/main" id="{B48E1623-CE3A-F72D-7B9F-0C07FF4B307A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Isosceles Triangle 205">
                <a:extLst>
                  <a:ext uri="{FF2B5EF4-FFF2-40B4-BE49-F238E27FC236}">
                    <a16:creationId xmlns:a16="http://schemas.microsoft.com/office/drawing/2014/main" id="{F4F6E9D9-F70F-4815-9849-71406CAADFFE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FAB77E7-E312-4381-E345-B83263AB879C}"/>
              </a:ext>
            </a:extLst>
          </p:cNvPr>
          <p:cNvGrpSpPr/>
          <p:nvPr/>
        </p:nvGrpSpPr>
        <p:grpSpPr>
          <a:xfrm>
            <a:off x="3099678" y="3579699"/>
            <a:ext cx="1371600" cy="1371600"/>
            <a:chOff x="3099678" y="3579699"/>
            <a:chExt cx="1371600" cy="1371600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953CDACB-134E-3C1E-0880-5716AD066371}"/>
                </a:ext>
              </a:extLst>
            </p:cNvPr>
            <p:cNvGrpSpPr/>
            <p:nvPr/>
          </p:nvGrpSpPr>
          <p:grpSpPr>
            <a:xfrm>
              <a:off x="3099678" y="3579699"/>
              <a:ext cx="1371600" cy="1371600"/>
              <a:chOff x="427081" y="263129"/>
              <a:chExt cx="1371600" cy="1371600"/>
            </a:xfrm>
          </p:grpSpPr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CCC1C368-B806-5BCF-BD52-EC36336B8CC2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Plaque 261">
                <a:extLst>
                  <a:ext uri="{FF2B5EF4-FFF2-40B4-BE49-F238E27FC236}">
                    <a16:creationId xmlns:a16="http://schemas.microsoft.com/office/drawing/2014/main" id="{2CFF0DC0-9461-90F0-9713-652C7A05E41E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5C3D64D-ABE1-FE91-B8FF-7C41485DF435}"/>
                </a:ext>
              </a:extLst>
            </p:cNvPr>
            <p:cNvGrpSpPr/>
            <p:nvPr/>
          </p:nvGrpSpPr>
          <p:grpSpPr>
            <a:xfrm>
              <a:off x="3382805" y="3945240"/>
              <a:ext cx="815718" cy="768006"/>
              <a:chOff x="3382805" y="3945240"/>
              <a:chExt cx="815718" cy="768006"/>
            </a:xfrm>
          </p:grpSpPr>
          <p:sp>
            <p:nvSpPr>
              <p:cNvPr id="264" name="Isosceles Triangle 263">
                <a:extLst>
                  <a:ext uri="{FF2B5EF4-FFF2-40B4-BE49-F238E27FC236}">
                    <a16:creationId xmlns:a16="http://schemas.microsoft.com/office/drawing/2014/main" id="{9D8847C5-09C0-792F-2B80-CE06471366BE}"/>
                  </a:ext>
                </a:extLst>
              </p:cNvPr>
              <p:cNvSpPr/>
              <p:nvPr/>
            </p:nvSpPr>
            <p:spPr>
              <a:xfrm rot="8297516">
                <a:off x="3621904" y="4306200"/>
                <a:ext cx="369669" cy="130472"/>
              </a:xfrm>
              <a:prstGeom prst="triangle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Moon 267">
                <a:extLst>
                  <a:ext uri="{FF2B5EF4-FFF2-40B4-BE49-F238E27FC236}">
                    <a16:creationId xmlns:a16="http://schemas.microsoft.com/office/drawing/2014/main" id="{0FAC873F-DA71-7F33-2186-48ACF959FBA9}"/>
                  </a:ext>
                </a:extLst>
              </p:cNvPr>
              <p:cNvSpPr/>
              <p:nvPr/>
            </p:nvSpPr>
            <p:spPr>
              <a:xfrm rot="2897516">
                <a:off x="3951473" y="4441882"/>
                <a:ext cx="146175" cy="347925"/>
              </a:xfrm>
              <a:prstGeom prst="moon">
                <a:avLst>
                  <a:gd name="adj" fmla="val 38235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Isosceles Triangle 268">
                <a:extLst>
                  <a:ext uri="{FF2B5EF4-FFF2-40B4-BE49-F238E27FC236}">
                    <a16:creationId xmlns:a16="http://schemas.microsoft.com/office/drawing/2014/main" id="{603ACF85-7424-8575-844C-806BE1688B8C}"/>
                  </a:ext>
                </a:extLst>
              </p:cNvPr>
              <p:cNvSpPr/>
              <p:nvPr/>
            </p:nvSpPr>
            <p:spPr>
              <a:xfrm rot="8297516">
                <a:off x="3847552" y="4321833"/>
                <a:ext cx="178795" cy="391413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Moon 269">
                <a:extLst>
                  <a:ext uri="{FF2B5EF4-FFF2-40B4-BE49-F238E27FC236}">
                    <a16:creationId xmlns:a16="http://schemas.microsoft.com/office/drawing/2014/main" id="{65069A6A-8E05-8F7F-A320-FD4A15253A4F}"/>
                  </a:ext>
                </a:extLst>
              </p:cNvPr>
              <p:cNvSpPr/>
              <p:nvPr/>
            </p:nvSpPr>
            <p:spPr>
              <a:xfrm rot="2897516">
                <a:off x="3822650" y="4192736"/>
                <a:ext cx="164297" cy="57745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3C1E4148-D86C-92E0-9BBF-C677587D5461}"/>
                  </a:ext>
                </a:extLst>
              </p:cNvPr>
              <p:cNvGrpSpPr/>
              <p:nvPr/>
            </p:nvGrpSpPr>
            <p:grpSpPr>
              <a:xfrm rot="13765039">
                <a:off x="3380570" y="3947475"/>
                <a:ext cx="289303" cy="284833"/>
                <a:chOff x="4736891" y="4170522"/>
                <a:chExt cx="289303" cy="284833"/>
              </a:xfrm>
            </p:grpSpPr>
            <p:sp>
              <p:nvSpPr>
                <p:cNvPr id="8" name="Moon 7">
                  <a:extLst>
                    <a:ext uri="{FF2B5EF4-FFF2-40B4-BE49-F238E27FC236}">
                      <a16:creationId xmlns:a16="http://schemas.microsoft.com/office/drawing/2014/main" id="{4E7BDCCB-6FBF-842B-FF73-E555B0866166}"/>
                    </a:ext>
                  </a:extLst>
                </p:cNvPr>
                <p:cNvSpPr/>
                <p:nvPr/>
              </p:nvSpPr>
              <p:spPr>
                <a:xfrm>
                  <a:off x="4736891" y="4170522"/>
                  <a:ext cx="140387" cy="284833"/>
                </a:xfrm>
                <a:prstGeom prst="moon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Sun 8">
                  <a:extLst>
                    <a:ext uri="{FF2B5EF4-FFF2-40B4-BE49-F238E27FC236}">
                      <a16:creationId xmlns:a16="http://schemas.microsoft.com/office/drawing/2014/main" id="{3D490005-0727-5FAC-2B82-A10FC34A8C83}"/>
                    </a:ext>
                  </a:extLst>
                </p:cNvPr>
                <p:cNvSpPr/>
                <p:nvPr/>
              </p:nvSpPr>
              <p:spPr>
                <a:xfrm>
                  <a:off x="4836101" y="4213861"/>
                  <a:ext cx="190093" cy="193037"/>
                </a:xfrm>
                <a:prstGeom prst="sun">
                  <a:avLst>
                    <a:gd name="adj" fmla="val 20460"/>
                  </a:avLst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8F23EC0E-A67E-4965-45D4-965FB47BC5F4}"/>
                  </a:ext>
                </a:extLst>
              </p:cNvPr>
              <p:cNvGrpSpPr/>
              <p:nvPr/>
            </p:nvGrpSpPr>
            <p:grpSpPr>
              <a:xfrm rot="13765039">
                <a:off x="3467638" y="4256134"/>
                <a:ext cx="163982" cy="161448"/>
                <a:chOff x="4736891" y="4170522"/>
                <a:chExt cx="289303" cy="284833"/>
              </a:xfrm>
            </p:grpSpPr>
            <p:sp>
              <p:nvSpPr>
                <p:cNvPr id="283" name="Moon 282">
                  <a:extLst>
                    <a:ext uri="{FF2B5EF4-FFF2-40B4-BE49-F238E27FC236}">
                      <a16:creationId xmlns:a16="http://schemas.microsoft.com/office/drawing/2014/main" id="{993458AF-FF89-826E-FF1C-0B68AFDD29AF}"/>
                    </a:ext>
                  </a:extLst>
                </p:cNvPr>
                <p:cNvSpPr/>
                <p:nvPr/>
              </p:nvSpPr>
              <p:spPr>
                <a:xfrm>
                  <a:off x="4736891" y="4170522"/>
                  <a:ext cx="140387" cy="284833"/>
                </a:xfrm>
                <a:prstGeom prst="moon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4" name="Sun 283">
                  <a:extLst>
                    <a:ext uri="{FF2B5EF4-FFF2-40B4-BE49-F238E27FC236}">
                      <a16:creationId xmlns:a16="http://schemas.microsoft.com/office/drawing/2014/main" id="{8D4E6FC3-656E-1844-02A2-E13B72B2FDB7}"/>
                    </a:ext>
                  </a:extLst>
                </p:cNvPr>
                <p:cNvSpPr/>
                <p:nvPr/>
              </p:nvSpPr>
              <p:spPr>
                <a:xfrm>
                  <a:off x="4836101" y="4213861"/>
                  <a:ext cx="190093" cy="193037"/>
                </a:xfrm>
                <a:prstGeom prst="sun">
                  <a:avLst>
                    <a:gd name="adj" fmla="val 20460"/>
                  </a:avLst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85" name="Group 284">
                <a:extLst>
                  <a:ext uri="{FF2B5EF4-FFF2-40B4-BE49-F238E27FC236}">
                    <a16:creationId xmlns:a16="http://schemas.microsoft.com/office/drawing/2014/main" id="{A9440B89-2CBC-ECAF-6672-3DEDEE6D2FBB}"/>
                  </a:ext>
                </a:extLst>
              </p:cNvPr>
              <p:cNvGrpSpPr/>
              <p:nvPr/>
            </p:nvGrpSpPr>
            <p:grpSpPr>
              <a:xfrm rot="13765039">
                <a:off x="3690874" y="4061599"/>
                <a:ext cx="163982" cy="161448"/>
                <a:chOff x="4736891" y="4170522"/>
                <a:chExt cx="289303" cy="284833"/>
              </a:xfrm>
            </p:grpSpPr>
            <p:sp>
              <p:nvSpPr>
                <p:cNvPr id="286" name="Moon 285">
                  <a:extLst>
                    <a:ext uri="{FF2B5EF4-FFF2-40B4-BE49-F238E27FC236}">
                      <a16:creationId xmlns:a16="http://schemas.microsoft.com/office/drawing/2014/main" id="{561EFF2D-3E54-0097-03AB-086997B71018}"/>
                    </a:ext>
                  </a:extLst>
                </p:cNvPr>
                <p:cNvSpPr/>
                <p:nvPr/>
              </p:nvSpPr>
              <p:spPr>
                <a:xfrm>
                  <a:off x="4736891" y="4170522"/>
                  <a:ext cx="140387" cy="284833"/>
                </a:xfrm>
                <a:prstGeom prst="moon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7" name="Sun 286">
                  <a:extLst>
                    <a:ext uri="{FF2B5EF4-FFF2-40B4-BE49-F238E27FC236}">
                      <a16:creationId xmlns:a16="http://schemas.microsoft.com/office/drawing/2014/main" id="{09850323-6E76-EDF4-70B7-B161EF76E64A}"/>
                    </a:ext>
                  </a:extLst>
                </p:cNvPr>
                <p:cNvSpPr/>
                <p:nvPr/>
              </p:nvSpPr>
              <p:spPr>
                <a:xfrm>
                  <a:off x="4836101" y="4213861"/>
                  <a:ext cx="190093" cy="193037"/>
                </a:xfrm>
                <a:prstGeom prst="sun">
                  <a:avLst>
                    <a:gd name="adj" fmla="val 20460"/>
                  </a:avLst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90A7765-9B4D-5428-9368-98E663B6C425}"/>
              </a:ext>
            </a:extLst>
          </p:cNvPr>
          <p:cNvGrpSpPr/>
          <p:nvPr/>
        </p:nvGrpSpPr>
        <p:grpSpPr>
          <a:xfrm>
            <a:off x="7788586" y="2062961"/>
            <a:ext cx="1371600" cy="1371600"/>
            <a:chOff x="6260352" y="2036373"/>
            <a:chExt cx="1371600" cy="1371600"/>
          </a:xfrm>
        </p:grpSpPr>
        <p:grpSp>
          <p:nvGrpSpPr>
            <p:cNvPr id="299" name="Group 298">
              <a:extLst>
                <a:ext uri="{FF2B5EF4-FFF2-40B4-BE49-F238E27FC236}">
                  <a16:creationId xmlns:a16="http://schemas.microsoft.com/office/drawing/2014/main" id="{C60FE284-F1C0-1CDB-C33C-43164B5699C5}"/>
                </a:ext>
              </a:extLst>
            </p:cNvPr>
            <p:cNvGrpSpPr/>
            <p:nvPr/>
          </p:nvGrpSpPr>
          <p:grpSpPr>
            <a:xfrm>
              <a:off x="6260352" y="2036373"/>
              <a:ext cx="1371600" cy="1371600"/>
              <a:chOff x="427081" y="263129"/>
              <a:chExt cx="1371600" cy="1371600"/>
            </a:xfrm>
          </p:grpSpPr>
          <p:sp>
            <p:nvSpPr>
              <p:cNvPr id="300" name="Rectangle 299">
                <a:extLst>
                  <a:ext uri="{FF2B5EF4-FFF2-40B4-BE49-F238E27FC236}">
                    <a16:creationId xmlns:a16="http://schemas.microsoft.com/office/drawing/2014/main" id="{3FC8C816-A6BC-3D00-DA30-405A1BF0E014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Plaque 300">
                <a:extLst>
                  <a:ext uri="{FF2B5EF4-FFF2-40B4-BE49-F238E27FC236}">
                    <a16:creationId xmlns:a16="http://schemas.microsoft.com/office/drawing/2014/main" id="{2015751D-05C2-9B73-C6AC-788A50F839A2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186E3FE-5366-51CB-060E-C2ABB173D381}"/>
                </a:ext>
              </a:extLst>
            </p:cNvPr>
            <p:cNvGrpSpPr/>
            <p:nvPr/>
          </p:nvGrpSpPr>
          <p:grpSpPr>
            <a:xfrm>
              <a:off x="6504253" y="2349600"/>
              <a:ext cx="929256" cy="820402"/>
              <a:chOff x="6504253" y="2349600"/>
              <a:chExt cx="929256" cy="820402"/>
            </a:xfrm>
          </p:grpSpPr>
          <p:grpSp>
            <p:nvGrpSpPr>
              <p:cNvPr id="265" name="Group 264">
                <a:extLst>
                  <a:ext uri="{FF2B5EF4-FFF2-40B4-BE49-F238E27FC236}">
                    <a16:creationId xmlns:a16="http://schemas.microsoft.com/office/drawing/2014/main" id="{9E7F797B-B69B-F829-E5C9-C9D995E29ED9}"/>
                  </a:ext>
                </a:extLst>
              </p:cNvPr>
              <p:cNvGrpSpPr/>
              <p:nvPr/>
            </p:nvGrpSpPr>
            <p:grpSpPr>
              <a:xfrm>
                <a:off x="6782844" y="2541997"/>
                <a:ext cx="361797" cy="507909"/>
                <a:chOff x="5452330" y="1708793"/>
                <a:chExt cx="1186621" cy="1665837"/>
              </a:xfrm>
            </p:grpSpPr>
            <p:sp>
              <p:nvSpPr>
                <p:cNvPr id="295" name="Isosceles Triangle 294">
                  <a:extLst>
                    <a:ext uri="{FF2B5EF4-FFF2-40B4-BE49-F238E27FC236}">
                      <a16:creationId xmlns:a16="http://schemas.microsoft.com/office/drawing/2014/main" id="{E5DF7286-FD07-1449-3AA4-747B840C76E2}"/>
                    </a:ext>
                  </a:extLst>
                </p:cNvPr>
                <p:cNvSpPr/>
                <p:nvPr/>
              </p:nvSpPr>
              <p:spPr>
                <a:xfrm>
                  <a:off x="5794991" y="1708793"/>
                  <a:ext cx="501300" cy="44000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6" name="Isosceles Triangle 295">
                  <a:extLst>
                    <a:ext uri="{FF2B5EF4-FFF2-40B4-BE49-F238E27FC236}">
                      <a16:creationId xmlns:a16="http://schemas.microsoft.com/office/drawing/2014/main" id="{3B8B06F2-04DB-86A2-B5D4-94AC63BF270A}"/>
                    </a:ext>
                  </a:extLst>
                </p:cNvPr>
                <p:cNvSpPr/>
                <p:nvPr/>
              </p:nvSpPr>
              <p:spPr>
                <a:xfrm rot="10800000">
                  <a:off x="5794991" y="2236075"/>
                  <a:ext cx="501300" cy="1138555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645E3137-EE06-0DDD-4CC0-E5FB5916E611}"/>
                    </a:ext>
                  </a:extLst>
                </p:cNvPr>
                <p:cNvSpPr/>
                <p:nvPr/>
              </p:nvSpPr>
              <p:spPr>
                <a:xfrm rot="1172583">
                  <a:off x="5452330" y="2155246"/>
                  <a:ext cx="161133" cy="71166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FD16C3EA-352B-A043-0089-A62054441DE1}"/>
                    </a:ext>
                  </a:extLst>
                </p:cNvPr>
                <p:cNvSpPr/>
                <p:nvPr/>
              </p:nvSpPr>
              <p:spPr>
                <a:xfrm rot="20427417" flipH="1">
                  <a:off x="6477818" y="2155248"/>
                  <a:ext cx="161133" cy="71166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302" name="Picture 301">
                <a:extLst>
                  <a:ext uri="{FF2B5EF4-FFF2-40B4-BE49-F238E27FC236}">
                    <a16:creationId xmlns:a16="http://schemas.microsoft.com/office/drawing/2014/main" id="{B5106705-F9F6-705C-08B8-7FE5C192A7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97724" y="2349600"/>
                <a:ext cx="132035" cy="166320"/>
              </a:xfrm>
              <a:prstGeom prst="rect">
                <a:avLst/>
              </a:prstGeom>
            </p:spPr>
          </p:pic>
          <p:pic>
            <p:nvPicPr>
              <p:cNvPr id="305" name="Picture 304">
                <a:extLst>
                  <a:ext uri="{FF2B5EF4-FFF2-40B4-BE49-F238E27FC236}">
                    <a16:creationId xmlns:a16="http://schemas.microsoft.com/office/drawing/2014/main" id="{50BC5007-18AE-146C-585E-086BB3183B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719436" y="2470941"/>
                <a:ext cx="132035" cy="166320"/>
              </a:xfrm>
              <a:prstGeom prst="rect">
                <a:avLst/>
              </a:prstGeom>
            </p:spPr>
          </p:pic>
          <p:pic>
            <p:nvPicPr>
              <p:cNvPr id="306" name="Picture 305">
                <a:extLst>
                  <a:ext uri="{FF2B5EF4-FFF2-40B4-BE49-F238E27FC236}">
                    <a16:creationId xmlns:a16="http://schemas.microsoft.com/office/drawing/2014/main" id="{CCFEC807-D372-6DB2-8EFE-8DBCFBFF76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077553" y="2466608"/>
                <a:ext cx="132035" cy="166320"/>
              </a:xfrm>
              <a:prstGeom prst="rect">
                <a:avLst/>
              </a:prstGeom>
            </p:spPr>
          </p:pic>
          <p:pic>
            <p:nvPicPr>
              <p:cNvPr id="30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30BA95-610F-6EF5-FCE5-39384BEE3C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239" r="14392"/>
              <a:stretch/>
            </p:blipFill>
            <p:spPr bwMode="auto">
              <a:xfrm>
                <a:off x="6753777" y="2945428"/>
                <a:ext cx="167013" cy="224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7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8691ECE-C973-8DDD-853F-400F771D42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239" r="14392"/>
              <a:stretch/>
            </p:blipFill>
            <p:spPr bwMode="auto">
              <a:xfrm>
                <a:off x="6504253" y="2615527"/>
                <a:ext cx="245024" cy="32947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B84E838-7E59-5859-8CEA-4537295970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239" r="14392"/>
              <a:stretch/>
            </p:blipFill>
            <p:spPr bwMode="auto">
              <a:xfrm flipH="1">
                <a:off x="7006695" y="2944551"/>
                <a:ext cx="167013" cy="224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1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E7F4A014-220F-CF0E-3BE8-B6BA08DA10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239" r="14392"/>
              <a:stretch/>
            </p:blipFill>
            <p:spPr bwMode="auto">
              <a:xfrm flipH="1">
                <a:off x="7188485" y="2615527"/>
                <a:ext cx="245024" cy="32947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55B0FF2-A8BA-B40E-C4FB-3FE96614C299}"/>
              </a:ext>
            </a:extLst>
          </p:cNvPr>
          <p:cNvGrpSpPr/>
          <p:nvPr/>
        </p:nvGrpSpPr>
        <p:grpSpPr>
          <a:xfrm>
            <a:off x="9308506" y="2062961"/>
            <a:ext cx="1371600" cy="1371600"/>
            <a:chOff x="7780272" y="2036373"/>
            <a:chExt cx="1371600" cy="1371600"/>
          </a:xfrm>
        </p:grpSpPr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3943293-D37E-ACF8-9671-EA65F25ADD9D}"/>
                </a:ext>
              </a:extLst>
            </p:cNvPr>
            <p:cNvGrpSpPr/>
            <p:nvPr/>
          </p:nvGrpSpPr>
          <p:grpSpPr>
            <a:xfrm>
              <a:off x="7780272" y="2036373"/>
              <a:ext cx="1371600" cy="1371600"/>
              <a:chOff x="427081" y="263129"/>
              <a:chExt cx="1371600" cy="1371600"/>
            </a:xfrm>
          </p:grpSpPr>
          <p:sp>
            <p:nvSpPr>
              <p:cNvPr id="312" name="Rectangle 311">
                <a:extLst>
                  <a:ext uri="{FF2B5EF4-FFF2-40B4-BE49-F238E27FC236}">
                    <a16:creationId xmlns:a16="http://schemas.microsoft.com/office/drawing/2014/main" id="{421574D8-FD86-0FC2-ED16-87097C396CAF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Plaque 312">
                <a:extLst>
                  <a:ext uri="{FF2B5EF4-FFF2-40B4-BE49-F238E27FC236}">
                    <a16:creationId xmlns:a16="http://schemas.microsoft.com/office/drawing/2014/main" id="{68F69B1D-637C-2D76-F770-6A2B6A3880F5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1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4C716CD-47BE-3540-9E49-C5E9EA741C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8108370" y="2549768"/>
              <a:ext cx="492847" cy="662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A37EB90D-5A1D-C1AA-174F-3E0D4FBCF33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15162" y="2383365"/>
              <a:ext cx="301718" cy="380064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9E5501-47AC-8BC6-0FDC-1B7AAA7C6569}"/>
              </a:ext>
            </a:extLst>
          </p:cNvPr>
          <p:cNvGrpSpPr/>
          <p:nvPr/>
        </p:nvGrpSpPr>
        <p:grpSpPr>
          <a:xfrm>
            <a:off x="10771980" y="2091779"/>
            <a:ext cx="1371600" cy="1371600"/>
            <a:chOff x="158299" y="2008913"/>
            <a:chExt cx="1371600" cy="13716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507363A-2EE8-8B5A-3CE6-BC75DBBEC962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3AF1B2-1BE8-9D2B-E6B0-8168F817C60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Plaque 30">
                <a:extLst>
                  <a:ext uri="{FF2B5EF4-FFF2-40B4-BE49-F238E27FC236}">
                    <a16:creationId xmlns:a16="http://schemas.microsoft.com/office/drawing/2014/main" id="{C5DD2C45-310B-8170-EFDD-6475A642EA1B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CACE62-2D52-49BC-2108-1A802F8CD4A4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27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5E9458B-124B-0A3A-0F82-4F1FD8F4DF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406BEB3C-F0E3-0650-6F7F-AABBBB02D8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1D0AB656-F39B-6DDF-E101-124ACC4924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2E341C9-C44C-2BD5-F8C3-9B8D4CEC50FC}"/>
              </a:ext>
            </a:extLst>
          </p:cNvPr>
          <p:cNvGrpSpPr/>
          <p:nvPr/>
        </p:nvGrpSpPr>
        <p:grpSpPr>
          <a:xfrm>
            <a:off x="10799204" y="3614975"/>
            <a:ext cx="1371600" cy="1371600"/>
            <a:chOff x="1998426" y="1957955"/>
            <a:chExt cx="1371600" cy="137160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34D5702-7D33-0E35-4A7A-6CF8F990B3CD}"/>
                </a:ext>
              </a:extLst>
            </p:cNvPr>
            <p:cNvGrpSpPr/>
            <p:nvPr/>
          </p:nvGrpSpPr>
          <p:grpSpPr>
            <a:xfrm rot="2664439">
              <a:off x="2104930" y="2492095"/>
              <a:ext cx="1042110" cy="677639"/>
              <a:chOff x="4562810" y="2584397"/>
              <a:chExt cx="3211859" cy="2088532"/>
            </a:xfrm>
          </p:grpSpPr>
          <p:pic>
            <p:nvPicPr>
              <p:cNvPr id="48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9A977E4E-80D0-A23D-62E9-2B56FAFE48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rot="8161281">
                <a:off x="4562810" y="2584398"/>
                <a:ext cx="794494" cy="1932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F58181DC-BC4E-2FFF-06CE-CF578BE24F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rot="13438719" flipH="1">
                <a:off x="6980175" y="2584397"/>
                <a:ext cx="794494" cy="1932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8F4E5EAE-B0BA-AD66-6116-E6D1B0BF2F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94170" y="3550624"/>
                <a:ext cx="967728" cy="1122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738F1B2-D021-A177-1F00-30895E39C9AE}"/>
                </a:ext>
              </a:extLst>
            </p:cNvPr>
            <p:cNvGrpSpPr/>
            <p:nvPr/>
          </p:nvGrpSpPr>
          <p:grpSpPr>
            <a:xfrm>
              <a:off x="1998426" y="1957955"/>
              <a:ext cx="1371600" cy="1371600"/>
              <a:chOff x="427081" y="263129"/>
              <a:chExt cx="1371600" cy="137160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D099424-CC47-E74C-23E2-9985A113B389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DFA99C5D-5491-0CF8-8E43-DC69A0F1DC1E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C0326B5-6196-6FA5-F1A3-25757C6D9E88}"/>
              </a:ext>
            </a:extLst>
          </p:cNvPr>
          <p:cNvGrpSpPr/>
          <p:nvPr/>
        </p:nvGrpSpPr>
        <p:grpSpPr>
          <a:xfrm>
            <a:off x="6268666" y="2046457"/>
            <a:ext cx="1371600" cy="1371600"/>
            <a:chOff x="1840937" y="1951419"/>
            <a:chExt cx="1371600" cy="137160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E8D73C1-4ED1-6043-32B6-3DC0EF875B07}"/>
                </a:ext>
              </a:extLst>
            </p:cNvPr>
            <p:cNvGrpSpPr/>
            <p:nvPr/>
          </p:nvGrpSpPr>
          <p:grpSpPr>
            <a:xfrm>
              <a:off x="1840937" y="1951419"/>
              <a:ext cx="1371600" cy="1371600"/>
              <a:chOff x="427081" y="263129"/>
              <a:chExt cx="1371600" cy="1371600"/>
            </a:xfrm>
          </p:grpSpPr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BB5048A2-70FA-5EE7-B9A6-5E54B0F32E1D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2" name="Plaque 271">
                <a:extLst>
                  <a:ext uri="{FF2B5EF4-FFF2-40B4-BE49-F238E27FC236}">
                    <a16:creationId xmlns:a16="http://schemas.microsoft.com/office/drawing/2014/main" id="{ADB9FAD6-2FBB-434D-FF0B-939503EE51DA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16C053-385E-145B-6D25-F1BFFF7333A6}"/>
                </a:ext>
              </a:extLst>
            </p:cNvPr>
            <p:cNvGrpSpPr/>
            <p:nvPr/>
          </p:nvGrpSpPr>
          <p:grpSpPr>
            <a:xfrm>
              <a:off x="2057641" y="2282044"/>
              <a:ext cx="932742" cy="801763"/>
              <a:chOff x="4605815" y="2234855"/>
              <a:chExt cx="932742" cy="801763"/>
            </a:xfrm>
          </p:grpSpPr>
          <p:sp>
            <p:nvSpPr>
              <p:cNvPr id="57" name="Moon 56">
                <a:extLst>
                  <a:ext uri="{FF2B5EF4-FFF2-40B4-BE49-F238E27FC236}">
                    <a16:creationId xmlns:a16="http://schemas.microsoft.com/office/drawing/2014/main" id="{5C0E41B9-EE4D-BC83-6F60-E633F3ED9ED9}"/>
                  </a:ext>
                </a:extLst>
              </p:cNvPr>
              <p:cNvSpPr/>
              <p:nvPr/>
            </p:nvSpPr>
            <p:spPr>
              <a:xfrm rot="16200000">
                <a:off x="4914710" y="2245201"/>
                <a:ext cx="314952" cy="932742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EEA7B016-4C68-6730-8DAC-C4AB7D1468F0}"/>
                  </a:ext>
                </a:extLst>
              </p:cNvPr>
              <p:cNvSpPr/>
              <p:nvPr/>
            </p:nvSpPr>
            <p:spPr>
              <a:xfrm>
                <a:off x="4773386" y="2901350"/>
                <a:ext cx="597601" cy="13526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Moon 61">
                <a:extLst>
                  <a:ext uri="{FF2B5EF4-FFF2-40B4-BE49-F238E27FC236}">
                    <a16:creationId xmlns:a16="http://schemas.microsoft.com/office/drawing/2014/main" id="{1B87D461-B272-53A4-5079-7D2B69BC03FF}"/>
                  </a:ext>
                </a:extLst>
              </p:cNvPr>
              <p:cNvSpPr/>
              <p:nvPr/>
            </p:nvSpPr>
            <p:spPr>
              <a:xfrm rot="5400000">
                <a:off x="5011618" y="2036496"/>
                <a:ext cx="121135" cy="517853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788F948F-F0CC-9580-5798-5F78742CB0CD}"/>
                  </a:ext>
                </a:extLst>
              </p:cNvPr>
              <p:cNvSpPr/>
              <p:nvPr/>
            </p:nvSpPr>
            <p:spPr>
              <a:xfrm rot="5400000">
                <a:off x="4943767" y="2332737"/>
                <a:ext cx="250023" cy="24807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Moon 265">
                <a:extLst>
                  <a:ext uri="{FF2B5EF4-FFF2-40B4-BE49-F238E27FC236}">
                    <a16:creationId xmlns:a16="http://schemas.microsoft.com/office/drawing/2014/main" id="{445325A2-858A-F8C0-8997-81B3589807E1}"/>
                  </a:ext>
                </a:extLst>
              </p:cNvPr>
              <p:cNvSpPr/>
              <p:nvPr/>
            </p:nvSpPr>
            <p:spPr>
              <a:xfrm rot="5400000" flipH="1">
                <a:off x="5011619" y="2359200"/>
                <a:ext cx="121135" cy="517853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44D1295-FEEA-98F3-1F72-A2F7BC58346B}"/>
                  </a:ext>
                </a:extLst>
              </p:cNvPr>
              <p:cNvSpPr/>
              <p:nvPr/>
            </p:nvSpPr>
            <p:spPr>
              <a:xfrm rot="5400000">
                <a:off x="4981562" y="2367825"/>
                <a:ext cx="174435" cy="17443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BD837EE-41B6-92A0-21B8-6A3732D42F5E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9395477" y="483633"/>
            <a:chExt cx="1371600" cy="1371600"/>
          </a:xfrm>
        </p:grpSpPr>
        <p:pic>
          <p:nvPicPr>
            <p:cNvPr id="1032" name="Picture 8" descr="Beetle Silhouette&quot; Images – Browse 9 Stock Photos, Vectors, and Video |  Adobe Stock">
              <a:extLst>
                <a:ext uri="{FF2B5EF4-FFF2-40B4-BE49-F238E27FC236}">
                  <a16:creationId xmlns:a16="http://schemas.microsoft.com/office/drawing/2014/main" id="{7E11DBBF-E115-B3A8-B714-1CC45749C7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5" t="25279" r="3187" b="21918"/>
            <a:stretch/>
          </p:blipFill>
          <p:spPr bwMode="auto">
            <a:xfrm flipH="1">
              <a:off x="9594835" y="1059141"/>
              <a:ext cx="966593" cy="5474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D89DC9B5-DCE9-A974-1734-4CC3DEA29F84}"/>
                </a:ext>
              </a:extLst>
            </p:cNvPr>
            <p:cNvGrpSpPr/>
            <p:nvPr/>
          </p:nvGrpSpPr>
          <p:grpSpPr>
            <a:xfrm>
              <a:off x="9395477" y="483633"/>
              <a:ext cx="1371600" cy="1371600"/>
              <a:chOff x="213377" y="483633"/>
              <a:chExt cx="1371600" cy="137160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1F4E082-7B12-0743-A9A3-59ABDF0F9213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Hexagon 55">
                <a:extLst>
                  <a:ext uri="{FF2B5EF4-FFF2-40B4-BE49-F238E27FC236}">
                    <a16:creationId xmlns:a16="http://schemas.microsoft.com/office/drawing/2014/main" id="{4F1F5C53-78A3-14AC-675D-12B0EBAA5639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5D1B9C5-4781-8133-54F7-29880025B186}"/>
              </a:ext>
            </a:extLst>
          </p:cNvPr>
          <p:cNvGrpSpPr/>
          <p:nvPr/>
        </p:nvGrpSpPr>
        <p:grpSpPr>
          <a:xfrm>
            <a:off x="9439721" y="5002767"/>
            <a:ext cx="1371600" cy="1371600"/>
            <a:chOff x="7882604" y="1981700"/>
            <a:chExt cx="1371600" cy="1371600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3124E93C-F26E-4555-A78C-34C494535F98}"/>
                </a:ext>
              </a:extLst>
            </p:cNvPr>
            <p:cNvGrpSpPr/>
            <p:nvPr/>
          </p:nvGrpSpPr>
          <p:grpSpPr>
            <a:xfrm>
              <a:off x="7882604" y="1981700"/>
              <a:ext cx="1371600" cy="1371600"/>
              <a:chOff x="213377" y="483633"/>
              <a:chExt cx="1371600" cy="137160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B02FBA8-AF22-BFFF-F279-50C288BBB3B5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A0FD01F4-1CFF-7B63-C020-991B37E77A47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349F0244-FD5B-B107-B2B8-4525635F5B05}"/>
                </a:ext>
              </a:extLst>
            </p:cNvPr>
            <p:cNvSpPr/>
            <p:nvPr/>
          </p:nvSpPr>
          <p:spPr>
            <a:xfrm>
              <a:off x="8602343" y="2258563"/>
              <a:ext cx="274320" cy="274320"/>
            </a:xfrm>
            <a:prstGeom prst="ellipse">
              <a:avLst/>
            </a:prstGeom>
            <a:noFill/>
            <a:ln w="571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BE574DC-248A-FFB9-96C9-EF53C3DF0F0F}"/>
                </a:ext>
              </a:extLst>
            </p:cNvPr>
            <p:cNvGrpSpPr/>
            <p:nvPr/>
          </p:nvGrpSpPr>
          <p:grpSpPr>
            <a:xfrm>
              <a:off x="8190294" y="2540816"/>
              <a:ext cx="718148" cy="665151"/>
              <a:chOff x="4849013" y="3586270"/>
              <a:chExt cx="2288278" cy="2119411"/>
            </a:xfrm>
          </p:grpSpPr>
          <p:pic>
            <p:nvPicPr>
              <p:cNvPr id="142" name="Picture 4" descr="2,174 Hornet Vector Illustrations &amp; Clip Art - iStock">
                <a:extLst>
                  <a:ext uri="{FF2B5EF4-FFF2-40B4-BE49-F238E27FC236}">
                    <a16:creationId xmlns:a16="http://schemas.microsoft.com/office/drawing/2014/main" id="{2D89EE44-A28A-E325-1E9C-BF02E71390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806" t="14492" r="21220" b="15205"/>
              <a:stretch/>
            </p:blipFill>
            <p:spPr bwMode="auto">
              <a:xfrm>
                <a:off x="5890304" y="4193477"/>
                <a:ext cx="1246987" cy="15122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3" name="Picture 4" descr="2,174 Hornet Vector Illustrations &amp; Clip Art - iStock">
                <a:extLst>
                  <a:ext uri="{FF2B5EF4-FFF2-40B4-BE49-F238E27FC236}">
                    <a16:creationId xmlns:a16="http://schemas.microsoft.com/office/drawing/2014/main" id="{7FE556DE-49D4-F0F1-313F-2E056864D4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806" t="14492" r="21220" b="15205"/>
              <a:stretch/>
            </p:blipFill>
            <p:spPr bwMode="auto">
              <a:xfrm>
                <a:off x="4849013" y="3586270"/>
                <a:ext cx="1246987" cy="15122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42FA408-7BCC-DF05-6F27-79A4492845B8}"/>
              </a:ext>
            </a:extLst>
          </p:cNvPr>
          <p:cNvGrpSpPr/>
          <p:nvPr/>
        </p:nvGrpSpPr>
        <p:grpSpPr>
          <a:xfrm>
            <a:off x="7915959" y="3479767"/>
            <a:ext cx="1371600" cy="1371600"/>
            <a:chOff x="3269727" y="147083"/>
            <a:chExt cx="1371600" cy="13716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99443FE-C927-FA69-C5C9-D9E012607DE6}"/>
                </a:ext>
              </a:extLst>
            </p:cNvPr>
            <p:cNvGrpSpPr/>
            <p:nvPr/>
          </p:nvGrpSpPr>
          <p:grpSpPr>
            <a:xfrm rot="1987888" flipH="1">
              <a:off x="3381689" y="642528"/>
              <a:ext cx="1147676" cy="521834"/>
              <a:chOff x="3722644" y="3927567"/>
              <a:chExt cx="2346446" cy="1066900"/>
            </a:xfrm>
          </p:grpSpPr>
          <p:pic>
            <p:nvPicPr>
              <p:cNvPr id="8" name="Picture 8" descr="31 Great Fire Wings Tattoo ideas | wings tattoo, wings, tattoos">
                <a:extLst>
                  <a:ext uri="{FF2B5EF4-FFF2-40B4-BE49-F238E27FC236}">
                    <a16:creationId xmlns:a16="http://schemas.microsoft.com/office/drawing/2014/main" id="{FAE04BAE-F100-4A8D-AB46-33642D8E0C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22644" y="3927567"/>
                <a:ext cx="2346446" cy="10669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4753C06-BA53-2C98-6C94-8061724D2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57437" y="4197944"/>
                <a:ext cx="476859" cy="702740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51254AB-32A5-D2A9-77AC-A70AD9028228}"/>
                </a:ext>
              </a:extLst>
            </p:cNvPr>
            <p:cNvGrpSpPr/>
            <p:nvPr/>
          </p:nvGrpSpPr>
          <p:grpSpPr>
            <a:xfrm>
              <a:off x="3269727" y="147083"/>
              <a:ext cx="1371600" cy="1371600"/>
              <a:chOff x="213377" y="483633"/>
              <a:chExt cx="1371600" cy="13716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4EC4247-A1F5-5928-45E2-9B26C8A3D759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Hexagon 11">
                <a:extLst>
                  <a:ext uri="{FF2B5EF4-FFF2-40B4-BE49-F238E27FC236}">
                    <a16:creationId xmlns:a16="http://schemas.microsoft.com/office/drawing/2014/main" id="{D80985CE-5B41-5A92-3A21-2B8B6EB147AB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68341B-F86D-A69B-4414-23042B655983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1760211" y="3606797"/>
            <a:chExt cx="1371600" cy="13716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8BF590-769C-263E-36F0-47D576CAEA3E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9CAA6FC-9B9B-8855-A749-3DAE06DECA06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Hexagon 68">
                <a:extLst>
                  <a:ext uri="{FF2B5EF4-FFF2-40B4-BE49-F238E27FC236}">
                    <a16:creationId xmlns:a16="http://schemas.microsoft.com/office/drawing/2014/main" id="{FD4F2797-5561-8AF4-6DDB-E9E2336ECC17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28599A2-E0FD-AAED-48DB-2398E03CF629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30" name="Moon 29">
                <a:extLst>
                  <a:ext uri="{FF2B5EF4-FFF2-40B4-BE49-F238E27FC236}">
                    <a16:creationId xmlns:a16="http://schemas.microsoft.com/office/drawing/2014/main" id="{97BFC123-10EE-BF82-2087-9E11B99FB5FC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AE6F4DD-7CA7-52A8-E214-554BD14AB4FF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2812421A-77AB-4245-3A6B-97BD3404C514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E70352B2-AEE1-C5D1-64C6-7EB48212065B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9" name="Isosceles Triangle 38">
                    <a:extLst>
                      <a:ext uri="{FF2B5EF4-FFF2-40B4-BE49-F238E27FC236}">
                        <a16:creationId xmlns:a16="http://schemas.microsoft.com/office/drawing/2014/main" id="{C7ED3DB7-F105-D459-D670-6ABDB1167459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" name="Isosceles Triangle 52">
                    <a:extLst>
                      <a:ext uri="{FF2B5EF4-FFF2-40B4-BE49-F238E27FC236}">
                        <a16:creationId xmlns:a16="http://schemas.microsoft.com/office/drawing/2014/main" id="{27922155-C4C3-AE09-FE2A-1A48EB948066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Isosceles Triangle 56">
                    <a:extLst>
                      <a:ext uri="{FF2B5EF4-FFF2-40B4-BE49-F238E27FC236}">
                        <a16:creationId xmlns:a16="http://schemas.microsoft.com/office/drawing/2014/main" id="{DC393E2B-B62C-F385-CC1A-7E20BD27E964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937A311-E9FC-7421-A07E-8BE031BD46AD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6D3B3D7F-28E8-039F-3500-F6FB4DAD55C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Isosceles Triangle 35">
                    <a:extLst>
                      <a:ext uri="{FF2B5EF4-FFF2-40B4-BE49-F238E27FC236}">
                        <a16:creationId xmlns:a16="http://schemas.microsoft.com/office/drawing/2014/main" id="{A4FC4E43-6EB4-8F62-C577-BF073ABC6AB5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F60F3047-2ED3-F2D4-1AF0-79C74C78DEBA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3468353-6C77-6EF7-73B9-D4BF3A29B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4986E56-051F-20D1-945E-E0CCC78CD82D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1760211" y="1992864"/>
            <a:chExt cx="1371600" cy="13716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0BFB0530-239F-3557-73B9-99423420CBA6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033" name="Rectangle 1032">
                <a:extLst>
                  <a:ext uri="{FF2B5EF4-FFF2-40B4-BE49-F238E27FC236}">
                    <a16:creationId xmlns:a16="http://schemas.microsoft.com/office/drawing/2014/main" id="{24803923-C699-6AEC-3F1C-2900D304FD31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4" name="Hexagon 1033">
                <a:extLst>
                  <a:ext uri="{FF2B5EF4-FFF2-40B4-BE49-F238E27FC236}">
                    <a16:creationId xmlns:a16="http://schemas.microsoft.com/office/drawing/2014/main" id="{017309F6-6284-6D83-2690-ACA24B8B12D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4B744056-2906-A517-3BD1-0988BAB0EB47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21" name="Moon 120">
                <a:extLst>
                  <a:ext uri="{FF2B5EF4-FFF2-40B4-BE49-F238E27FC236}">
                    <a16:creationId xmlns:a16="http://schemas.microsoft.com/office/drawing/2014/main" id="{9B7CB9B4-B10A-24DB-1FBC-D00A9F7CDB54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FB0E657D-3819-3DF6-7561-7D0A3E9D57F8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030" name="Isosceles Triangle 1029">
                  <a:extLst>
                    <a:ext uri="{FF2B5EF4-FFF2-40B4-BE49-F238E27FC236}">
                      <a16:creationId xmlns:a16="http://schemas.microsoft.com/office/drawing/2014/main" id="{4F1F9957-051B-7472-2F0A-FE4742BF530F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1" name="Isosceles Triangle 1030">
                  <a:extLst>
                    <a:ext uri="{FF2B5EF4-FFF2-40B4-BE49-F238E27FC236}">
                      <a16:creationId xmlns:a16="http://schemas.microsoft.com/office/drawing/2014/main" id="{9A4006F1-158F-0ED8-AAB2-96CD5328A551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24" name="Group 1023">
                <a:extLst>
                  <a:ext uri="{FF2B5EF4-FFF2-40B4-BE49-F238E27FC236}">
                    <a16:creationId xmlns:a16="http://schemas.microsoft.com/office/drawing/2014/main" id="{F851F4F9-8505-60D8-1F6D-AC5C0A5B2965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027" name="Isosceles Triangle 1026">
                  <a:extLst>
                    <a:ext uri="{FF2B5EF4-FFF2-40B4-BE49-F238E27FC236}">
                      <a16:creationId xmlns:a16="http://schemas.microsoft.com/office/drawing/2014/main" id="{3E16D53D-17A5-8EF1-B560-3077B653C2F9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9" name="Isosceles Triangle 1028">
                  <a:extLst>
                    <a:ext uri="{FF2B5EF4-FFF2-40B4-BE49-F238E27FC236}">
                      <a16:creationId xmlns:a16="http://schemas.microsoft.com/office/drawing/2014/main" id="{1E3EE6C4-8985-098E-1941-50978F12B9A6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25" name="Isosceles Triangle 1024">
                <a:extLst>
                  <a:ext uri="{FF2B5EF4-FFF2-40B4-BE49-F238E27FC236}">
                    <a16:creationId xmlns:a16="http://schemas.microsoft.com/office/drawing/2014/main" id="{D4EB8725-7F7F-A04E-F4B6-70CD517D2DB7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9B97505-9B1A-6BF7-3FC8-8BD479565B23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77" name="Picture 2" descr="Lance Icon #332107 - Free Icons Library">
                <a:extLst>
                  <a:ext uri="{FF2B5EF4-FFF2-40B4-BE49-F238E27FC236}">
                    <a16:creationId xmlns:a16="http://schemas.microsoft.com/office/drawing/2014/main" id="{8D4C2D64-D14B-5731-E17A-E46C5ED3B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2" descr="Lance Icon #332107 - Free Icons Library">
                <a:extLst>
                  <a:ext uri="{FF2B5EF4-FFF2-40B4-BE49-F238E27FC236}">
                    <a16:creationId xmlns:a16="http://schemas.microsoft.com/office/drawing/2014/main" id="{B3708538-93B1-DAEE-2C47-1D7EE30F9C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2" descr="Lance Icon #332107 - Free Icons Library">
                <a:extLst>
                  <a:ext uri="{FF2B5EF4-FFF2-40B4-BE49-F238E27FC236}">
                    <a16:creationId xmlns:a16="http://schemas.microsoft.com/office/drawing/2014/main" id="{D2FF3E68-7F22-06D5-5458-4EC782E9E5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F138D58E-64D1-D4FB-6D71-596C02483414}"/>
              </a:ext>
            </a:extLst>
          </p:cNvPr>
          <p:cNvGrpSpPr/>
          <p:nvPr/>
        </p:nvGrpSpPr>
        <p:grpSpPr>
          <a:xfrm>
            <a:off x="3301456" y="3613148"/>
            <a:ext cx="1371600" cy="1371600"/>
            <a:chOff x="158299" y="147083"/>
            <a:chExt cx="1371600" cy="1371600"/>
          </a:xfrm>
        </p:grpSpPr>
        <p:pic>
          <p:nvPicPr>
            <p:cNvPr id="1037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98B4D5F9-7053-78CE-39F3-F2B3D2FB19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9" name="Group 1038">
              <a:extLst>
                <a:ext uri="{FF2B5EF4-FFF2-40B4-BE49-F238E27FC236}">
                  <a16:creationId xmlns:a16="http://schemas.microsoft.com/office/drawing/2014/main" id="{A1FC76FF-C813-849D-751C-96EAA761BF0A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1041" name="Rectangle 1040">
                <a:extLst>
                  <a:ext uri="{FF2B5EF4-FFF2-40B4-BE49-F238E27FC236}">
                    <a16:creationId xmlns:a16="http://schemas.microsoft.com/office/drawing/2014/main" id="{2E67DA94-9F14-4465-5419-CB7F0DD0957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2" name="Hexagon 1041">
                <a:extLst>
                  <a:ext uri="{FF2B5EF4-FFF2-40B4-BE49-F238E27FC236}">
                    <a16:creationId xmlns:a16="http://schemas.microsoft.com/office/drawing/2014/main" id="{794DE14D-81DC-E1AE-CC5E-F7515D4A22BD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40" name="Picture 2" descr="Claw, slashes 아이콘 에 Game Icons">
              <a:extLst>
                <a:ext uri="{FF2B5EF4-FFF2-40B4-BE49-F238E27FC236}">
                  <a16:creationId xmlns:a16="http://schemas.microsoft.com/office/drawing/2014/main" id="{CE4728EB-7F37-FFF4-CE09-553D702262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D3FC417A-6A12-3680-FAAE-55093D591A98}"/>
              </a:ext>
            </a:extLst>
          </p:cNvPr>
          <p:cNvGrpSpPr/>
          <p:nvPr/>
        </p:nvGrpSpPr>
        <p:grpSpPr>
          <a:xfrm>
            <a:off x="7879674" y="1988287"/>
            <a:ext cx="1371600" cy="1371600"/>
            <a:chOff x="1696069" y="136579"/>
            <a:chExt cx="1371600" cy="1371600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FDDE8CB8-4A3C-FB27-F8C5-AB4EF3FC8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CE5F710B-1003-7266-EF7B-BE0D4D026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D826F50A-3D12-1FA4-BFB3-FEC22C02D33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47" name="Rectangle 1046">
                <a:extLst>
                  <a:ext uri="{FF2B5EF4-FFF2-40B4-BE49-F238E27FC236}">
                    <a16:creationId xmlns:a16="http://schemas.microsoft.com/office/drawing/2014/main" id="{DFE67C7A-6E45-EA34-1609-BD01916F650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8" name="Hexagon 1047">
                <a:extLst>
                  <a:ext uri="{FF2B5EF4-FFF2-40B4-BE49-F238E27FC236}">
                    <a16:creationId xmlns:a16="http://schemas.microsoft.com/office/drawing/2014/main" id="{0133C1A9-D5E3-EF68-1043-C75EB99F0181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E5A0C4-AE33-6E37-D56F-DF2551165BF3}"/>
              </a:ext>
            </a:extLst>
          </p:cNvPr>
          <p:cNvGrpSpPr/>
          <p:nvPr/>
        </p:nvGrpSpPr>
        <p:grpSpPr>
          <a:xfrm>
            <a:off x="9396150" y="2000577"/>
            <a:ext cx="1371600" cy="1371600"/>
            <a:chOff x="4899651" y="1949937"/>
            <a:chExt cx="1371600" cy="1371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B4ADFBA1-5C8B-FF26-3E2E-40F168519FFB}"/>
                </a:ext>
              </a:extLst>
            </p:cNvPr>
            <p:cNvGrpSpPr/>
            <p:nvPr/>
          </p:nvGrpSpPr>
          <p:grpSpPr>
            <a:xfrm>
              <a:off x="5130816" y="2609210"/>
              <a:ext cx="872926" cy="494358"/>
              <a:chOff x="6459505" y="2075896"/>
              <a:chExt cx="4867279" cy="2756453"/>
            </a:xfrm>
          </p:grpSpPr>
          <p:pic>
            <p:nvPicPr>
              <p:cNvPr id="97" name="Picture 8" descr="Beetle Silhouette&quot; Images – Browse 9 Stock Photos, Vectors, and Video |  Adobe Stock">
                <a:extLst>
                  <a:ext uri="{FF2B5EF4-FFF2-40B4-BE49-F238E27FC236}">
                    <a16:creationId xmlns:a16="http://schemas.microsoft.com/office/drawing/2014/main" id="{8BA0DB7B-174E-6C4C-F003-D8D2193CFD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25279" r="3187" b="21918"/>
              <a:stretch/>
            </p:blipFill>
            <p:spPr bwMode="auto">
              <a:xfrm flipH="1">
                <a:off x="6459505" y="2075896"/>
                <a:ext cx="4867279" cy="2756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D4181DCB-5D1B-C372-B422-3BB2B7ADC007}"/>
                  </a:ext>
                </a:extLst>
              </p:cNvPr>
              <p:cNvGrpSpPr/>
              <p:nvPr/>
            </p:nvGrpSpPr>
            <p:grpSpPr>
              <a:xfrm>
                <a:off x="7421688" y="2493783"/>
                <a:ext cx="928058" cy="909512"/>
                <a:chOff x="8459735" y="578196"/>
                <a:chExt cx="1427104" cy="1398586"/>
              </a:xfrm>
            </p:grpSpPr>
            <p:sp>
              <p:nvSpPr>
                <p:cNvPr id="1053" name="Oval 1052">
                  <a:extLst>
                    <a:ext uri="{FF2B5EF4-FFF2-40B4-BE49-F238E27FC236}">
                      <a16:creationId xmlns:a16="http://schemas.microsoft.com/office/drawing/2014/main" id="{A8F0B31D-C893-C66B-1243-F644D8A71FFF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054" name="Group 1053">
                  <a:extLst>
                    <a:ext uri="{FF2B5EF4-FFF2-40B4-BE49-F238E27FC236}">
                      <a16:creationId xmlns:a16="http://schemas.microsoft.com/office/drawing/2014/main" id="{73D23680-400A-8899-F465-81F509BC5F84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33" name="Isosceles Triangle 132">
                    <a:extLst>
                      <a:ext uri="{FF2B5EF4-FFF2-40B4-BE49-F238E27FC236}">
                        <a16:creationId xmlns:a16="http://schemas.microsoft.com/office/drawing/2014/main" id="{AA405708-08AC-0845-072F-27A1A31FFEE0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Isosceles Triangle 133">
                    <a:extLst>
                      <a:ext uri="{FF2B5EF4-FFF2-40B4-BE49-F238E27FC236}">
                        <a16:creationId xmlns:a16="http://schemas.microsoft.com/office/drawing/2014/main" id="{75A021BF-3B27-A710-6A3E-68067188794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5" name="Isosceles Triangle 134">
                    <a:extLst>
                      <a:ext uri="{FF2B5EF4-FFF2-40B4-BE49-F238E27FC236}">
                        <a16:creationId xmlns:a16="http://schemas.microsoft.com/office/drawing/2014/main" id="{0CFF4CB9-0751-E9DE-7DE5-7D527373F2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19A7DFDB-B789-9890-D41E-5320602D3235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5" name="Group 1054">
                  <a:extLst>
                    <a:ext uri="{FF2B5EF4-FFF2-40B4-BE49-F238E27FC236}">
                      <a16:creationId xmlns:a16="http://schemas.microsoft.com/office/drawing/2014/main" id="{B601CE07-4CE8-1D3D-6B05-D0DEF56BBF48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28" name="Isosceles Triangle 127">
                    <a:extLst>
                      <a:ext uri="{FF2B5EF4-FFF2-40B4-BE49-F238E27FC236}">
                        <a16:creationId xmlns:a16="http://schemas.microsoft.com/office/drawing/2014/main" id="{5EEEBE70-870E-BCB2-4D88-27E1376119B6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9" name="Isosceles Triangle 128">
                    <a:extLst>
                      <a:ext uri="{FF2B5EF4-FFF2-40B4-BE49-F238E27FC236}">
                        <a16:creationId xmlns:a16="http://schemas.microsoft.com/office/drawing/2014/main" id="{EE1C82C8-26FA-C38E-2641-64A2F297354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Isosceles Triangle 130">
                    <a:extLst>
                      <a:ext uri="{FF2B5EF4-FFF2-40B4-BE49-F238E27FC236}">
                        <a16:creationId xmlns:a16="http://schemas.microsoft.com/office/drawing/2014/main" id="{F4DF21FC-59F5-E5A7-7449-AE7F5B426EA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" name="Isosceles Triangle 131">
                    <a:extLst>
                      <a:ext uri="{FF2B5EF4-FFF2-40B4-BE49-F238E27FC236}">
                        <a16:creationId xmlns:a16="http://schemas.microsoft.com/office/drawing/2014/main" id="{32678E6E-2C37-59A7-1DB4-1FCD98D0EC60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AB6A4D7F-9C4B-C42E-CE67-33C596BF60BD}"/>
                  </a:ext>
                </a:extLst>
              </p:cNvPr>
              <p:cNvGrpSpPr/>
              <p:nvPr/>
            </p:nvGrpSpPr>
            <p:grpSpPr>
              <a:xfrm>
                <a:off x="8449275" y="2219228"/>
                <a:ext cx="928058" cy="909512"/>
                <a:chOff x="8459735" y="578196"/>
                <a:chExt cx="1427104" cy="1398586"/>
              </a:xfrm>
            </p:grpSpPr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49F712DA-9CFD-23D4-6FC4-A84668ABF3F5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F6086FF2-9F35-1511-4DC8-07048D4560C8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049" name="Isosceles Triangle 1048">
                    <a:extLst>
                      <a:ext uri="{FF2B5EF4-FFF2-40B4-BE49-F238E27FC236}">
                        <a16:creationId xmlns:a16="http://schemas.microsoft.com/office/drawing/2014/main" id="{FD2F8200-8D99-E1A3-110B-1B746C4FE1AF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0" name="Isosceles Triangle 1049">
                    <a:extLst>
                      <a:ext uri="{FF2B5EF4-FFF2-40B4-BE49-F238E27FC236}">
                        <a16:creationId xmlns:a16="http://schemas.microsoft.com/office/drawing/2014/main" id="{2D22A658-0DCA-7B67-FCFD-D9E6FA40971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1" name="Isosceles Triangle 1050">
                    <a:extLst>
                      <a:ext uri="{FF2B5EF4-FFF2-40B4-BE49-F238E27FC236}">
                        <a16:creationId xmlns:a16="http://schemas.microsoft.com/office/drawing/2014/main" id="{B09BE79A-4FA3-DC53-1C65-D51E0798001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2" name="Isosceles Triangle 1051">
                    <a:extLst>
                      <a:ext uri="{FF2B5EF4-FFF2-40B4-BE49-F238E27FC236}">
                        <a16:creationId xmlns:a16="http://schemas.microsoft.com/office/drawing/2014/main" id="{CC6F7620-E946-D59E-354A-5C8734C688E9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C313C86A-7295-18F5-0446-C78B824B32C1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15" name="Isosceles Triangle 114">
                    <a:extLst>
                      <a:ext uri="{FF2B5EF4-FFF2-40B4-BE49-F238E27FC236}">
                        <a16:creationId xmlns:a16="http://schemas.microsoft.com/office/drawing/2014/main" id="{90286F85-FC36-4BF0-D56F-48702835D6A4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" name="Isosceles Triangle 115">
                    <a:extLst>
                      <a:ext uri="{FF2B5EF4-FFF2-40B4-BE49-F238E27FC236}">
                        <a16:creationId xmlns:a16="http://schemas.microsoft.com/office/drawing/2014/main" id="{BC556A99-8705-8F5D-3F84-A9344CF3F52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Isosceles Triangle 116">
                    <a:extLst>
                      <a:ext uri="{FF2B5EF4-FFF2-40B4-BE49-F238E27FC236}">
                        <a16:creationId xmlns:a16="http://schemas.microsoft.com/office/drawing/2014/main" id="{C76210E0-7F2C-A9BD-A01F-2864FB4F69D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" name="Isosceles Triangle 117">
                    <a:extLst>
                      <a:ext uri="{FF2B5EF4-FFF2-40B4-BE49-F238E27FC236}">
                        <a16:creationId xmlns:a16="http://schemas.microsoft.com/office/drawing/2014/main" id="{4A36F889-1D33-2B29-32F5-855F6679814F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2A4A97D1-22CA-4686-22F6-1C7A51E5866A}"/>
                  </a:ext>
                </a:extLst>
              </p:cNvPr>
              <p:cNvGrpSpPr/>
              <p:nvPr/>
            </p:nvGrpSpPr>
            <p:grpSpPr>
              <a:xfrm>
                <a:off x="9484335" y="2634274"/>
                <a:ext cx="928058" cy="909512"/>
                <a:chOff x="8459735" y="578196"/>
                <a:chExt cx="1427104" cy="1398586"/>
              </a:xfrm>
            </p:grpSpPr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C3B67984-04DD-C8C4-EB12-BB6FA363ACA3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61B49DFF-1CBE-EF83-AD55-7443BCD65423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08" name="Isosceles Triangle 107">
                    <a:extLst>
                      <a:ext uri="{FF2B5EF4-FFF2-40B4-BE49-F238E27FC236}">
                        <a16:creationId xmlns:a16="http://schemas.microsoft.com/office/drawing/2014/main" id="{57B09180-8C40-E9D1-EA36-4428913D6EA1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" name="Isosceles Triangle 108">
                    <a:extLst>
                      <a:ext uri="{FF2B5EF4-FFF2-40B4-BE49-F238E27FC236}">
                        <a16:creationId xmlns:a16="http://schemas.microsoft.com/office/drawing/2014/main" id="{F8014339-CC8A-E85A-30B2-D96510EAF6F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" name="Isosceles Triangle 109">
                    <a:extLst>
                      <a:ext uri="{FF2B5EF4-FFF2-40B4-BE49-F238E27FC236}">
                        <a16:creationId xmlns:a16="http://schemas.microsoft.com/office/drawing/2014/main" id="{35FAD49C-0BC4-779A-3F81-ED1E49414F68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" name="Isosceles Triangle 110">
                    <a:extLst>
                      <a:ext uri="{FF2B5EF4-FFF2-40B4-BE49-F238E27FC236}">
                        <a16:creationId xmlns:a16="http://schemas.microsoft.com/office/drawing/2014/main" id="{0DDF1C84-1A9D-DCBC-26A6-73B5933785C9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" name="Group 102">
                  <a:extLst>
                    <a:ext uri="{FF2B5EF4-FFF2-40B4-BE49-F238E27FC236}">
                      <a16:creationId xmlns:a16="http://schemas.microsoft.com/office/drawing/2014/main" id="{7CCB91E9-6AD0-50C6-A3D8-B243793F9C38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104" name="Isosceles Triangle 103">
                    <a:extLst>
                      <a:ext uri="{FF2B5EF4-FFF2-40B4-BE49-F238E27FC236}">
                        <a16:creationId xmlns:a16="http://schemas.microsoft.com/office/drawing/2014/main" id="{841E841F-FEAB-1DE6-8E02-7706CFE46A41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" name="Isosceles Triangle 104">
                    <a:extLst>
                      <a:ext uri="{FF2B5EF4-FFF2-40B4-BE49-F238E27FC236}">
                        <a16:creationId xmlns:a16="http://schemas.microsoft.com/office/drawing/2014/main" id="{1D8F4D09-5F8C-4ABD-E9EA-B97CA94079C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" name="Isosceles Triangle 105">
                    <a:extLst>
                      <a:ext uri="{FF2B5EF4-FFF2-40B4-BE49-F238E27FC236}">
                        <a16:creationId xmlns:a16="http://schemas.microsoft.com/office/drawing/2014/main" id="{34AD9F85-461D-CE03-9ECA-813BB9EC071F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" name="Isosceles Triangle 106">
                    <a:extLst>
                      <a:ext uri="{FF2B5EF4-FFF2-40B4-BE49-F238E27FC236}">
                        <a16:creationId xmlns:a16="http://schemas.microsoft.com/office/drawing/2014/main" id="{81CB8C98-BAA6-77BC-9861-7DB19684F54B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7DB4C159-7BFB-A815-8AFD-620C7E4F70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3414554">
              <a:off x="5472365" y="2032637"/>
              <a:ext cx="305568" cy="659786"/>
            </a:xfrm>
            <a:prstGeom prst="rect">
              <a:avLst/>
            </a:prstGeom>
          </p:spPr>
        </p:pic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91454CC-10A6-7184-E61D-E68D85760610}"/>
                </a:ext>
              </a:extLst>
            </p:cNvPr>
            <p:cNvGrpSpPr/>
            <p:nvPr/>
          </p:nvGrpSpPr>
          <p:grpSpPr>
            <a:xfrm>
              <a:off x="4899651" y="1949937"/>
              <a:ext cx="1371600" cy="1371600"/>
              <a:chOff x="213377" y="483633"/>
              <a:chExt cx="1371600" cy="137160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0B4331F3-E6EB-ABB3-2343-7D3787113B8B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75BC6CE7-D634-E38F-DBE4-08B9ECACA131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008BB9C-DFC9-BBD7-0039-3D52842CE693}"/>
              </a:ext>
            </a:extLst>
          </p:cNvPr>
          <p:cNvGrpSpPr/>
          <p:nvPr/>
        </p:nvGrpSpPr>
        <p:grpSpPr>
          <a:xfrm rot="1987888" flipH="1">
            <a:off x="3381689" y="642528"/>
            <a:ext cx="1147676" cy="521834"/>
            <a:chOff x="3722644" y="3927567"/>
            <a:chExt cx="2346446" cy="1066900"/>
          </a:xfrm>
        </p:grpSpPr>
        <p:pic>
          <p:nvPicPr>
            <p:cNvPr id="10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5695BA79-0843-B25B-CBEB-3724A8C8C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82F0D3C-C8CB-7FD2-0CE4-E8D71B78E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5E121CC-B119-06B3-A52A-BA851A8EAD3B}"/>
              </a:ext>
            </a:extLst>
          </p:cNvPr>
          <p:cNvGrpSpPr/>
          <p:nvPr/>
        </p:nvGrpSpPr>
        <p:grpSpPr>
          <a:xfrm>
            <a:off x="3269727" y="14708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477A4F4-2A7E-D239-59F9-0935C449E26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09DCD5C0-BD56-EC2D-0EAF-7296E340D8A8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D8CD6AD-7F18-171C-61FE-E87A3D31FF6D}"/>
              </a:ext>
            </a:extLst>
          </p:cNvPr>
          <p:cNvGrpSpPr/>
          <p:nvPr/>
        </p:nvGrpSpPr>
        <p:grpSpPr>
          <a:xfrm>
            <a:off x="6311847" y="155547"/>
            <a:ext cx="1371600" cy="1371600"/>
            <a:chOff x="1760211" y="3606797"/>
            <a:chExt cx="1371600" cy="137160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E2B13D5-B094-AEC2-A27C-380EF423CD8C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A19AAE40-E2EB-5AC5-424C-EE4C771F592D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Hexagon 104">
                <a:extLst>
                  <a:ext uri="{FF2B5EF4-FFF2-40B4-BE49-F238E27FC236}">
                    <a16:creationId xmlns:a16="http://schemas.microsoft.com/office/drawing/2014/main" id="{46E128FC-6359-B0AD-F8E1-8CCE80E6D43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2175FC1-F7A5-3C8E-F8CA-5B8EA98766AF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93" name="Moon 92">
                <a:extLst>
                  <a:ext uri="{FF2B5EF4-FFF2-40B4-BE49-F238E27FC236}">
                    <a16:creationId xmlns:a16="http://schemas.microsoft.com/office/drawing/2014/main" id="{D35499B6-DD16-58C4-CE73-07ADCA5FD901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1CC04184-EFC6-C58E-546C-F11A27D74759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95" name="Isosceles Triangle 94">
                  <a:extLst>
                    <a:ext uri="{FF2B5EF4-FFF2-40B4-BE49-F238E27FC236}">
                      <a16:creationId xmlns:a16="http://schemas.microsoft.com/office/drawing/2014/main" id="{555D9E9A-A5D8-752C-9B30-A738F6BA6C5C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4325BB55-32D4-4DF3-0F64-C633FC19FAF3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101" name="Isosceles Triangle 100">
                    <a:extLst>
                      <a:ext uri="{FF2B5EF4-FFF2-40B4-BE49-F238E27FC236}">
                        <a16:creationId xmlns:a16="http://schemas.microsoft.com/office/drawing/2014/main" id="{CD82E40D-F6DC-3FFE-7933-784E6A7FB16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" name="Isosceles Triangle 101">
                    <a:extLst>
                      <a:ext uri="{FF2B5EF4-FFF2-40B4-BE49-F238E27FC236}">
                        <a16:creationId xmlns:a16="http://schemas.microsoft.com/office/drawing/2014/main" id="{D59997BD-1B6F-45E1-A8E3-1347B1FF4A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" name="Isosceles Triangle 102">
                    <a:extLst>
                      <a:ext uri="{FF2B5EF4-FFF2-40B4-BE49-F238E27FC236}">
                        <a16:creationId xmlns:a16="http://schemas.microsoft.com/office/drawing/2014/main" id="{BE33A255-0704-6243-D5BC-6FC5166D33B7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D0C6FB3B-1C81-36EF-3E27-33E8DFE509F6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98" name="Isosceles Triangle 97">
                    <a:extLst>
                      <a:ext uri="{FF2B5EF4-FFF2-40B4-BE49-F238E27FC236}">
                        <a16:creationId xmlns:a16="http://schemas.microsoft.com/office/drawing/2014/main" id="{82F12F12-3C1A-B936-BC63-852DA429238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" name="Isosceles Triangle 98">
                    <a:extLst>
                      <a:ext uri="{FF2B5EF4-FFF2-40B4-BE49-F238E27FC236}">
                        <a16:creationId xmlns:a16="http://schemas.microsoft.com/office/drawing/2014/main" id="{D0A93A0B-5E55-2748-C584-9928A79DFB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Isosceles Triangle 99">
                    <a:extLst>
                      <a:ext uri="{FF2B5EF4-FFF2-40B4-BE49-F238E27FC236}">
                        <a16:creationId xmlns:a16="http://schemas.microsoft.com/office/drawing/2014/main" id="{2B05DA49-FB1F-98E5-33DD-C9F8783D11D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0E034DA-E28F-C721-72A2-E79151AB7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049FB55-C058-646B-1358-CEF1FCA17B5D}"/>
              </a:ext>
            </a:extLst>
          </p:cNvPr>
          <p:cNvGrpSpPr/>
          <p:nvPr/>
        </p:nvGrpSpPr>
        <p:grpSpPr>
          <a:xfrm>
            <a:off x="4808211" y="147083"/>
            <a:ext cx="1371600" cy="1371600"/>
            <a:chOff x="1760211" y="1992864"/>
            <a:chExt cx="1371600" cy="137160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F5C4E3A-DA0D-AB28-EC31-443E9B2C5A00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C47AE2F2-E3D2-B853-ABB7-F4AFF8140A7A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E6A8F93-884D-77C6-6C19-64E884D46C7A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40F8374-6B4E-611C-3E75-8C5F61A14803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13" name="Moon 112">
                <a:extLst>
                  <a:ext uri="{FF2B5EF4-FFF2-40B4-BE49-F238E27FC236}">
                    <a16:creationId xmlns:a16="http://schemas.microsoft.com/office/drawing/2014/main" id="{39967C9D-8890-45B1-C36C-025DBD1BFBF8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96DC47E3-0400-28FE-8741-2B3FA6699C9B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19" name="Isosceles Triangle 118">
                  <a:extLst>
                    <a:ext uri="{FF2B5EF4-FFF2-40B4-BE49-F238E27FC236}">
                      <a16:creationId xmlns:a16="http://schemas.microsoft.com/office/drawing/2014/main" id="{C91EC619-E6F3-CCBB-A3C2-EFE4E45C357E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Isosceles Triangle 119">
                  <a:extLst>
                    <a:ext uri="{FF2B5EF4-FFF2-40B4-BE49-F238E27FC236}">
                      <a16:creationId xmlns:a16="http://schemas.microsoft.com/office/drawing/2014/main" id="{D4C80909-0E25-4EAA-0E47-080F1D84E86C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7959CC67-3B81-A554-3135-4810046BEB97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F0E232F-7B0D-208B-69D7-481735955937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44D2A15B-902E-1A9C-A441-93890B6F4D21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3AEC902A-5BF4-0F68-656C-3127CA119BA8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62DE7AA-D901-6C8A-8ACA-AF33C5ED9CFC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110" name="Picture 2" descr="Lance Icon #332107 - Free Icons Library">
                <a:extLst>
                  <a:ext uri="{FF2B5EF4-FFF2-40B4-BE49-F238E27FC236}">
                    <a16:creationId xmlns:a16="http://schemas.microsoft.com/office/drawing/2014/main" id="{DF2016FA-A291-DF6A-AC0E-488F730F9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Lance Icon #332107 - Free Icons Library">
                <a:extLst>
                  <a:ext uri="{FF2B5EF4-FFF2-40B4-BE49-F238E27FC236}">
                    <a16:creationId xmlns:a16="http://schemas.microsoft.com/office/drawing/2014/main" id="{F37A5038-1C91-9CB0-0703-2A1F2352B8A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2" descr="Lance Icon #332107 - Free Icons Library">
                <a:extLst>
                  <a:ext uri="{FF2B5EF4-FFF2-40B4-BE49-F238E27FC236}">
                    <a16:creationId xmlns:a16="http://schemas.microsoft.com/office/drawing/2014/main" id="{079C5A47-72E7-CDED-D22D-0ABD5B0AA1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4D239AB7-6E5D-8BC7-B301-295DE8DE23D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158299" y="147083"/>
            <a:chExt cx="1371600" cy="1371600"/>
          </a:xfrm>
        </p:grpSpPr>
        <p:pic>
          <p:nvPicPr>
            <p:cNvPr id="5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87471417-172C-894A-4863-F4044117D8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D5A39ED-286D-3F33-BF59-7EB8458F8A92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55E4EFD-A40A-C2EC-924D-ED00A08530B8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Hexagon 42">
                <a:extLst>
                  <a:ext uri="{FF2B5EF4-FFF2-40B4-BE49-F238E27FC236}">
                    <a16:creationId xmlns:a16="http://schemas.microsoft.com/office/drawing/2014/main" id="{A0E811B9-07C5-32B6-2099-B4B31077252E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Claw, slashes 아이콘 에 Game Icons">
              <a:extLst>
                <a:ext uri="{FF2B5EF4-FFF2-40B4-BE49-F238E27FC236}">
                  <a16:creationId xmlns:a16="http://schemas.microsoft.com/office/drawing/2014/main" id="{8FC2B11A-38FA-4F3D-BFD0-59F25ACF28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7904009C-3AF2-5F95-A111-C5D974D1D832}"/>
              </a:ext>
            </a:extLst>
          </p:cNvPr>
          <p:cNvGrpSpPr/>
          <p:nvPr/>
        </p:nvGrpSpPr>
        <p:grpSpPr>
          <a:xfrm>
            <a:off x="1696069" y="136579"/>
            <a:ext cx="1371600" cy="1371600"/>
            <a:chOff x="1696069" y="136579"/>
            <a:chExt cx="1371600" cy="1371600"/>
          </a:xfrm>
        </p:grpSpPr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13D39D0-670B-0092-C837-B2233B47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54A30094-9C60-3FA0-6D12-EDA006F11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849CF645-76F7-E245-AABD-C128B42DFA2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27" name="Rectangle 1026">
                <a:extLst>
                  <a:ext uri="{FF2B5EF4-FFF2-40B4-BE49-F238E27FC236}">
                    <a16:creationId xmlns:a16="http://schemas.microsoft.com/office/drawing/2014/main" id="{8D21C5E0-DCB8-7A08-F71A-AF4E0A80F593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8" name="Hexagon 1027">
                <a:extLst>
                  <a:ext uri="{FF2B5EF4-FFF2-40B4-BE49-F238E27FC236}">
                    <a16:creationId xmlns:a16="http://schemas.microsoft.com/office/drawing/2014/main" id="{3F190D22-54BC-451B-A07A-E2BF16079339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BA2DE020-1DFC-0B06-99ED-4DCC3D869901}"/>
              </a:ext>
            </a:extLst>
          </p:cNvPr>
          <p:cNvGrpSpPr/>
          <p:nvPr/>
        </p:nvGrpSpPr>
        <p:grpSpPr>
          <a:xfrm>
            <a:off x="158299" y="2008913"/>
            <a:ext cx="1371600" cy="1371600"/>
            <a:chOff x="158299" y="2008913"/>
            <a:chExt cx="1371600" cy="1371600"/>
          </a:xfrm>
        </p:grpSpPr>
        <p:grpSp>
          <p:nvGrpSpPr>
            <p:cNvPr id="1031" name="Group 1030">
              <a:extLst>
                <a:ext uri="{FF2B5EF4-FFF2-40B4-BE49-F238E27FC236}">
                  <a16:creationId xmlns:a16="http://schemas.microsoft.com/office/drawing/2014/main" id="{2CC07215-E0CC-0F74-E605-5B14A4C8FBC6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1032" name="Rectangle 1031">
                <a:extLst>
                  <a:ext uri="{FF2B5EF4-FFF2-40B4-BE49-F238E27FC236}">
                    <a16:creationId xmlns:a16="http://schemas.microsoft.com/office/drawing/2014/main" id="{01465F06-CA20-E007-CAB9-B59A7A90FAA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3" name="Plaque 1032">
                <a:extLst>
                  <a:ext uri="{FF2B5EF4-FFF2-40B4-BE49-F238E27FC236}">
                    <a16:creationId xmlns:a16="http://schemas.microsoft.com/office/drawing/2014/main" id="{3175F045-718D-5138-1E55-EE9FEAF90442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41" name="Group 1040">
              <a:extLst>
                <a:ext uri="{FF2B5EF4-FFF2-40B4-BE49-F238E27FC236}">
                  <a16:creationId xmlns:a16="http://schemas.microsoft.com/office/drawing/2014/main" id="{CD6498D3-F8AD-30B6-86D4-959C71181E7A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1039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D859C51-F272-1338-FE42-457E0D828A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0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B852338B-1B8B-4753-0D36-A80E118620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7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D945FB0F-38F4-DAD1-D796-B7C0939CA2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1A2006F-FC6F-9E19-FF4D-E41365091187}"/>
              </a:ext>
            </a:extLst>
          </p:cNvPr>
          <p:cNvGrpSpPr/>
          <p:nvPr/>
        </p:nvGrpSpPr>
        <p:grpSpPr>
          <a:xfrm>
            <a:off x="1763071" y="1976782"/>
            <a:ext cx="1371600" cy="1371600"/>
            <a:chOff x="1840937" y="1951419"/>
            <a:chExt cx="1371600" cy="13716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93F8055-3F83-F6AC-3DD5-C39AF982C3DC}"/>
                </a:ext>
              </a:extLst>
            </p:cNvPr>
            <p:cNvGrpSpPr/>
            <p:nvPr/>
          </p:nvGrpSpPr>
          <p:grpSpPr>
            <a:xfrm>
              <a:off x="1840937" y="1951419"/>
              <a:ext cx="1371600" cy="1371600"/>
              <a:chOff x="427081" y="263129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7F4D24C-016B-37F4-6D6A-60229942B70E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D7B06073-1AC5-1C70-91D7-E9D4F77F56D8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E1D48C4-F210-39F9-250B-33D9FCDED90F}"/>
                </a:ext>
              </a:extLst>
            </p:cNvPr>
            <p:cNvGrpSpPr/>
            <p:nvPr/>
          </p:nvGrpSpPr>
          <p:grpSpPr>
            <a:xfrm>
              <a:off x="2057641" y="2282044"/>
              <a:ext cx="932742" cy="801763"/>
              <a:chOff x="4605815" y="2234855"/>
              <a:chExt cx="932742" cy="801763"/>
            </a:xfrm>
          </p:grpSpPr>
          <p:sp>
            <p:nvSpPr>
              <p:cNvPr id="19" name="Moon 18">
                <a:extLst>
                  <a:ext uri="{FF2B5EF4-FFF2-40B4-BE49-F238E27FC236}">
                    <a16:creationId xmlns:a16="http://schemas.microsoft.com/office/drawing/2014/main" id="{9DEB4014-204C-2F91-45F3-71AA9940D07D}"/>
                  </a:ext>
                </a:extLst>
              </p:cNvPr>
              <p:cNvSpPr/>
              <p:nvPr/>
            </p:nvSpPr>
            <p:spPr>
              <a:xfrm rot="16200000">
                <a:off x="4914710" y="2245201"/>
                <a:ext cx="314952" cy="932742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1B8BDF2-FD35-404A-BEAD-DBFD3BC6A62C}"/>
                  </a:ext>
                </a:extLst>
              </p:cNvPr>
              <p:cNvSpPr/>
              <p:nvPr/>
            </p:nvSpPr>
            <p:spPr>
              <a:xfrm>
                <a:off x="4773386" y="2901350"/>
                <a:ext cx="597601" cy="13526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Moon 20">
                <a:extLst>
                  <a:ext uri="{FF2B5EF4-FFF2-40B4-BE49-F238E27FC236}">
                    <a16:creationId xmlns:a16="http://schemas.microsoft.com/office/drawing/2014/main" id="{0B18D448-00B8-19A4-1F0A-AA96E3798A1A}"/>
                  </a:ext>
                </a:extLst>
              </p:cNvPr>
              <p:cNvSpPr/>
              <p:nvPr/>
            </p:nvSpPr>
            <p:spPr>
              <a:xfrm rot="5400000">
                <a:off x="5011618" y="2036496"/>
                <a:ext cx="121135" cy="517853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225EEAF-F137-2314-B05E-73FD532EEBEA}"/>
                  </a:ext>
                </a:extLst>
              </p:cNvPr>
              <p:cNvSpPr/>
              <p:nvPr/>
            </p:nvSpPr>
            <p:spPr>
              <a:xfrm rot="5400000">
                <a:off x="4943767" y="2332737"/>
                <a:ext cx="250023" cy="24807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Moon 22">
                <a:extLst>
                  <a:ext uri="{FF2B5EF4-FFF2-40B4-BE49-F238E27FC236}">
                    <a16:creationId xmlns:a16="http://schemas.microsoft.com/office/drawing/2014/main" id="{21EF4F58-3629-DCFC-0C08-F0A0D0C5B36C}"/>
                  </a:ext>
                </a:extLst>
              </p:cNvPr>
              <p:cNvSpPr/>
              <p:nvPr/>
            </p:nvSpPr>
            <p:spPr>
              <a:xfrm rot="5400000" flipH="1">
                <a:off x="5011619" y="2359200"/>
                <a:ext cx="121135" cy="517853"/>
              </a:xfrm>
              <a:prstGeom prst="mo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D7A6AC7-0C40-C728-A80F-5E225BF5325D}"/>
                  </a:ext>
                </a:extLst>
              </p:cNvPr>
              <p:cNvSpPr/>
              <p:nvPr/>
            </p:nvSpPr>
            <p:spPr>
              <a:xfrm rot="5400000">
                <a:off x="4981562" y="2367825"/>
                <a:ext cx="174435" cy="17443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6F8F9B3-A4B9-8093-8A49-64BE3545FD2B}"/>
              </a:ext>
            </a:extLst>
          </p:cNvPr>
          <p:cNvGrpSpPr/>
          <p:nvPr/>
        </p:nvGrpSpPr>
        <p:grpSpPr>
          <a:xfrm>
            <a:off x="3381999" y="1949937"/>
            <a:ext cx="1371600" cy="1371600"/>
            <a:chOff x="6266976" y="550875"/>
            <a:chExt cx="1371600" cy="137160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C10364A9-877C-69E8-BBA9-7770C3CB113A}"/>
                </a:ext>
              </a:extLst>
            </p:cNvPr>
            <p:cNvGrpSpPr/>
            <p:nvPr/>
          </p:nvGrpSpPr>
          <p:grpSpPr>
            <a:xfrm>
              <a:off x="6266976" y="550875"/>
              <a:ext cx="1371600" cy="1371600"/>
              <a:chOff x="427081" y="263129"/>
              <a:chExt cx="1371600" cy="1371600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638B907-3D6E-9021-76CB-3C9B53777E89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Plaque 37">
                <a:extLst>
                  <a:ext uri="{FF2B5EF4-FFF2-40B4-BE49-F238E27FC236}">
                    <a16:creationId xmlns:a16="http://schemas.microsoft.com/office/drawing/2014/main" id="{F29FAEA0-5C98-D54F-0B34-27DCBD15983B}"/>
                  </a:ext>
                </a:extLst>
              </p:cNvPr>
              <p:cNvSpPr/>
              <p:nvPr/>
            </p:nvSpPr>
            <p:spPr>
              <a:xfrm>
                <a:off x="566683" y="48482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3E831A-D44A-58FA-9600-E41BE45CFE79}"/>
                </a:ext>
              </a:extLst>
            </p:cNvPr>
            <p:cNvGrpSpPr/>
            <p:nvPr/>
          </p:nvGrpSpPr>
          <p:grpSpPr>
            <a:xfrm>
              <a:off x="6482473" y="882982"/>
              <a:ext cx="932742" cy="801763"/>
              <a:chOff x="3387725" y="1634730"/>
              <a:chExt cx="1466850" cy="1260870"/>
            </a:xfrm>
          </p:grpSpPr>
          <p:sp>
            <p:nvSpPr>
              <p:cNvPr id="31" name="Moon 30">
                <a:extLst>
                  <a:ext uri="{FF2B5EF4-FFF2-40B4-BE49-F238E27FC236}">
                    <a16:creationId xmlns:a16="http://schemas.microsoft.com/office/drawing/2014/main" id="{468E639F-8F67-B8D5-0355-941F535A0C44}"/>
                  </a:ext>
                </a:extLst>
              </p:cNvPr>
              <p:cNvSpPr/>
              <p:nvPr/>
            </p:nvSpPr>
            <p:spPr>
              <a:xfrm rot="16200000">
                <a:off x="3873500" y="1651000"/>
                <a:ext cx="495300" cy="1466850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9BC4B1C-A9B0-F1AA-7E9A-7A8D465FC506}"/>
                  </a:ext>
                </a:extLst>
              </p:cNvPr>
              <p:cNvSpPr/>
              <p:nvPr/>
            </p:nvSpPr>
            <p:spPr>
              <a:xfrm>
                <a:off x="3651250" y="2682875"/>
                <a:ext cx="939800" cy="21272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Moon 32">
                <a:extLst>
                  <a:ext uri="{FF2B5EF4-FFF2-40B4-BE49-F238E27FC236}">
                    <a16:creationId xmlns:a16="http://schemas.microsoft.com/office/drawing/2014/main" id="{F218ADE3-098E-20AE-92D5-89C39352B8D9}"/>
                  </a:ext>
                </a:extLst>
              </p:cNvPr>
              <p:cNvSpPr/>
              <p:nvPr/>
            </p:nvSpPr>
            <p:spPr>
              <a:xfrm rot="5400000">
                <a:off x="4025900" y="1322786"/>
                <a:ext cx="190500" cy="814387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0074C1B-AC4C-2D5C-B159-490C5DA6E65A}"/>
                  </a:ext>
                </a:extLst>
              </p:cNvPr>
              <p:cNvSpPr/>
              <p:nvPr/>
            </p:nvSpPr>
            <p:spPr>
              <a:xfrm rot="5400000">
                <a:off x="3919196" y="1788661"/>
                <a:ext cx="393192" cy="39012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Moon 34">
                <a:extLst>
                  <a:ext uri="{FF2B5EF4-FFF2-40B4-BE49-F238E27FC236}">
                    <a16:creationId xmlns:a16="http://schemas.microsoft.com/office/drawing/2014/main" id="{3715AEE1-AF7E-C87A-30C7-96AB61822EBF}"/>
                  </a:ext>
                </a:extLst>
              </p:cNvPr>
              <p:cNvSpPr/>
              <p:nvPr/>
            </p:nvSpPr>
            <p:spPr>
              <a:xfrm rot="5400000" flipH="1">
                <a:off x="4025901" y="1830278"/>
                <a:ext cx="190500" cy="814387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BCEDAA1-2807-879F-A31A-5736F81723EB}"/>
                  </a:ext>
                </a:extLst>
              </p:cNvPr>
              <p:cNvSpPr/>
              <p:nvPr/>
            </p:nvSpPr>
            <p:spPr>
              <a:xfrm rot="5400000">
                <a:off x="3978632" y="1843842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1234DCCD-1C9B-F4C8-4C98-97784D43EE73}"/>
              </a:ext>
            </a:extLst>
          </p:cNvPr>
          <p:cNvGrpSpPr/>
          <p:nvPr/>
        </p:nvGrpSpPr>
        <p:grpSpPr>
          <a:xfrm>
            <a:off x="4899651" y="1949937"/>
            <a:ext cx="1371600" cy="1371600"/>
            <a:chOff x="4899651" y="1949937"/>
            <a:chExt cx="1371600" cy="137160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C5F230D-E560-A96B-7DC4-D9673E509518}"/>
                </a:ext>
              </a:extLst>
            </p:cNvPr>
            <p:cNvGrpSpPr/>
            <p:nvPr/>
          </p:nvGrpSpPr>
          <p:grpSpPr>
            <a:xfrm>
              <a:off x="5130816" y="2609210"/>
              <a:ext cx="872926" cy="494358"/>
              <a:chOff x="6459505" y="2075896"/>
              <a:chExt cx="4867279" cy="2756453"/>
            </a:xfrm>
          </p:grpSpPr>
          <p:pic>
            <p:nvPicPr>
              <p:cNvPr id="44" name="Picture 8" descr="Beetle Silhouette&quot; Images – Browse 9 Stock Photos, Vectors, and Video |  Adobe Stock">
                <a:extLst>
                  <a:ext uri="{FF2B5EF4-FFF2-40B4-BE49-F238E27FC236}">
                    <a16:creationId xmlns:a16="http://schemas.microsoft.com/office/drawing/2014/main" id="{0D887364-91D1-8081-4525-D431110AC4C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25279" r="3187" b="21918"/>
              <a:stretch/>
            </p:blipFill>
            <p:spPr bwMode="auto">
              <a:xfrm flipH="1">
                <a:off x="6459505" y="2075896"/>
                <a:ext cx="4867279" cy="2756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5D73AF06-0FB4-2E7C-2448-AF2299451350}"/>
                  </a:ext>
                </a:extLst>
              </p:cNvPr>
              <p:cNvGrpSpPr/>
              <p:nvPr/>
            </p:nvGrpSpPr>
            <p:grpSpPr>
              <a:xfrm>
                <a:off x="7421688" y="2493783"/>
                <a:ext cx="928058" cy="909512"/>
                <a:chOff x="8459735" y="578196"/>
                <a:chExt cx="1427104" cy="1398586"/>
              </a:xfrm>
            </p:grpSpPr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6A0D707-32A9-74CD-0D35-19214323C756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BA64E488-77DB-56A8-B044-A0FCDD323659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49" name="Isosceles Triangle 48">
                    <a:extLst>
                      <a:ext uri="{FF2B5EF4-FFF2-40B4-BE49-F238E27FC236}">
                        <a16:creationId xmlns:a16="http://schemas.microsoft.com/office/drawing/2014/main" id="{F3102359-A435-AB4B-3E39-A9ECCB0CE7BE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" name="Isosceles Triangle 49">
                    <a:extLst>
                      <a:ext uri="{FF2B5EF4-FFF2-40B4-BE49-F238E27FC236}">
                        <a16:creationId xmlns:a16="http://schemas.microsoft.com/office/drawing/2014/main" id="{5F0B47C4-F652-1244-4472-E9AC287DE0A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" name="Isosceles Triangle 50">
                    <a:extLst>
                      <a:ext uri="{FF2B5EF4-FFF2-40B4-BE49-F238E27FC236}">
                        <a16:creationId xmlns:a16="http://schemas.microsoft.com/office/drawing/2014/main" id="{0DC5F6C4-E7C7-13E8-1A3B-BA13762188D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" name="Isosceles Triangle 51">
                    <a:extLst>
                      <a:ext uri="{FF2B5EF4-FFF2-40B4-BE49-F238E27FC236}">
                        <a16:creationId xmlns:a16="http://schemas.microsoft.com/office/drawing/2014/main" id="{7898C4AF-FADB-AFBA-1BC4-57FF04CBFA61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7DD53D33-E7F5-7A0B-B931-4E019C3E4AB9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56" name="Isosceles Triangle 55">
                    <a:extLst>
                      <a:ext uri="{FF2B5EF4-FFF2-40B4-BE49-F238E27FC236}">
                        <a16:creationId xmlns:a16="http://schemas.microsoft.com/office/drawing/2014/main" id="{6B03A743-AA18-4869-E04D-A17FB3E7A284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Isosceles Triangle 56">
                    <a:extLst>
                      <a:ext uri="{FF2B5EF4-FFF2-40B4-BE49-F238E27FC236}">
                        <a16:creationId xmlns:a16="http://schemas.microsoft.com/office/drawing/2014/main" id="{DD2340A6-02E0-9F0C-0B78-05294716D5E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" name="Isosceles Triangle 57">
                    <a:extLst>
                      <a:ext uri="{FF2B5EF4-FFF2-40B4-BE49-F238E27FC236}">
                        <a16:creationId xmlns:a16="http://schemas.microsoft.com/office/drawing/2014/main" id="{BAA3BED2-5F96-1419-609D-256364A79097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29440232-D06B-F30A-7377-5B99130FA4E2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0211B496-FBDE-6015-468F-D695C047A4CA}"/>
                  </a:ext>
                </a:extLst>
              </p:cNvPr>
              <p:cNvGrpSpPr/>
              <p:nvPr/>
            </p:nvGrpSpPr>
            <p:grpSpPr>
              <a:xfrm>
                <a:off x="8449275" y="2219228"/>
                <a:ext cx="928058" cy="909512"/>
                <a:chOff x="8459735" y="578196"/>
                <a:chExt cx="1427104" cy="1398586"/>
              </a:xfrm>
            </p:grpSpPr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731D9D00-7A51-3C57-C7F1-CD41955BB44F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F0B8AFFA-36D9-528E-0588-A934A003749E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69" name="Isosceles Triangle 68">
                    <a:extLst>
                      <a:ext uri="{FF2B5EF4-FFF2-40B4-BE49-F238E27FC236}">
                        <a16:creationId xmlns:a16="http://schemas.microsoft.com/office/drawing/2014/main" id="{36803DF2-3032-E104-C6AE-E4484AD8D6D3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" name="Isosceles Triangle 69">
                    <a:extLst>
                      <a:ext uri="{FF2B5EF4-FFF2-40B4-BE49-F238E27FC236}">
                        <a16:creationId xmlns:a16="http://schemas.microsoft.com/office/drawing/2014/main" id="{8D9330C3-2088-241E-3EEA-9BA2F9E6590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" name="Isosceles Triangle 70">
                    <a:extLst>
                      <a:ext uri="{FF2B5EF4-FFF2-40B4-BE49-F238E27FC236}">
                        <a16:creationId xmlns:a16="http://schemas.microsoft.com/office/drawing/2014/main" id="{DC87A903-A363-F1F5-C613-C5832CB741C4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" name="Isosceles Triangle 71">
                    <a:extLst>
                      <a:ext uri="{FF2B5EF4-FFF2-40B4-BE49-F238E27FC236}">
                        <a16:creationId xmlns:a16="http://schemas.microsoft.com/office/drawing/2014/main" id="{03AF548C-7BB9-43E7-A09F-A40EF3C11BC8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33D982B3-FDE5-5E85-BFEB-C360BB751390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AB346CD-7AE0-D7F7-1522-5B90723F564F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" name="Isosceles Triangle 65">
                    <a:extLst>
                      <a:ext uri="{FF2B5EF4-FFF2-40B4-BE49-F238E27FC236}">
                        <a16:creationId xmlns:a16="http://schemas.microsoft.com/office/drawing/2014/main" id="{C18544C0-F728-CBD8-B99C-42AAFC2DECB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" name="Isosceles Triangle 66">
                    <a:extLst>
                      <a:ext uri="{FF2B5EF4-FFF2-40B4-BE49-F238E27FC236}">
                        <a16:creationId xmlns:a16="http://schemas.microsoft.com/office/drawing/2014/main" id="{67A630B3-7961-806F-7B0E-53193063682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" name="Isosceles Triangle 67">
                    <a:extLst>
                      <a:ext uri="{FF2B5EF4-FFF2-40B4-BE49-F238E27FC236}">
                        <a16:creationId xmlns:a16="http://schemas.microsoft.com/office/drawing/2014/main" id="{9B820085-53B6-7B0E-F511-C967189EEF2C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D49FCEAD-470F-CA45-5712-DABE91B2395D}"/>
                  </a:ext>
                </a:extLst>
              </p:cNvPr>
              <p:cNvGrpSpPr/>
              <p:nvPr/>
            </p:nvGrpSpPr>
            <p:grpSpPr>
              <a:xfrm>
                <a:off x="9484335" y="2634274"/>
                <a:ext cx="928058" cy="909512"/>
                <a:chOff x="8459735" y="578196"/>
                <a:chExt cx="1427104" cy="1398586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B0578701-34E7-C293-DBBB-1F30BB50F054}"/>
                    </a:ext>
                  </a:extLst>
                </p:cNvPr>
                <p:cNvSpPr/>
                <p:nvPr/>
              </p:nvSpPr>
              <p:spPr>
                <a:xfrm>
                  <a:off x="8821338" y="924209"/>
                  <a:ext cx="703117" cy="703117"/>
                </a:xfrm>
                <a:prstGeom prst="ellipse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CF7A887A-4301-D9D2-3FC0-B53D9719C8B1}"/>
                    </a:ext>
                  </a:extLst>
                </p:cNvPr>
                <p:cNvGrpSpPr/>
                <p:nvPr/>
              </p:nvGrpSpPr>
              <p:grpSpPr>
                <a:xfrm>
                  <a:off x="8466427" y="581640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81" name="Isosceles Triangle 80">
                    <a:extLst>
                      <a:ext uri="{FF2B5EF4-FFF2-40B4-BE49-F238E27FC236}">
                        <a16:creationId xmlns:a16="http://schemas.microsoft.com/office/drawing/2014/main" id="{CE739E99-C625-C71F-FDB7-E37AB0452069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" name="Isosceles Triangle 81">
                    <a:extLst>
                      <a:ext uri="{FF2B5EF4-FFF2-40B4-BE49-F238E27FC236}">
                        <a16:creationId xmlns:a16="http://schemas.microsoft.com/office/drawing/2014/main" id="{791324F3-73FD-E5C3-5208-AA005A57159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" name="Isosceles Triangle 82">
                    <a:extLst>
                      <a:ext uri="{FF2B5EF4-FFF2-40B4-BE49-F238E27FC236}">
                        <a16:creationId xmlns:a16="http://schemas.microsoft.com/office/drawing/2014/main" id="{96087C06-0F77-3A5F-2D89-521BDB3E9018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" name="Isosceles Triangle 83">
                    <a:extLst>
                      <a:ext uri="{FF2B5EF4-FFF2-40B4-BE49-F238E27FC236}">
                        <a16:creationId xmlns:a16="http://schemas.microsoft.com/office/drawing/2014/main" id="{1FDB364B-1E2C-900C-5ABD-26BD17A9272F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05C0FBF0-77D0-C683-F6EA-361BD747CA00}"/>
                    </a:ext>
                  </a:extLst>
                </p:cNvPr>
                <p:cNvGrpSpPr/>
                <p:nvPr/>
              </p:nvGrpSpPr>
              <p:grpSpPr>
                <a:xfrm rot="18942894">
                  <a:off x="8459735" y="578196"/>
                  <a:ext cx="1420412" cy="1395142"/>
                  <a:chOff x="8466427" y="581640"/>
                  <a:chExt cx="1420412" cy="1395142"/>
                </a:xfrm>
              </p:grpSpPr>
              <p:sp>
                <p:nvSpPr>
                  <p:cNvPr id="77" name="Isosceles Triangle 76">
                    <a:extLst>
                      <a:ext uri="{FF2B5EF4-FFF2-40B4-BE49-F238E27FC236}">
                        <a16:creationId xmlns:a16="http://schemas.microsoft.com/office/drawing/2014/main" id="{227592DE-55F2-E240-30E2-E97245ABEA16}"/>
                      </a:ext>
                    </a:extLst>
                  </p:cNvPr>
                  <p:cNvSpPr/>
                  <p:nvPr/>
                </p:nvSpPr>
                <p:spPr>
                  <a:xfrm>
                    <a:off x="9087233" y="581640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" name="Isosceles Triangle 77">
                    <a:extLst>
                      <a:ext uri="{FF2B5EF4-FFF2-40B4-BE49-F238E27FC236}">
                        <a16:creationId xmlns:a16="http://schemas.microsoft.com/office/drawing/2014/main" id="{01B1A215-74E5-04FF-0CBE-A8EB51F0EA8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515675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" name="Isosceles Triangle 78">
                    <a:extLst>
                      <a:ext uri="{FF2B5EF4-FFF2-40B4-BE49-F238E27FC236}">
                        <a16:creationId xmlns:a16="http://schemas.microsoft.com/office/drawing/2014/main" id="{2E8990D6-4E80-2FDD-748F-DC92E8D9B34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9087233" y="1694261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" name="Isosceles Triangle 79">
                    <a:extLst>
                      <a:ext uri="{FF2B5EF4-FFF2-40B4-BE49-F238E27FC236}">
                        <a16:creationId xmlns:a16="http://schemas.microsoft.com/office/drawing/2014/main" id="{B6AE752D-869C-1AC2-53FF-2F3064758664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9653566" y="1149119"/>
                    <a:ext cx="184025" cy="282521"/>
                  </a:xfrm>
                  <a:prstGeom prst="triangle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5EBB1077-0220-5386-B612-DE33DC2A37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3414554">
              <a:off x="5472365" y="2032637"/>
              <a:ext cx="305568" cy="65978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48104A-0968-9990-2776-6602FA4BB3EA}"/>
                </a:ext>
              </a:extLst>
            </p:cNvPr>
            <p:cNvGrpSpPr/>
            <p:nvPr/>
          </p:nvGrpSpPr>
          <p:grpSpPr>
            <a:xfrm>
              <a:off x="4899651" y="1949937"/>
              <a:ext cx="1371600" cy="1371600"/>
              <a:chOff x="213377" y="483633"/>
              <a:chExt cx="1371600" cy="137160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C0105CB-B776-5C47-94D2-86E69169A2FE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Hexagon 46">
                <a:extLst>
                  <a:ext uri="{FF2B5EF4-FFF2-40B4-BE49-F238E27FC236}">
                    <a16:creationId xmlns:a16="http://schemas.microsoft.com/office/drawing/2014/main" id="{F67301E1-2B85-BCB6-6A3A-2E2D82598D55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1936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154</cp:revision>
  <dcterms:created xsi:type="dcterms:W3CDTF">2022-01-10T19:03:27Z</dcterms:created>
  <dcterms:modified xsi:type="dcterms:W3CDTF">2023-01-28T22:02:58Z</dcterms:modified>
</cp:coreProperties>
</file>