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13" Type="http://schemas.openxmlformats.org/officeDocument/2006/relationships/image" Target="../media/image20.png"/><Relationship Id="rId3" Type="http://schemas.openxmlformats.org/officeDocument/2006/relationships/image" Target="../media/image12.jpeg"/><Relationship Id="rId7" Type="http://schemas.openxmlformats.org/officeDocument/2006/relationships/image" Target="../media/image16.jpeg"/><Relationship Id="rId12" Type="http://schemas.openxmlformats.org/officeDocument/2006/relationships/image" Target="../media/image4.jpeg"/><Relationship Id="rId2" Type="http://schemas.openxmlformats.org/officeDocument/2006/relationships/image" Target="../media/image11.jpe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5" Type="http://schemas.openxmlformats.org/officeDocument/2006/relationships/image" Target="../media/image22.jpeg"/><Relationship Id="rId10" Type="http://schemas.openxmlformats.org/officeDocument/2006/relationships/image" Target="../media/image8.png"/><Relationship Id="rId4" Type="http://schemas.openxmlformats.org/officeDocument/2006/relationships/image" Target="../media/image13.jpeg"/><Relationship Id="rId9" Type="http://schemas.openxmlformats.org/officeDocument/2006/relationships/image" Target="../media/image18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3976821" y="3222214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4347149" y="3740951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30" y="2356416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280715" y="2053273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6943369" y="3239284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5460586" y="3226447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5850584" y="3543333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7160581" y="3789066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19B0BF4-19E8-C879-4D6D-A416F5751D15}"/>
              </a:ext>
            </a:extLst>
          </p:cNvPr>
          <p:cNvGrpSpPr/>
          <p:nvPr/>
        </p:nvGrpSpPr>
        <p:grpSpPr>
          <a:xfrm>
            <a:off x="213377" y="483633"/>
            <a:ext cx="1371600" cy="1371600"/>
            <a:chOff x="213377" y="483633"/>
            <a:chExt cx="1371600" cy="13716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E1DAE-2A68-120A-49AB-87612D1C00D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Hexagon 7">
              <a:extLst>
                <a:ext uri="{FF2B5EF4-FFF2-40B4-BE49-F238E27FC236}">
                  <a16:creationId xmlns:a16="http://schemas.microsoft.com/office/drawing/2014/main" id="{DC0EB717-9046-65D9-CEA9-DB3069A0EFE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596BC6-BB1C-3C2C-91B2-9292B8E22E13}"/>
              </a:ext>
            </a:extLst>
          </p:cNvPr>
          <p:cNvGrpSpPr/>
          <p:nvPr/>
        </p:nvGrpSpPr>
        <p:grpSpPr>
          <a:xfrm>
            <a:off x="1743727" y="483633"/>
            <a:ext cx="1371600" cy="1371600"/>
            <a:chOff x="213377" y="483633"/>
            <a:chExt cx="1371600" cy="13716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311E1B-1EBF-F137-4B07-6EF0E3D0CDD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Hexagon 11">
              <a:extLst>
                <a:ext uri="{FF2B5EF4-FFF2-40B4-BE49-F238E27FC236}">
                  <a16:creationId xmlns:a16="http://schemas.microsoft.com/office/drawing/2014/main" id="{CA49C3D3-9A14-61F1-4CC4-96315282D076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F3B74B4-4720-FB4D-FA80-052B0C6589C6}"/>
              </a:ext>
            </a:extLst>
          </p:cNvPr>
          <p:cNvGrpSpPr/>
          <p:nvPr/>
        </p:nvGrpSpPr>
        <p:grpSpPr>
          <a:xfrm>
            <a:off x="391173" y="1003985"/>
            <a:ext cx="932183" cy="488375"/>
            <a:chOff x="3486187" y="2794899"/>
            <a:chExt cx="2243797" cy="940162"/>
          </a:xfrm>
        </p:grpSpPr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9D8DF379-0F34-6DC6-0445-C52427CEA471}"/>
                </a:ext>
              </a:extLst>
            </p:cNvPr>
            <p:cNvSpPr/>
            <p:nvPr/>
          </p:nvSpPr>
          <p:spPr>
            <a:xfrm rot="15424345">
              <a:off x="4343425" y="3060700"/>
              <a:ext cx="421623" cy="9271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9EB09C2-0004-EF0A-311D-10C0954AC48B}"/>
                </a:ext>
              </a:extLst>
            </p:cNvPr>
            <p:cNvSpPr/>
            <p:nvPr/>
          </p:nvSpPr>
          <p:spPr>
            <a:xfrm rot="19070274">
              <a:off x="4403822" y="2794899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52C181C-39A6-074A-7CEE-B04D50179457}"/>
                </a:ext>
              </a:extLst>
            </p:cNvPr>
            <p:cNvSpPr/>
            <p:nvPr/>
          </p:nvSpPr>
          <p:spPr>
            <a:xfrm rot="3561525">
              <a:off x="5159615" y="2991775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Moon 27">
              <a:extLst>
                <a:ext uri="{FF2B5EF4-FFF2-40B4-BE49-F238E27FC236}">
                  <a16:creationId xmlns:a16="http://schemas.microsoft.com/office/drawing/2014/main" id="{62E2704E-7612-34D2-C026-FF2E34319A9C}"/>
                </a:ext>
              </a:extLst>
            </p:cNvPr>
            <p:cNvSpPr/>
            <p:nvPr/>
          </p:nvSpPr>
          <p:spPr>
            <a:xfrm rot="19499624" flipH="1">
              <a:off x="5426491" y="2997261"/>
              <a:ext cx="303493" cy="618348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Moon 28">
              <a:extLst>
                <a:ext uri="{FF2B5EF4-FFF2-40B4-BE49-F238E27FC236}">
                  <a16:creationId xmlns:a16="http://schemas.microsoft.com/office/drawing/2014/main" id="{045DD0C2-A0DE-22F4-2B5B-BAB8B21E7AC7}"/>
                </a:ext>
              </a:extLst>
            </p:cNvPr>
            <p:cNvSpPr/>
            <p:nvPr/>
          </p:nvSpPr>
          <p:spPr>
            <a:xfrm rot="14859337" flipH="1">
              <a:off x="3798186" y="2609338"/>
              <a:ext cx="303493" cy="927492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8A6794A-C8F0-4518-6746-135B2D74E0BD}"/>
              </a:ext>
            </a:extLst>
          </p:cNvPr>
          <p:cNvGrpSpPr/>
          <p:nvPr/>
        </p:nvGrpSpPr>
        <p:grpSpPr>
          <a:xfrm>
            <a:off x="2024352" y="1186456"/>
            <a:ext cx="745097" cy="390360"/>
            <a:chOff x="3486187" y="2794899"/>
            <a:chExt cx="2243797" cy="940162"/>
          </a:xfrm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A02500EA-71B5-6B42-AEFA-9B5032B88D53}"/>
                </a:ext>
              </a:extLst>
            </p:cNvPr>
            <p:cNvSpPr/>
            <p:nvPr/>
          </p:nvSpPr>
          <p:spPr>
            <a:xfrm rot="15424345">
              <a:off x="4343425" y="3060700"/>
              <a:ext cx="421623" cy="9271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C37D9B8-148B-F659-3B90-FCF4C909AB87}"/>
                </a:ext>
              </a:extLst>
            </p:cNvPr>
            <p:cNvSpPr/>
            <p:nvPr/>
          </p:nvSpPr>
          <p:spPr>
            <a:xfrm rot="19070274">
              <a:off x="4403822" y="2794899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545B01B-A436-1165-9353-A6D1CD74E98D}"/>
                </a:ext>
              </a:extLst>
            </p:cNvPr>
            <p:cNvSpPr/>
            <p:nvPr/>
          </p:nvSpPr>
          <p:spPr>
            <a:xfrm rot="3561525">
              <a:off x="5159615" y="2991775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Moon 34">
              <a:extLst>
                <a:ext uri="{FF2B5EF4-FFF2-40B4-BE49-F238E27FC236}">
                  <a16:creationId xmlns:a16="http://schemas.microsoft.com/office/drawing/2014/main" id="{2D457D10-3DB9-410B-DA44-A61A4FC053A6}"/>
                </a:ext>
              </a:extLst>
            </p:cNvPr>
            <p:cNvSpPr/>
            <p:nvPr/>
          </p:nvSpPr>
          <p:spPr>
            <a:xfrm rot="19499624" flipH="1">
              <a:off x="5426491" y="2997261"/>
              <a:ext cx="303493" cy="618348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Moon 35">
              <a:extLst>
                <a:ext uri="{FF2B5EF4-FFF2-40B4-BE49-F238E27FC236}">
                  <a16:creationId xmlns:a16="http://schemas.microsoft.com/office/drawing/2014/main" id="{72220385-95F3-7FC9-C196-D29815DE8A60}"/>
                </a:ext>
              </a:extLst>
            </p:cNvPr>
            <p:cNvSpPr/>
            <p:nvPr/>
          </p:nvSpPr>
          <p:spPr>
            <a:xfrm rot="14859337" flipH="1">
              <a:off x="3798186" y="2609338"/>
              <a:ext cx="303493" cy="927492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69A283FC-5D73-8568-4F11-D2DC8052E9AD}"/>
              </a:ext>
            </a:extLst>
          </p:cNvPr>
          <p:cNvSpPr/>
          <p:nvPr/>
        </p:nvSpPr>
        <p:spPr>
          <a:xfrm>
            <a:off x="2482373" y="77531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44AC8A3-2066-D0D9-C90A-CF2EF0422C49}"/>
              </a:ext>
            </a:extLst>
          </p:cNvPr>
          <p:cNvGrpSpPr/>
          <p:nvPr/>
        </p:nvGrpSpPr>
        <p:grpSpPr>
          <a:xfrm>
            <a:off x="3462797" y="2482289"/>
            <a:ext cx="978554" cy="542441"/>
            <a:chOff x="3843947" y="2567111"/>
            <a:chExt cx="3176630" cy="1760897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D670DB4-77B1-1903-1919-8B748E038185}"/>
                </a:ext>
              </a:extLst>
            </p:cNvPr>
            <p:cNvSpPr/>
            <p:nvPr/>
          </p:nvSpPr>
          <p:spPr>
            <a:xfrm rot="19070274">
              <a:off x="4957620" y="2708833"/>
              <a:ext cx="133896" cy="10406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Moon 123">
              <a:extLst>
                <a:ext uri="{FF2B5EF4-FFF2-40B4-BE49-F238E27FC236}">
                  <a16:creationId xmlns:a16="http://schemas.microsoft.com/office/drawing/2014/main" id="{0E261B77-C996-4E2D-58C5-133013D718F9}"/>
                </a:ext>
              </a:extLst>
            </p:cNvPr>
            <p:cNvSpPr/>
            <p:nvPr/>
          </p:nvSpPr>
          <p:spPr>
            <a:xfrm rot="14859337" flipH="1">
              <a:off x="4176494" y="2568153"/>
              <a:ext cx="460542" cy="1125635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089BF40-5AF6-350F-50B9-102126547B44}"/>
                </a:ext>
              </a:extLst>
            </p:cNvPr>
            <p:cNvSpPr/>
            <p:nvPr/>
          </p:nvSpPr>
          <p:spPr>
            <a:xfrm>
              <a:off x="5014867" y="3364464"/>
              <a:ext cx="949737" cy="67601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13E2888A-EB23-7DE0-568C-4C1A187F68F7}"/>
                </a:ext>
              </a:extLst>
            </p:cNvPr>
            <p:cNvSpPr/>
            <p:nvPr/>
          </p:nvSpPr>
          <p:spPr>
            <a:xfrm rot="17187329">
              <a:off x="4926950" y="3006968"/>
              <a:ext cx="133896" cy="10406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9215818D-C6E8-8007-00C5-4A371D632298}"/>
                </a:ext>
              </a:extLst>
            </p:cNvPr>
            <p:cNvSpPr/>
            <p:nvPr/>
          </p:nvSpPr>
          <p:spPr>
            <a:xfrm rot="12976392" flipH="1">
              <a:off x="4185063" y="3202373"/>
              <a:ext cx="460542" cy="1125635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2C28F46A-1A47-F154-9CB5-39584A6A7A68}"/>
                </a:ext>
              </a:extLst>
            </p:cNvPr>
            <p:cNvSpPr/>
            <p:nvPr/>
          </p:nvSpPr>
          <p:spPr>
            <a:xfrm>
              <a:off x="5514216" y="2567111"/>
              <a:ext cx="1506361" cy="149719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9F7AE301-236B-C342-A907-B76DC7788780}"/>
                </a:ext>
              </a:extLst>
            </p:cNvPr>
            <p:cNvSpPr/>
            <p:nvPr/>
          </p:nvSpPr>
          <p:spPr>
            <a:xfrm>
              <a:off x="5729248" y="2754475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1DB8E87-32E3-8531-4B68-0A4C294D3C9F}"/>
                </a:ext>
              </a:extLst>
            </p:cNvPr>
            <p:cNvSpPr/>
            <p:nvPr/>
          </p:nvSpPr>
          <p:spPr>
            <a:xfrm>
              <a:off x="6250473" y="2648688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62D49306-297B-7613-D778-B56F3CB42952}"/>
                </a:ext>
              </a:extLst>
            </p:cNvPr>
            <p:cNvSpPr/>
            <p:nvPr/>
          </p:nvSpPr>
          <p:spPr>
            <a:xfrm>
              <a:off x="5602645" y="3268200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0A36FA44-4448-3EF9-8C2A-BCFCBD1D92C0}"/>
                </a:ext>
              </a:extLst>
            </p:cNvPr>
            <p:cNvSpPr/>
            <p:nvPr/>
          </p:nvSpPr>
          <p:spPr>
            <a:xfrm>
              <a:off x="6068898" y="3119400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B7909E33-1320-4CC8-3249-F1A10292484B}"/>
                </a:ext>
              </a:extLst>
            </p:cNvPr>
            <p:cNvSpPr/>
            <p:nvPr/>
          </p:nvSpPr>
          <p:spPr>
            <a:xfrm>
              <a:off x="6000900" y="3601371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7F467C8E-8AC3-A582-F8DA-CBF672BC441E}"/>
                </a:ext>
              </a:extLst>
            </p:cNvPr>
            <p:cNvSpPr/>
            <p:nvPr/>
          </p:nvSpPr>
          <p:spPr>
            <a:xfrm>
              <a:off x="6513637" y="3270973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1ADD6E77-8691-B123-63D2-E4DFEFD08CC9}"/>
              </a:ext>
            </a:extLst>
          </p:cNvPr>
          <p:cNvGrpSpPr/>
          <p:nvPr/>
        </p:nvGrpSpPr>
        <p:grpSpPr>
          <a:xfrm>
            <a:off x="3290221" y="1988287"/>
            <a:ext cx="1371600" cy="1371600"/>
            <a:chOff x="213377" y="483633"/>
            <a:chExt cx="1371600" cy="137160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AB1A7D76-148B-D499-E32C-F48B00CAF76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Hexagon 139">
              <a:extLst>
                <a:ext uri="{FF2B5EF4-FFF2-40B4-BE49-F238E27FC236}">
                  <a16:creationId xmlns:a16="http://schemas.microsoft.com/office/drawing/2014/main" id="{CC5F603C-E71C-3E01-9781-5C82D89058F3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7ADD8C86-1EC0-0486-9367-2651AF2409E1}"/>
              </a:ext>
            </a:extLst>
          </p:cNvPr>
          <p:cNvGrpSpPr/>
          <p:nvPr/>
        </p:nvGrpSpPr>
        <p:grpSpPr>
          <a:xfrm>
            <a:off x="434252" y="2026675"/>
            <a:ext cx="821134" cy="939833"/>
            <a:chOff x="4087416" y="1161299"/>
            <a:chExt cx="1198370" cy="1371600"/>
          </a:xfrm>
        </p:grpSpPr>
        <p:pic>
          <p:nvPicPr>
            <p:cNvPr id="87" name="Picture 10" descr="49 Ring Of Fire Silhouette Stock Photos, Pictures &amp;amp; Royalty-Free Images -  iStock">
              <a:extLst>
                <a:ext uri="{FF2B5EF4-FFF2-40B4-BE49-F238E27FC236}">
                  <a16:creationId xmlns:a16="http://schemas.microsoft.com/office/drawing/2014/main" id="{4E319C77-C9A7-5C3F-DEDC-E94BCE8A4C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01" t="3260" r="8629" b="5100"/>
            <a:stretch/>
          </p:blipFill>
          <p:spPr bwMode="auto">
            <a:xfrm>
              <a:off x="4087416" y="1161299"/>
              <a:ext cx="1198370" cy="1371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2" descr="Hydra vector Clipart Vector PNG , SVG, EPS, PSD, AI">
              <a:extLst>
                <a:ext uri="{FF2B5EF4-FFF2-40B4-BE49-F238E27FC236}">
                  <a16:creationId xmlns:a16="http://schemas.microsoft.com/office/drawing/2014/main" id="{2B3DA827-9DA2-CD0F-A7DC-2342ACDC96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425643" y="1661595"/>
              <a:ext cx="521915" cy="597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958C3B7-012A-96A5-CECE-99AD8138FDBC}"/>
              </a:ext>
            </a:extLst>
          </p:cNvPr>
          <p:cNvGrpSpPr/>
          <p:nvPr/>
        </p:nvGrpSpPr>
        <p:grpSpPr>
          <a:xfrm>
            <a:off x="342912" y="489901"/>
            <a:ext cx="934493" cy="875077"/>
            <a:chOff x="4722300" y="1944558"/>
            <a:chExt cx="934493" cy="875077"/>
          </a:xfrm>
        </p:grpSpPr>
        <p:pic>
          <p:nvPicPr>
            <p:cNvPr id="2050" name="Picture 2" descr="Hydra vector Clipart Vector PNG , SVG, EPS, PSD, AI">
              <a:extLst>
                <a:ext uri="{FF2B5EF4-FFF2-40B4-BE49-F238E27FC236}">
                  <a16:creationId xmlns:a16="http://schemas.microsoft.com/office/drawing/2014/main" id="{94EFF81E-1DA7-DFFF-9BBF-4FE77C4C8FA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2ECD3EA-9FFA-E034-C57C-04105FF54E9D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EB754034-34D5-5025-F26C-D5F4A3F933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FBB82173-4388-1FB7-FF51-179D2A2FB0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AB4D53AC-A50B-1211-239B-2BF7EE4583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56DC93E-73FE-B018-8ACB-47F2B8FE8713}"/>
              </a:ext>
            </a:extLst>
          </p:cNvPr>
          <p:cNvGrpSpPr/>
          <p:nvPr/>
        </p:nvGrpSpPr>
        <p:grpSpPr>
          <a:xfrm>
            <a:off x="1726749" y="1761016"/>
            <a:ext cx="1371600" cy="1371600"/>
            <a:chOff x="213377" y="483633"/>
            <a:chExt cx="1371600" cy="13716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004BD89-ADEB-7630-DCB6-B4E7E4CB9277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>
              <a:extLst>
                <a:ext uri="{FF2B5EF4-FFF2-40B4-BE49-F238E27FC236}">
                  <a16:creationId xmlns:a16="http://schemas.microsoft.com/office/drawing/2014/main" id="{5B14BEC1-982F-A175-A401-ECF83DE15DA6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2C5273B-50B4-FC83-555C-1B3528B39270}"/>
              </a:ext>
            </a:extLst>
          </p:cNvPr>
          <p:cNvGrpSpPr/>
          <p:nvPr/>
        </p:nvGrpSpPr>
        <p:grpSpPr>
          <a:xfrm>
            <a:off x="2027459" y="674158"/>
            <a:ext cx="770179" cy="474929"/>
            <a:chOff x="4366971" y="1518683"/>
            <a:chExt cx="1632818" cy="1006873"/>
          </a:xfrm>
        </p:grpSpPr>
        <p:sp>
          <p:nvSpPr>
            <p:cNvPr id="2" name="Moon 1">
              <a:extLst>
                <a:ext uri="{FF2B5EF4-FFF2-40B4-BE49-F238E27FC236}">
                  <a16:creationId xmlns:a16="http://schemas.microsoft.com/office/drawing/2014/main" id="{08ECC53F-5E6E-8B69-CDF4-912B085C321D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2A0808-8BD5-7741-531C-AA1473A5E492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00C67651-4505-D6D3-2680-A84D04E20557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6F8DC6CF-8AB5-1FBC-E0B8-2F278F92079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635E474-09FB-9B18-BD4C-C98699FB2699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54" name="Isosceles Triangle 53">
                <a:extLst>
                  <a:ext uri="{FF2B5EF4-FFF2-40B4-BE49-F238E27FC236}">
                    <a16:creationId xmlns:a16="http://schemas.microsoft.com/office/drawing/2014/main" id="{5CB0FEAA-F819-2A9A-855A-ED481D10234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Isosceles Triangle 56">
                <a:extLst>
                  <a:ext uri="{FF2B5EF4-FFF2-40B4-BE49-F238E27FC236}">
                    <a16:creationId xmlns:a16="http://schemas.microsoft.com/office/drawing/2014/main" id="{3A57F9DB-377F-E6CA-F2A8-D0651786CC7E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8" name="Isosceles Triangle 57">
              <a:extLst>
                <a:ext uri="{FF2B5EF4-FFF2-40B4-BE49-F238E27FC236}">
                  <a16:creationId xmlns:a16="http://schemas.microsoft.com/office/drawing/2014/main" id="{EBB9CF00-E48C-0C71-6A17-6F28FC063EC3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EE2ECEA-A29F-CFB1-C1E5-D247BC7384E3}"/>
              </a:ext>
            </a:extLst>
          </p:cNvPr>
          <p:cNvGrpSpPr/>
          <p:nvPr/>
        </p:nvGrpSpPr>
        <p:grpSpPr>
          <a:xfrm>
            <a:off x="2061364" y="2085647"/>
            <a:ext cx="702370" cy="722337"/>
            <a:chOff x="6950179" y="209368"/>
            <a:chExt cx="2475607" cy="2545983"/>
          </a:xfrm>
        </p:grpSpPr>
        <p:sp>
          <p:nvSpPr>
            <p:cNvPr id="62" name="Moon 61">
              <a:extLst>
                <a:ext uri="{FF2B5EF4-FFF2-40B4-BE49-F238E27FC236}">
                  <a16:creationId xmlns:a16="http://schemas.microsoft.com/office/drawing/2014/main" id="{64E6FE43-93A5-7BAF-08EC-AA55FA77B202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CD90FE6-F4D1-4A2B-A7E0-A5FDF114AD87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72" name="Isosceles Triangle 71">
                <a:extLst>
                  <a:ext uri="{FF2B5EF4-FFF2-40B4-BE49-F238E27FC236}">
                    <a16:creationId xmlns:a16="http://schemas.microsoft.com/office/drawing/2014/main" id="{63B3A113-D7DE-91F2-E0D5-EF8E4378C029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8FE397E-EC7B-3858-294C-5EFA291A7BCC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9" name="Isosceles Triangle 8">
                  <a:extLst>
                    <a:ext uri="{FF2B5EF4-FFF2-40B4-BE49-F238E27FC236}">
                      <a16:creationId xmlns:a16="http://schemas.microsoft.com/office/drawing/2014/main" id="{23F555E3-07C8-F3DC-7DD5-1D0B0F067C25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Isosceles Triangle 76">
                  <a:extLst>
                    <a:ext uri="{FF2B5EF4-FFF2-40B4-BE49-F238E27FC236}">
                      <a16:creationId xmlns:a16="http://schemas.microsoft.com/office/drawing/2014/main" id="{E242016F-BDD3-A029-6029-E1A43842079B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Isosceles Triangle 77">
                  <a:extLst>
                    <a:ext uri="{FF2B5EF4-FFF2-40B4-BE49-F238E27FC236}">
                      <a16:creationId xmlns:a16="http://schemas.microsoft.com/office/drawing/2014/main" id="{03DF0BD2-01C8-A8C6-B268-3A3E989E56EA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C47F9B93-DF24-BFD1-7735-D49A3DD6027E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80" name="Isosceles Triangle 79">
                  <a:extLst>
                    <a:ext uri="{FF2B5EF4-FFF2-40B4-BE49-F238E27FC236}">
                      <a16:creationId xmlns:a16="http://schemas.microsoft.com/office/drawing/2014/main" id="{F2A09009-AB80-5CB8-A07E-DA0730F93C99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Isosceles Triangle 80">
                  <a:extLst>
                    <a:ext uri="{FF2B5EF4-FFF2-40B4-BE49-F238E27FC236}">
                      <a16:creationId xmlns:a16="http://schemas.microsoft.com/office/drawing/2014/main" id="{7B9A6244-DE16-017A-0905-737888810438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Isosceles Triangle 81">
                  <a:extLst>
                    <a:ext uri="{FF2B5EF4-FFF2-40B4-BE49-F238E27FC236}">
                      <a16:creationId xmlns:a16="http://schemas.microsoft.com/office/drawing/2014/main" id="{2E9244AD-F24C-77C5-7E3C-A2F56161DAE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1600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129</cp:revision>
  <dcterms:created xsi:type="dcterms:W3CDTF">2022-01-10T19:03:27Z</dcterms:created>
  <dcterms:modified xsi:type="dcterms:W3CDTF">2022-06-16T11:54:14Z</dcterms:modified>
</cp:coreProperties>
</file>