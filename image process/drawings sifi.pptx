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69" r:id="rId3"/>
    <p:sldId id="271" r:id="rId4"/>
    <p:sldId id="272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-23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EEE75188-60A5-59C8-3F37-C14A27256FE0}"/>
              </a:ext>
            </a:extLst>
          </p:cNvPr>
          <p:cNvGrpSpPr/>
          <p:nvPr/>
        </p:nvGrpSpPr>
        <p:grpSpPr>
          <a:xfrm>
            <a:off x="10582728" y="2266212"/>
            <a:ext cx="1371600" cy="1371600"/>
            <a:chOff x="1298501" y="962272"/>
            <a:chExt cx="1371600" cy="1371600"/>
          </a:xfrm>
        </p:grpSpPr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65093C6E-42DB-F820-4D70-AC36960B1F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Arrow: Pentagon 141">
              <a:extLst>
                <a:ext uri="{FF2B5EF4-FFF2-40B4-BE49-F238E27FC236}">
                  <a16:creationId xmlns:a16="http://schemas.microsoft.com/office/drawing/2014/main" id="{6C2DB26D-0C0A-BDB5-3207-531A6F583A5B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F72E5F3-1ECD-92E4-BA89-45EF20385377}"/>
              </a:ext>
            </a:extLst>
          </p:cNvPr>
          <p:cNvGrpSpPr/>
          <p:nvPr/>
        </p:nvGrpSpPr>
        <p:grpSpPr>
          <a:xfrm>
            <a:off x="10990969" y="2514419"/>
            <a:ext cx="545684" cy="748114"/>
            <a:chOff x="6712366" y="4633331"/>
            <a:chExt cx="545684" cy="748114"/>
          </a:xfrm>
        </p:grpSpPr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2BADC1B8-A9A2-F803-DBA0-DE982375543A}"/>
                </a:ext>
              </a:extLst>
            </p:cNvPr>
            <p:cNvGrpSpPr/>
            <p:nvPr/>
          </p:nvGrpSpPr>
          <p:grpSpPr>
            <a:xfrm>
              <a:off x="6712366" y="4868535"/>
              <a:ext cx="545684" cy="512910"/>
              <a:chOff x="6203315" y="3923025"/>
              <a:chExt cx="969301" cy="911086"/>
            </a:xfrm>
          </p:grpSpPr>
          <p:sp>
            <p:nvSpPr>
              <p:cNvPr id="179" name="Flowchart: Manual Operation 178">
                <a:extLst>
                  <a:ext uri="{FF2B5EF4-FFF2-40B4-BE49-F238E27FC236}">
                    <a16:creationId xmlns:a16="http://schemas.microsoft.com/office/drawing/2014/main" id="{1D226BC2-A0DE-C6B5-F608-0C62082B7622}"/>
                  </a:ext>
                </a:extLst>
              </p:cNvPr>
              <p:cNvSpPr/>
              <p:nvPr/>
            </p:nvSpPr>
            <p:spPr>
              <a:xfrm flipV="1">
                <a:off x="6362626" y="4024689"/>
                <a:ext cx="659305" cy="211637"/>
              </a:xfrm>
              <a:prstGeom prst="flowChartManualOperati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4C314E8-2052-8B00-A7C9-6078E0065975}"/>
                  </a:ext>
                </a:extLst>
              </p:cNvPr>
              <p:cNvSpPr/>
              <p:nvPr/>
            </p:nvSpPr>
            <p:spPr>
              <a:xfrm>
                <a:off x="6568843" y="4236326"/>
                <a:ext cx="246871" cy="38020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9246D572-005B-536B-87FC-C72D73291DA6}"/>
                  </a:ext>
                </a:extLst>
              </p:cNvPr>
              <p:cNvSpPr/>
              <p:nvPr/>
            </p:nvSpPr>
            <p:spPr>
              <a:xfrm>
                <a:off x="6312622" y="4552470"/>
                <a:ext cx="759312" cy="211637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Arrow: Right 181">
                <a:extLst>
                  <a:ext uri="{FF2B5EF4-FFF2-40B4-BE49-F238E27FC236}">
                    <a16:creationId xmlns:a16="http://schemas.microsoft.com/office/drawing/2014/main" id="{5708BA10-C33A-2F1B-296A-582BC4633CA2}"/>
                  </a:ext>
                </a:extLst>
              </p:cNvPr>
              <p:cNvSpPr/>
              <p:nvPr/>
            </p:nvSpPr>
            <p:spPr>
              <a:xfrm rot="16200000">
                <a:off x="6070609" y="4570249"/>
                <a:ext cx="396568" cy="131155"/>
              </a:xfrm>
              <a:prstGeom prst="rightArrow">
                <a:avLst>
                  <a:gd name="adj1" fmla="val 50000"/>
                  <a:gd name="adj2" fmla="val 86364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Arrow: Right 182">
                <a:extLst>
                  <a:ext uri="{FF2B5EF4-FFF2-40B4-BE49-F238E27FC236}">
                    <a16:creationId xmlns:a16="http://schemas.microsoft.com/office/drawing/2014/main" id="{D299453C-17E5-B9C7-A455-47CA24EFC20D}"/>
                  </a:ext>
                </a:extLst>
              </p:cNvPr>
              <p:cNvSpPr/>
              <p:nvPr/>
            </p:nvSpPr>
            <p:spPr>
              <a:xfrm rot="16200000">
                <a:off x="6908755" y="4570249"/>
                <a:ext cx="396568" cy="131155"/>
              </a:xfrm>
              <a:prstGeom prst="rightArrow">
                <a:avLst>
                  <a:gd name="adj1" fmla="val 50000"/>
                  <a:gd name="adj2" fmla="val 88636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C485F57-0E4F-E604-0423-42685F050D8E}"/>
                  </a:ext>
                </a:extLst>
              </p:cNvPr>
              <p:cNvSpPr/>
              <p:nvPr/>
            </p:nvSpPr>
            <p:spPr>
              <a:xfrm>
                <a:off x="6519185" y="3923938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7EA63DA4-AB0D-3526-F0B9-8140892348B1}"/>
                  </a:ext>
                </a:extLst>
              </p:cNvPr>
              <p:cNvSpPr/>
              <p:nvPr/>
            </p:nvSpPr>
            <p:spPr>
              <a:xfrm>
                <a:off x="6807792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07A2080F-99E9-04BA-A6C5-B692986B776F}"/>
                  </a:ext>
                </a:extLst>
              </p:cNvPr>
              <p:cNvSpPr/>
              <p:nvPr/>
            </p:nvSpPr>
            <p:spPr>
              <a:xfrm>
                <a:off x="6609497" y="3923025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B48D2C8B-47B7-AE77-2790-411B85881597}"/>
                  </a:ext>
                </a:extLst>
              </p:cNvPr>
              <p:cNvSpPr/>
              <p:nvPr/>
            </p:nvSpPr>
            <p:spPr>
              <a:xfrm>
                <a:off x="6717479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8" name="Group 187">
                <a:extLst>
                  <a:ext uri="{FF2B5EF4-FFF2-40B4-BE49-F238E27FC236}">
                    <a16:creationId xmlns:a16="http://schemas.microsoft.com/office/drawing/2014/main" id="{59A42A4B-4294-DC58-8721-78F4A400D82C}"/>
                  </a:ext>
                </a:extLst>
              </p:cNvPr>
              <p:cNvGrpSpPr/>
              <p:nvPr/>
            </p:nvGrpSpPr>
            <p:grpSpPr>
              <a:xfrm rot="19228888">
                <a:off x="6412508" y="4086562"/>
                <a:ext cx="63146" cy="127118"/>
                <a:chOff x="3806073" y="5091415"/>
                <a:chExt cx="134521" cy="270800"/>
              </a:xfrm>
            </p:grpSpPr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35895EFF-B567-0122-1340-B496266BB1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Oval 212">
                  <a:extLst>
                    <a:ext uri="{FF2B5EF4-FFF2-40B4-BE49-F238E27FC236}">
                      <a16:creationId xmlns:a16="http://schemas.microsoft.com/office/drawing/2014/main" id="{AD8B4816-1544-E660-39D7-F816AC56B7CF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C497452D-0247-0ABF-D73F-6274DA1CDA7E}"/>
                  </a:ext>
                </a:extLst>
              </p:cNvPr>
              <p:cNvGrpSpPr/>
              <p:nvPr/>
            </p:nvGrpSpPr>
            <p:grpSpPr>
              <a:xfrm rot="9885821">
                <a:off x="6899501" y="4141179"/>
                <a:ext cx="63146" cy="127118"/>
                <a:chOff x="3806073" y="5091415"/>
                <a:chExt cx="134521" cy="270800"/>
              </a:xfrm>
            </p:grpSpPr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CE5AB49-53B2-F5C0-85F1-FF10D8A9E5E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Oval 210">
                  <a:extLst>
                    <a:ext uri="{FF2B5EF4-FFF2-40B4-BE49-F238E27FC236}">
                      <a16:creationId xmlns:a16="http://schemas.microsoft.com/office/drawing/2014/main" id="{9D8291B2-39AC-EAF9-AFF0-1A56B12FAD7D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0" name="Group 189">
                <a:extLst>
                  <a:ext uri="{FF2B5EF4-FFF2-40B4-BE49-F238E27FC236}">
                    <a16:creationId xmlns:a16="http://schemas.microsoft.com/office/drawing/2014/main" id="{9A4087CF-6F6B-9E44-3151-B5D82EC9070E}"/>
                  </a:ext>
                </a:extLst>
              </p:cNvPr>
              <p:cNvGrpSpPr/>
              <p:nvPr/>
            </p:nvGrpSpPr>
            <p:grpSpPr>
              <a:xfrm>
                <a:off x="6516621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C085FE73-3E72-7223-6E66-1B4474760FDD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8" name="Rectangle 207">
                    <a:extLst>
                      <a:ext uri="{FF2B5EF4-FFF2-40B4-BE49-F238E27FC236}">
                        <a16:creationId xmlns:a16="http://schemas.microsoft.com/office/drawing/2014/main" id="{F39F72CF-6E48-1DE8-37F0-76057E99668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9" name="Oval 208">
                    <a:extLst>
                      <a:ext uri="{FF2B5EF4-FFF2-40B4-BE49-F238E27FC236}">
                        <a16:creationId xmlns:a16="http://schemas.microsoft.com/office/drawing/2014/main" id="{4A3BC783-4C6A-D165-C243-2EEF25685875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0DA0FAC8-EDF7-5082-2AB1-252B9E9D83FE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6" name="Rectangle 205">
                    <a:extLst>
                      <a:ext uri="{FF2B5EF4-FFF2-40B4-BE49-F238E27FC236}">
                        <a16:creationId xmlns:a16="http://schemas.microsoft.com/office/drawing/2014/main" id="{47700E71-AE76-13B9-F9A2-BABA59C69D7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Oval 206">
                    <a:extLst>
                      <a:ext uri="{FF2B5EF4-FFF2-40B4-BE49-F238E27FC236}">
                        <a16:creationId xmlns:a16="http://schemas.microsoft.com/office/drawing/2014/main" id="{7E2EA210-0C89-6C78-F2B7-E37B75190AAD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3" name="Group 202">
                  <a:extLst>
                    <a:ext uri="{FF2B5EF4-FFF2-40B4-BE49-F238E27FC236}">
                      <a16:creationId xmlns:a16="http://schemas.microsoft.com/office/drawing/2014/main" id="{2F24C10C-5FAB-0E98-D5D9-5C6E01940E0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4" name="Rectangle 203">
                    <a:extLst>
                      <a:ext uri="{FF2B5EF4-FFF2-40B4-BE49-F238E27FC236}">
                        <a16:creationId xmlns:a16="http://schemas.microsoft.com/office/drawing/2014/main" id="{1B944315-46AD-5DB0-1030-B9FBD34BFC51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5" name="Oval 204">
                    <a:extLst>
                      <a:ext uri="{FF2B5EF4-FFF2-40B4-BE49-F238E27FC236}">
                        <a16:creationId xmlns:a16="http://schemas.microsoft.com/office/drawing/2014/main" id="{B344B3A7-3840-7E02-5398-2CCACD182DF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68AA5CF4-A07D-6FF1-279C-5FA5DB7E28C3}"/>
                  </a:ext>
                </a:extLst>
              </p:cNvPr>
              <p:cNvGrpSpPr/>
              <p:nvPr/>
            </p:nvGrpSpPr>
            <p:grpSpPr>
              <a:xfrm rot="10800000">
                <a:off x="6737076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192" name="Group 191">
                  <a:extLst>
                    <a:ext uri="{FF2B5EF4-FFF2-40B4-BE49-F238E27FC236}">
                      <a16:creationId xmlns:a16="http://schemas.microsoft.com/office/drawing/2014/main" id="{CAEBEDBE-7E58-4328-CFE5-7BD653D577A3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9" name="Rectangle 198">
                    <a:extLst>
                      <a:ext uri="{FF2B5EF4-FFF2-40B4-BE49-F238E27FC236}">
                        <a16:creationId xmlns:a16="http://schemas.microsoft.com/office/drawing/2014/main" id="{24B240A6-DAA6-6A18-32BF-F6C94F5AD21F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0" name="Oval 199">
                    <a:extLst>
                      <a:ext uri="{FF2B5EF4-FFF2-40B4-BE49-F238E27FC236}">
                        <a16:creationId xmlns:a16="http://schemas.microsoft.com/office/drawing/2014/main" id="{F9152D01-FA9E-A017-C325-C59E42C7CC8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3" name="Group 192">
                  <a:extLst>
                    <a:ext uri="{FF2B5EF4-FFF2-40B4-BE49-F238E27FC236}">
                      <a16:creationId xmlns:a16="http://schemas.microsoft.com/office/drawing/2014/main" id="{596CB9C6-04BE-B329-5601-6D538ABA60DF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7" name="Rectangle 196">
                    <a:extLst>
                      <a:ext uri="{FF2B5EF4-FFF2-40B4-BE49-F238E27FC236}">
                        <a16:creationId xmlns:a16="http://schemas.microsoft.com/office/drawing/2014/main" id="{FBB3AC41-D555-AC51-3B25-F76AA79F57C2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8" name="Oval 197">
                    <a:extLst>
                      <a:ext uri="{FF2B5EF4-FFF2-40B4-BE49-F238E27FC236}">
                        <a16:creationId xmlns:a16="http://schemas.microsoft.com/office/drawing/2014/main" id="{D839E029-79E5-A778-9E9C-EE43E4753871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4" name="Group 193">
                  <a:extLst>
                    <a:ext uri="{FF2B5EF4-FFF2-40B4-BE49-F238E27FC236}">
                      <a16:creationId xmlns:a16="http://schemas.microsoft.com/office/drawing/2014/main" id="{62F24E20-9F6D-3743-4DF5-CD6940680C9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5" name="Rectangle 194">
                    <a:extLst>
                      <a:ext uri="{FF2B5EF4-FFF2-40B4-BE49-F238E27FC236}">
                        <a16:creationId xmlns:a16="http://schemas.microsoft.com/office/drawing/2014/main" id="{7C4E32F6-F9CD-21ED-093A-44DD55C7374C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6" name="Oval 195">
                    <a:extLst>
                      <a:ext uri="{FF2B5EF4-FFF2-40B4-BE49-F238E27FC236}">
                        <a16:creationId xmlns:a16="http://schemas.microsoft.com/office/drawing/2014/main" id="{9C40F1D9-7508-1051-4DB3-73095F0A763F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21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E09F289-A7EC-6C7C-4347-265F25E6A8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7150" y="4688831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398F3904-BFBC-32CB-2F8C-C0FB0F3C9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866743" y="4689239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A036B8B-4427-8F7D-5041-DA91FDE810D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953265" y="4689742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F60BF70D-4541-E619-77CA-869A5DFBFD6F}"/>
              </a:ext>
            </a:extLst>
          </p:cNvPr>
          <p:cNvGrpSpPr/>
          <p:nvPr/>
        </p:nvGrpSpPr>
        <p:grpSpPr>
          <a:xfrm>
            <a:off x="3586655" y="3952065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5BB1C7F4-DD07-87C7-8EEC-ECA813D66FD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D77226D2-7D91-71A7-FFE2-CF1918DC17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E25D332D-EB93-80E6-B702-019112BF178E}"/>
              </a:ext>
            </a:extLst>
          </p:cNvPr>
          <p:cNvGrpSpPr/>
          <p:nvPr/>
        </p:nvGrpSpPr>
        <p:grpSpPr>
          <a:xfrm>
            <a:off x="3843598" y="4223525"/>
            <a:ext cx="870414" cy="803280"/>
            <a:chOff x="2841994" y="930562"/>
            <a:chExt cx="3529486" cy="3257264"/>
          </a:xfrm>
        </p:grpSpPr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85B12C62-ADBA-DDB9-AC76-430E72EAD4F8}"/>
                </a:ext>
              </a:extLst>
            </p:cNvPr>
            <p:cNvSpPr/>
            <p:nvPr/>
          </p:nvSpPr>
          <p:spPr>
            <a:xfrm>
              <a:off x="4305300" y="930562"/>
              <a:ext cx="590550" cy="3181350"/>
            </a:xfrm>
            <a:prstGeom prst="ellipse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Isosceles Triangle 320">
              <a:extLst>
                <a:ext uri="{FF2B5EF4-FFF2-40B4-BE49-F238E27FC236}">
                  <a16:creationId xmlns:a16="http://schemas.microsoft.com/office/drawing/2014/main" id="{5F17EBD1-A0DE-D2AA-1F38-E7D0DE10B186}"/>
                </a:ext>
              </a:extLst>
            </p:cNvPr>
            <p:cNvSpPr/>
            <p:nvPr/>
          </p:nvSpPr>
          <p:spPr>
            <a:xfrm rot="15097803">
              <a:off x="3816522" y="3530601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8C714315-EE69-66F0-541A-EF5DD3EBD261}"/>
                </a:ext>
              </a:extLst>
            </p:cNvPr>
            <p:cNvSpPr/>
            <p:nvPr/>
          </p:nvSpPr>
          <p:spPr>
            <a:xfrm rot="6456753">
              <a:off x="4789963" y="3527597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489FCEB9-6581-0E22-6109-EEBBABAA705A}"/>
                </a:ext>
              </a:extLst>
            </p:cNvPr>
            <p:cNvGrpSpPr/>
            <p:nvPr/>
          </p:nvGrpSpPr>
          <p:grpSpPr>
            <a:xfrm>
              <a:off x="2841994" y="1514299"/>
              <a:ext cx="1562063" cy="1372483"/>
              <a:chOff x="2841994" y="1514299"/>
              <a:chExt cx="1562063" cy="1372483"/>
            </a:xfrm>
          </p:grpSpPr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977D2C1C-FF87-596D-3AB2-64083F8571DD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62137CB9-7201-79C3-3084-6CB5C9587369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3" name="Trapezoid 332">
                <a:extLst>
                  <a:ext uri="{FF2B5EF4-FFF2-40B4-BE49-F238E27FC236}">
                    <a16:creationId xmlns:a16="http://schemas.microsoft.com/office/drawing/2014/main" id="{6FA67849-F3A4-D169-FBD0-2987BE6B9DA3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Isosceles Triangle 333">
                <a:extLst>
                  <a:ext uri="{FF2B5EF4-FFF2-40B4-BE49-F238E27FC236}">
                    <a16:creationId xmlns:a16="http://schemas.microsoft.com/office/drawing/2014/main" id="{F875D4DC-7385-1E3A-92DE-9B40A84E4BD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5" name="Oval 334">
                <a:extLst>
                  <a:ext uri="{FF2B5EF4-FFF2-40B4-BE49-F238E27FC236}">
                    <a16:creationId xmlns:a16="http://schemas.microsoft.com/office/drawing/2014/main" id="{C7DDC445-B33C-8CB5-68CE-C55C65096E7A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4" name="Trapezoid 323">
              <a:extLst>
                <a:ext uri="{FF2B5EF4-FFF2-40B4-BE49-F238E27FC236}">
                  <a16:creationId xmlns:a16="http://schemas.microsoft.com/office/drawing/2014/main" id="{D4781322-EF42-0A95-0672-83C3F93E7A17}"/>
                </a:ext>
              </a:extLst>
            </p:cNvPr>
            <p:cNvSpPr/>
            <p:nvPr/>
          </p:nvSpPr>
          <p:spPr>
            <a:xfrm>
              <a:off x="4391733" y="1120756"/>
              <a:ext cx="417684" cy="428229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5DF009FB-EF3B-77E6-2E7E-99F4B2FD04F4}"/>
                </a:ext>
              </a:extLst>
            </p:cNvPr>
            <p:cNvGrpSpPr/>
            <p:nvPr/>
          </p:nvGrpSpPr>
          <p:grpSpPr>
            <a:xfrm flipH="1">
              <a:off x="4809417" y="1514012"/>
              <a:ext cx="1562063" cy="1372483"/>
              <a:chOff x="2841994" y="1514299"/>
              <a:chExt cx="1562063" cy="1372483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CE9A6C7A-7F94-4551-0B54-77AE8C822945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7461F050-8672-4098-9A68-50D6750708BB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8" name="Trapezoid 327">
                <a:extLst>
                  <a:ext uri="{FF2B5EF4-FFF2-40B4-BE49-F238E27FC236}">
                    <a16:creationId xmlns:a16="http://schemas.microsoft.com/office/drawing/2014/main" id="{BB5AB281-6ACA-E753-6DB4-32918352C272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Isosceles Triangle 328">
                <a:extLst>
                  <a:ext uri="{FF2B5EF4-FFF2-40B4-BE49-F238E27FC236}">
                    <a16:creationId xmlns:a16="http://schemas.microsoft.com/office/drawing/2014/main" id="{7D7AC445-6078-CB06-53BE-27E528AABA2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0" name="Oval 329">
                <a:extLst>
                  <a:ext uri="{FF2B5EF4-FFF2-40B4-BE49-F238E27FC236}">
                    <a16:creationId xmlns:a16="http://schemas.microsoft.com/office/drawing/2014/main" id="{9C876087-7DB7-C733-8899-D07F6D9A07C1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7246E687-0EF4-4F45-FA5D-C56722D7831E}"/>
              </a:ext>
            </a:extLst>
          </p:cNvPr>
          <p:cNvGrpSpPr/>
          <p:nvPr/>
        </p:nvGrpSpPr>
        <p:grpSpPr>
          <a:xfrm>
            <a:off x="427081" y="263129"/>
            <a:ext cx="1371600" cy="1371600"/>
            <a:chOff x="427081" y="263129"/>
            <a:chExt cx="1371600" cy="13716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E0FFCD0-5558-89A0-77DB-F44B92440DB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Plaque 9">
              <a:extLst>
                <a:ext uri="{FF2B5EF4-FFF2-40B4-BE49-F238E27FC236}">
                  <a16:creationId xmlns:a16="http://schemas.microsoft.com/office/drawing/2014/main" id="{547A9B6C-82B4-6187-4C4A-2C056096AE99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DA4668C-A6C9-9F29-1BEE-74169349C720}"/>
              </a:ext>
            </a:extLst>
          </p:cNvPr>
          <p:cNvGrpSpPr/>
          <p:nvPr/>
        </p:nvGrpSpPr>
        <p:grpSpPr>
          <a:xfrm>
            <a:off x="3766985" y="263129"/>
            <a:ext cx="1371600" cy="1371600"/>
            <a:chOff x="427081" y="263129"/>
            <a:chExt cx="1371600" cy="137160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0E49F26-BC07-08BD-7B2E-1FB683E489E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Plaque 64">
              <a:extLst>
                <a:ext uri="{FF2B5EF4-FFF2-40B4-BE49-F238E27FC236}">
                  <a16:creationId xmlns:a16="http://schemas.microsoft.com/office/drawing/2014/main" id="{15C63D43-8589-2F16-9341-F86DC4EE75BF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985A505-5ACA-9E14-43B5-58A564CE814A}"/>
              </a:ext>
            </a:extLst>
          </p:cNvPr>
          <p:cNvGrpSpPr/>
          <p:nvPr/>
        </p:nvGrpSpPr>
        <p:grpSpPr>
          <a:xfrm>
            <a:off x="2101497" y="263314"/>
            <a:ext cx="1371600" cy="1371600"/>
            <a:chOff x="427081" y="263129"/>
            <a:chExt cx="1371600" cy="137160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9D05DF3-DD40-1AEB-7D57-D5E4C724C09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Plaque 36">
              <a:extLst>
                <a:ext uri="{FF2B5EF4-FFF2-40B4-BE49-F238E27FC236}">
                  <a16:creationId xmlns:a16="http://schemas.microsoft.com/office/drawing/2014/main" id="{7D3FD1FF-3D3C-99F2-F927-A664EB88A6A5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3562DA8-7EC5-D62F-3CD0-47837ED87B1F}"/>
              </a:ext>
            </a:extLst>
          </p:cNvPr>
          <p:cNvGrpSpPr/>
          <p:nvPr/>
        </p:nvGrpSpPr>
        <p:grpSpPr>
          <a:xfrm>
            <a:off x="797409" y="781866"/>
            <a:ext cx="631137" cy="505972"/>
            <a:chOff x="5010218" y="2694841"/>
            <a:chExt cx="2523392" cy="2022962"/>
          </a:xfrm>
        </p:grpSpPr>
        <p:sp>
          <p:nvSpPr>
            <p:cNvPr id="5" name="Moon 4">
              <a:extLst>
                <a:ext uri="{FF2B5EF4-FFF2-40B4-BE49-F238E27FC236}">
                  <a16:creationId xmlns:a16="http://schemas.microsoft.com/office/drawing/2014/main" id="{A9874143-2A82-2D3B-F797-BECFB101D068}"/>
                </a:ext>
              </a:extLst>
            </p:cNvPr>
            <p:cNvSpPr/>
            <p:nvPr/>
          </p:nvSpPr>
          <p:spPr>
            <a:xfrm rot="16200000">
              <a:off x="5683528" y="2021531"/>
              <a:ext cx="1176771" cy="2523392"/>
            </a:xfrm>
            <a:prstGeom prst="moon">
              <a:avLst>
                <a:gd name="adj" fmla="val 5523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B6AA356D-404B-7FFC-B885-3A63994A92C0}"/>
                </a:ext>
              </a:extLst>
            </p:cNvPr>
            <p:cNvSpPr/>
            <p:nvPr/>
          </p:nvSpPr>
          <p:spPr>
            <a:xfrm>
              <a:off x="6132701" y="2694841"/>
              <a:ext cx="278423" cy="1723292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Moon 39">
              <a:extLst>
                <a:ext uri="{FF2B5EF4-FFF2-40B4-BE49-F238E27FC236}">
                  <a16:creationId xmlns:a16="http://schemas.microsoft.com/office/drawing/2014/main" id="{E3293EBD-1F05-06C9-1DAF-114AB42DFCF7}"/>
                </a:ext>
              </a:extLst>
            </p:cNvPr>
            <p:cNvSpPr/>
            <p:nvPr/>
          </p:nvSpPr>
          <p:spPr>
            <a:xfrm rot="5400000">
              <a:off x="5972241" y="3787285"/>
              <a:ext cx="599341" cy="1261696"/>
            </a:xfrm>
            <a:prstGeom prst="moon">
              <a:avLst>
                <a:gd name="adj" fmla="val 376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D482957-79DD-BCAA-D3A1-FDDBE4B10CF7}"/>
                </a:ext>
              </a:extLst>
            </p:cNvPr>
            <p:cNvGrpSpPr/>
            <p:nvPr/>
          </p:nvGrpSpPr>
          <p:grpSpPr>
            <a:xfrm>
              <a:off x="5240214" y="3072211"/>
              <a:ext cx="862512" cy="587761"/>
              <a:chOff x="5240214" y="3072211"/>
              <a:chExt cx="862512" cy="587761"/>
            </a:xfrm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2735767C-3AA8-47B6-D677-7D4BE75CD5D0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F5C74B7-A58D-7D31-DEF0-18727C62BFB7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526E0C8A-89C5-3741-68F7-CCFFAC180B99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71A6133B-7C99-7283-AAC2-A0CA1651A05E}"/>
                </a:ext>
              </a:extLst>
            </p:cNvPr>
            <p:cNvGrpSpPr/>
            <p:nvPr/>
          </p:nvGrpSpPr>
          <p:grpSpPr>
            <a:xfrm flipH="1">
              <a:off x="6400433" y="3085350"/>
              <a:ext cx="862512" cy="587761"/>
              <a:chOff x="5240214" y="3072211"/>
              <a:chExt cx="862512" cy="587761"/>
            </a:xfrm>
          </p:grpSpPr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AA5D0FA6-B69E-87AA-C31D-6B987901B4D2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4C1367F-6979-8909-D9D6-3487DAB2ACD3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0DBD12CD-E674-B369-7759-196E0F918CB0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0C5DF98-2563-86F8-66B2-5F473BDD317C}"/>
              </a:ext>
            </a:extLst>
          </p:cNvPr>
          <p:cNvGrpSpPr/>
          <p:nvPr/>
        </p:nvGrpSpPr>
        <p:grpSpPr>
          <a:xfrm>
            <a:off x="2507360" y="554317"/>
            <a:ext cx="577458" cy="886118"/>
            <a:chOff x="5275383" y="2444259"/>
            <a:chExt cx="2101363" cy="3224576"/>
          </a:xfrm>
        </p:grpSpPr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2EADF2A1-A28A-D893-3F15-3F31AEB87ECF}"/>
                </a:ext>
              </a:extLst>
            </p:cNvPr>
            <p:cNvSpPr/>
            <p:nvPr/>
          </p:nvSpPr>
          <p:spPr>
            <a:xfrm rot="10800000">
              <a:off x="5653455" y="3974123"/>
              <a:ext cx="1345223" cy="474785"/>
            </a:xfrm>
            <a:prstGeom prst="triangl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87195922-C896-82C4-7731-A567421AC31C}"/>
                </a:ext>
              </a:extLst>
            </p:cNvPr>
            <p:cNvSpPr/>
            <p:nvPr/>
          </p:nvSpPr>
          <p:spPr>
            <a:xfrm>
              <a:off x="5675434" y="2699238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Isosceles Triangle 54">
              <a:extLst>
                <a:ext uri="{FF2B5EF4-FFF2-40B4-BE49-F238E27FC236}">
                  <a16:creationId xmlns:a16="http://schemas.microsoft.com/office/drawing/2014/main" id="{73506609-2BD0-91A1-05EF-31098DDB94BC}"/>
                </a:ext>
              </a:extLst>
            </p:cNvPr>
            <p:cNvSpPr/>
            <p:nvPr/>
          </p:nvSpPr>
          <p:spPr>
            <a:xfrm>
              <a:off x="6778870" y="2699237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C30E4588-E89B-61F1-12DA-7A3ED2B4D301}"/>
                </a:ext>
              </a:extLst>
            </p:cNvPr>
            <p:cNvSpPr/>
            <p:nvPr/>
          </p:nvSpPr>
          <p:spPr>
            <a:xfrm>
              <a:off x="6216162" y="2444259"/>
              <a:ext cx="219808" cy="1529863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Moon 59">
              <a:extLst>
                <a:ext uri="{FF2B5EF4-FFF2-40B4-BE49-F238E27FC236}">
                  <a16:creationId xmlns:a16="http://schemas.microsoft.com/office/drawing/2014/main" id="{87A7BA59-A2B6-709C-00C8-16832E3531D0}"/>
                </a:ext>
              </a:extLst>
            </p:cNvPr>
            <p:cNvSpPr/>
            <p:nvPr/>
          </p:nvSpPr>
          <p:spPr>
            <a:xfrm rot="5400000">
              <a:off x="6060099" y="4769824"/>
              <a:ext cx="531929" cy="1266094"/>
            </a:xfrm>
            <a:prstGeom prst="moon">
              <a:avLst>
                <a:gd name="adj" fmla="val 38235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ECBE0F47-3EA0-620C-2D86-AF5078632349}"/>
                </a:ext>
              </a:extLst>
            </p:cNvPr>
            <p:cNvSpPr/>
            <p:nvPr/>
          </p:nvSpPr>
          <p:spPr>
            <a:xfrm rot="10800000">
              <a:off x="6000749" y="4211516"/>
              <a:ext cx="650633" cy="142434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Moon 17">
              <a:extLst>
                <a:ext uri="{FF2B5EF4-FFF2-40B4-BE49-F238E27FC236}">
                  <a16:creationId xmlns:a16="http://schemas.microsoft.com/office/drawing/2014/main" id="{FD6EA14C-83A3-27CE-AD16-7D3EF805E5B4}"/>
                </a:ext>
              </a:extLst>
            </p:cNvPr>
            <p:cNvSpPr/>
            <p:nvPr/>
          </p:nvSpPr>
          <p:spPr>
            <a:xfrm rot="5400000">
              <a:off x="6027126" y="3697166"/>
              <a:ext cx="597877" cy="210136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8961DD9-2354-5B68-2F7D-5210C746B4E7}"/>
              </a:ext>
            </a:extLst>
          </p:cNvPr>
          <p:cNvGrpSpPr/>
          <p:nvPr/>
        </p:nvGrpSpPr>
        <p:grpSpPr>
          <a:xfrm>
            <a:off x="3943868" y="615737"/>
            <a:ext cx="1020292" cy="877614"/>
            <a:chOff x="5664202" y="1634729"/>
            <a:chExt cx="2809442" cy="2416570"/>
          </a:xfrm>
        </p:grpSpPr>
        <p:sp>
          <p:nvSpPr>
            <p:cNvPr id="21" name="Moon 20">
              <a:extLst>
                <a:ext uri="{FF2B5EF4-FFF2-40B4-BE49-F238E27FC236}">
                  <a16:creationId xmlns:a16="http://schemas.microsoft.com/office/drawing/2014/main" id="{E205A88C-A617-A10F-64E8-ACB267143627}"/>
                </a:ext>
              </a:extLst>
            </p:cNvPr>
            <p:cNvSpPr/>
            <p:nvPr/>
          </p:nvSpPr>
          <p:spPr>
            <a:xfrm rot="16200000" flipV="1">
              <a:off x="6630773" y="1057275"/>
              <a:ext cx="876300" cy="2809442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Moon 66">
              <a:extLst>
                <a:ext uri="{FF2B5EF4-FFF2-40B4-BE49-F238E27FC236}">
                  <a16:creationId xmlns:a16="http://schemas.microsoft.com/office/drawing/2014/main" id="{57F01248-854D-FF68-7C19-2D740C67AE52}"/>
                </a:ext>
              </a:extLst>
            </p:cNvPr>
            <p:cNvSpPr/>
            <p:nvPr/>
          </p:nvSpPr>
          <p:spPr>
            <a:xfrm rot="16200000" flipV="1">
              <a:off x="6777590" y="2133133"/>
              <a:ext cx="658596" cy="2101848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Moon 67">
              <a:extLst>
                <a:ext uri="{FF2B5EF4-FFF2-40B4-BE49-F238E27FC236}">
                  <a16:creationId xmlns:a16="http://schemas.microsoft.com/office/drawing/2014/main" id="{958D179A-FCB2-1FAD-E919-831449E3CB87}"/>
                </a:ext>
              </a:extLst>
            </p:cNvPr>
            <p:cNvSpPr/>
            <p:nvPr/>
          </p:nvSpPr>
          <p:spPr>
            <a:xfrm rot="16200000" flipV="1">
              <a:off x="6839285" y="3112240"/>
              <a:ext cx="535205" cy="1337436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rapezoid 19">
              <a:extLst>
                <a:ext uri="{FF2B5EF4-FFF2-40B4-BE49-F238E27FC236}">
                  <a16:creationId xmlns:a16="http://schemas.microsoft.com/office/drawing/2014/main" id="{B4208B20-59E1-0795-4DAE-F3477F5F5F55}"/>
                </a:ext>
              </a:extLst>
            </p:cNvPr>
            <p:cNvSpPr/>
            <p:nvPr/>
          </p:nvSpPr>
          <p:spPr>
            <a:xfrm rot="10800000">
              <a:off x="6527800" y="2060178"/>
              <a:ext cx="1168400" cy="1991121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Trapezoid 65">
              <a:extLst>
                <a:ext uri="{FF2B5EF4-FFF2-40B4-BE49-F238E27FC236}">
                  <a16:creationId xmlns:a16="http://schemas.microsoft.com/office/drawing/2014/main" id="{354C1164-4902-CC73-0E27-43A861AB0199}"/>
                </a:ext>
              </a:extLst>
            </p:cNvPr>
            <p:cNvSpPr/>
            <p:nvPr/>
          </p:nvSpPr>
          <p:spPr>
            <a:xfrm>
              <a:off x="6667977" y="1634729"/>
              <a:ext cx="877823" cy="341783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87BCEC2-D005-ACA5-364B-F687BF13FC73}"/>
                </a:ext>
              </a:extLst>
            </p:cNvPr>
            <p:cNvSpPr/>
            <p:nvPr/>
          </p:nvSpPr>
          <p:spPr>
            <a:xfrm>
              <a:off x="6832567" y="2092176"/>
              <a:ext cx="548640" cy="54864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D3CCCD81-AEAF-1D91-1A8A-CA5702635CD6}"/>
                </a:ext>
              </a:extLst>
            </p:cNvPr>
            <p:cNvSpPr/>
            <p:nvPr/>
          </p:nvSpPr>
          <p:spPr>
            <a:xfrm>
              <a:off x="6878287" y="2672814"/>
              <a:ext cx="457200" cy="4572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16D2DBA2-511B-A238-4803-4A57DC71210F}"/>
                </a:ext>
              </a:extLst>
            </p:cNvPr>
            <p:cNvSpPr/>
            <p:nvPr/>
          </p:nvSpPr>
          <p:spPr>
            <a:xfrm>
              <a:off x="6924007" y="3160831"/>
              <a:ext cx="365760" cy="36576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D1130D1-136D-1917-4080-6CCCED424C44}"/>
                </a:ext>
              </a:extLst>
            </p:cNvPr>
            <p:cNvSpPr/>
            <p:nvPr/>
          </p:nvSpPr>
          <p:spPr>
            <a:xfrm>
              <a:off x="6969727" y="3583710"/>
              <a:ext cx="274320" cy="27432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9122738" y="3515455"/>
            <a:ext cx="735385" cy="928816"/>
            <a:chOff x="2752725" y="1271400"/>
            <a:chExt cx="1871663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1933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7" y="1634729"/>
              <a:ext cx="469900" cy="317896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8790031" y="3209529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CD3CB12-E2D0-5C30-4A6F-506F54B07124}"/>
              </a:ext>
            </a:extLst>
          </p:cNvPr>
          <p:cNvGrpSpPr/>
          <p:nvPr/>
        </p:nvGrpSpPr>
        <p:grpSpPr>
          <a:xfrm>
            <a:off x="10250825" y="3427092"/>
            <a:ext cx="961844" cy="961844"/>
            <a:chOff x="3282950" y="1689100"/>
            <a:chExt cx="1371600" cy="13716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32074B7-5055-399D-A4AE-A1104E3499F6}"/>
                </a:ext>
              </a:extLst>
            </p:cNvPr>
            <p:cNvSpPr/>
            <p:nvPr/>
          </p:nvSpPr>
          <p:spPr>
            <a:xfrm>
              <a:off x="3282950" y="1689100"/>
              <a:ext cx="1371600" cy="13716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C2DD6A86-C952-C453-D0D6-ECA34B6DCED7}"/>
                </a:ext>
              </a:extLst>
            </p:cNvPr>
            <p:cNvSpPr/>
            <p:nvPr/>
          </p:nvSpPr>
          <p:spPr>
            <a:xfrm>
              <a:off x="3706811" y="16891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C7BEC5FE-DAD5-FA0F-88AD-8A0014D1261F}"/>
                </a:ext>
              </a:extLst>
            </p:cNvPr>
            <p:cNvSpPr/>
            <p:nvPr/>
          </p:nvSpPr>
          <p:spPr>
            <a:xfrm>
              <a:off x="3409950" y="226695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0D04A301-12DC-CAA7-64D2-E7C43DF7446F}"/>
                </a:ext>
              </a:extLst>
            </p:cNvPr>
            <p:cNvSpPr/>
            <p:nvPr/>
          </p:nvSpPr>
          <p:spPr>
            <a:xfrm>
              <a:off x="3998910" y="22606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14" y="896969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265805" y="561579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774744" y="561579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E75E3D7-A70B-C907-CC6D-29D73D63C577}"/>
              </a:ext>
            </a:extLst>
          </p:cNvPr>
          <p:cNvGrpSpPr/>
          <p:nvPr/>
        </p:nvGrpSpPr>
        <p:grpSpPr>
          <a:xfrm>
            <a:off x="1996314" y="1042516"/>
            <a:ext cx="963261" cy="626255"/>
            <a:chOff x="648651" y="744066"/>
            <a:chExt cx="963261" cy="626255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666143" y="770809"/>
              <a:ext cx="239261" cy="523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937159" y="1175450"/>
              <a:ext cx="80573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895519" y="1010551"/>
              <a:ext cx="124644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960709" y="1110544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827784" y="1308483"/>
              <a:ext cx="176985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730780" y="884797"/>
              <a:ext cx="385680" cy="1824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1129217" y="948909"/>
              <a:ext cx="127799" cy="1019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1050684" y="904153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1233938" y="976327"/>
              <a:ext cx="127799" cy="951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1317139" y="974084"/>
              <a:ext cx="127799" cy="759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59936618-E9A8-6B09-A705-098026B1641B}"/>
                </a:ext>
              </a:extLst>
            </p:cNvPr>
            <p:cNvSpPr/>
            <p:nvPr/>
          </p:nvSpPr>
          <p:spPr>
            <a:xfrm rot="20266641">
              <a:off x="1391056" y="950213"/>
              <a:ext cx="127799" cy="7139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1BC772E-B803-B031-69E2-01013AA023EA}"/>
                </a:ext>
              </a:extLst>
            </p:cNvPr>
            <p:cNvSpPr/>
            <p:nvPr/>
          </p:nvSpPr>
          <p:spPr>
            <a:xfrm rot="21118181">
              <a:off x="1466604" y="928247"/>
              <a:ext cx="145308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648651" y="892255"/>
              <a:ext cx="176184" cy="17343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806291" y="940142"/>
              <a:ext cx="157066" cy="15706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820699" y="744066"/>
              <a:ext cx="229986" cy="123357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3283683" y="561579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3521060" y="981522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782882" y="2084445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953043" y="2348722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1DB8E8-EE35-3D49-409A-FC44766739AA}"/>
              </a:ext>
            </a:extLst>
          </p:cNvPr>
          <p:cNvGrpSpPr/>
          <p:nvPr/>
        </p:nvGrpSpPr>
        <p:grpSpPr>
          <a:xfrm>
            <a:off x="4812983" y="561579"/>
            <a:ext cx="1371600" cy="1371600"/>
            <a:chOff x="427081" y="263129"/>
            <a:chExt cx="1371600" cy="137160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B490ED9-FCA4-4573-99ED-442C37B5CEE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Plaque 102">
              <a:extLst>
                <a:ext uri="{FF2B5EF4-FFF2-40B4-BE49-F238E27FC236}">
                  <a16:creationId xmlns:a16="http://schemas.microsoft.com/office/drawing/2014/main" id="{8C56A696-8B73-72E8-0B33-501EF34C3DA0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44850BE-B9B8-B88E-F156-006BB031DC56}"/>
              </a:ext>
            </a:extLst>
          </p:cNvPr>
          <p:cNvGrpSpPr/>
          <p:nvPr/>
        </p:nvGrpSpPr>
        <p:grpSpPr>
          <a:xfrm>
            <a:off x="5028480" y="893686"/>
            <a:ext cx="932742" cy="801763"/>
            <a:chOff x="3387725" y="1634730"/>
            <a:chExt cx="1466850" cy="1260870"/>
          </a:xfrm>
        </p:grpSpPr>
        <p:sp>
          <p:nvSpPr>
            <p:cNvPr id="105" name="Moon 104">
              <a:extLst>
                <a:ext uri="{FF2B5EF4-FFF2-40B4-BE49-F238E27FC236}">
                  <a16:creationId xmlns:a16="http://schemas.microsoft.com/office/drawing/2014/main" id="{5E4ABBEB-6C6C-B442-9BFC-B32F11B97771}"/>
                </a:ext>
              </a:extLst>
            </p:cNvPr>
            <p:cNvSpPr/>
            <p:nvPr/>
          </p:nvSpPr>
          <p:spPr>
            <a:xfrm rot="16200000">
              <a:off x="3873500" y="1651000"/>
              <a:ext cx="495300" cy="146685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48C35D-41BC-E62E-C3D1-8FCFE763691A}"/>
                </a:ext>
              </a:extLst>
            </p:cNvPr>
            <p:cNvSpPr/>
            <p:nvPr/>
          </p:nvSpPr>
          <p:spPr>
            <a:xfrm>
              <a:off x="3651250" y="2682875"/>
              <a:ext cx="939800" cy="2127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Moon 106">
              <a:extLst>
                <a:ext uri="{FF2B5EF4-FFF2-40B4-BE49-F238E27FC236}">
                  <a16:creationId xmlns:a16="http://schemas.microsoft.com/office/drawing/2014/main" id="{7ECF0F48-64CD-379B-838B-3DECE932618F}"/>
                </a:ext>
              </a:extLst>
            </p:cNvPr>
            <p:cNvSpPr/>
            <p:nvPr/>
          </p:nvSpPr>
          <p:spPr>
            <a:xfrm rot="5400000">
              <a:off x="4025900" y="1322786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680EE1B-8139-1873-5A63-D46F1DED7F99}"/>
                </a:ext>
              </a:extLst>
            </p:cNvPr>
            <p:cNvSpPr/>
            <p:nvPr/>
          </p:nvSpPr>
          <p:spPr>
            <a:xfrm rot="5400000">
              <a:off x="3919196" y="1788661"/>
              <a:ext cx="393192" cy="3901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Moon 108">
              <a:extLst>
                <a:ext uri="{FF2B5EF4-FFF2-40B4-BE49-F238E27FC236}">
                  <a16:creationId xmlns:a16="http://schemas.microsoft.com/office/drawing/2014/main" id="{5A80FCAA-ED70-CC7A-D67C-3DCF76DD8165}"/>
                </a:ext>
              </a:extLst>
            </p:cNvPr>
            <p:cNvSpPr/>
            <p:nvPr/>
          </p:nvSpPr>
          <p:spPr>
            <a:xfrm rot="5400000" flipH="1">
              <a:off x="4025901" y="1830278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3565B637-E4BD-792D-8380-B415A9C87FB6}"/>
                </a:ext>
              </a:extLst>
            </p:cNvPr>
            <p:cNvSpPr/>
            <p:nvPr/>
          </p:nvSpPr>
          <p:spPr>
            <a:xfrm rot="5400000">
              <a:off x="3978632" y="1843842"/>
              <a:ext cx="274320" cy="27432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418" y="1143969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6316063" y="565221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6908156" y="838411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8185405" y="850161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7833615" y="580700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18" y="1115210"/>
            <a:ext cx="277209" cy="415814"/>
          </a:xfrm>
          <a:prstGeom prst="rect">
            <a:avLst/>
          </a:prstGeom>
        </p:spPr>
      </p:pic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B0B142-B0B1-9AB0-A578-7503645128F2}"/>
              </a:ext>
            </a:extLst>
          </p:cNvPr>
          <p:cNvGrpSpPr/>
          <p:nvPr/>
        </p:nvGrpSpPr>
        <p:grpSpPr>
          <a:xfrm>
            <a:off x="9539183" y="811523"/>
            <a:ext cx="1027167" cy="1035721"/>
            <a:chOff x="4165279" y="376316"/>
            <a:chExt cx="4372510" cy="44089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4F1C6C6-B6B3-3951-8A2A-B125FDC763A1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167" name="Isosceles Triangle 166">
                <a:extLst>
                  <a:ext uri="{FF2B5EF4-FFF2-40B4-BE49-F238E27FC236}">
                    <a16:creationId xmlns:a16="http://schemas.microsoft.com/office/drawing/2014/main" id="{77184497-6B7E-1444-A5CA-EA936053CBE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Isosceles Triangle 167">
                <a:extLst>
                  <a:ext uri="{FF2B5EF4-FFF2-40B4-BE49-F238E27FC236}">
                    <a16:creationId xmlns:a16="http://schemas.microsoft.com/office/drawing/2014/main" id="{A485807E-27D8-4D66-1A94-3E2FD526D3EC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55D15-2BB7-955F-D820-D4D61FC0CF1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EBCBB169-2CFC-856A-AE60-53A760D9C6BE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64987AF0-3461-5A21-711E-4566429B1A75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163" name="Picture 162">
                <a:extLst>
                  <a:ext uri="{FF2B5EF4-FFF2-40B4-BE49-F238E27FC236}">
                    <a16:creationId xmlns:a16="http://schemas.microsoft.com/office/drawing/2014/main" id="{E6E2D24E-9922-BB33-168F-F4B3BA27BA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8BA8976D-786C-2F00-0C6F-4FD9BA4086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5" name="Picture 164">
                <a:extLst>
                  <a:ext uri="{FF2B5EF4-FFF2-40B4-BE49-F238E27FC236}">
                    <a16:creationId xmlns:a16="http://schemas.microsoft.com/office/drawing/2014/main" id="{D3799764-8805-159B-12EF-6C6C9FAF5A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6" name="Picture 165">
                <a:extLst>
                  <a:ext uri="{FF2B5EF4-FFF2-40B4-BE49-F238E27FC236}">
                    <a16:creationId xmlns:a16="http://schemas.microsoft.com/office/drawing/2014/main" id="{85540936-B0B9-39A1-7E20-A5DB9117623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AD3D8339-98CF-FF7C-59A6-78E7DCA3BE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9A69E514-2B3E-9F3B-9B10-CBEBF2D7FC7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969C04AB-92B7-3D62-580F-2A56B8E90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08FF41A6-26AA-784D-C07D-A1DA628C17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2" name="Picture 161">
                <a:extLst>
                  <a:ext uri="{FF2B5EF4-FFF2-40B4-BE49-F238E27FC236}">
                    <a16:creationId xmlns:a16="http://schemas.microsoft.com/office/drawing/2014/main" id="{DE7FDF25-4BE1-F272-4C1A-4C1860B8B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4F2669A-27A2-B41B-E16D-BAE52A2620ED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48A1BEED-2797-183B-02B7-A6C29622C98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FCAA1D9B-2BE3-AFB6-C030-984D7845E0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A1C7CBAD-5FD9-D36C-E5BF-62B057C3A0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3D37B3B9-EF90-D8EA-47A4-5CF679726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9379E66C-653E-D856-F3DF-A33518A3DCB3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151" name="Picture 150">
                <a:extLst>
                  <a:ext uri="{FF2B5EF4-FFF2-40B4-BE49-F238E27FC236}">
                    <a16:creationId xmlns:a16="http://schemas.microsoft.com/office/drawing/2014/main" id="{89AA0170-CCB4-8528-4C37-16DA2701F1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E09E8C20-9267-B79E-DC18-D9C96C8ACD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DCA90085-B0ED-7C6F-AA98-67586961E2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B57A8535-ECD3-455E-B1E1-AC71B9E2A8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1292E69-46B4-6A7D-4379-5C53511BFD90}"/>
              </a:ext>
            </a:extLst>
          </p:cNvPr>
          <p:cNvGrpSpPr/>
          <p:nvPr/>
        </p:nvGrpSpPr>
        <p:grpSpPr>
          <a:xfrm>
            <a:off x="9358175" y="580700"/>
            <a:ext cx="1371600" cy="1371600"/>
            <a:chOff x="427081" y="263129"/>
            <a:chExt cx="1371600" cy="1371600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DE9E8-A6EE-5604-FBE1-A5854BCB70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Plaque 172">
              <a:extLst>
                <a:ext uri="{FF2B5EF4-FFF2-40B4-BE49-F238E27FC236}">
                  <a16:creationId xmlns:a16="http://schemas.microsoft.com/office/drawing/2014/main" id="{370ADBE4-6701-B452-B189-D65C68DF8CAB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EE1B358-D077-55B3-E3EF-3502D89D3061}"/>
              </a:ext>
            </a:extLst>
          </p:cNvPr>
          <p:cNvGrpSpPr/>
          <p:nvPr/>
        </p:nvGrpSpPr>
        <p:grpSpPr>
          <a:xfrm>
            <a:off x="3976821" y="3222214"/>
            <a:ext cx="1371600" cy="1371600"/>
            <a:chOff x="427081" y="263129"/>
            <a:chExt cx="1371600" cy="1371600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2362BCC9-676B-D0EA-55D6-0543234DFEA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Plaque 175">
              <a:extLst>
                <a:ext uri="{FF2B5EF4-FFF2-40B4-BE49-F238E27FC236}">
                  <a16:creationId xmlns:a16="http://schemas.microsoft.com/office/drawing/2014/main" id="{ACD354BE-71B9-452A-BFA9-F6E184C854C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5EB96501-FE37-49B8-190F-C508957B18C6}"/>
              </a:ext>
            </a:extLst>
          </p:cNvPr>
          <p:cNvGrpSpPr/>
          <p:nvPr/>
        </p:nvGrpSpPr>
        <p:grpSpPr>
          <a:xfrm>
            <a:off x="7316725" y="3222214"/>
            <a:ext cx="1371600" cy="1371600"/>
            <a:chOff x="427081" y="263129"/>
            <a:chExt cx="1371600" cy="1371600"/>
          </a:xfrm>
        </p:grpSpPr>
        <p:sp>
          <p:nvSpPr>
            <p:cNvPr id="178" name="Rectangle 177">
              <a:extLst>
                <a:ext uri="{FF2B5EF4-FFF2-40B4-BE49-F238E27FC236}">
                  <a16:creationId xmlns:a16="http://schemas.microsoft.com/office/drawing/2014/main" id="{5A657355-62FB-6E62-211D-DFCF6D8A255C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Plaque 178">
              <a:extLst>
                <a:ext uri="{FF2B5EF4-FFF2-40B4-BE49-F238E27FC236}">
                  <a16:creationId xmlns:a16="http://schemas.microsoft.com/office/drawing/2014/main" id="{E73ED871-7605-3F46-5F0C-E5EBAE589AFC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4D65888-F453-86E6-D72E-3CF182B9E272}"/>
              </a:ext>
            </a:extLst>
          </p:cNvPr>
          <p:cNvGrpSpPr/>
          <p:nvPr/>
        </p:nvGrpSpPr>
        <p:grpSpPr>
          <a:xfrm>
            <a:off x="5651237" y="3222399"/>
            <a:ext cx="1371600" cy="1371600"/>
            <a:chOff x="427081" y="263129"/>
            <a:chExt cx="1371600" cy="1371600"/>
          </a:xfrm>
        </p:grpSpPr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15476A39-10C3-127D-952E-73AD493215BC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2" name="Plaque 181">
              <a:extLst>
                <a:ext uri="{FF2B5EF4-FFF2-40B4-BE49-F238E27FC236}">
                  <a16:creationId xmlns:a16="http://schemas.microsoft.com/office/drawing/2014/main" id="{96446AB4-BE97-8FEE-6964-BA45D84A09CC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D7074B7-5CE6-3B9B-8197-F3D1B145AE2B}"/>
              </a:ext>
            </a:extLst>
          </p:cNvPr>
          <p:cNvGrpSpPr/>
          <p:nvPr/>
        </p:nvGrpSpPr>
        <p:grpSpPr>
          <a:xfrm>
            <a:off x="4347149" y="3740951"/>
            <a:ext cx="631137" cy="505972"/>
            <a:chOff x="5010218" y="2694841"/>
            <a:chExt cx="2523392" cy="2022962"/>
          </a:xfrm>
        </p:grpSpPr>
        <p:sp>
          <p:nvSpPr>
            <p:cNvPr id="184" name="Moon 183">
              <a:extLst>
                <a:ext uri="{FF2B5EF4-FFF2-40B4-BE49-F238E27FC236}">
                  <a16:creationId xmlns:a16="http://schemas.microsoft.com/office/drawing/2014/main" id="{3D7EBBA5-9CF3-1F53-BE6A-A1F6D6E86D40}"/>
                </a:ext>
              </a:extLst>
            </p:cNvPr>
            <p:cNvSpPr/>
            <p:nvPr/>
          </p:nvSpPr>
          <p:spPr>
            <a:xfrm rot="16200000">
              <a:off x="5683528" y="2021531"/>
              <a:ext cx="1176771" cy="2523392"/>
            </a:xfrm>
            <a:prstGeom prst="moon">
              <a:avLst>
                <a:gd name="adj" fmla="val 5523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Isosceles Triangle 184">
              <a:extLst>
                <a:ext uri="{FF2B5EF4-FFF2-40B4-BE49-F238E27FC236}">
                  <a16:creationId xmlns:a16="http://schemas.microsoft.com/office/drawing/2014/main" id="{E887F0EA-0FFC-8F5C-AEEF-A8D613587A59}"/>
                </a:ext>
              </a:extLst>
            </p:cNvPr>
            <p:cNvSpPr/>
            <p:nvPr/>
          </p:nvSpPr>
          <p:spPr>
            <a:xfrm>
              <a:off x="6132701" y="2694841"/>
              <a:ext cx="278423" cy="1723292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Moon 185">
              <a:extLst>
                <a:ext uri="{FF2B5EF4-FFF2-40B4-BE49-F238E27FC236}">
                  <a16:creationId xmlns:a16="http://schemas.microsoft.com/office/drawing/2014/main" id="{5930625C-DAA3-8CD7-47AC-1E199E590909}"/>
                </a:ext>
              </a:extLst>
            </p:cNvPr>
            <p:cNvSpPr/>
            <p:nvPr/>
          </p:nvSpPr>
          <p:spPr>
            <a:xfrm rot="5400000">
              <a:off x="5972241" y="3787285"/>
              <a:ext cx="599341" cy="1261696"/>
            </a:xfrm>
            <a:prstGeom prst="moon">
              <a:avLst>
                <a:gd name="adj" fmla="val 376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5396257-336E-7E85-B11C-1AE15822B1B2}"/>
                </a:ext>
              </a:extLst>
            </p:cNvPr>
            <p:cNvGrpSpPr/>
            <p:nvPr/>
          </p:nvGrpSpPr>
          <p:grpSpPr>
            <a:xfrm>
              <a:off x="5240214" y="3072211"/>
              <a:ext cx="862512" cy="587761"/>
              <a:chOff x="5240214" y="3072211"/>
              <a:chExt cx="862512" cy="587761"/>
            </a:xfrm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0D78027D-2290-4C6B-F720-2C9B672D35E2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88DC8E7C-3845-A2B4-4868-F38A0F271863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5253FC48-0E0E-6FDD-036D-01053E164AEA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B3CB005E-B57E-B712-DCAF-C02AB5711356}"/>
                </a:ext>
              </a:extLst>
            </p:cNvPr>
            <p:cNvGrpSpPr/>
            <p:nvPr/>
          </p:nvGrpSpPr>
          <p:grpSpPr>
            <a:xfrm flipH="1">
              <a:off x="6400433" y="3085350"/>
              <a:ext cx="862512" cy="587761"/>
              <a:chOff x="5240214" y="3072211"/>
              <a:chExt cx="862512" cy="587761"/>
            </a:xfrm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43BCE9CA-BB0A-081B-CDF5-89A580CEB1FF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16CA2659-0B0C-FF9B-6901-1573BEE82289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F543D99B-8F36-DB1C-105C-440D1CE77738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DB1EAEC0-BE94-7F50-9DEF-9BFBD170356A}"/>
              </a:ext>
            </a:extLst>
          </p:cNvPr>
          <p:cNvGrpSpPr/>
          <p:nvPr/>
        </p:nvGrpSpPr>
        <p:grpSpPr>
          <a:xfrm>
            <a:off x="6057100" y="3513402"/>
            <a:ext cx="577458" cy="886118"/>
            <a:chOff x="5275383" y="2444259"/>
            <a:chExt cx="2101363" cy="3224576"/>
          </a:xfrm>
        </p:grpSpPr>
        <p:sp>
          <p:nvSpPr>
            <p:cNvPr id="196" name="Isosceles Triangle 195">
              <a:extLst>
                <a:ext uri="{FF2B5EF4-FFF2-40B4-BE49-F238E27FC236}">
                  <a16:creationId xmlns:a16="http://schemas.microsoft.com/office/drawing/2014/main" id="{C9FAB2E9-76C6-BDD0-5AB3-3FA35378D211}"/>
                </a:ext>
              </a:extLst>
            </p:cNvPr>
            <p:cNvSpPr/>
            <p:nvPr/>
          </p:nvSpPr>
          <p:spPr>
            <a:xfrm rot="10800000">
              <a:off x="5653455" y="3974123"/>
              <a:ext cx="1345223" cy="474785"/>
            </a:xfrm>
            <a:prstGeom prst="triangl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Isosceles Triangle 196">
              <a:extLst>
                <a:ext uri="{FF2B5EF4-FFF2-40B4-BE49-F238E27FC236}">
                  <a16:creationId xmlns:a16="http://schemas.microsoft.com/office/drawing/2014/main" id="{7E9CB0F5-9D08-D49C-E28F-02FABF76B268}"/>
                </a:ext>
              </a:extLst>
            </p:cNvPr>
            <p:cNvSpPr/>
            <p:nvPr/>
          </p:nvSpPr>
          <p:spPr>
            <a:xfrm>
              <a:off x="5675434" y="2699238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" name="Isosceles Triangle 197">
              <a:extLst>
                <a:ext uri="{FF2B5EF4-FFF2-40B4-BE49-F238E27FC236}">
                  <a16:creationId xmlns:a16="http://schemas.microsoft.com/office/drawing/2014/main" id="{B6DC7B9D-D2B6-B3DE-A933-C87112D71B06}"/>
                </a:ext>
              </a:extLst>
            </p:cNvPr>
            <p:cNvSpPr/>
            <p:nvPr/>
          </p:nvSpPr>
          <p:spPr>
            <a:xfrm>
              <a:off x="6778870" y="2699237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Isosceles Triangle 198">
              <a:extLst>
                <a:ext uri="{FF2B5EF4-FFF2-40B4-BE49-F238E27FC236}">
                  <a16:creationId xmlns:a16="http://schemas.microsoft.com/office/drawing/2014/main" id="{86F2C79D-630B-FF3B-27B0-ADAFABEEFAA1}"/>
                </a:ext>
              </a:extLst>
            </p:cNvPr>
            <p:cNvSpPr/>
            <p:nvPr/>
          </p:nvSpPr>
          <p:spPr>
            <a:xfrm>
              <a:off x="6216162" y="2444259"/>
              <a:ext cx="219808" cy="1529863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Moon 199">
              <a:extLst>
                <a:ext uri="{FF2B5EF4-FFF2-40B4-BE49-F238E27FC236}">
                  <a16:creationId xmlns:a16="http://schemas.microsoft.com/office/drawing/2014/main" id="{25622979-1FEC-8A3C-C168-D657104ADDC6}"/>
                </a:ext>
              </a:extLst>
            </p:cNvPr>
            <p:cNvSpPr/>
            <p:nvPr/>
          </p:nvSpPr>
          <p:spPr>
            <a:xfrm rot="5400000">
              <a:off x="6060099" y="4769824"/>
              <a:ext cx="531929" cy="1266094"/>
            </a:xfrm>
            <a:prstGeom prst="moon">
              <a:avLst>
                <a:gd name="adj" fmla="val 38235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1" name="Isosceles Triangle 200">
              <a:extLst>
                <a:ext uri="{FF2B5EF4-FFF2-40B4-BE49-F238E27FC236}">
                  <a16:creationId xmlns:a16="http://schemas.microsoft.com/office/drawing/2014/main" id="{D5F703A3-E8F4-A41F-99BF-477F8C03022D}"/>
                </a:ext>
              </a:extLst>
            </p:cNvPr>
            <p:cNvSpPr/>
            <p:nvPr/>
          </p:nvSpPr>
          <p:spPr>
            <a:xfrm rot="10800000">
              <a:off x="6000749" y="4211516"/>
              <a:ext cx="650633" cy="142434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" name="Moon 201">
              <a:extLst>
                <a:ext uri="{FF2B5EF4-FFF2-40B4-BE49-F238E27FC236}">
                  <a16:creationId xmlns:a16="http://schemas.microsoft.com/office/drawing/2014/main" id="{8BC6147D-0044-3A8E-2BB9-06C87E4EBFEF}"/>
                </a:ext>
              </a:extLst>
            </p:cNvPr>
            <p:cNvSpPr/>
            <p:nvPr/>
          </p:nvSpPr>
          <p:spPr>
            <a:xfrm rot="5400000">
              <a:off x="6027126" y="3697166"/>
              <a:ext cx="597877" cy="210136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D8D3A3CE-09CD-16A4-4BBA-2886526A1FAB}"/>
              </a:ext>
            </a:extLst>
          </p:cNvPr>
          <p:cNvGrpSpPr/>
          <p:nvPr/>
        </p:nvGrpSpPr>
        <p:grpSpPr>
          <a:xfrm>
            <a:off x="7493608" y="3574822"/>
            <a:ext cx="1020292" cy="877614"/>
            <a:chOff x="5664202" y="1634729"/>
            <a:chExt cx="2809442" cy="2416570"/>
          </a:xfrm>
        </p:grpSpPr>
        <p:sp>
          <p:nvSpPr>
            <p:cNvPr id="204" name="Moon 203">
              <a:extLst>
                <a:ext uri="{FF2B5EF4-FFF2-40B4-BE49-F238E27FC236}">
                  <a16:creationId xmlns:a16="http://schemas.microsoft.com/office/drawing/2014/main" id="{6122CCDF-9E81-2BC5-C471-27D01E1E9E7B}"/>
                </a:ext>
              </a:extLst>
            </p:cNvPr>
            <p:cNvSpPr/>
            <p:nvPr/>
          </p:nvSpPr>
          <p:spPr>
            <a:xfrm rot="16200000" flipV="1">
              <a:off x="6630773" y="1057275"/>
              <a:ext cx="876300" cy="2809442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Moon 204">
              <a:extLst>
                <a:ext uri="{FF2B5EF4-FFF2-40B4-BE49-F238E27FC236}">
                  <a16:creationId xmlns:a16="http://schemas.microsoft.com/office/drawing/2014/main" id="{EAE94984-D4CF-7322-2069-A902D9757E96}"/>
                </a:ext>
              </a:extLst>
            </p:cNvPr>
            <p:cNvSpPr/>
            <p:nvPr/>
          </p:nvSpPr>
          <p:spPr>
            <a:xfrm rot="16200000" flipV="1">
              <a:off x="6777590" y="2133133"/>
              <a:ext cx="658596" cy="2101848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Moon 205">
              <a:extLst>
                <a:ext uri="{FF2B5EF4-FFF2-40B4-BE49-F238E27FC236}">
                  <a16:creationId xmlns:a16="http://schemas.microsoft.com/office/drawing/2014/main" id="{DEDA6087-F2B2-885C-14B1-00F19DCF4AA6}"/>
                </a:ext>
              </a:extLst>
            </p:cNvPr>
            <p:cNvSpPr/>
            <p:nvPr/>
          </p:nvSpPr>
          <p:spPr>
            <a:xfrm rot="16200000" flipV="1">
              <a:off x="6839285" y="3112240"/>
              <a:ext cx="535205" cy="1337436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Trapezoid 206">
              <a:extLst>
                <a:ext uri="{FF2B5EF4-FFF2-40B4-BE49-F238E27FC236}">
                  <a16:creationId xmlns:a16="http://schemas.microsoft.com/office/drawing/2014/main" id="{41F11F10-62C3-32A3-E023-268E5CE7AAD2}"/>
                </a:ext>
              </a:extLst>
            </p:cNvPr>
            <p:cNvSpPr/>
            <p:nvPr/>
          </p:nvSpPr>
          <p:spPr>
            <a:xfrm rot="10800000">
              <a:off x="6527800" y="2060178"/>
              <a:ext cx="1168400" cy="1991121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" name="Trapezoid 207">
              <a:extLst>
                <a:ext uri="{FF2B5EF4-FFF2-40B4-BE49-F238E27FC236}">
                  <a16:creationId xmlns:a16="http://schemas.microsoft.com/office/drawing/2014/main" id="{9DCE2A57-0658-2E54-27AF-C71209FC1D79}"/>
                </a:ext>
              </a:extLst>
            </p:cNvPr>
            <p:cNvSpPr/>
            <p:nvPr/>
          </p:nvSpPr>
          <p:spPr>
            <a:xfrm>
              <a:off x="6667977" y="1634729"/>
              <a:ext cx="877823" cy="341783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Oval 208">
              <a:extLst>
                <a:ext uri="{FF2B5EF4-FFF2-40B4-BE49-F238E27FC236}">
                  <a16:creationId xmlns:a16="http://schemas.microsoft.com/office/drawing/2014/main" id="{5C51AE42-9D9A-6F33-2F46-6CF735BDCE15}"/>
                </a:ext>
              </a:extLst>
            </p:cNvPr>
            <p:cNvSpPr/>
            <p:nvPr/>
          </p:nvSpPr>
          <p:spPr>
            <a:xfrm>
              <a:off x="6832567" y="2092176"/>
              <a:ext cx="548640" cy="54864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Oval 209">
              <a:extLst>
                <a:ext uri="{FF2B5EF4-FFF2-40B4-BE49-F238E27FC236}">
                  <a16:creationId xmlns:a16="http://schemas.microsoft.com/office/drawing/2014/main" id="{DB76EDFE-A1FE-6ED0-644B-0E9251D57C0F}"/>
                </a:ext>
              </a:extLst>
            </p:cNvPr>
            <p:cNvSpPr/>
            <p:nvPr/>
          </p:nvSpPr>
          <p:spPr>
            <a:xfrm>
              <a:off x="6878287" y="2672814"/>
              <a:ext cx="457200" cy="4572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1" name="Oval 210">
              <a:extLst>
                <a:ext uri="{FF2B5EF4-FFF2-40B4-BE49-F238E27FC236}">
                  <a16:creationId xmlns:a16="http://schemas.microsoft.com/office/drawing/2014/main" id="{1122EE9D-1EC1-5A79-3DB8-DDF7563F0F0B}"/>
                </a:ext>
              </a:extLst>
            </p:cNvPr>
            <p:cNvSpPr/>
            <p:nvPr/>
          </p:nvSpPr>
          <p:spPr>
            <a:xfrm>
              <a:off x="6924007" y="3160831"/>
              <a:ext cx="365760" cy="36576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" name="Oval 211">
              <a:extLst>
                <a:ext uri="{FF2B5EF4-FFF2-40B4-BE49-F238E27FC236}">
                  <a16:creationId xmlns:a16="http://schemas.microsoft.com/office/drawing/2014/main" id="{D7E31F2C-EC79-3E89-2900-0107B740EE4C}"/>
                </a:ext>
              </a:extLst>
            </p:cNvPr>
            <p:cNvSpPr/>
            <p:nvPr/>
          </p:nvSpPr>
          <p:spPr>
            <a:xfrm>
              <a:off x="6969727" y="3583710"/>
              <a:ext cx="274320" cy="27432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1494</TotalTime>
  <Words>3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114</cp:revision>
  <dcterms:created xsi:type="dcterms:W3CDTF">2022-01-10T19:03:27Z</dcterms:created>
  <dcterms:modified xsi:type="dcterms:W3CDTF">2022-06-06T20:32:25Z</dcterms:modified>
</cp:coreProperties>
</file>