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1332" y="-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32B415FD-D9B9-075D-6565-2F67902D51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9924526">
            <a:off x="664183" y="699761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8272C8C-2A25-6D98-5B2D-3C5E6038863B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1298501" y="962272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Pentagon 15">
              <a:extLst>
                <a:ext uri="{FF2B5EF4-FFF2-40B4-BE49-F238E27FC236}">
                  <a16:creationId xmlns:a16="http://schemas.microsoft.com/office/drawing/2014/main" id="{021E595E-CA0D-FED6-142F-636BD408FA8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</TotalTime>
  <Words>2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105</cp:revision>
  <dcterms:created xsi:type="dcterms:W3CDTF">2022-01-10T19:03:27Z</dcterms:created>
  <dcterms:modified xsi:type="dcterms:W3CDTF">2022-06-03T03:08:02Z</dcterms:modified>
</cp:coreProperties>
</file>