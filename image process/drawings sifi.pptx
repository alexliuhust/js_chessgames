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69" r:id="rId3"/>
    <p:sldId id="271" r:id="rId4"/>
    <p:sldId id="27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612" y="-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EE75188-60A5-59C8-3F37-C14A27256FE0}"/>
              </a:ext>
            </a:extLst>
          </p:cNvPr>
          <p:cNvGrpSpPr/>
          <p:nvPr/>
        </p:nvGrpSpPr>
        <p:grpSpPr>
          <a:xfrm>
            <a:off x="10582728" y="2266212"/>
            <a:ext cx="1371600" cy="1371600"/>
            <a:chOff x="1298501" y="962272"/>
            <a:chExt cx="1371600" cy="1371600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65093C6E-42DB-F820-4D70-AC36960B1F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Arrow: Pentagon 141">
              <a:extLst>
                <a:ext uri="{FF2B5EF4-FFF2-40B4-BE49-F238E27FC236}">
                  <a16:creationId xmlns:a16="http://schemas.microsoft.com/office/drawing/2014/main" id="{6C2DB26D-0C0A-BDB5-3207-531A6F583A5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F72E5F3-1ECD-92E4-BA89-45EF20385377}"/>
              </a:ext>
            </a:extLst>
          </p:cNvPr>
          <p:cNvGrpSpPr/>
          <p:nvPr/>
        </p:nvGrpSpPr>
        <p:grpSpPr>
          <a:xfrm>
            <a:off x="10990969" y="2514419"/>
            <a:ext cx="545684" cy="748114"/>
            <a:chOff x="6712366" y="4633331"/>
            <a:chExt cx="545684" cy="748114"/>
          </a:xfrm>
        </p:grpSpPr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2BADC1B8-A9A2-F803-DBA0-DE982375543A}"/>
                </a:ext>
              </a:extLst>
            </p:cNvPr>
            <p:cNvGrpSpPr/>
            <p:nvPr/>
          </p:nvGrpSpPr>
          <p:grpSpPr>
            <a:xfrm>
              <a:off x="6712366" y="4868535"/>
              <a:ext cx="545684" cy="512910"/>
              <a:chOff x="6203315" y="3923025"/>
              <a:chExt cx="969301" cy="911086"/>
            </a:xfrm>
          </p:grpSpPr>
          <p:sp>
            <p:nvSpPr>
              <p:cNvPr id="179" name="Flowchart: Manual Operation 178">
                <a:extLst>
                  <a:ext uri="{FF2B5EF4-FFF2-40B4-BE49-F238E27FC236}">
                    <a16:creationId xmlns:a16="http://schemas.microsoft.com/office/drawing/2014/main" id="{1D226BC2-A0DE-C6B5-F608-0C62082B7622}"/>
                  </a:ext>
                </a:extLst>
              </p:cNvPr>
              <p:cNvSpPr/>
              <p:nvPr/>
            </p:nvSpPr>
            <p:spPr>
              <a:xfrm flipV="1">
                <a:off x="6362626" y="4024689"/>
                <a:ext cx="659305" cy="211637"/>
              </a:xfrm>
              <a:prstGeom prst="flowChartManualOperati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C314E8-2052-8B00-A7C9-6078E0065975}"/>
                  </a:ext>
                </a:extLst>
              </p:cNvPr>
              <p:cNvSpPr/>
              <p:nvPr/>
            </p:nvSpPr>
            <p:spPr>
              <a:xfrm>
                <a:off x="6568843" y="4236326"/>
                <a:ext cx="246871" cy="38020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9246D572-005B-536B-87FC-C72D73291DA6}"/>
                  </a:ext>
                </a:extLst>
              </p:cNvPr>
              <p:cNvSpPr/>
              <p:nvPr/>
            </p:nvSpPr>
            <p:spPr>
              <a:xfrm>
                <a:off x="6312622" y="4552470"/>
                <a:ext cx="759312" cy="21163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Arrow: Right 181">
                <a:extLst>
                  <a:ext uri="{FF2B5EF4-FFF2-40B4-BE49-F238E27FC236}">
                    <a16:creationId xmlns:a16="http://schemas.microsoft.com/office/drawing/2014/main" id="{5708BA10-C33A-2F1B-296A-582BC4633CA2}"/>
                  </a:ext>
                </a:extLst>
              </p:cNvPr>
              <p:cNvSpPr/>
              <p:nvPr/>
            </p:nvSpPr>
            <p:spPr>
              <a:xfrm rot="16200000">
                <a:off x="6070609" y="4570249"/>
                <a:ext cx="396568" cy="131155"/>
              </a:xfrm>
              <a:prstGeom prst="rightArrow">
                <a:avLst>
                  <a:gd name="adj1" fmla="val 50000"/>
                  <a:gd name="adj2" fmla="val 86364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Arrow: Right 182">
                <a:extLst>
                  <a:ext uri="{FF2B5EF4-FFF2-40B4-BE49-F238E27FC236}">
                    <a16:creationId xmlns:a16="http://schemas.microsoft.com/office/drawing/2014/main" id="{D299453C-17E5-B9C7-A455-47CA24EFC20D}"/>
                  </a:ext>
                </a:extLst>
              </p:cNvPr>
              <p:cNvSpPr/>
              <p:nvPr/>
            </p:nvSpPr>
            <p:spPr>
              <a:xfrm rot="16200000">
                <a:off x="6908755" y="4570249"/>
                <a:ext cx="396568" cy="131155"/>
              </a:xfrm>
              <a:prstGeom prst="rightArrow">
                <a:avLst>
                  <a:gd name="adj1" fmla="val 50000"/>
                  <a:gd name="adj2" fmla="val 88636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C485F57-0E4F-E604-0423-42685F050D8E}"/>
                  </a:ext>
                </a:extLst>
              </p:cNvPr>
              <p:cNvSpPr/>
              <p:nvPr/>
            </p:nvSpPr>
            <p:spPr>
              <a:xfrm>
                <a:off x="6519185" y="3923938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7EA63DA4-AB0D-3526-F0B9-8140892348B1}"/>
                  </a:ext>
                </a:extLst>
              </p:cNvPr>
              <p:cNvSpPr/>
              <p:nvPr/>
            </p:nvSpPr>
            <p:spPr>
              <a:xfrm>
                <a:off x="6807792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7A2080F-99E9-04BA-A6C5-B692986B776F}"/>
                  </a:ext>
                </a:extLst>
              </p:cNvPr>
              <p:cNvSpPr/>
              <p:nvPr/>
            </p:nvSpPr>
            <p:spPr>
              <a:xfrm>
                <a:off x="6609497" y="3923025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B48D2C8B-47B7-AE77-2790-411B85881597}"/>
                  </a:ext>
                </a:extLst>
              </p:cNvPr>
              <p:cNvSpPr/>
              <p:nvPr/>
            </p:nvSpPr>
            <p:spPr>
              <a:xfrm>
                <a:off x="6717479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59A42A4B-4294-DC58-8721-78F4A400D82C}"/>
                  </a:ext>
                </a:extLst>
              </p:cNvPr>
              <p:cNvGrpSpPr/>
              <p:nvPr/>
            </p:nvGrpSpPr>
            <p:grpSpPr>
              <a:xfrm rot="19228888">
                <a:off x="6412508" y="4086562"/>
                <a:ext cx="63146" cy="127118"/>
                <a:chOff x="3806073" y="5091415"/>
                <a:chExt cx="134521" cy="270800"/>
              </a:xfrm>
            </p:grpSpPr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35895EFF-B567-0122-1340-B496266BB1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AD8B4816-1544-E660-39D7-F816AC56B7CF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497452D-0247-0ABF-D73F-6274DA1CDA7E}"/>
                  </a:ext>
                </a:extLst>
              </p:cNvPr>
              <p:cNvGrpSpPr/>
              <p:nvPr/>
            </p:nvGrpSpPr>
            <p:grpSpPr>
              <a:xfrm rot="9885821">
                <a:off x="6899501" y="4141179"/>
                <a:ext cx="63146" cy="127118"/>
                <a:chOff x="3806073" y="5091415"/>
                <a:chExt cx="134521" cy="270800"/>
              </a:xfrm>
            </p:grpSpPr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CE5AB49-53B2-F5C0-85F1-FF10D8A9E5E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9D8291B2-39AC-EAF9-AFF0-1A56B12FAD7D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9A4087CF-6F6B-9E44-3151-B5D82EC9070E}"/>
                  </a:ext>
                </a:extLst>
              </p:cNvPr>
              <p:cNvGrpSpPr/>
              <p:nvPr/>
            </p:nvGrpSpPr>
            <p:grpSpPr>
              <a:xfrm>
                <a:off x="6516621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085FE73-3E72-7223-6E66-1B4474760FDD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39F72CF-6E48-1DE8-37F0-76057E99668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4A3BC783-4C6A-D165-C243-2EEF25685875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0DA0FAC8-EDF7-5082-2AB1-252B9E9D83FE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47700E71-AE76-13B9-F9A2-BABA59C69D7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7E2EA210-0C89-6C78-F2B7-E37B75190AAD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2F24C10C-5FAB-0E98-D5D9-5C6E01940E0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1B944315-46AD-5DB0-1030-B9FBD34BFC51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B344B3A7-3840-7E02-5398-2CCACD182DF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68AA5CF4-A07D-6FF1-279C-5FA5DB7E28C3}"/>
                  </a:ext>
                </a:extLst>
              </p:cNvPr>
              <p:cNvGrpSpPr/>
              <p:nvPr/>
            </p:nvGrpSpPr>
            <p:grpSpPr>
              <a:xfrm rot="10800000">
                <a:off x="6737076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CAEBEDBE-7E58-4328-CFE5-7BD653D577A3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24B240A6-DAA6-6A18-32BF-F6C94F5AD21F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9152D01-FA9E-A017-C325-C59E42C7CC8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596CB9C6-04BE-B329-5601-6D538ABA60DF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FBB3AC41-D555-AC51-3B25-F76AA79F57C2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839E029-79E5-A778-9E9C-EE43E4753871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4" name="Group 193">
                  <a:extLst>
                    <a:ext uri="{FF2B5EF4-FFF2-40B4-BE49-F238E27FC236}">
                      <a16:creationId xmlns:a16="http://schemas.microsoft.com/office/drawing/2014/main" id="{62F24E20-9F6D-3743-4DF5-CD6940680C9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C4E32F6-F9CD-21ED-093A-44DD55C7374C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9C40F1D9-7508-1051-4DB3-73095F0A763F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1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E09F289-A7EC-6C7C-4347-265F25E6A8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7150" y="4688831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398F3904-BFBC-32CB-2F8C-C0FB0F3C9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866743" y="4689239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A036B8B-4427-8F7D-5041-DA91FDE810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953265" y="4689742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246E687-0EF4-4F45-FA5D-C56722D7831E}"/>
              </a:ext>
            </a:extLst>
          </p:cNvPr>
          <p:cNvGrpSpPr/>
          <p:nvPr/>
        </p:nvGrpSpPr>
        <p:grpSpPr>
          <a:xfrm>
            <a:off x="427081" y="263129"/>
            <a:ext cx="1371600" cy="1371600"/>
            <a:chOff x="427081" y="263129"/>
            <a:chExt cx="1371600" cy="13716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E0FFCD0-5558-89A0-77DB-F44B92440DB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Plaque 9">
              <a:extLst>
                <a:ext uri="{FF2B5EF4-FFF2-40B4-BE49-F238E27FC236}">
                  <a16:creationId xmlns:a16="http://schemas.microsoft.com/office/drawing/2014/main" id="{547A9B6C-82B4-6187-4C4A-2C056096AE99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9B2A179-E1E8-665F-F368-D461DAB87650}"/>
              </a:ext>
            </a:extLst>
          </p:cNvPr>
          <p:cNvGrpSpPr/>
          <p:nvPr/>
        </p:nvGrpSpPr>
        <p:grpSpPr>
          <a:xfrm>
            <a:off x="664458" y="683072"/>
            <a:ext cx="907668" cy="622697"/>
            <a:chOff x="2768462" y="1630604"/>
            <a:chExt cx="3099528" cy="2126402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8BD95FA-38DB-6FF3-AE61-0006E0068860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2A2E51D-04D7-1817-DD54-31B9901A89B1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BBFF7AA-5FD3-AC55-593C-92FE3B31594C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Plaque 56">
              <a:extLst>
                <a:ext uri="{FF2B5EF4-FFF2-40B4-BE49-F238E27FC236}">
                  <a16:creationId xmlns:a16="http://schemas.microsoft.com/office/drawing/2014/main" id="{D3308D06-9878-B246-3449-D16662A633D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013E3FD-8053-F657-0435-0C23988B0B0C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31DEDA76-EE1A-F46C-B29C-E80E1134A79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668655E6-A1D1-A645-459C-87F702AE7D54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A050B2F7-858D-AC78-CC83-644C43409C38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9B336AC7-3972-B11B-12A3-C78C86D110B4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81AD9E0F-5324-3015-1D2B-2AE7E1CC37E6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693838-BBDC-965D-CC06-07BEDAB7E3E4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F0691E16-B9A8-7886-F07A-EBB7B4824219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894AF7C-2CFA-0746-1276-A4AEF1396B8E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3F1AE68-0182-7D84-6B0D-4442D0AF8D56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9122738" y="3515455"/>
            <a:ext cx="735385" cy="928816"/>
            <a:chOff x="2752725" y="1271400"/>
            <a:chExt cx="1871663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1933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7" y="1634729"/>
              <a:ext cx="469900" cy="317896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8790031" y="3209529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CD3CB12-E2D0-5C30-4A6F-506F54B07124}"/>
              </a:ext>
            </a:extLst>
          </p:cNvPr>
          <p:cNvGrpSpPr/>
          <p:nvPr/>
        </p:nvGrpSpPr>
        <p:grpSpPr>
          <a:xfrm>
            <a:off x="10250825" y="3427092"/>
            <a:ext cx="961844" cy="961844"/>
            <a:chOff x="3282950" y="1689100"/>
            <a:chExt cx="1371600" cy="13716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32074B7-5055-399D-A4AE-A1104E3499F6}"/>
                </a:ext>
              </a:extLst>
            </p:cNvPr>
            <p:cNvSpPr/>
            <p:nvPr/>
          </p:nvSpPr>
          <p:spPr>
            <a:xfrm>
              <a:off x="3282950" y="1689100"/>
              <a:ext cx="1371600" cy="1371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C2DD6A86-C952-C453-D0D6-ECA34B6DCED7}"/>
                </a:ext>
              </a:extLst>
            </p:cNvPr>
            <p:cNvSpPr/>
            <p:nvPr/>
          </p:nvSpPr>
          <p:spPr>
            <a:xfrm>
              <a:off x="3706811" y="16891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C7BEC5FE-DAD5-FA0F-88AD-8A0014D1261F}"/>
                </a:ext>
              </a:extLst>
            </p:cNvPr>
            <p:cNvSpPr/>
            <p:nvPr/>
          </p:nvSpPr>
          <p:spPr>
            <a:xfrm>
              <a:off x="3409950" y="226695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0D04A301-12DC-CAA7-64D2-E7C43DF7446F}"/>
                </a:ext>
              </a:extLst>
            </p:cNvPr>
            <p:cNvSpPr/>
            <p:nvPr/>
          </p:nvSpPr>
          <p:spPr>
            <a:xfrm>
              <a:off x="3998910" y="22606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14" y="896969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265805" y="561579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774744" y="561579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E75E3D7-A70B-C907-CC6D-29D73D63C577}"/>
              </a:ext>
            </a:extLst>
          </p:cNvPr>
          <p:cNvGrpSpPr/>
          <p:nvPr/>
        </p:nvGrpSpPr>
        <p:grpSpPr>
          <a:xfrm>
            <a:off x="1996314" y="1042516"/>
            <a:ext cx="963261" cy="626255"/>
            <a:chOff x="648651" y="744066"/>
            <a:chExt cx="963261" cy="62625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666143" y="770809"/>
              <a:ext cx="239261" cy="523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937159" y="1175450"/>
              <a:ext cx="80573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895519" y="1010551"/>
              <a:ext cx="124644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960709" y="1110544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827784" y="1308483"/>
              <a:ext cx="176985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730780" y="884797"/>
              <a:ext cx="385680" cy="1824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1129217" y="948909"/>
              <a:ext cx="127799" cy="1019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1050684" y="904153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1233938" y="976327"/>
              <a:ext cx="127799" cy="951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1317139" y="974084"/>
              <a:ext cx="127799" cy="759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9936618-E9A8-6B09-A705-098026B1641B}"/>
                </a:ext>
              </a:extLst>
            </p:cNvPr>
            <p:cNvSpPr/>
            <p:nvPr/>
          </p:nvSpPr>
          <p:spPr>
            <a:xfrm rot="20266641">
              <a:off x="1391056" y="950213"/>
              <a:ext cx="127799" cy="7139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1BC772E-B803-B031-69E2-01013AA023EA}"/>
                </a:ext>
              </a:extLst>
            </p:cNvPr>
            <p:cNvSpPr/>
            <p:nvPr/>
          </p:nvSpPr>
          <p:spPr>
            <a:xfrm rot="21118181">
              <a:off x="1466604" y="928247"/>
              <a:ext cx="145308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648651" y="892255"/>
              <a:ext cx="176184" cy="17343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806291" y="940142"/>
              <a:ext cx="157066" cy="15706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820699" y="744066"/>
              <a:ext cx="229986" cy="123357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3283683" y="561579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3521060" y="981522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782882" y="2084445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953043" y="2348722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1436</TotalTime>
  <Words>3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110</cp:revision>
  <dcterms:created xsi:type="dcterms:W3CDTF">2022-01-10T19:03:27Z</dcterms:created>
  <dcterms:modified xsi:type="dcterms:W3CDTF">2022-06-03T22:14:18Z</dcterms:modified>
</cp:coreProperties>
</file>