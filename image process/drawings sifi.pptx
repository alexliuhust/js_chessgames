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70" r:id="rId2"/>
    <p:sldId id="271" r:id="rId3"/>
    <p:sldId id="272" r:id="rId4"/>
    <p:sldId id="26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57" autoAdjust="0"/>
    <p:restoredTop sz="96196" autoAdjust="0"/>
  </p:normalViewPr>
  <p:slideViewPr>
    <p:cSldViewPr snapToGrid="0">
      <p:cViewPr>
        <p:scale>
          <a:sx n="150" d="100"/>
          <a:sy n="150" d="100"/>
        </p:scale>
        <p:origin x="-133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12/10/2022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12/10/2022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12/10/2022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12/10/2022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12/10/2022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12/10/2022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12/10/2022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12/10/2022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12/10/2022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12/10/2022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12/10/2022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12/10/2022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12/10/2022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jpe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jpeg"/><Relationship Id="rId13" Type="http://schemas.openxmlformats.org/officeDocument/2006/relationships/image" Target="../media/image25.png"/><Relationship Id="rId3" Type="http://schemas.openxmlformats.org/officeDocument/2006/relationships/image" Target="../media/image17.jpeg"/><Relationship Id="rId7" Type="http://schemas.openxmlformats.org/officeDocument/2006/relationships/image" Target="../media/image21.jpeg"/><Relationship Id="rId12" Type="http://schemas.openxmlformats.org/officeDocument/2006/relationships/image" Target="../media/image4.jpeg"/><Relationship Id="rId17" Type="http://schemas.openxmlformats.org/officeDocument/2006/relationships/image" Target="../media/image29.jpeg"/><Relationship Id="rId2" Type="http://schemas.openxmlformats.org/officeDocument/2006/relationships/image" Target="../media/image16.jpeg"/><Relationship Id="rId16" Type="http://schemas.openxmlformats.org/officeDocument/2006/relationships/image" Target="../media/image2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4.png"/><Relationship Id="rId5" Type="http://schemas.openxmlformats.org/officeDocument/2006/relationships/image" Target="../media/image19.png"/><Relationship Id="rId15" Type="http://schemas.openxmlformats.org/officeDocument/2006/relationships/image" Target="../media/image27.jpeg"/><Relationship Id="rId10" Type="http://schemas.openxmlformats.org/officeDocument/2006/relationships/image" Target="../media/image8.png"/><Relationship Id="rId4" Type="http://schemas.openxmlformats.org/officeDocument/2006/relationships/image" Target="../media/image18.jpeg"/><Relationship Id="rId9" Type="http://schemas.openxmlformats.org/officeDocument/2006/relationships/image" Target="../media/image23.png"/><Relationship Id="rId14" Type="http://schemas.openxmlformats.org/officeDocument/2006/relationships/image" Target="../media/image2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CE803D97-58CA-C5CE-FF96-6A9CAFBBCB67}"/>
              </a:ext>
            </a:extLst>
          </p:cNvPr>
          <p:cNvGrpSpPr/>
          <p:nvPr/>
        </p:nvGrpSpPr>
        <p:grpSpPr>
          <a:xfrm rot="18281155">
            <a:off x="7254805" y="979341"/>
            <a:ext cx="798272" cy="618243"/>
            <a:chOff x="2872601" y="2994794"/>
            <a:chExt cx="1027992" cy="796156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9729086-5C71-6361-C16D-5DEAE76C92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3B4905D3-D0AA-169C-04F4-B04BAAD74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DA6716B-4FA7-009D-D4F6-3387086DC36B}"/>
              </a:ext>
            </a:extLst>
          </p:cNvPr>
          <p:cNvGrpSpPr/>
          <p:nvPr/>
        </p:nvGrpSpPr>
        <p:grpSpPr>
          <a:xfrm rot="18281155">
            <a:off x="5658220" y="1060133"/>
            <a:ext cx="798272" cy="618243"/>
            <a:chOff x="2872601" y="2994794"/>
            <a:chExt cx="1027992" cy="796156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F8773827-9251-7315-B052-950ED0F00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1A6A7720-E51F-6F5E-38C4-C3895067C6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687C16FC-F965-36D4-7295-90DA8E2DCD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187274">
            <a:off x="607245" y="1224757"/>
            <a:ext cx="845384" cy="32593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E0C4A41-DB02-B4A8-2D26-0C00618A4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9679361">
            <a:off x="2184047" y="1154657"/>
            <a:ext cx="845384" cy="3259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AA74DD9-15BD-C513-9DA5-A7B736094032}"/>
              </a:ext>
            </a:extLst>
          </p:cNvPr>
          <p:cNvSpPr txBox="1"/>
          <p:nvPr/>
        </p:nvSpPr>
        <p:spPr>
          <a:xfrm>
            <a:off x="188462" y="114301"/>
            <a:ext cx="1398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Terran Union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9C9620-D18B-37AB-311F-06F0FDADD5F4}"/>
              </a:ext>
            </a:extLst>
          </p:cNvPr>
          <p:cNvGrpSpPr/>
          <p:nvPr/>
        </p:nvGrpSpPr>
        <p:grpSpPr>
          <a:xfrm>
            <a:off x="288851" y="701923"/>
            <a:ext cx="1371600" cy="1371600"/>
            <a:chOff x="1298501" y="962272"/>
            <a:chExt cx="1371600" cy="13716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BD14691-7020-90D3-EEEE-208E6A9E1E25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2BFF5655-1C97-413E-93C3-E792D0BD425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DF882D7-FD94-8663-C568-FD34DD880E68}"/>
              </a:ext>
            </a:extLst>
          </p:cNvPr>
          <p:cNvGrpSpPr/>
          <p:nvPr/>
        </p:nvGrpSpPr>
        <p:grpSpPr>
          <a:xfrm>
            <a:off x="1946201" y="701923"/>
            <a:ext cx="1371600" cy="1371600"/>
            <a:chOff x="3013001" y="962272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C6C23E-65F6-BDC6-A042-B0405690E17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row: Pentagon 14">
              <a:extLst>
                <a:ext uri="{FF2B5EF4-FFF2-40B4-BE49-F238E27FC236}">
                  <a16:creationId xmlns:a16="http://schemas.microsoft.com/office/drawing/2014/main" id="{002C3E7A-F795-FC4D-F51B-BEA313442DB6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3BD548-B2C1-A7CB-FDA8-9436A7D00A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98759">
            <a:off x="2800450" y="1173411"/>
            <a:ext cx="231012" cy="428625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FDAF249A-18AA-115C-FD3B-DF3D63C26214}"/>
              </a:ext>
            </a:extLst>
          </p:cNvPr>
          <p:cNvGrpSpPr/>
          <p:nvPr/>
        </p:nvGrpSpPr>
        <p:grpSpPr>
          <a:xfrm>
            <a:off x="5354914" y="701923"/>
            <a:ext cx="1371600" cy="1371600"/>
            <a:chOff x="1298501" y="962272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2F14B6D-2F91-4A7B-E71A-5246A34CBE5E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row: Pentagon 34">
              <a:extLst>
                <a:ext uri="{FF2B5EF4-FFF2-40B4-BE49-F238E27FC236}">
                  <a16:creationId xmlns:a16="http://schemas.microsoft.com/office/drawing/2014/main" id="{B9F09BAA-0710-5E8A-64E9-933B0D3E7A3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E65C3A8-3CB1-1AE3-D0AA-7ED30DEDA40C}"/>
              </a:ext>
            </a:extLst>
          </p:cNvPr>
          <p:cNvGrpSpPr/>
          <p:nvPr/>
        </p:nvGrpSpPr>
        <p:grpSpPr>
          <a:xfrm>
            <a:off x="7060096" y="701923"/>
            <a:ext cx="1371600" cy="1371600"/>
            <a:chOff x="1298501" y="962272"/>
            <a:chExt cx="1371600" cy="137160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5D60E82-E844-1E8C-BE17-51A211B92440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Arrow: Pentagon 46">
              <a:extLst>
                <a:ext uri="{FF2B5EF4-FFF2-40B4-BE49-F238E27FC236}">
                  <a16:creationId xmlns:a16="http://schemas.microsoft.com/office/drawing/2014/main" id="{7344CDBF-182D-6C97-DCEE-D03CC98991C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633402F-79B7-4442-053A-B5D9C78B0DA3}"/>
              </a:ext>
            </a:extLst>
          </p:cNvPr>
          <p:cNvGrpSpPr/>
          <p:nvPr/>
        </p:nvGrpSpPr>
        <p:grpSpPr>
          <a:xfrm rot="12732701">
            <a:off x="7945096" y="1196688"/>
            <a:ext cx="224894" cy="458529"/>
            <a:chOff x="1671579" y="3879426"/>
            <a:chExt cx="609600" cy="896782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EDF5F3D-64D6-D38E-F4D9-44B3C123F85E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EAC6479-5E86-B9EB-2051-390528B4CD74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E9CA0DC2-51A9-3A96-380C-45E9AF44045C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C612C13-E65A-1BF4-220A-B95B7C8B432C}"/>
              </a:ext>
            </a:extLst>
          </p:cNvPr>
          <p:cNvGrpSpPr/>
          <p:nvPr/>
        </p:nvGrpSpPr>
        <p:grpSpPr>
          <a:xfrm>
            <a:off x="8624771" y="708988"/>
            <a:ext cx="1371600" cy="1371600"/>
            <a:chOff x="1298501" y="962272"/>
            <a:chExt cx="1371600" cy="137160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796982E5-EB41-00A9-D855-5B0D3069485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Arrow: Pentagon 59">
              <a:extLst>
                <a:ext uri="{FF2B5EF4-FFF2-40B4-BE49-F238E27FC236}">
                  <a16:creationId xmlns:a16="http://schemas.microsoft.com/office/drawing/2014/main" id="{E064532C-DB0E-1696-3F53-8781A0E3FC4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428A0E-4B93-43FF-D439-CC200BCB3A62}"/>
              </a:ext>
            </a:extLst>
          </p:cNvPr>
          <p:cNvGrpSpPr/>
          <p:nvPr/>
        </p:nvGrpSpPr>
        <p:grpSpPr>
          <a:xfrm>
            <a:off x="8903003" y="1044270"/>
            <a:ext cx="838600" cy="496432"/>
            <a:chOff x="2784071" y="2614136"/>
            <a:chExt cx="1814967" cy="1074420"/>
          </a:xfrm>
        </p:grpSpPr>
        <p:pic>
          <p:nvPicPr>
            <p:cNvPr id="6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D89A136-7947-5EA4-087B-525EA56A15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Flowchart: Terminator 68">
              <a:extLst>
                <a:ext uri="{FF2B5EF4-FFF2-40B4-BE49-F238E27FC236}">
                  <a16:creationId xmlns:a16="http://schemas.microsoft.com/office/drawing/2014/main" id="{ABF2E6AA-9031-8190-E4B3-84021C802E9D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59F74F4-D5AC-CFE2-9635-72335E3AB0E5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33D06A7-D4AC-60EB-EDEC-0B4ED6A9309B}"/>
              </a:ext>
            </a:extLst>
          </p:cNvPr>
          <p:cNvGrpSpPr/>
          <p:nvPr/>
        </p:nvGrpSpPr>
        <p:grpSpPr>
          <a:xfrm>
            <a:off x="288851" y="2344428"/>
            <a:ext cx="1371600" cy="1371600"/>
            <a:chOff x="1298501" y="962272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11B4380-93C9-FD85-43DC-55B66DD8B93D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row: Pentagon 55">
              <a:extLst>
                <a:ext uri="{FF2B5EF4-FFF2-40B4-BE49-F238E27FC236}">
                  <a16:creationId xmlns:a16="http://schemas.microsoft.com/office/drawing/2014/main" id="{69494819-3406-2A4D-EF83-56A8776C2B3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C833C10-7674-EC40-E33F-75ED425961A7}"/>
              </a:ext>
            </a:extLst>
          </p:cNvPr>
          <p:cNvGrpSpPr/>
          <p:nvPr/>
        </p:nvGrpSpPr>
        <p:grpSpPr>
          <a:xfrm>
            <a:off x="1932508" y="2363708"/>
            <a:ext cx="1371600" cy="1371600"/>
            <a:chOff x="1298501" y="962272"/>
            <a:chExt cx="1371600" cy="13716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7824BFD-C83B-465F-5BD4-21990C4F9864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Arrow: Pentagon 72">
              <a:extLst>
                <a:ext uri="{FF2B5EF4-FFF2-40B4-BE49-F238E27FC236}">
                  <a16:creationId xmlns:a16="http://schemas.microsoft.com/office/drawing/2014/main" id="{A56DDCC6-1985-DCA7-5075-AFA1EB6F18BF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6529C7-BD63-34D3-3DA9-925D7CEBE411}"/>
              </a:ext>
            </a:extLst>
          </p:cNvPr>
          <p:cNvGrpSpPr/>
          <p:nvPr/>
        </p:nvGrpSpPr>
        <p:grpSpPr>
          <a:xfrm>
            <a:off x="2237121" y="2668316"/>
            <a:ext cx="734679" cy="570741"/>
            <a:chOff x="3963164" y="2835484"/>
            <a:chExt cx="2853844" cy="221702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93856F5-3634-C9B5-EFC9-73AF4776B617}"/>
                </a:ext>
              </a:extLst>
            </p:cNvPr>
            <p:cNvSpPr/>
            <p:nvPr/>
          </p:nvSpPr>
          <p:spPr>
            <a:xfrm rot="1055718">
              <a:off x="4582285" y="3162023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989FCA92-CE59-D6FE-B73D-256A70B76678}"/>
                </a:ext>
              </a:extLst>
            </p:cNvPr>
            <p:cNvSpPr/>
            <p:nvPr/>
          </p:nvSpPr>
          <p:spPr>
            <a:xfrm rot="1055718">
              <a:off x="4694332" y="2835484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764B709-9FD7-CA85-FAEB-FB0F2901AE6C}"/>
                </a:ext>
              </a:extLst>
            </p:cNvPr>
            <p:cNvSpPr/>
            <p:nvPr/>
          </p:nvSpPr>
          <p:spPr>
            <a:xfrm>
              <a:off x="4850425" y="3961029"/>
              <a:ext cx="1283298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241D24A-3F02-F2F0-8C03-88E8C08B6213}"/>
                </a:ext>
              </a:extLst>
            </p:cNvPr>
            <p:cNvSpPr/>
            <p:nvPr/>
          </p:nvSpPr>
          <p:spPr>
            <a:xfrm rot="18924703">
              <a:off x="3963164" y="4335004"/>
              <a:ext cx="1158941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E2152AA-3C94-76A3-D1D4-0A39BA49CFD9}"/>
                </a:ext>
              </a:extLst>
            </p:cNvPr>
            <p:cNvSpPr/>
            <p:nvPr/>
          </p:nvSpPr>
          <p:spPr>
            <a:xfrm rot="1008643">
              <a:off x="4826487" y="2983559"/>
              <a:ext cx="1636099" cy="76797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0CC5102-166D-958B-3C66-EA701819A973}"/>
                </a:ext>
              </a:extLst>
            </p:cNvPr>
            <p:cNvSpPr/>
            <p:nvPr/>
          </p:nvSpPr>
          <p:spPr>
            <a:xfrm>
              <a:off x="5140729" y="3463205"/>
              <a:ext cx="732429" cy="732429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F419E0D-92BA-AD7A-9BA6-3399A8AC2850}"/>
                </a:ext>
              </a:extLst>
            </p:cNvPr>
            <p:cNvSpPr/>
            <p:nvPr/>
          </p:nvSpPr>
          <p:spPr>
            <a:xfrm rot="13813249">
              <a:off x="5832989" y="4327545"/>
              <a:ext cx="107698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BE870F70-6BBF-80AD-B268-2E0CDBB43CF7}"/>
                </a:ext>
              </a:extLst>
            </p:cNvPr>
            <p:cNvSpPr/>
            <p:nvPr/>
          </p:nvSpPr>
          <p:spPr>
            <a:xfrm>
              <a:off x="4030141" y="4789719"/>
              <a:ext cx="278686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727AC77B-4A30-9B61-0967-0BF92910858A}"/>
                </a:ext>
              </a:extLst>
            </p:cNvPr>
            <p:cNvSpPr/>
            <p:nvPr/>
          </p:nvSpPr>
          <p:spPr>
            <a:xfrm>
              <a:off x="4404383" y="4493559"/>
              <a:ext cx="2134298" cy="42419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9A3566D-1629-2C22-9E43-0F4DE705AC25}"/>
              </a:ext>
            </a:extLst>
          </p:cNvPr>
          <p:cNvGrpSpPr/>
          <p:nvPr/>
        </p:nvGrpSpPr>
        <p:grpSpPr>
          <a:xfrm>
            <a:off x="7301804" y="2323847"/>
            <a:ext cx="1371600" cy="1371600"/>
            <a:chOff x="1298501" y="962272"/>
            <a:chExt cx="1371600" cy="1371600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F7B07215-B73E-02D4-A645-099D9383BC2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Pentagon 75">
              <a:extLst>
                <a:ext uri="{FF2B5EF4-FFF2-40B4-BE49-F238E27FC236}">
                  <a16:creationId xmlns:a16="http://schemas.microsoft.com/office/drawing/2014/main" id="{48E48966-DF97-9227-4540-4F04F4074879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7874424-F3E6-4DD5-644D-6A01163CAF52}"/>
              </a:ext>
            </a:extLst>
          </p:cNvPr>
          <p:cNvGrpSpPr/>
          <p:nvPr/>
        </p:nvGrpSpPr>
        <p:grpSpPr>
          <a:xfrm>
            <a:off x="5501888" y="2334539"/>
            <a:ext cx="1371600" cy="1371600"/>
            <a:chOff x="1298501" y="962272"/>
            <a:chExt cx="1371600" cy="1371600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9E670AD-237F-00A5-D034-00E0CBA9138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Arrow: Pentagon 92">
              <a:extLst>
                <a:ext uri="{FF2B5EF4-FFF2-40B4-BE49-F238E27FC236}">
                  <a16:creationId xmlns:a16="http://schemas.microsoft.com/office/drawing/2014/main" id="{FC3CA9B0-AA90-F9B7-5756-C7C7B51501CD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6E9F2E9-D176-EC59-49A2-1538F5F15087}"/>
              </a:ext>
            </a:extLst>
          </p:cNvPr>
          <p:cNvGrpSpPr/>
          <p:nvPr/>
        </p:nvGrpSpPr>
        <p:grpSpPr>
          <a:xfrm>
            <a:off x="5810450" y="2626955"/>
            <a:ext cx="751454" cy="786767"/>
            <a:chOff x="6040716" y="3618841"/>
            <a:chExt cx="1681241" cy="1760247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525506-5C41-530A-5072-901820A1DEF0}"/>
                </a:ext>
              </a:extLst>
            </p:cNvPr>
            <p:cNvSpPr/>
            <p:nvPr/>
          </p:nvSpPr>
          <p:spPr>
            <a:xfrm>
              <a:off x="6691796" y="3969386"/>
              <a:ext cx="368300" cy="9010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80277AF4-3680-D9B9-BADA-5CC148DA7968}"/>
                </a:ext>
              </a:extLst>
            </p:cNvPr>
            <p:cNvSpPr/>
            <p:nvPr/>
          </p:nvSpPr>
          <p:spPr>
            <a:xfrm rot="16200000">
              <a:off x="6076644" y="4078872"/>
              <a:ext cx="578486" cy="650341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Isosceles Triangle 97">
              <a:extLst>
                <a:ext uri="{FF2B5EF4-FFF2-40B4-BE49-F238E27FC236}">
                  <a16:creationId xmlns:a16="http://schemas.microsoft.com/office/drawing/2014/main" id="{6B74FBF8-5F3F-D00B-02FB-D02A6D39DF76}"/>
                </a:ext>
              </a:extLst>
            </p:cNvPr>
            <p:cNvSpPr/>
            <p:nvPr/>
          </p:nvSpPr>
          <p:spPr>
            <a:xfrm rot="5400000">
              <a:off x="7107544" y="4078873"/>
              <a:ext cx="578486" cy="650341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488B5BD-8800-7897-DBB6-84A0FA96CE19}"/>
                </a:ext>
              </a:extLst>
            </p:cNvPr>
            <p:cNvSpPr/>
            <p:nvPr/>
          </p:nvSpPr>
          <p:spPr>
            <a:xfrm flipH="1">
              <a:off x="6365887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E9D26BB4-E9FB-0949-0C9D-19EA25DBA09F}"/>
                </a:ext>
              </a:extLst>
            </p:cNvPr>
            <p:cNvSpPr/>
            <p:nvPr/>
          </p:nvSpPr>
          <p:spPr>
            <a:xfrm flipH="1">
              <a:off x="7242441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E602DA07-1A8B-C8C6-DF73-FCC30F0C53E6}"/>
                </a:ext>
              </a:extLst>
            </p:cNvPr>
            <p:cNvSpPr/>
            <p:nvPr/>
          </p:nvSpPr>
          <p:spPr>
            <a:xfrm rot="16200000">
              <a:off x="6358657" y="4692435"/>
              <a:ext cx="305395" cy="343329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BF08896D-4EFB-F816-2889-693D6E218FAC}"/>
                </a:ext>
              </a:extLst>
            </p:cNvPr>
            <p:cNvSpPr/>
            <p:nvPr/>
          </p:nvSpPr>
          <p:spPr>
            <a:xfrm rot="5400000">
              <a:off x="7091281" y="4684621"/>
              <a:ext cx="305395" cy="343329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9011F1F-FCF6-906D-5334-E5E66D22E708}"/>
                </a:ext>
              </a:extLst>
            </p:cNvPr>
            <p:cNvSpPr/>
            <p:nvPr/>
          </p:nvSpPr>
          <p:spPr>
            <a:xfrm>
              <a:off x="6706982" y="3618841"/>
              <a:ext cx="343752" cy="662989"/>
            </a:xfrm>
            <a:prstGeom prst="ellipse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D752626A-3CC5-596D-E573-EA101928B4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531665" y="5045074"/>
              <a:ext cx="495527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82F9DF4-E223-21A7-2710-72DE3207A7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741219" y="5048691"/>
              <a:ext cx="488292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91A5DB47-B0C0-C137-8EDF-52CD29954C6E}"/>
              </a:ext>
            </a:extLst>
          </p:cNvPr>
          <p:cNvGrpSpPr/>
          <p:nvPr/>
        </p:nvGrpSpPr>
        <p:grpSpPr>
          <a:xfrm>
            <a:off x="7681460" y="2581361"/>
            <a:ext cx="593235" cy="821087"/>
            <a:chOff x="6193586" y="3746905"/>
            <a:chExt cx="921277" cy="1275123"/>
          </a:xfrm>
        </p:grpSpPr>
        <p:sp>
          <p:nvSpPr>
            <p:cNvPr id="32" name="Rectangle: Single Corner Snipped 31">
              <a:extLst>
                <a:ext uri="{FF2B5EF4-FFF2-40B4-BE49-F238E27FC236}">
                  <a16:creationId xmlns:a16="http://schemas.microsoft.com/office/drawing/2014/main" id="{68F8EF67-2FF2-6C5F-590D-C40FC9D392F1}"/>
                </a:ext>
              </a:extLst>
            </p:cNvPr>
            <p:cNvSpPr/>
            <p:nvPr/>
          </p:nvSpPr>
          <p:spPr>
            <a:xfrm>
              <a:off x="6538681" y="3755636"/>
              <a:ext cx="260394" cy="316864"/>
            </a:xfrm>
            <a:prstGeom prst="snip1Rect">
              <a:avLst>
                <a:gd name="adj" fmla="val 50000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B938E3A-C640-C369-FE53-ACDF1EADAF0F}"/>
                </a:ext>
              </a:extLst>
            </p:cNvPr>
            <p:cNvSpPr/>
            <p:nvPr/>
          </p:nvSpPr>
          <p:spPr>
            <a:xfrm>
              <a:off x="6369050" y="3746905"/>
              <a:ext cx="169631" cy="4697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E9FB670-E5BD-ABCA-7047-992A3E47D045}"/>
                </a:ext>
              </a:extLst>
            </p:cNvPr>
            <p:cNvSpPr/>
            <p:nvPr/>
          </p:nvSpPr>
          <p:spPr>
            <a:xfrm>
              <a:off x="6550706" y="4061528"/>
              <a:ext cx="308882" cy="15746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rapezoid 36">
              <a:extLst>
                <a:ext uri="{FF2B5EF4-FFF2-40B4-BE49-F238E27FC236}">
                  <a16:creationId xmlns:a16="http://schemas.microsoft.com/office/drawing/2014/main" id="{3659F2DB-3F08-7970-9D91-9D2112870EB7}"/>
                </a:ext>
              </a:extLst>
            </p:cNvPr>
            <p:cNvSpPr/>
            <p:nvPr/>
          </p:nvSpPr>
          <p:spPr>
            <a:xfrm rot="10800000">
              <a:off x="6369050" y="4218989"/>
              <a:ext cx="495300" cy="280955"/>
            </a:xfrm>
            <a:prstGeom prst="trapezoid">
              <a:avLst>
                <a:gd name="adj" fmla="val 37024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05CB3DC-51B2-CF93-88EF-FC4B8C0F65C7}"/>
                </a:ext>
              </a:extLst>
            </p:cNvPr>
            <p:cNvSpPr/>
            <p:nvPr/>
          </p:nvSpPr>
          <p:spPr>
            <a:xfrm rot="1482887">
              <a:off x="6442180" y="4447886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EA1DFA55-ECEE-49B5-A0F7-0D58B0240288}"/>
                </a:ext>
              </a:extLst>
            </p:cNvPr>
            <p:cNvSpPr/>
            <p:nvPr/>
          </p:nvSpPr>
          <p:spPr>
            <a:xfrm rot="20319735">
              <a:off x="6442337" y="4723422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8C318C26-117D-75C6-61DC-2AFA5A44AD91}"/>
                </a:ext>
              </a:extLst>
            </p:cNvPr>
            <p:cNvSpPr/>
            <p:nvPr/>
          </p:nvSpPr>
          <p:spPr>
            <a:xfrm>
              <a:off x="6355698" y="4623287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BCCB6BEB-F810-A60F-6C6E-40BD15147ACE}"/>
                </a:ext>
              </a:extLst>
            </p:cNvPr>
            <p:cNvSpPr/>
            <p:nvPr/>
          </p:nvSpPr>
          <p:spPr>
            <a:xfrm rot="16200000">
              <a:off x="6540753" y="4856603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E7DCA41-759E-41B5-DDCF-61ADE87956CD}"/>
                </a:ext>
              </a:extLst>
            </p:cNvPr>
            <p:cNvSpPr/>
            <p:nvPr/>
          </p:nvSpPr>
          <p:spPr>
            <a:xfrm>
              <a:off x="6193586" y="3938199"/>
              <a:ext cx="248139" cy="469703"/>
            </a:xfrm>
            <a:prstGeom prst="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44FE5062-B1BA-8845-0134-8A4AD0D0928D}"/>
                </a:ext>
              </a:extLst>
            </p:cNvPr>
            <p:cNvSpPr/>
            <p:nvPr/>
          </p:nvSpPr>
          <p:spPr>
            <a:xfrm rot="20865084">
              <a:off x="6655914" y="4431120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3A412327-582A-EC61-8644-EE4A73C3C7E2}"/>
                </a:ext>
              </a:extLst>
            </p:cNvPr>
            <p:cNvSpPr/>
            <p:nvPr/>
          </p:nvSpPr>
          <p:spPr>
            <a:xfrm rot="20319735">
              <a:off x="6735351" y="4662179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EE5B81C1-6AE8-6539-31B3-4C20E8E96C9F}"/>
                </a:ext>
              </a:extLst>
            </p:cNvPr>
            <p:cNvSpPr/>
            <p:nvPr/>
          </p:nvSpPr>
          <p:spPr>
            <a:xfrm>
              <a:off x="6648712" y="456204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F1D2CBE8-AFE5-6710-50E7-B43774CA3304}"/>
                </a:ext>
              </a:extLst>
            </p:cNvPr>
            <p:cNvSpPr/>
            <p:nvPr/>
          </p:nvSpPr>
          <p:spPr>
            <a:xfrm rot="16200000">
              <a:off x="6833767" y="4795360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18E60AFC-9842-8770-9834-EA4E9069D747}"/>
                </a:ext>
              </a:extLst>
            </p:cNvPr>
            <p:cNvSpPr/>
            <p:nvPr/>
          </p:nvSpPr>
          <p:spPr>
            <a:xfrm>
              <a:off x="6469336" y="4368968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FBBF719-2D2A-060D-BAF2-930DE67E0131}"/>
                </a:ext>
              </a:extLst>
            </p:cNvPr>
            <p:cNvSpPr/>
            <p:nvPr/>
          </p:nvSpPr>
          <p:spPr>
            <a:xfrm rot="16200000">
              <a:off x="6773408" y="3933535"/>
              <a:ext cx="127714" cy="555196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8F820221-B769-B990-6D16-24BECEB4FDCD}"/>
                </a:ext>
              </a:extLst>
            </p:cNvPr>
            <p:cNvSpPr/>
            <p:nvPr/>
          </p:nvSpPr>
          <p:spPr>
            <a:xfrm>
              <a:off x="6408768" y="412441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E4F355CD-33EC-FC41-0CF7-E97F02B96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799765">
            <a:off x="3899527" y="1255157"/>
            <a:ext cx="845384" cy="325931"/>
          </a:xfrm>
          <a:prstGeom prst="rect">
            <a:avLst/>
          </a:prstGeom>
        </p:spPr>
      </p:pic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4F7965F-F7AD-BFF3-3071-D96E64CFC2A6}"/>
              </a:ext>
            </a:extLst>
          </p:cNvPr>
          <p:cNvGrpSpPr/>
          <p:nvPr/>
        </p:nvGrpSpPr>
        <p:grpSpPr>
          <a:xfrm>
            <a:off x="3630394" y="698542"/>
            <a:ext cx="1371600" cy="1371600"/>
            <a:chOff x="3013001" y="962272"/>
            <a:chExt cx="1371600" cy="137160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9B9BB0-4043-AE10-3398-829459DB49E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Arrow: Pentagon 116">
              <a:extLst>
                <a:ext uri="{FF2B5EF4-FFF2-40B4-BE49-F238E27FC236}">
                  <a16:creationId xmlns:a16="http://schemas.microsoft.com/office/drawing/2014/main" id="{3F7ACEA5-A2BB-9C04-36E6-2739CD532A3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8" name="Picture 117">
            <a:extLst>
              <a:ext uri="{FF2B5EF4-FFF2-40B4-BE49-F238E27FC236}">
                <a16:creationId xmlns:a16="http://schemas.microsoft.com/office/drawing/2014/main" id="{B1BB7B2F-2EE3-AE44-8B48-2F4977966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019" y="1022872"/>
            <a:ext cx="389965" cy="723550"/>
          </a:xfrm>
          <a:prstGeom prst="rect">
            <a:avLst/>
          </a:prstGeom>
        </p:spPr>
      </p:pic>
      <p:grpSp>
        <p:nvGrpSpPr>
          <p:cNvPr id="119" name="Group 118">
            <a:extLst>
              <a:ext uri="{FF2B5EF4-FFF2-40B4-BE49-F238E27FC236}">
                <a16:creationId xmlns:a16="http://schemas.microsoft.com/office/drawing/2014/main" id="{DF0AD139-7D4F-87A3-84BB-5E81AD338E55}"/>
              </a:ext>
            </a:extLst>
          </p:cNvPr>
          <p:cNvGrpSpPr/>
          <p:nvPr/>
        </p:nvGrpSpPr>
        <p:grpSpPr>
          <a:xfrm>
            <a:off x="9006986" y="2280558"/>
            <a:ext cx="1371600" cy="1371600"/>
            <a:chOff x="1298501" y="962272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3354C89E-1D4E-258A-042E-29122936360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Arrow: Pentagon 120">
              <a:extLst>
                <a:ext uri="{FF2B5EF4-FFF2-40B4-BE49-F238E27FC236}">
                  <a16:creationId xmlns:a16="http://schemas.microsoft.com/office/drawing/2014/main" id="{9F8B5E05-E2FF-7BF7-AC51-C9D399D83DF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2936139-D6CC-8137-9728-15E58A43BC0B}"/>
              </a:ext>
            </a:extLst>
          </p:cNvPr>
          <p:cNvGrpSpPr/>
          <p:nvPr/>
        </p:nvGrpSpPr>
        <p:grpSpPr>
          <a:xfrm>
            <a:off x="9338706" y="2537647"/>
            <a:ext cx="695460" cy="653691"/>
            <a:chOff x="6203315" y="3923025"/>
            <a:chExt cx="969301" cy="911086"/>
          </a:xfrm>
        </p:grpSpPr>
        <p:sp>
          <p:nvSpPr>
            <p:cNvPr id="8" name="Flowchart: Manual Operation 7">
              <a:extLst>
                <a:ext uri="{FF2B5EF4-FFF2-40B4-BE49-F238E27FC236}">
                  <a16:creationId xmlns:a16="http://schemas.microsoft.com/office/drawing/2014/main" id="{A61E8A9C-304C-0A01-ACF5-43B0D1099B06}"/>
                </a:ext>
              </a:extLst>
            </p:cNvPr>
            <p:cNvSpPr/>
            <p:nvPr/>
          </p:nvSpPr>
          <p:spPr>
            <a:xfrm flipV="1">
              <a:off x="6362626" y="4024689"/>
              <a:ext cx="659305" cy="21163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F7B5E0D-2701-4BA0-8966-2FA53A6A2DE2}"/>
                </a:ext>
              </a:extLst>
            </p:cNvPr>
            <p:cNvSpPr/>
            <p:nvPr/>
          </p:nvSpPr>
          <p:spPr>
            <a:xfrm>
              <a:off x="6568843" y="4236326"/>
              <a:ext cx="246871" cy="3802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DD7A8A0E-5B2D-B1D8-E0C4-6657920BCD0B}"/>
                </a:ext>
              </a:extLst>
            </p:cNvPr>
            <p:cNvSpPr/>
            <p:nvPr/>
          </p:nvSpPr>
          <p:spPr>
            <a:xfrm>
              <a:off x="6312622" y="4552470"/>
              <a:ext cx="759312" cy="21163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Arrow: Right 17">
              <a:extLst>
                <a:ext uri="{FF2B5EF4-FFF2-40B4-BE49-F238E27FC236}">
                  <a16:creationId xmlns:a16="http://schemas.microsoft.com/office/drawing/2014/main" id="{20B772A0-EE86-FC48-4614-D9411366F41F}"/>
                </a:ext>
              </a:extLst>
            </p:cNvPr>
            <p:cNvSpPr/>
            <p:nvPr/>
          </p:nvSpPr>
          <p:spPr>
            <a:xfrm rot="16200000">
              <a:off x="6070609" y="4570249"/>
              <a:ext cx="396568" cy="131155"/>
            </a:xfrm>
            <a:prstGeom prst="rightArrow">
              <a:avLst>
                <a:gd name="adj1" fmla="val 50000"/>
                <a:gd name="adj2" fmla="val 86364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Arrow: Right 143">
              <a:extLst>
                <a:ext uri="{FF2B5EF4-FFF2-40B4-BE49-F238E27FC236}">
                  <a16:creationId xmlns:a16="http://schemas.microsoft.com/office/drawing/2014/main" id="{28D76120-8513-27A5-74E7-FBFE710C0F9C}"/>
                </a:ext>
              </a:extLst>
            </p:cNvPr>
            <p:cNvSpPr/>
            <p:nvPr/>
          </p:nvSpPr>
          <p:spPr>
            <a:xfrm rot="16200000">
              <a:off x="6908755" y="4570249"/>
              <a:ext cx="396568" cy="131155"/>
            </a:xfrm>
            <a:prstGeom prst="rightArrow">
              <a:avLst>
                <a:gd name="adj1" fmla="val 50000"/>
                <a:gd name="adj2" fmla="val 88636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E0B53FB-F03F-DD43-E4F8-E25FB5C323E1}"/>
                </a:ext>
              </a:extLst>
            </p:cNvPr>
            <p:cNvSpPr/>
            <p:nvPr/>
          </p:nvSpPr>
          <p:spPr>
            <a:xfrm>
              <a:off x="6519185" y="3923938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AB8412D2-B92C-3A42-A00B-09C2F1650CF3}"/>
                </a:ext>
              </a:extLst>
            </p:cNvPr>
            <p:cNvSpPr/>
            <p:nvPr/>
          </p:nvSpPr>
          <p:spPr>
            <a:xfrm>
              <a:off x="6807792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7C2C007-7D6D-123A-834E-63E90CBF40A4}"/>
                </a:ext>
              </a:extLst>
            </p:cNvPr>
            <p:cNvSpPr/>
            <p:nvPr/>
          </p:nvSpPr>
          <p:spPr>
            <a:xfrm>
              <a:off x="6609497" y="3923025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F4B20DE1-8AED-BA07-EAFA-B79C5F6BCE00}"/>
                </a:ext>
              </a:extLst>
            </p:cNvPr>
            <p:cNvSpPr/>
            <p:nvPr/>
          </p:nvSpPr>
          <p:spPr>
            <a:xfrm>
              <a:off x="6717479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5F4EF3F8-9FAC-DDD5-C352-12E84666F7EC}"/>
                </a:ext>
              </a:extLst>
            </p:cNvPr>
            <p:cNvGrpSpPr/>
            <p:nvPr/>
          </p:nvGrpSpPr>
          <p:grpSpPr>
            <a:xfrm rot="19228888">
              <a:off x="6412508" y="4086562"/>
              <a:ext cx="63146" cy="127118"/>
              <a:chOff x="3806073" y="5091415"/>
              <a:chExt cx="134521" cy="27080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DB0F5B4D-44C6-AEBE-498A-AF13FA350F22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D4369AD4-5C41-0CD4-D16D-357494BC8017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7FB8B696-A362-52A5-91C0-08273FA7264B}"/>
                </a:ext>
              </a:extLst>
            </p:cNvPr>
            <p:cNvGrpSpPr/>
            <p:nvPr/>
          </p:nvGrpSpPr>
          <p:grpSpPr>
            <a:xfrm rot="9885821">
              <a:off x="6899501" y="4141179"/>
              <a:ext cx="63146" cy="127118"/>
              <a:chOff x="3806073" y="5091415"/>
              <a:chExt cx="134521" cy="27080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DCC8B0F7-6EA2-931C-67B1-B6CA0F37A455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4B8F82CA-5B60-BDB0-946E-1511D54BF0E1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297666-1C19-B1DD-61D0-355E78196577}"/>
                </a:ext>
              </a:extLst>
            </p:cNvPr>
            <p:cNvGrpSpPr/>
            <p:nvPr/>
          </p:nvGrpSpPr>
          <p:grpSpPr>
            <a:xfrm>
              <a:off x="6516621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C1EBE51B-2770-18C0-F754-216BFC45FA7E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B136242D-5BF0-3770-D90B-336E131D580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" name="Oval 155">
                  <a:extLst>
                    <a:ext uri="{FF2B5EF4-FFF2-40B4-BE49-F238E27FC236}">
                      <a16:creationId xmlns:a16="http://schemas.microsoft.com/office/drawing/2014/main" id="{D648BB79-3D62-01D4-F46E-BD644F4773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DEA97903-35ED-F71B-58FC-785D0734276B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96A3BA40-2070-7975-9D74-B847C68B052B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Oval 161">
                  <a:extLst>
                    <a:ext uri="{FF2B5EF4-FFF2-40B4-BE49-F238E27FC236}">
                      <a16:creationId xmlns:a16="http://schemas.microsoft.com/office/drawing/2014/main" id="{97656C80-2962-2F3F-1D98-82C58FEBA5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ADF5D849-BF7C-6CEE-15EC-6B09AAD86883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DA97347C-E6D2-88EA-1247-6AC1D9930434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Oval 164">
                  <a:extLst>
                    <a:ext uri="{FF2B5EF4-FFF2-40B4-BE49-F238E27FC236}">
                      <a16:creationId xmlns:a16="http://schemas.microsoft.com/office/drawing/2014/main" id="{38A338BA-2FE0-9289-8DCE-4323F7688DBA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17BFAE85-2300-3CD2-1825-1240EA8CC507}"/>
                </a:ext>
              </a:extLst>
            </p:cNvPr>
            <p:cNvGrpSpPr/>
            <p:nvPr/>
          </p:nvGrpSpPr>
          <p:grpSpPr>
            <a:xfrm rot="10800000">
              <a:off x="6737076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67" name="Group 166">
                <a:extLst>
                  <a:ext uri="{FF2B5EF4-FFF2-40B4-BE49-F238E27FC236}">
                    <a16:creationId xmlns:a16="http://schemas.microsoft.com/office/drawing/2014/main" id="{9DE1D039-AD7B-D768-10E7-377DD3E80D82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4" name="Rectangle 173">
                  <a:extLst>
                    <a:ext uri="{FF2B5EF4-FFF2-40B4-BE49-F238E27FC236}">
                      <a16:creationId xmlns:a16="http://schemas.microsoft.com/office/drawing/2014/main" id="{47E941E4-76A4-4447-EBC6-399248A57C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" name="Oval 174">
                  <a:extLst>
                    <a:ext uri="{FF2B5EF4-FFF2-40B4-BE49-F238E27FC236}">
                      <a16:creationId xmlns:a16="http://schemas.microsoft.com/office/drawing/2014/main" id="{ABD99C11-71D8-76B9-76DE-47AC1DF65D0E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8" name="Group 167">
                <a:extLst>
                  <a:ext uri="{FF2B5EF4-FFF2-40B4-BE49-F238E27FC236}">
                    <a16:creationId xmlns:a16="http://schemas.microsoft.com/office/drawing/2014/main" id="{9121FB87-82D3-4986-9054-E2DF1BD379F8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72" name="Rectangle 171">
                  <a:extLst>
                    <a:ext uri="{FF2B5EF4-FFF2-40B4-BE49-F238E27FC236}">
                      <a16:creationId xmlns:a16="http://schemas.microsoft.com/office/drawing/2014/main" id="{BF6AA037-5A97-392F-0DB0-A12785750577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Oval 172">
                  <a:extLst>
                    <a:ext uri="{FF2B5EF4-FFF2-40B4-BE49-F238E27FC236}">
                      <a16:creationId xmlns:a16="http://schemas.microsoft.com/office/drawing/2014/main" id="{23529BD5-1D07-891A-EAAD-4C3FD95CA141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E6ECEB7A-2965-C06C-63D9-3474D23CD188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0" name="Rectangle 169">
                  <a:extLst>
                    <a:ext uri="{FF2B5EF4-FFF2-40B4-BE49-F238E27FC236}">
                      <a16:creationId xmlns:a16="http://schemas.microsoft.com/office/drawing/2014/main" id="{37E8714C-E82F-FC7E-58B4-D082F953CF98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FA240AC5-A275-6E2F-6EE2-F7780841D76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73D65585-8AD4-6D7D-96E4-EDD6BC6CEA17}"/>
              </a:ext>
            </a:extLst>
          </p:cNvPr>
          <p:cNvGrpSpPr/>
          <p:nvPr/>
        </p:nvGrpSpPr>
        <p:grpSpPr>
          <a:xfrm>
            <a:off x="1949236" y="3920973"/>
            <a:ext cx="1371600" cy="1371600"/>
            <a:chOff x="1298501" y="962272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051DFFF-0181-80A9-FD8F-62674A5FC00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Arrow: Pentagon 218">
              <a:extLst>
                <a:ext uri="{FF2B5EF4-FFF2-40B4-BE49-F238E27FC236}">
                  <a16:creationId xmlns:a16="http://schemas.microsoft.com/office/drawing/2014/main" id="{5DE2B1CD-B2C1-32A8-657C-5C7CD06AC184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54B7541C-5D5B-0823-2E54-BF04BB442495}"/>
              </a:ext>
            </a:extLst>
          </p:cNvPr>
          <p:cNvGrpSpPr/>
          <p:nvPr/>
        </p:nvGrpSpPr>
        <p:grpSpPr>
          <a:xfrm>
            <a:off x="3602940" y="2373802"/>
            <a:ext cx="1371600" cy="1371600"/>
            <a:chOff x="1298501" y="962272"/>
            <a:chExt cx="1371600" cy="1371600"/>
          </a:xfrm>
        </p:grpSpPr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59DB8B9E-6203-4E61-E28B-FFD7439C698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Arrow: Pentagon 231">
              <a:extLst>
                <a:ext uri="{FF2B5EF4-FFF2-40B4-BE49-F238E27FC236}">
                  <a16:creationId xmlns:a16="http://schemas.microsoft.com/office/drawing/2014/main" id="{97399673-55C5-10A5-89B3-157447746B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D63DCA80-A1AB-1451-98D3-23CC452D7F86}"/>
              </a:ext>
            </a:extLst>
          </p:cNvPr>
          <p:cNvGrpSpPr/>
          <p:nvPr/>
        </p:nvGrpSpPr>
        <p:grpSpPr>
          <a:xfrm>
            <a:off x="545575" y="2705896"/>
            <a:ext cx="813727" cy="477825"/>
            <a:chOff x="3243145" y="3555274"/>
            <a:chExt cx="2506443" cy="1471797"/>
          </a:xfrm>
        </p:grpSpPr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4966A395-E81D-582C-E5E4-B2FB3189EAC5}"/>
                </a:ext>
              </a:extLst>
            </p:cNvPr>
            <p:cNvSpPr/>
            <p:nvPr/>
          </p:nvSpPr>
          <p:spPr>
            <a:xfrm>
              <a:off x="4030141" y="3924300"/>
              <a:ext cx="1461933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CA456A52-2AC2-3747-6724-36B527D0A43A}"/>
                </a:ext>
              </a:extLst>
            </p:cNvPr>
            <p:cNvSpPr/>
            <p:nvPr/>
          </p:nvSpPr>
          <p:spPr>
            <a:xfrm rot="19876836">
              <a:off x="3243145" y="4120769"/>
              <a:ext cx="868127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218F8C97-14C6-E60A-1AAF-12D9DCC92A03}"/>
                </a:ext>
              </a:extLst>
            </p:cNvPr>
            <p:cNvSpPr/>
            <p:nvPr/>
          </p:nvSpPr>
          <p:spPr>
            <a:xfrm rot="3856563">
              <a:off x="5233990" y="4136800"/>
              <a:ext cx="595421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EF2D768E-63D4-B322-8F7B-300B96B16237}"/>
                </a:ext>
              </a:extLst>
            </p:cNvPr>
            <p:cNvSpPr/>
            <p:nvPr/>
          </p:nvSpPr>
          <p:spPr>
            <a:xfrm>
              <a:off x="3249245" y="4339553"/>
              <a:ext cx="2500343" cy="41319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Oval 237">
              <a:extLst>
                <a:ext uri="{FF2B5EF4-FFF2-40B4-BE49-F238E27FC236}">
                  <a16:creationId xmlns:a16="http://schemas.microsoft.com/office/drawing/2014/main" id="{2BDD05E2-2ED2-F3AE-E3F7-7A1A181DC882}"/>
                </a:ext>
              </a:extLst>
            </p:cNvPr>
            <p:cNvSpPr/>
            <p:nvPr/>
          </p:nvSpPr>
          <p:spPr>
            <a:xfrm>
              <a:off x="3458569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Oval 238">
              <a:extLst>
                <a:ext uri="{FF2B5EF4-FFF2-40B4-BE49-F238E27FC236}">
                  <a16:creationId xmlns:a16="http://schemas.microsoft.com/office/drawing/2014/main" id="{748B9DC6-9FA4-B827-380F-5E6129403DC5}"/>
                </a:ext>
              </a:extLst>
            </p:cNvPr>
            <p:cNvSpPr/>
            <p:nvPr/>
          </p:nvSpPr>
          <p:spPr>
            <a:xfrm>
              <a:off x="445240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B3633E32-01FE-2F41-F77F-733DF79F4DE7}"/>
                </a:ext>
              </a:extLst>
            </p:cNvPr>
            <p:cNvSpPr/>
            <p:nvPr/>
          </p:nvSpPr>
          <p:spPr>
            <a:xfrm>
              <a:off x="511452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Rectangle: Single Corner Snipped 240">
              <a:extLst>
                <a:ext uri="{FF2B5EF4-FFF2-40B4-BE49-F238E27FC236}">
                  <a16:creationId xmlns:a16="http://schemas.microsoft.com/office/drawing/2014/main" id="{D3126DB3-589C-E48C-0345-D05CD2DDBEFC}"/>
                </a:ext>
              </a:extLst>
            </p:cNvPr>
            <p:cNvSpPr/>
            <p:nvPr/>
          </p:nvSpPr>
          <p:spPr>
            <a:xfrm flipH="1">
              <a:off x="4640463" y="3577354"/>
              <a:ext cx="714451" cy="453971"/>
            </a:xfrm>
            <a:prstGeom prst="snip1Rect">
              <a:avLst>
                <a:gd name="adj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3EA2DDEF-185A-5273-F13C-21061309BE90}"/>
                </a:ext>
              </a:extLst>
            </p:cNvPr>
            <p:cNvSpPr/>
            <p:nvPr/>
          </p:nvSpPr>
          <p:spPr>
            <a:xfrm rot="410055">
              <a:off x="3616764" y="3555274"/>
              <a:ext cx="1218169" cy="13408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412FC9C9-F802-4905-42B9-9E223C7612E1}"/>
              </a:ext>
            </a:extLst>
          </p:cNvPr>
          <p:cNvGrpSpPr/>
          <p:nvPr/>
        </p:nvGrpSpPr>
        <p:grpSpPr>
          <a:xfrm>
            <a:off x="2141994" y="4331502"/>
            <a:ext cx="966865" cy="392898"/>
            <a:chOff x="3601772" y="4451726"/>
            <a:chExt cx="3281623" cy="133353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050FA32-7454-8AF9-D971-182E6210E10A}"/>
                </a:ext>
              </a:extLst>
            </p:cNvPr>
            <p:cNvSpPr/>
            <p:nvPr/>
          </p:nvSpPr>
          <p:spPr>
            <a:xfrm>
              <a:off x="4582588" y="4974563"/>
              <a:ext cx="2211912" cy="1574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B93E239A-F119-3369-0DDC-592BEB424E23}"/>
                </a:ext>
              </a:extLst>
            </p:cNvPr>
            <p:cNvSpPr/>
            <p:nvPr/>
          </p:nvSpPr>
          <p:spPr>
            <a:xfrm rot="19876836">
              <a:off x="4019901" y="5117543"/>
              <a:ext cx="64858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B626BBA-5DC2-1467-AD1B-F8963004BC93}"/>
                </a:ext>
              </a:extLst>
            </p:cNvPr>
            <p:cNvSpPr/>
            <p:nvPr/>
          </p:nvSpPr>
          <p:spPr>
            <a:xfrm rot="5400000">
              <a:off x="6587441" y="5120427"/>
              <a:ext cx="44484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2DF78D4-E5B7-E8DF-49A3-0D2515BE0FA8}"/>
                </a:ext>
              </a:extLst>
            </p:cNvPr>
            <p:cNvSpPr/>
            <p:nvPr/>
          </p:nvSpPr>
          <p:spPr>
            <a:xfrm>
              <a:off x="4024459" y="5281271"/>
              <a:ext cx="2770041" cy="2991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CC7D1D9-04C2-0E4E-EBC4-E994A13EF0FD}"/>
                </a:ext>
              </a:extLst>
            </p:cNvPr>
            <p:cNvSpPr/>
            <p:nvPr/>
          </p:nvSpPr>
          <p:spPr>
            <a:xfrm rot="186132">
              <a:off x="3601772" y="4682629"/>
              <a:ext cx="1535179" cy="13003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DEADF15-5BE4-F23B-0535-1FE5C5DBE168}"/>
                </a:ext>
              </a:extLst>
            </p:cNvPr>
            <p:cNvGrpSpPr/>
            <p:nvPr/>
          </p:nvGrpSpPr>
          <p:grpSpPr>
            <a:xfrm>
              <a:off x="4242218" y="5466180"/>
              <a:ext cx="2361782" cy="319076"/>
              <a:chOff x="3740100" y="5833335"/>
              <a:chExt cx="2361782" cy="319076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05038E1-13DA-DD3A-19D0-B7C2FD53436C}"/>
                  </a:ext>
                </a:extLst>
              </p:cNvPr>
              <p:cNvSpPr/>
              <p:nvPr/>
            </p:nvSpPr>
            <p:spPr>
              <a:xfrm>
                <a:off x="374010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CCF48D29-BF3A-FA92-9C5C-194068FD4906}"/>
                  </a:ext>
                </a:extLst>
              </p:cNvPr>
              <p:cNvSpPr/>
              <p:nvPr/>
            </p:nvSpPr>
            <p:spPr>
              <a:xfrm>
                <a:off x="408047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66B3F4BA-F128-4DE6-12BF-05C51911410E}"/>
                  </a:ext>
                </a:extLst>
              </p:cNvPr>
              <p:cNvSpPr/>
              <p:nvPr/>
            </p:nvSpPr>
            <p:spPr>
              <a:xfrm>
                <a:off x="4424551" y="583968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134AA2AB-DA0F-4C93-78BE-EBB0239E665C}"/>
                  </a:ext>
                </a:extLst>
              </p:cNvPr>
              <p:cNvSpPr/>
              <p:nvPr/>
            </p:nvSpPr>
            <p:spPr>
              <a:xfrm>
                <a:off x="476849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5BC390FB-327C-71BF-AF99-ECD04898B7CD}"/>
                  </a:ext>
                </a:extLst>
              </p:cNvPr>
              <p:cNvSpPr/>
              <p:nvPr/>
            </p:nvSpPr>
            <p:spPr>
              <a:xfrm>
                <a:off x="510886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61C6E043-DC84-B64A-D161-108B942E8D1F}"/>
                  </a:ext>
                </a:extLst>
              </p:cNvPr>
              <p:cNvSpPr/>
              <p:nvPr/>
            </p:nvSpPr>
            <p:spPr>
              <a:xfrm>
                <a:off x="5452947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6" name="Oval 245">
                <a:extLst>
                  <a:ext uri="{FF2B5EF4-FFF2-40B4-BE49-F238E27FC236}">
                    <a16:creationId xmlns:a16="http://schemas.microsoft.com/office/drawing/2014/main" id="{5B355303-3E24-B2A4-5292-A10AB65A4357}"/>
                  </a:ext>
                </a:extLst>
              </p:cNvPr>
              <p:cNvSpPr/>
              <p:nvPr/>
            </p:nvSpPr>
            <p:spPr>
              <a:xfrm>
                <a:off x="5793181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0AE9775-A99B-B0A1-AF89-DA167DF2CAD2}"/>
                </a:ext>
              </a:extLst>
            </p:cNvPr>
            <p:cNvCxnSpPr>
              <a:cxnSpLocks/>
              <a:endCxn id="4" idx="3"/>
            </p:cNvCxnSpPr>
            <p:nvPr/>
          </p:nvCxnSpPr>
          <p:spPr>
            <a:xfrm>
              <a:off x="4114791" y="5567798"/>
              <a:ext cx="172635" cy="17225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8BF7D14A-1B57-9565-1A5C-49051E221739}"/>
                </a:ext>
              </a:extLst>
            </p:cNvPr>
            <p:cNvCxnSpPr>
              <a:cxnSpLocks/>
              <a:endCxn id="246" idx="5"/>
            </p:cNvCxnSpPr>
            <p:nvPr/>
          </p:nvCxnSpPr>
          <p:spPr>
            <a:xfrm flipH="1">
              <a:off x="6558792" y="5552395"/>
              <a:ext cx="188066" cy="17727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5104C116-4C86-5112-4FB7-B5B918094B06}"/>
                </a:ext>
              </a:extLst>
            </p:cNvPr>
            <p:cNvCxnSpPr>
              <a:cxnSpLocks/>
              <a:stCxn id="4" idx="4"/>
              <a:endCxn id="246" idx="4"/>
            </p:cNvCxnSpPr>
            <p:nvPr/>
          </p:nvCxnSpPr>
          <p:spPr>
            <a:xfrm flipV="1">
              <a:off x="4396569" y="5774881"/>
              <a:ext cx="2053081" cy="1037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CD3AE514-3E86-DAC8-A788-031593DC4D42}"/>
                </a:ext>
              </a:extLst>
            </p:cNvPr>
            <p:cNvSpPr/>
            <p:nvPr/>
          </p:nvSpPr>
          <p:spPr>
            <a:xfrm>
              <a:off x="6151287" y="4840975"/>
              <a:ext cx="658573" cy="12978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: Diagonal Corners Snipped 256">
              <a:extLst>
                <a:ext uri="{FF2B5EF4-FFF2-40B4-BE49-F238E27FC236}">
                  <a16:creationId xmlns:a16="http://schemas.microsoft.com/office/drawing/2014/main" id="{D4CE2AD4-E1A2-A5A7-C562-F844908F0A9C}"/>
                </a:ext>
              </a:extLst>
            </p:cNvPr>
            <p:cNvSpPr/>
            <p:nvPr/>
          </p:nvSpPr>
          <p:spPr>
            <a:xfrm flipH="1">
              <a:off x="5066506" y="4556178"/>
              <a:ext cx="1121182" cy="408902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>
              <a:extLst>
                <a:ext uri="{FF2B5EF4-FFF2-40B4-BE49-F238E27FC236}">
                  <a16:creationId xmlns:a16="http://schemas.microsoft.com/office/drawing/2014/main" id="{5A02BCDC-A567-B30B-A197-532484CFDFAD}"/>
                </a:ext>
              </a:extLst>
            </p:cNvPr>
            <p:cNvSpPr/>
            <p:nvPr/>
          </p:nvSpPr>
          <p:spPr>
            <a:xfrm flipV="1">
              <a:off x="5563360" y="4451726"/>
              <a:ext cx="304591" cy="1846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1306C07-16C0-1841-EA03-0C767DF0FB2E}"/>
              </a:ext>
            </a:extLst>
          </p:cNvPr>
          <p:cNvGrpSpPr/>
          <p:nvPr/>
        </p:nvGrpSpPr>
        <p:grpSpPr>
          <a:xfrm>
            <a:off x="3871474" y="2776533"/>
            <a:ext cx="845486" cy="477307"/>
            <a:chOff x="4659448" y="4555528"/>
            <a:chExt cx="2627133" cy="1483110"/>
          </a:xfrm>
        </p:grpSpPr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728C5550-C08C-1FE8-5F9C-56A6758930B2}"/>
                </a:ext>
              </a:extLst>
            </p:cNvPr>
            <p:cNvSpPr/>
            <p:nvPr/>
          </p:nvSpPr>
          <p:spPr>
            <a:xfrm rot="5400000">
              <a:off x="5751679" y="5719840"/>
              <a:ext cx="479177" cy="1584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Rectangle 263">
              <a:extLst>
                <a:ext uri="{FF2B5EF4-FFF2-40B4-BE49-F238E27FC236}">
                  <a16:creationId xmlns:a16="http://schemas.microsoft.com/office/drawing/2014/main" id="{94DFC689-2815-709F-5354-951666FEEA89}"/>
                </a:ext>
              </a:extLst>
            </p:cNvPr>
            <p:cNvSpPr/>
            <p:nvPr/>
          </p:nvSpPr>
          <p:spPr>
            <a:xfrm>
              <a:off x="5060159" y="5159351"/>
              <a:ext cx="1813329" cy="3643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Rectangle 264">
              <a:extLst>
                <a:ext uri="{FF2B5EF4-FFF2-40B4-BE49-F238E27FC236}">
                  <a16:creationId xmlns:a16="http://schemas.microsoft.com/office/drawing/2014/main" id="{7DE3E07E-6F88-D7C7-5774-0639B1C36CC8}"/>
                </a:ext>
              </a:extLst>
            </p:cNvPr>
            <p:cNvSpPr/>
            <p:nvPr/>
          </p:nvSpPr>
          <p:spPr>
            <a:xfrm rot="2166242">
              <a:off x="4751161" y="4555528"/>
              <a:ext cx="1182977" cy="25863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5F7D6332-7DF3-942E-71A2-2C451417323C}"/>
                </a:ext>
              </a:extLst>
            </p:cNvPr>
            <p:cNvSpPr/>
            <p:nvPr/>
          </p:nvSpPr>
          <p:spPr>
            <a:xfrm>
              <a:off x="5822884" y="5193142"/>
              <a:ext cx="332529" cy="332528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 269">
              <a:extLst>
                <a:ext uri="{FF2B5EF4-FFF2-40B4-BE49-F238E27FC236}">
                  <a16:creationId xmlns:a16="http://schemas.microsoft.com/office/drawing/2014/main" id="{15FE362E-16DB-DF20-30A6-50134C49D1E0}"/>
                </a:ext>
              </a:extLst>
            </p:cNvPr>
            <p:cNvSpPr/>
            <p:nvPr/>
          </p:nvSpPr>
          <p:spPr>
            <a:xfrm>
              <a:off x="5381441" y="5903668"/>
              <a:ext cx="1180464" cy="1331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: Diagonal Corners Snipped 270">
              <a:extLst>
                <a:ext uri="{FF2B5EF4-FFF2-40B4-BE49-F238E27FC236}">
                  <a16:creationId xmlns:a16="http://schemas.microsoft.com/office/drawing/2014/main" id="{8E7BEDCA-5235-24F2-F506-E5488359A099}"/>
                </a:ext>
              </a:extLst>
            </p:cNvPr>
            <p:cNvSpPr/>
            <p:nvPr/>
          </p:nvSpPr>
          <p:spPr>
            <a:xfrm flipH="1">
              <a:off x="5418936" y="4716003"/>
              <a:ext cx="1207722" cy="440464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Rectangle 271">
              <a:extLst>
                <a:ext uri="{FF2B5EF4-FFF2-40B4-BE49-F238E27FC236}">
                  <a16:creationId xmlns:a16="http://schemas.microsoft.com/office/drawing/2014/main" id="{7732F83C-059E-C185-23F5-85EE335E5CFA}"/>
                </a:ext>
              </a:extLst>
            </p:cNvPr>
            <p:cNvSpPr/>
            <p:nvPr/>
          </p:nvSpPr>
          <p:spPr>
            <a:xfrm flipV="1">
              <a:off x="5954140" y="4603489"/>
              <a:ext cx="328101" cy="1989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10B13C61-AA0F-501F-9FD5-4EB1B78B306D}"/>
                </a:ext>
              </a:extLst>
            </p:cNvPr>
            <p:cNvGrpSpPr/>
            <p:nvPr/>
          </p:nvGrpSpPr>
          <p:grpSpPr>
            <a:xfrm rot="19255016">
              <a:off x="4659448" y="5423823"/>
              <a:ext cx="1069810" cy="380153"/>
              <a:chOff x="4116150" y="5982552"/>
              <a:chExt cx="1069810" cy="380153"/>
            </a:xfrm>
          </p:grpSpPr>
          <p:grpSp>
            <p:nvGrpSpPr>
              <p:cNvPr id="280" name="Group 279">
                <a:extLst>
                  <a:ext uri="{FF2B5EF4-FFF2-40B4-BE49-F238E27FC236}">
                    <a16:creationId xmlns:a16="http://schemas.microsoft.com/office/drawing/2014/main" id="{9CC3C03B-E326-8FDA-29B5-2AF44A121D16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73" name="Oval 272">
                  <a:extLst>
                    <a:ext uri="{FF2B5EF4-FFF2-40B4-BE49-F238E27FC236}">
                      <a16:creationId xmlns:a16="http://schemas.microsoft.com/office/drawing/2014/main" id="{36DA3A98-800E-F65F-092D-77D6E7802A9D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4" name="Oval 273">
                  <a:extLst>
                    <a:ext uri="{FF2B5EF4-FFF2-40B4-BE49-F238E27FC236}">
                      <a16:creationId xmlns:a16="http://schemas.microsoft.com/office/drawing/2014/main" id="{FE07EE94-275D-F204-A8FF-6AF2D5139B06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5" name="Oval 274">
                  <a:extLst>
                    <a:ext uri="{FF2B5EF4-FFF2-40B4-BE49-F238E27FC236}">
                      <a16:creationId xmlns:a16="http://schemas.microsoft.com/office/drawing/2014/main" id="{5A78EAC2-6D9D-1099-2587-388FED95588D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3" name="Straight Connector 282">
                <a:extLst>
                  <a:ext uri="{FF2B5EF4-FFF2-40B4-BE49-F238E27FC236}">
                    <a16:creationId xmlns:a16="http://schemas.microsoft.com/office/drawing/2014/main" id="{A1FAC428-6B15-036C-5ACB-26997E3CBDF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4" name="Straight Connector 283">
                <a:extLst>
                  <a:ext uri="{FF2B5EF4-FFF2-40B4-BE49-F238E27FC236}">
                    <a16:creationId xmlns:a16="http://schemas.microsoft.com/office/drawing/2014/main" id="{AFC3361D-439D-947B-E34C-54A107D393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FB342D53-760C-C44C-C7E0-F4BB253D815C}"/>
                </a:ext>
              </a:extLst>
            </p:cNvPr>
            <p:cNvGrpSpPr/>
            <p:nvPr/>
          </p:nvGrpSpPr>
          <p:grpSpPr>
            <a:xfrm rot="2482018">
              <a:off x="6216771" y="5418867"/>
              <a:ext cx="1069810" cy="380153"/>
              <a:chOff x="4116150" y="5982552"/>
              <a:chExt cx="1069810" cy="380153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AD95AEC1-A405-E1F0-A806-732662E66EE1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90" name="Oval 289">
                  <a:extLst>
                    <a:ext uri="{FF2B5EF4-FFF2-40B4-BE49-F238E27FC236}">
                      <a16:creationId xmlns:a16="http://schemas.microsoft.com/office/drawing/2014/main" id="{19C1A2E8-8301-899A-5309-D3AB5CEFD387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1" name="Oval 290">
                  <a:extLst>
                    <a:ext uri="{FF2B5EF4-FFF2-40B4-BE49-F238E27FC236}">
                      <a16:creationId xmlns:a16="http://schemas.microsoft.com/office/drawing/2014/main" id="{034C010C-8455-40D0-5B1C-A3EF917726CB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2" name="Oval 291">
                  <a:extLst>
                    <a:ext uri="{FF2B5EF4-FFF2-40B4-BE49-F238E27FC236}">
                      <a16:creationId xmlns:a16="http://schemas.microsoft.com/office/drawing/2014/main" id="{86726C07-4ABB-BB42-BB8B-1AB65D1F5E63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8" name="Straight Connector 287">
                <a:extLst>
                  <a:ext uri="{FF2B5EF4-FFF2-40B4-BE49-F238E27FC236}">
                    <a16:creationId xmlns:a16="http://schemas.microsoft.com/office/drawing/2014/main" id="{A120FABB-F09A-9D0F-362E-D965C3E419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9" name="Straight Connector 288">
                <a:extLst>
                  <a:ext uri="{FF2B5EF4-FFF2-40B4-BE49-F238E27FC236}">
                    <a16:creationId xmlns:a16="http://schemas.microsoft.com/office/drawing/2014/main" id="{A1AE601A-6B55-E9B1-39FE-31D194574F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0AB430C4-5CA3-E8C5-7445-44B7AEECD2BA}"/>
                </a:ext>
              </a:extLst>
            </p:cNvPr>
            <p:cNvSpPr/>
            <p:nvPr/>
          </p:nvSpPr>
          <p:spPr>
            <a:xfrm flipV="1">
              <a:off x="5629800" y="5522452"/>
              <a:ext cx="722936" cy="2317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C851C60E-CCB9-A3AF-5A3E-62E60306C062}"/>
              </a:ext>
            </a:extLst>
          </p:cNvPr>
          <p:cNvGrpSpPr/>
          <p:nvPr/>
        </p:nvGrpSpPr>
        <p:grpSpPr>
          <a:xfrm>
            <a:off x="10256872" y="701097"/>
            <a:ext cx="1371600" cy="1371600"/>
            <a:chOff x="3013001" y="962272"/>
            <a:chExt cx="1371600" cy="1371600"/>
          </a:xfrm>
        </p:grpSpPr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EBD88254-F937-93F1-2608-CBD5CA21CF3E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Arrow: Pentagon 251">
              <a:extLst>
                <a:ext uri="{FF2B5EF4-FFF2-40B4-BE49-F238E27FC236}">
                  <a16:creationId xmlns:a16="http://schemas.microsoft.com/office/drawing/2014/main" id="{988CEB82-DF14-DE21-16B8-C8515FF740D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53" name="Picture 252">
            <a:extLst>
              <a:ext uri="{FF2B5EF4-FFF2-40B4-BE49-F238E27FC236}">
                <a16:creationId xmlns:a16="http://schemas.microsoft.com/office/drawing/2014/main" id="{A8DC34FC-59C4-1319-EE7E-37D0562251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7001" y="1032486"/>
            <a:ext cx="338613" cy="628271"/>
          </a:xfrm>
          <a:prstGeom prst="rect">
            <a:avLst/>
          </a:prstGeom>
        </p:spPr>
      </p:pic>
      <p:sp>
        <p:nvSpPr>
          <p:cNvPr id="5" name="Cross 4">
            <a:extLst>
              <a:ext uri="{FF2B5EF4-FFF2-40B4-BE49-F238E27FC236}">
                <a16:creationId xmlns:a16="http://schemas.microsoft.com/office/drawing/2014/main" id="{59F54C3C-14D2-AD9F-10CF-D2304ADA04A1}"/>
              </a:ext>
            </a:extLst>
          </p:cNvPr>
          <p:cNvSpPr/>
          <p:nvPr/>
        </p:nvSpPr>
        <p:spPr>
          <a:xfrm>
            <a:off x="10680061" y="1295821"/>
            <a:ext cx="272493" cy="259333"/>
          </a:xfrm>
          <a:prstGeom prst="plus">
            <a:avLst>
              <a:gd name="adj" fmla="val 376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4" name="Cross 253">
            <a:extLst>
              <a:ext uri="{FF2B5EF4-FFF2-40B4-BE49-F238E27FC236}">
                <a16:creationId xmlns:a16="http://schemas.microsoft.com/office/drawing/2014/main" id="{E841D905-7976-7923-F988-285BE76911A9}"/>
              </a:ext>
            </a:extLst>
          </p:cNvPr>
          <p:cNvSpPr/>
          <p:nvPr/>
        </p:nvSpPr>
        <p:spPr>
          <a:xfrm>
            <a:off x="11050268" y="1107327"/>
            <a:ext cx="277271" cy="26388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Cross 254">
            <a:extLst>
              <a:ext uri="{FF2B5EF4-FFF2-40B4-BE49-F238E27FC236}">
                <a16:creationId xmlns:a16="http://schemas.microsoft.com/office/drawing/2014/main" id="{A1322E07-F2E5-F36D-E23D-A96676A7349C}"/>
              </a:ext>
            </a:extLst>
          </p:cNvPr>
          <p:cNvSpPr/>
          <p:nvPr/>
        </p:nvSpPr>
        <p:spPr>
          <a:xfrm>
            <a:off x="11224400" y="965859"/>
            <a:ext cx="185026" cy="17609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01D886-F432-9D9A-95DE-FC0DC2A60C80}"/>
              </a:ext>
            </a:extLst>
          </p:cNvPr>
          <p:cNvGrpSpPr/>
          <p:nvPr/>
        </p:nvGrpSpPr>
        <p:grpSpPr>
          <a:xfrm>
            <a:off x="276319" y="3873161"/>
            <a:ext cx="1371600" cy="1371600"/>
            <a:chOff x="1298501" y="962272"/>
            <a:chExt cx="1371600" cy="1371600"/>
          </a:xfrm>
        </p:grpSpPr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D30FD016-BB25-7A32-2652-A9FF9D8DC553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1" name="Arrow: Pentagon 260">
              <a:extLst>
                <a:ext uri="{FF2B5EF4-FFF2-40B4-BE49-F238E27FC236}">
                  <a16:creationId xmlns:a16="http://schemas.microsoft.com/office/drawing/2014/main" id="{9405F366-7245-6797-3504-EB6CF3A592E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C924142B-2477-7F93-4C56-FDEF7DCF4512}"/>
              </a:ext>
            </a:extLst>
          </p:cNvPr>
          <p:cNvGrpSpPr/>
          <p:nvPr/>
        </p:nvGrpSpPr>
        <p:grpSpPr>
          <a:xfrm>
            <a:off x="470204" y="4148195"/>
            <a:ext cx="993353" cy="544465"/>
            <a:chOff x="1112881" y="2132730"/>
            <a:chExt cx="4624120" cy="2534519"/>
          </a:xfrm>
        </p:grpSpPr>
        <p:sp>
          <p:nvSpPr>
            <p:cNvPr id="266" name="Rectangle 265">
              <a:extLst>
                <a:ext uri="{FF2B5EF4-FFF2-40B4-BE49-F238E27FC236}">
                  <a16:creationId xmlns:a16="http://schemas.microsoft.com/office/drawing/2014/main" id="{0CC141D4-2270-F35F-5153-3BF903698E1E}"/>
                </a:ext>
              </a:extLst>
            </p:cNvPr>
            <p:cNvSpPr/>
            <p:nvPr/>
          </p:nvSpPr>
          <p:spPr>
            <a:xfrm>
              <a:off x="2388719" y="3228341"/>
              <a:ext cx="603258" cy="38224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F05E2719-B557-A9B1-67CA-D1F2349C0E4A}"/>
                </a:ext>
              </a:extLst>
            </p:cNvPr>
            <p:cNvSpPr/>
            <p:nvPr/>
          </p:nvSpPr>
          <p:spPr>
            <a:xfrm>
              <a:off x="3790968" y="3074799"/>
              <a:ext cx="603258" cy="51755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 267">
              <a:extLst>
                <a:ext uri="{FF2B5EF4-FFF2-40B4-BE49-F238E27FC236}">
                  <a16:creationId xmlns:a16="http://schemas.microsoft.com/office/drawing/2014/main" id="{75E358FC-6C5C-EA77-9736-2A35A1008374}"/>
                </a:ext>
              </a:extLst>
            </p:cNvPr>
            <p:cNvSpPr/>
            <p:nvPr/>
          </p:nvSpPr>
          <p:spPr>
            <a:xfrm>
              <a:off x="1112882" y="4097572"/>
              <a:ext cx="4624119" cy="20979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58ED7578-240C-2F4F-A07C-F5FA7E4F39F7}"/>
                </a:ext>
              </a:extLst>
            </p:cNvPr>
            <p:cNvSpPr/>
            <p:nvPr/>
          </p:nvSpPr>
          <p:spPr>
            <a:xfrm>
              <a:off x="1336750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Oval 276">
              <a:extLst>
                <a:ext uri="{FF2B5EF4-FFF2-40B4-BE49-F238E27FC236}">
                  <a16:creationId xmlns:a16="http://schemas.microsoft.com/office/drawing/2014/main" id="{9DF951D5-1E3D-8745-4B43-B63C04621F33}"/>
                </a:ext>
              </a:extLst>
            </p:cNvPr>
            <p:cNvSpPr/>
            <p:nvPr/>
          </p:nvSpPr>
          <p:spPr>
            <a:xfrm>
              <a:off x="1934725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Oval 277">
              <a:extLst>
                <a:ext uri="{FF2B5EF4-FFF2-40B4-BE49-F238E27FC236}">
                  <a16:creationId xmlns:a16="http://schemas.microsoft.com/office/drawing/2014/main" id="{0C436EB0-A819-9F73-9275-92133C59AAD0}"/>
                </a:ext>
              </a:extLst>
            </p:cNvPr>
            <p:cNvSpPr/>
            <p:nvPr/>
          </p:nvSpPr>
          <p:spPr>
            <a:xfrm>
              <a:off x="2539220" y="411784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9" name="Straight Connector 278">
              <a:extLst>
                <a:ext uri="{FF2B5EF4-FFF2-40B4-BE49-F238E27FC236}">
                  <a16:creationId xmlns:a16="http://schemas.microsoft.com/office/drawing/2014/main" id="{08791281-1926-4E24-698F-9B757F2FB435}"/>
                </a:ext>
              </a:extLst>
            </p:cNvPr>
            <p:cNvCxnSpPr>
              <a:cxnSpLocks/>
              <a:endCxn id="269" idx="3"/>
            </p:cNvCxnSpPr>
            <p:nvPr/>
          </p:nvCxnSpPr>
          <p:spPr>
            <a:xfrm>
              <a:off x="1112881" y="4285210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1" name="Straight Connector 280">
              <a:extLst>
                <a:ext uri="{FF2B5EF4-FFF2-40B4-BE49-F238E27FC236}">
                  <a16:creationId xmlns:a16="http://schemas.microsoft.com/office/drawing/2014/main" id="{D314C23E-1D49-1556-932A-7B6A0AC4DA6D}"/>
                </a:ext>
              </a:extLst>
            </p:cNvPr>
            <p:cNvCxnSpPr>
              <a:cxnSpLocks/>
              <a:stCxn id="269" idx="4"/>
              <a:endCxn id="278" idx="4"/>
            </p:cNvCxnSpPr>
            <p:nvPr/>
          </p:nvCxnSpPr>
          <p:spPr>
            <a:xfrm flipV="1">
              <a:off x="1607919" y="4660179"/>
              <a:ext cx="1202470" cy="707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B1E43D47-023F-36A9-D4FA-C70086578C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58206" y="4302993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3" name="Oval 292">
              <a:extLst>
                <a:ext uri="{FF2B5EF4-FFF2-40B4-BE49-F238E27FC236}">
                  <a16:creationId xmlns:a16="http://schemas.microsoft.com/office/drawing/2014/main" id="{CC54FAF6-790C-966F-D5F5-B99BBB75B354}"/>
                </a:ext>
              </a:extLst>
            </p:cNvPr>
            <p:cNvSpPr/>
            <p:nvPr/>
          </p:nvSpPr>
          <p:spPr>
            <a:xfrm>
              <a:off x="3741451" y="4113757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5" name="Oval 294">
              <a:extLst>
                <a:ext uri="{FF2B5EF4-FFF2-40B4-BE49-F238E27FC236}">
                  <a16:creationId xmlns:a16="http://schemas.microsoft.com/office/drawing/2014/main" id="{EBADE11E-42E4-B826-9012-35E31F4FF50B}"/>
                </a:ext>
              </a:extLst>
            </p:cNvPr>
            <p:cNvSpPr/>
            <p:nvPr/>
          </p:nvSpPr>
          <p:spPr>
            <a:xfrm>
              <a:off x="4345946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D450C50A-0C57-3FFC-B402-3E1BC8E047C2}"/>
                </a:ext>
              </a:extLst>
            </p:cNvPr>
            <p:cNvSpPr/>
            <p:nvPr/>
          </p:nvSpPr>
          <p:spPr>
            <a:xfrm>
              <a:off x="4943683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12352B1B-B694-40CD-0647-FCEF8EC5AD57}"/>
                </a:ext>
              </a:extLst>
            </p:cNvPr>
            <p:cNvCxnSpPr>
              <a:cxnSpLocks/>
              <a:endCxn id="296" idx="5"/>
            </p:cNvCxnSpPr>
            <p:nvPr/>
          </p:nvCxnSpPr>
          <p:spPr>
            <a:xfrm flipH="1">
              <a:off x="5406598" y="4258150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9DA3C39A-A82C-9753-7212-5B0709A3B22B}"/>
                </a:ext>
              </a:extLst>
            </p:cNvPr>
            <p:cNvCxnSpPr>
              <a:cxnSpLocks/>
              <a:endCxn id="296" idx="4"/>
            </p:cNvCxnSpPr>
            <p:nvPr/>
          </p:nvCxnSpPr>
          <p:spPr>
            <a:xfrm flipV="1">
              <a:off x="4012620" y="4649022"/>
              <a:ext cx="1202233" cy="9113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Straight Connector 298">
              <a:extLst>
                <a:ext uri="{FF2B5EF4-FFF2-40B4-BE49-F238E27FC236}">
                  <a16:creationId xmlns:a16="http://schemas.microsoft.com/office/drawing/2014/main" id="{5413C517-16B0-6ED0-A753-FB8EFFC742C0}"/>
                </a:ext>
              </a:extLst>
            </p:cNvPr>
            <p:cNvCxnSpPr>
              <a:cxnSpLocks/>
            </p:cNvCxnSpPr>
            <p:nvPr/>
          </p:nvCxnSpPr>
          <p:spPr>
            <a:xfrm>
              <a:off x="3506106" y="4284567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0" name="Flowchart: Manual Operation 299">
              <a:extLst>
                <a:ext uri="{FF2B5EF4-FFF2-40B4-BE49-F238E27FC236}">
                  <a16:creationId xmlns:a16="http://schemas.microsoft.com/office/drawing/2014/main" id="{D19AA0B0-DA2C-894C-E93C-87BDE34E12A2}"/>
                </a:ext>
              </a:extLst>
            </p:cNvPr>
            <p:cNvSpPr/>
            <p:nvPr/>
          </p:nvSpPr>
          <p:spPr>
            <a:xfrm flipV="1">
              <a:off x="1134231" y="3601472"/>
              <a:ext cx="4550621" cy="49125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Rectangle: Diagonal Corners Snipped 300">
              <a:extLst>
                <a:ext uri="{FF2B5EF4-FFF2-40B4-BE49-F238E27FC236}">
                  <a16:creationId xmlns:a16="http://schemas.microsoft.com/office/drawing/2014/main" id="{CB4397A6-E7DE-07A0-DB5D-F106011C4155}"/>
                </a:ext>
              </a:extLst>
            </p:cNvPr>
            <p:cNvSpPr/>
            <p:nvPr/>
          </p:nvSpPr>
          <p:spPr>
            <a:xfrm flipH="1">
              <a:off x="2626623" y="2680611"/>
              <a:ext cx="1772041" cy="920861"/>
            </a:xfrm>
            <a:prstGeom prst="snip2DiagRect">
              <a:avLst>
                <a:gd name="adj1" fmla="val 30574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Rectangle 301">
              <a:extLst>
                <a:ext uri="{FF2B5EF4-FFF2-40B4-BE49-F238E27FC236}">
                  <a16:creationId xmlns:a16="http://schemas.microsoft.com/office/drawing/2014/main" id="{6BDB6A47-143B-2929-DC4A-955F1C9163F8}"/>
                </a:ext>
              </a:extLst>
            </p:cNvPr>
            <p:cNvSpPr/>
            <p:nvPr/>
          </p:nvSpPr>
          <p:spPr>
            <a:xfrm rot="341191" flipV="1">
              <a:off x="2296485" y="2931809"/>
              <a:ext cx="997910" cy="385699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3" name="Group 302">
              <a:extLst>
                <a:ext uri="{FF2B5EF4-FFF2-40B4-BE49-F238E27FC236}">
                  <a16:creationId xmlns:a16="http://schemas.microsoft.com/office/drawing/2014/main" id="{E9433B4B-D17D-64BB-B133-6B386088E940}"/>
                </a:ext>
              </a:extLst>
            </p:cNvPr>
            <p:cNvGrpSpPr/>
            <p:nvPr/>
          </p:nvGrpSpPr>
          <p:grpSpPr>
            <a:xfrm rot="341191">
              <a:off x="1783891" y="2897223"/>
              <a:ext cx="521569" cy="306556"/>
              <a:chOff x="363258" y="2301051"/>
              <a:chExt cx="933450" cy="548640"/>
            </a:xfrm>
          </p:grpSpPr>
          <p:sp>
            <p:nvSpPr>
              <p:cNvPr id="310" name="Rectangle 309">
                <a:extLst>
                  <a:ext uri="{FF2B5EF4-FFF2-40B4-BE49-F238E27FC236}">
                    <a16:creationId xmlns:a16="http://schemas.microsoft.com/office/drawing/2014/main" id="{526E92CD-84C6-10C0-0ADD-36C229A3118A}"/>
                  </a:ext>
                </a:extLst>
              </p:cNvPr>
              <p:cNvSpPr/>
              <p:nvPr/>
            </p:nvSpPr>
            <p:spPr>
              <a:xfrm>
                <a:off x="372783" y="2301051"/>
                <a:ext cx="914400" cy="548640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11" name="Straight Connector 310">
                <a:extLst>
                  <a:ext uri="{FF2B5EF4-FFF2-40B4-BE49-F238E27FC236}">
                    <a16:creationId xmlns:a16="http://schemas.microsoft.com/office/drawing/2014/main" id="{789A247D-0509-1C8F-72FB-0E613C932D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483931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2" name="Straight Connector 311">
                <a:extLst>
                  <a:ext uri="{FF2B5EF4-FFF2-40B4-BE49-F238E27FC236}">
                    <a16:creationId xmlns:a16="http://schemas.microsoft.com/office/drawing/2014/main" id="{35816EF3-DD1A-8688-5AA3-7920113507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676534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FCE75F68-88A3-07CF-8229-D3EA79B79B96}"/>
                </a:ext>
              </a:extLst>
            </p:cNvPr>
            <p:cNvSpPr/>
            <p:nvPr/>
          </p:nvSpPr>
          <p:spPr>
            <a:xfrm rot="5741191">
              <a:off x="1890431" y="2996241"/>
              <a:ext cx="446574" cy="1082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4E425E0C-6ABA-23B6-F8FF-18FB78709888}"/>
                </a:ext>
              </a:extLst>
            </p:cNvPr>
            <p:cNvSpPr/>
            <p:nvPr/>
          </p:nvSpPr>
          <p:spPr>
            <a:xfrm>
              <a:off x="3204283" y="2984314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A8CA2931-5320-F694-EAA1-FD2F584890A9}"/>
                </a:ext>
              </a:extLst>
            </p:cNvPr>
            <p:cNvSpPr/>
            <p:nvPr/>
          </p:nvSpPr>
          <p:spPr>
            <a:xfrm rot="1567635">
              <a:off x="3702502" y="2314402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DADDB354-C4CB-0534-62A4-898AF92256D8}"/>
                </a:ext>
              </a:extLst>
            </p:cNvPr>
            <p:cNvSpPr/>
            <p:nvPr/>
          </p:nvSpPr>
          <p:spPr>
            <a:xfrm rot="1567635">
              <a:off x="3796955" y="2132730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Rectangle 307">
              <a:extLst>
                <a:ext uri="{FF2B5EF4-FFF2-40B4-BE49-F238E27FC236}">
                  <a16:creationId xmlns:a16="http://schemas.microsoft.com/office/drawing/2014/main" id="{5C45FAAD-E9E0-AB0A-827B-0885186901BF}"/>
                </a:ext>
              </a:extLst>
            </p:cNvPr>
            <p:cNvSpPr/>
            <p:nvPr/>
          </p:nvSpPr>
          <p:spPr>
            <a:xfrm rot="1520560">
              <a:off x="3834331" y="2283297"/>
              <a:ext cx="970386" cy="4554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69BC6F36-D2D0-3B45-C8EE-9C546CBA11E7}"/>
                </a:ext>
              </a:extLst>
            </p:cNvPr>
            <p:cNvSpPr/>
            <p:nvPr/>
          </p:nvSpPr>
          <p:spPr>
            <a:xfrm rot="511917">
              <a:off x="3980972" y="2552639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4B513A1D-2CCC-EF6A-93BC-E0617E3D96F5}"/>
              </a:ext>
            </a:extLst>
          </p:cNvPr>
          <p:cNvGrpSpPr/>
          <p:nvPr/>
        </p:nvGrpSpPr>
        <p:grpSpPr>
          <a:xfrm>
            <a:off x="5304150" y="3827635"/>
            <a:ext cx="1143909" cy="1520774"/>
            <a:chOff x="3363817" y="813583"/>
            <a:chExt cx="2044395" cy="2717927"/>
          </a:xfrm>
        </p:grpSpPr>
        <p:sp>
          <p:nvSpPr>
            <p:cNvPr id="314" name="Diamond 313">
              <a:extLst>
                <a:ext uri="{FF2B5EF4-FFF2-40B4-BE49-F238E27FC236}">
                  <a16:creationId xmlns:a16="http://schemas.microsoft.com/office/drawing/2014/main" id="{7A672C02-9737-5135-5BA6-1AF03FF3762D}"/>
                </a:ext>
              </a:extLst>
            </p:cNvPr>
            <p:cNvSpPr/>
            <p:nvPr/>
          </p:nvSpPr>
          <p:spPr>
            <a:xfrm>
              <a:off x="3975100" y="1439970"/>
              <a:ext cx="816608" cy="1449279"/>
            </a:xfrm>
            <a:prstGeom prst="diamon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4A1AD818-C367-9D21-7F04-D309CB3408B0}"/>
                </a:ext>
              </a:extLst>
            </p:cNvPr>
            <p:cNvGrpSpPr/>
            <p:nvPr/>
          </p:nvGrpSpPr>
          <p:grpSpPr>
            <a:xfrm>
              <a:off x="3363817" y="813583"/>
              <a:ext cx="935545" cy="2708402"/>
              <a:chOff x="3363817" y="813583"/>
              <a:chExt cx="935545" cy="2708402"/>
            </a:xfrm>
          </p:grpSpPr>
          <p:sp>
            <p:nvSpPr>
              <p:cNvPr id="344" name="Oval 343">
                <a:extLst>
                  <a:ext uri="{FF2B5EF4-FFF2-40B4-BE49-F238E27FC236}">
                    <a16:creationId xmlns:a16="http://schemas.microsoft.com/office/drawing/2014/main" id="{A39745CB-08C6-1697-B7E5-574690AAE96B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" name="Oval 344">
                <a:extLst>
                  <a:ext uri="{FF2B5EF4-FFF2-40B4-BE49-F238E27FC236}">
                    <a16:creationId xmlns:a16="http://schemas.microsoft.com/office/drawing/2014/main" id="{30334C54-BAC3-39A0-9D89-09DC125581C0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E8149E00-3552-BEC3-8D28-7397C814E243}"/>
                </a:ext>
              </a:extLst>
            </p:cNvPr>
            <p:cNvGrpSpPr/>
            <p:nvPr/>
          </p:nvGrpSpPr>
          <p:grpSpPr>
            <a:xfrm flipH="1">
              <a:off x="4472667" y="823108"/>
              <a:ext cx="935545" cy="2708402"/>
              <a:chOff x="3363817" y="813583"/>
              <a:chExt cx="935545" cy="2708402"/>
            </a:xfrm>
          </p:grpSpPr>
          <p:sp>
            <p:nvSpPr>
              <p:cNvPr id="342" name="Oval 341">
                <a:extLst>
                  <a:ext uri="{FF2B5EF4-FFF2-40B4-BE49-F238E27FC236}">
                    <a16:creationId xmlns:a16="http://schemas.microsoft.com/office/drawing/2014/main" id="{85EF25FD-C6A2-2A37-0976-FC12EAFCDEF6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" name="Oval 342">
                <a:extLst>
                  <a:ext uri="{FF2B5EF4-FFF2-40B4-BE49-F238E27FC236}">
                    <a16:creationId xmlns:a16="http://schemas.microsoft.com/office/drawing/2014/main" id="{15A388CC-FA78-6A13-CF9E-4C283C272804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70A353CF-583C-F469-D83F-694B20FC2505}"/>
                </a:ext>
              </a:extLst>
            </p:cNvPr>
            <p:cNvSpPr/>
            <p:nvPr/>
          </p:nvSpPr>
          <p:spPr>
            <a:xfrm>
              <a:off x="3683000" y="2068915"/>
              <a:ext cx="1397000" cy="279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783DD2F9-A0D2-9A30-B40B-28E4C4B25B57}"/>
                </a:ext>
              </a:extLst>
            </p:cNvPr>
            <p:cNvSpPr/>
            <p:nvPr/>
          </p:nvSpPr>
          <p:spPr>
            <a:xfrm>
              <a:off x="3756163" y="1876629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" name="Rectangle 338">
              <a:extLst>
                <a:ext uri="{FF2B5EF4-FFF2-40B4-BE49-F238E27FC236}">
                  <a16:creationId xmlns:a16="http://schemas.microsoft.com/office/drawing/2014/main" id="{2E533B33-5B76-1638-3440-B4995CC510A7}"/>
                </a:ext>
              </a:extLst>
            </p:cNvPr>
            <p:cNvSpPr/>
            <p:nvPr/>
          </p:nvSpPr>
          <p:spPr>
            <a:xfrm>
              <a:off x="4823219" y="1861841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0" name="Cross 339">
              <a:extLst>
                <a:ext uri="{FF2B5EF4-FFF2-40B4-BE49-F238E27FC236}">
                  <a16:creationId xmlns:a16="http://schemas.microsoft.com/office/drawing/2014/main" id="{279329A5-23D7-552E-2E7F-2F9A6C57923E}"/>
                </a:ext>
              </a:extLst>
            </p:cNvPr>
            <p:cNvSpPr/>
            <p:nvPr/>
          </p:nvSpPr>
          <p:spPr>
            <a:xfrm>
              <a:off x="4610101" y="1555630"/>
              <a:ext cx="277271" cy="26388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1" name="Cross 340">
              <a:extLst>
                <a:ext uri="{FF2B5EF4-FFF2-40B4-BE49-F238E27FC236}">
                  <a16:creationId xmlns:a16="http://schemas.microsoft.com/office/drawing/2014/main" id="{ED1DAF97-8F33-5282-959F-454BD2C6C5E0}"/>
                </a:ext>
              </a:extLst>
            </p:cNvPr>
            <p:cNvSpPr/>
            <p:nvPr/>
          </p:nvSpPr>
          <p:spPr>
            <a:xfrm>
              <a:off x="4784233" y="1414162"/>
              <a:ext cx="185026" cy="17609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A87E1107-DACA-E244-17C7-C4B29E932667}"/>
              </a:ext>
            </a:extLst>
          </p:cNvPr>
          <p:cNvGrpSpPr/>
          <p:nvPr/>
        </p:nvGrpSpPr>
        <p:grpSpPr>
          <a:xfrm>
            <a:off x="5190305" y="3897729"/>
            <a:ext cx="1371600" cy="1371600"/>
            <a:chOff x="1298501" y="962272"/>
            <a:chExt cx="1371600" cy="1371600"/>
          </a:xfrm>
        </p:grpSpPr>
        <p:sp>
          <p:nvSpPr>
            <p:cNvPr id="347" name="Rectangle 346">
              <a:extLst>
                <a:ext uri="{FF2B5EF4-FFF2-40B4-BE49-F238E27FC236}">
                  <a16:creationId xmlns:a16="http://schemas.microsoft.com/office/drawing/2014/main" id="{B2AF726B-211F-464E-2DB1-FDEC9CE261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8" name="Arrow: Pentagon 347">
              <a:extLst>
                <a:ext uri="{FF2B5EF4-FFF2-40B4-BE49-F238E27FC236}">
                  <a16:creationId xmlns:a16="http://schemas.microsoft.com/office/drawing/2014/main" id="{980D8276-CE82-A926-2594-431EC68E9E6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FA54B203-559E-CC5F-7B15-F1613B87A630}"/>
              </a:ext>
            </a:extLst>
          </p:cNvPr>
          <p:cNvGrpSpPr/>
          <p:nvPr/>
        </p:nvGrpSpPr>
        <p:grpSpPr>
          <a:xfrm>
            <a:off x="6777598" y="3883442"/>
            <a:ext cx="1371600" cy="1371600"/>
            <a:chOff x="1298501" y="962272"/>
            <a:chExt cx="1371600" cy="1371600"/>
          </a:xfrm>
        </p:grpSpPr>
        <p:sp>
          <p:nvSpPr>
            <p:cNvPr id="350" name="Rectangle 349">
              <a:extLst>
                <a:ext uri="{FF2B5EF4-FFF2-40B4-BE49-F238E27FC236}">
                  <a16:creationId xmlns:a16="http://schemas.microsoft.com/office/drawing/2014/main" id="{51B3470A-F1D5-ABD7-63F4-8DE2475ED1F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1" name="Arrow: Pentagon 350">
              <a:extLst>
                <a:ext uri="{FF2B5EF4-FFF2-40B4-BE49-F238E27FC236}">
                  <a16:creationId xmlns:a16="http://schemas.microsoft.com/office/drawing/2014/main" id="{1FF83E73-E8BC-235B-310D-CC6CFD180A6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60" name="Picture 2" descr="Sniper rifle vector Images, Stock Photos &amp; Vectors | Shutterstock">
            <a:extLst>
              <a:ext uri="{FF2B5EF4-FFF2-40B4-BE49-F238E27FC236}">
                <a16:creationId xmlns:a16="http://schemas.microsoft.com/office/drawing/2014/main" id="{B4CF7F24-532F-72B1-793F-E57155EF7B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" t="13333" r="2963" b="12143"/>
          <a:stretch/>
        </p:blipFill>
        <p:spPr bwMode="auto">
          <a:xfrm rot="1675474" flipH="1">
            <a:off x="8471739" y="4374492"/>
            <a:ext cx="1046633" cy="342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61" name="Group 360">
            <a:extLst>
              <a:ext uri="{FF2B5EF4-FFF2-40B4-BE49-F238E27FC236}">
                <a16:creationId xmlns:a16="http://schemas.microsoft.com/office/drawing/2014/main" id="{30166513-C7A2-6888-F33C-D462D55D75FE}"/>
              </a:ext>
            </a:extLst>
          </p:cNvPr>
          <p:cNvGrpSpPr/>
          <p:nvPr/>
        </p:nvGrpSpPr>
        <p:grpSpPr>
          <a:xfrm>
            <a:off x="8351685" y="3959505"/>
            <a:ext cx="1371600" cy="1371600"/>
            <a:chOff x="1298501" y="962272"/>
            <a:chExt cx="1371600" cy="1371600"/>
          </a:xfrm>
        </p:grpSpPr>
        <p:sp>
          <p:nvSpPr>
            <p:cNvPr id="362" name="Rectangle 361">
              <a:extLst>
                <a:ext uri="{FF2B5EF4-FFF2-40B4-BE49-F238E27FC236}">
                  <a16:creationId xmlns:a16="http://schemas.microsoft.com/office/drawing/2014/main" id="{768123B9-3E7F-EF9A-147D-57B21696125C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3" name="Arrow: Pentagon 362">
              <a:extLst>
                <a:ext uri="{FF2B5EF4-FFF2-40B4-BE49-F238E27FC236}">
                  <a16:creationId xmlns:a16="http://schemas.microsoft.com/office/drawing/2014/main" id="{C7E9948F-0BB1-566D-8EF2-3BA5D3005B15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AEC83E13-CFEB-66EB-8317-FC342E162DC9}"/>
              </a:ext>
            </a:extLst>
          </p:cNvPr>
          <p:cNvGrpSpPr/>
          <p:nvPr/>
        </p:nvGrpSpPr>
        <p:grpSpPr>
          <a:xfrm>
            <a:off x="7060096" y="4202711"/>
            <a:ext cx="794436" cy="794436"/>
            <a:chOff x="6791479" y="4800533"/>
            <a:chExt cx="514930" cy="514930"/>
          </a:xfrm>
        </p:grpSpPr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30EF48A3-5B08-11AA-0084-02FDDB66A024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6" name="Oval 365">
              <a:extLst>
                <a:ext uri="{FF2B5EF4-FFF2-40B4-BE49-F238E27FC236}">
                  <a16:creationId xmlns:a16="http://schemas.microsoft.com/office/drawing/2014/main" id="{9ACE968B-343C-F2EC-6056-037742F8AD6C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7" name="Rectangle: Rounded Corners 366">
              <a:extLst>
                <a:ext uri="{FF2B5EF4-FFF2-40B4-BE49-F238E27FC236}">
                  <a16:creationId xmlns:a16="http://schemas.microsoft.com/office/drawing/2014/main" id="{F7475214-9BED-C97F-EDE6-2DBE904021E1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8" name="Rectangle: Rounded Corners 367">
              <a:extLst>
                <a:ext uri="{FF2B5EF4-FFF2-40B4-BE49-F238E27FC236}">
                  <a16:creationId xmlns:a16="http://schemas.microsoft.com/office/drawing/2014/main" id="{55F32FB3-2597-26CE-2278-7EA2AE28C745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9" name="Group 368">
              <a:extLst>
                <a:ext uri="{FF2B5EF4-FFF2-40B4-BE49-F238E27FC236}">
                  <a16:creationId xmlns:a16="http://schemas.microsoft.com/office/drawing/2014/main" id="{602761F3-63EE-3F11-D7BC-1B997EDC2CDF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70" name="Rectangle: Rounded Corners 369">
                <a:extLst>
                  <a:ext uri="{FF2B5EF4-FFF2-40B4-BE49-F238E27FC236}">
                    <a16:creationId xmlns:a16="http://schemas.microsoft.com/office/drawing/2014/main" id="{4A801049-1FE7-4BF3-4737-0145267EB8D0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" name="Rectangle: Rounded Corners 370">
                <a:extLst>
                  <a:ext uri="{FF2B5EF4-FFF2-40B4-BE49-F238E27FC236}">
                    <a16:creationId xmlns:a16="http://schemas.microsoft.com/office/drawing/2014/main" id="{D2DC7F5D-B1A7-FFEA-ED36-56BFCE066180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7975261B-F0A3-A2C2-C8FD-5C0E9453C925}"/>
              </a:ext>
            </a:extLst>
          </p:cNvPr>
          <p:cNvGrpSpPr/>
          <p:nvPr/>
        </p:nvGrpSpPr>
        <p:grpSpPr>
          <a:xfrm>
            <a:off x="8833936" y="4658676"/>
            <a:ext cx="390985" cy="390985"/>
            <a:chOff x="6791479" y="4800533"/>
            <a:chExt cx="514930" cy="514930"/>
          </a:xfrm>
        </p:grpSpPr>
        <p:sp>
          <p:nvSpPr>
            <p:cNvPr id="353" name="Oval 352">
              <a:extLst>
                <a:ext uri="{FF2B5EF4-FFF2-40B4-BE49-F238E27FC236}">
                  <a16:creationId xmlns:a16="http://schemas.microsoft.com/office/drawing/2014/main" id="{9F96B78D-50C4-CF68-90D2-1E54B57DCDE0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38C76F8A-2AAA-EA1F-9CE8-48FA18DE6D68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Rectangle: Rounded Corners 354">
              <a:extLst>
                <a:ext uri="{FF2B5EF4-FFF2-40B4-BE49-F238E27FC236}">
                  <a16:creationId xmlns:a16="http://schemas.microsoft.com/office/drawing/2014/main" id="{C53B2A92-99B0-21DE-121E-F35844E82C88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Rectangle: Rounded Corners 355">
              <a:extLst>
                <a:ext uri="{FF2B5EF4-FFF2-40B4-BE49-F238E27FC236}">
                  <a16:creationId xmlns:a16="http://schemas.microsoft.com/office/drawing/2014/main" id="{65B4F66E-E337-04A4-DAED-68C243536C04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7" name="Group 356">
              <a:extLst>
                <a:ext uri="{FF2B5EF4-FFF2-40B4-BE49-F238E27FC236}">
                  <a16:creationId xmlns:a16="http://schemas.microsoft.com/office/drawing/2014/main" id="{195A7780-E781-2BA1-860F-FCA60B830359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58" name="Rectangle: Rounded Corners 357">
                <a:extLst>
                  <a:ext uri="{FF2B5EF4-FFF2-40B4-BE49-F238E27FC236}">
                    <a16:creationId xmlns:a16="http://schemas.microsoft.com/office/drawing/2014/main" id="{665C9D39-F57C-7D67-285D-44E28976F8C4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9" name="Rectangle: Rounded Corners 358">
                <a:extLst>
                  <a:ext uri="{FF2B5EF4-FFF2-40B4-BE49-F238E27FC236}">
                    <a16:creationId xmlns:a16="http://schemas.microsoft.com/office/drawing/2014/main" id="{58A05DA4-8278-E679-F59F-D271FA8CB18E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2" name="Group 371">
            <a:extLst>
              <a:ext uri="{FF2B5EF4-FFF2-40B4-BE49-F238E27FC236}">
                <a16:creationId xmlns:a16="http://schemas.microsoft.com/office/drawing/2014/main" id="{A641A4BA-29DB-E568-D992-51241D03685F}"/>
              </a:ext>
            </a:extLst>
          </p:cNvPr>
          <p:cNvGrpSpPr/>
          <p:nvPr/>
        </p:nvGrpSpPr>
        <p:grpSpPr>
          <a:xfrm>
            <a:off x="10540557" y="2256090"/>
            <a:ext cx="1371600" cy="1371600"/>
            <a:chOff x="1298501" y="962272"/>
            <a:chExt cx="1371600" cy="1371600"/>
          </a:xfrm>
        </p:grpSpPr>
        <p:sp>
          <p:nvSpPr>
            <p:cNvPr id="373" name="Rectangle 372">
              <a:extLst>
                <a:ext uri="{FF2B5EF4-FFF2-40B4-BE49-F238E27FC236}">
                  <a16:creationId xmlns:a16="http://schemas.microsoft.com/office/drawing/2014/main" id="{816DD76D-131A-E776-EB14-61710176EEE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4" name="Arrow: Pentagon 373">
              <a:extLst>
                <a:ext uri="{FF2B5EF4-FFF2-40B4-BE49-F238E27FC236}">
                  <a16:creationId xmlns:a16="http://schemas.microsoft.com/office/drawing/2014/main" id="{C9A65D5F-F9B0-7DD8-61C7-401F79310E47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5" name="Group 374">
            <a:extLst>
              <a:ext uri="{FF2B5EF4-FFF2-40B4-BE49-F238E27FC236}">
                <a16:creationId xmlns:a16="http://schemas.microsoft.com/office/drawing/2014/main" id="{277359CA-723B-8744-8265-70309A4AEEE9}"/>
              </a:ext>
            </a:extLst>
          </p:cNvPr>
          <p:cNvGrpSpPr/>
          <p:nvPr/>
        </p:nvGrpSpPr>
        <p:grpSpPr>
          <a:xfrm>
            <a:off x="10974175" y="2510613"/>
            <a:ext cx="463815" cy="792386"/>
            <a:chOff x="6364542" y="1494901"/>
            <a:chExt cx="994146" cy="1698410"/>
          </a:xfrm>
        </p:grpSpPr>
        <p:sp>
          <p:nvSpPr>
            <p:cNvPr id="376" name="Rectangle 375">
              <a:extLst>
                <a:ext uri="{FF2B5EF4-FFF2-40B4-BE49-F238E27FC236}">
                  <a16:creationId xmlns:a16="http://schemas.microsoft.com/office/drawing/2014/main" id="{AA7AF902-8B86-B6F7-861F-B3B8C16115A7}"/>
                </a:ext>
              </a:extLst>
            </p:cNvPr>
            <p:cNvSpPr/>
            <p:nvPr/>
          </p:nvSpPr>
          <p:spPr>
            <a:xfrm>
              <a:off x="6473824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7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B523CA-E920-0258-DF14-87F608A4824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175721" y="1683722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AA02BC6-DC39-B18C-AF05-E3685D00EAB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480532" y="1685110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9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A6B822-401C-D1BD-4EAC-EBDBFAC33A7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774895" y="1686821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80" name="Rectangle 379">
              <a:extLst>
                <a:ext uri="{FF2B5EF4-FFF2-40B4-BE49-F238E27FC236}">
                  <a16:creationId xmlns:a16="http://schemas.microsoft.com/office/drawing/2014/main" id="{92D0A0EC-5325-0735-6DC2-E817F555C273}"/>
                </a:ext>
              </a:extLst>
            </p:cNvPr>
            <p:cNvSpPr/>
            <p:nvPr/>
          </p:nvSpPr>
          <p:spPr>
            <a:xfrm>
              <a:off x="6777178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1" name="Rectangle 380">
              <a:extLst>
                <a:ext uri="{FF2B5EF4-FFF2-40B4-BE49-F238E27FC236}">
                  <a16:creationId xmlns:a16="http://schemas.microsoft.com/office/drawing/2014/main" id="{7BD8F0D3-660D-625D-65ED-92273D35D98B}"/>
                </a:ext>
              </a:extLst>
            </p:cNvPr>
            <p:cNvSpPr/>
            <p:nvPr/>
          </p:nvSpPr>
          <p:spPr>
            <a:xfrm>
              <a:off x="7077364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82" name="Picture 2" descr="Apache helicopter | Stock vector | Colourbox">
            <a:extLst>
              <a:ext uri="{FF2B5EF4-FFF2-40B4-BE49-F238E27FC236}">
                <a16:creationId xmlns:a16="http://schemas.microsoft.com/office/drawing/2014/main" id="{C2DF8D61-4337-5458-818A-2158BC02D8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858473">
            <a:off x="3845270" y="4089744"/>
            <a:ext cx="841728" cy="655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83" name="Group 382">
            <a:extLst>
              <a:ext uri="{FF2B5EF4-FFF2-40B4-BE49-F238E27FC236}">
                <a16:creationId xmlns:a16="http://schemas.microsoft.com/office/drawing/2014/main" id="{D44689B5-EC73-57FD-5184-0121E6688C9F}"/>
              </a:ext>
            </a:extLst>
          </p:cNvPr>
          <p:cNvGrpSpPr/>
          <p:nvPr/>
        </p:nvGrpSpPr>
        <p:grpSpPr>
          <a:xfrm>
            <a:off x="3580335" y="3896688"/>
            <a:ext cx="1371600" cy="1371600"/>
            <a:chOff x="1298501" y="962272"/>
            <a:chExt cx="1371600" cy="1371600"/>
          </a:xfrm>
        </p:grpSpPr>
        <p:sp>
          <p:nvSpPr>
            <p:cNvPr id="384" name="Rectangle 383">
              <a:extLst>
                <a:ext uri="{FF2B5EF4-FFF2-40B4-BE49-F238E27FC236}">
                  <a16:creationId xmlns:a16="http://schemas.microsoft.com/office/drawing/2014/main" id="{FE3BBA60-C1E2-A7A2-757B-CE332EF2F26D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" name="Arrow: Pentagon 384">
              <a:extLst>
                <a:ext uri="{FF2B5EF4-FFF2-40B4-BE49-F238E27FC236}">
                  <a16:creationId xmlns:a16="http://schemas.microsoft.com/office/drawing/2014/main" id="{404C6780-37D4-CE10-0EFA-6FB3A3A5D7E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491F2577-AD47-4569-1CB0-0750C1ED753C}"/>
              </a:ext>
            </a:extLst>
          </p:cNvPr>
          <p:cNvGrpSpPr/>
          <p:nvPr/>
        </p:nvGrpSpPr>
        <p:grpSpPr>
          <a:xfrm>
            <a:off x="9848672" y="3920973"/>
            <a:ext cx="1371600" cy="1371600"/>
            <a:chOff x="1298501" y="962272"/>
            <a:chExt cx="1371600" cy="1371600"/>
          </a:xfrm>
        </p:grpSpPr>
        <p:sp>
          <p:nvSpPr>
            <p:cNvPr id="317" name="Rectangle 316">
              <a:extLst>
                <a:ext uri="{FF2B5EF4-FFF2-40B4-BE49-F238E27FC236}">
                  <a16:creationId xmlns:a16="http://schemas.microsoft.com/office/drawing/2014/main" id="{89313972-B372-D0B0-3898-236C39B634DB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Arrow: Pentagon 317">
              <a:extLst>
                <a:ext uri="{FF2B5EF4-FFF2-40B4-BE49-F238E27FC236}">
                  <a16:creationId xmlns:a16="http://schemas.microsoft.com/office/drawing/2014/main" id="{49C357D9-C51C-0920-B521-F89F36CC0B75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583C3484-BDC8-9917-0B23-A6F096E2A2D3}"/>
              </a:ext>
            </a:extLst>
          </p:cNvPr>
          <p:cNvGrpSpPr/>
          <p:nvPr/>
        </p:nvGrpSpPr>
        <p:grpSpPr>
          <a:xfrm>
            <a:off x="10264276" y="4190631"/>
            <a:ext cx="540391" cy="669728"/>
            <a:chOff x="6777984" y="514985"/>
            <a:chExt cx="1202128" cy="1489844"/>
          </a:xfrm>
        </p:grpSpPr>
        <p:grpSp>
          <p:nvGrpSpPr>
            <p:cNvPr id="320" name="Group 319">
              <a:extLst>
                <a:ext uri="{FF2B5EF4-FFF2-40B4-BE49-F238E27FC236}">
                  <a16:creationId xmlns:a16="http://schemas.microsoft.com/office/drawing/2014/main" id="{E55AA671-DF88-A5BC-BB87-905168C23527}"/>
                </a:ext>
              </a:extLst>
            </p:cNvPr>
            <p:cNvGrpSpPr/>
            <p:nvPr/>
          </p:nvGrpSpPr>
          <p:grpSpPr>
            <a:xfrm>
              <a:off x="6777984" y="854588"/>
              <a:ext cx="549917" cy="1150241"/>
              <a:chOff x="6777984" y="854588"/>
              <a:chExt cx="549917" cy="1150241"/>
            </a:xfrm>
          </p:grpSpPr>
          <p:sp>
            <p:nvSpPr>
              <p:cNvPr id="328" name="Rectangle 327">
                <a:extLst>
                  <a:ext uri="{FF2B5EF4-FFF2-40B4-BE49-F238E27FC236}">
                    <a16:creationId xmlns:a16="http://schemas.microsoft.com/office/drawing/2014/main" id="{3A21DD62-C45C-AA49-6F41-77F243AA6AFB}"/>
                  </a:ext>
                </a:extLst>
              </p:cNvPr>
              <p:cNvSpPr/>
              <p:nvPr/>
            </p:nvSpPr>
            <p:spPr>
              <a:xfrm>
                <a:off x="7016751" y="854588"/>
                <a:ext cx="311150" cy="39761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9" name="Rectangle 328">
                <a:extLst>
                  <a:ext uri="{FF2B5EF4-FFF2-40B4-BE49-F238E27FC236}">
                    <a16:creationId xmlns:a16="http://schemas.microsoft.com/office/drawing/2014/main" id="{8EF70432-B038-194D-6BDE-6742C077D16C}"/>
                  </a:ext>
                </a:extLst>
              </p:cNvPr>
              <p:cNvSpPr/>
              <p:nvPr/>
            </p:nvSpPr>
            <p:spPr>
              <a:xfrm rot="17844562">
                <a:off x="6420802" y="1380936"/>
                <a:ext cx="981075" cy="266711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21" name="Group 320">
              <a:extLst>
                <a:ext uri="{FF2B5EF4-FFF2-40B4-BE49-F238E27FC236}">
                  <a16:creationId xmlns:a16="http://schemas.microsoft.com/office/drawing/2014/main" id="{8381F0D4-5258-B90A-A14A-022CF127EB72}"/>
                </a:ext>
              </a:extLst>
            </p:cNvPr>
            <p:cNvGrpSpPr/>
            <p:nvPr/>
          </p:nvGrpSpPr>
          <p:grpSpPr>
            <a:xfrm flipH="1">
              <a:off x="7430195" y="854560"/>
              <a:ext cx="549917" cy="1150241"/>
              <a:chOff x="6777984" y="854588"/>
              <a:chExt cx="549917" cy="1150241"/>
            </a:xfrm>
          </p:grpSpPr>
          <p:sp>
            <p:nvSpPr>
              <p:cNvPr id="326" name="Rectangle 325">
                <a:extLst>
                  <a:ext uri="{FF2B5EF4-FFF2-40B4-BE49-F238E27FC236}">
                    <a16:creationId xmlns:a16="http://schemas.microsoft.com/office/drawing/2014/main" id="{1C07E380-B710-7A3E-F041-A9DE49CBB2D6}"/>
                  </a:ext>
                </a:extLst>
              </p:cNvPr>
              <p:cNvSpPr/>
              <p:nvPr/>
            </p:nvSpPr>
            <p:spPr>
              <a:xfrm>
                <a:off x="7016751" y="854588"/>
                <a:ext cx="311150" cy="39761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7" name="Rectangle 326">
                <a:extLst>
                  <a:ext uri="{FF2B5EF4-FFF2-40B4-BE49-F238E27FC236}">
                    <a16:creationId xmlns:a16="http://schemas.microsoft.com/office/drawing/2014/main" id="{CFE6250E-2C1C-AB14-1442-E4149E55D309}"/>
                  </a:ext>
                </a:extLst>
              </p:cNvPr>
              <p:cNvSpPr/>
              <p:nvPr/>
            </p:nvSpPr>
            <p:spPr>
              <a:xfrm rot="17844562">
                <a:off x="6420802" y="1380936"/>
                <a:ext cx="981075" cy="266711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2" name="Isosceles Triangle 321">
              <a:extLst>
                <a:ext uri="{FF2B5EF4-FFF2-40B4-BE49-F238E27FC236}">
                  <a16:creationId xmlns:a16="http://schemas.microsoft.com/office/drawing/2014/main" id="{64FE6637-2A38-9D56-3207-52AF919D4379}"/>
                </a:ext>
              </a:extLst>
            </p:cNvPr>
            <p:cNvSpPr/>
            <p:nvPr/>
          </p:nvSpPr>
          <p:spPr>
            <a:xfrm rot="10800000">
              <a:off x="7230836" y="1323368"/>
              <a:ext cx="311150" cy="475008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Isosceles Triangle 322">
              <a:extLst>
                <a:ext uri="{FF2B5EF4-FFF2-40B4-BE49-F238E27FC236}">
                  <a16:creationId xmlns:a16="http://schemas.microsoft.com/office/drawing/2014/main" id="{B29885BB-A514-6FF4-BA8D-BDA060EF79F7}"/>
                </a:ext>
              </a:extLst>
            </p:cNvPr>
            <p:cNvSpPr/>
            <p:nvPr/>
          </p:nvSpPr>
          <p:spPr>
            <a:xfrm rot="10800000" flipV="1">
              <a:off x="7230836" y="519223"/>
              <a:ext cx="311150" cy="308389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Rectangle 323">
              <a:extLst>
                <a:ext uri="{FF2B5EF4-FFF2-40B4-BE49-F238E27FC236}">
                  <a16:creationId xmlns:a16="http://schemas.microsoft.com/office/drawing/2014/main" id="{1A781208-3106-8061-DB9D-734C09C93372}"/>
                </a:ext>
              </a:extLst>
            </p:cNvPr>
            <p:cNvSpPr/>
            <p:nvPr/>
          </p:nvSpPr>
          <p:spPr>
            <a:xfrm>
              <a:off x="7132638" y="521980"/>
              <a:ext cx="79375" cy="3325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Rectangle 324">
              <a:extLst>
                <a:ext uri="{FF2B5EF4-FFF2-40B4-BE49-F238E27FC236}">
                  <a16:creationId xmlns:a16="http://schemas.microsoft.com/office/drawing/2014/main" id="{355E6BD9-47ED-3481-70BD-017EA912891D}"/>
                </a:ext>
              </a:extLst>
            </p:cNvPr>
            <p:cNvSpPr/>
            <p:nvPr/>
          </p:nvSpPr>
          <p:spPr>
            <a:xfrm>
              <a:off x="7557634" y="514985"/>
              <a:ext cx="79375" cy="3325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0F1B9379-C470-53AA-916A-9CF2E4E820C3}"/>
              </a:ext>
            </a:extLst>
          </p:cNvPr>
          <p:cNvGrpSpPr/>
          <p:nvPr/>
        </p:nvGrpSpPr>
        <p:grpSpPr>
          <a:xfrm>
            <a:off x="9859211" y="5410391"/>
            <a:ext cx="1371600" cy="1371600"/>
            <a:chOff x="1298501" y="962272"/>
            <a:chExt cx="1371600" cy="1371600"/>
          </a:xfrm>
        </p:grpSpPr>
        <p:sp>
          <p:nvSpPr>
            <p:cNvPr id="331" name="Rectangle 330">
              <a:extLst>
                <a:ext uri="{FF2B5EF4-FFF2-40B4-BE49-F238E27FC236}">
                  <a16:creationId xmlns:a16="http://schemas.microsoft.com/office/drawing/2014/main" id="{E99587E4-2291-7716-1F1D-0E340DF32E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2" name="Arrow: Pentagon 331">
              <a:extLst>
                <a:ext uri="{FF2B5EF4-FFF2-40B4-BE49-F238E27FC236}">
                  <a16:creationId xmlns:a16="http://schemas.microsoft.com/office/drawing/2014/main" id="{45CE9206-4D70-8428-74F5-EC8DE8884C41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3" name="Group 332">
            <a:extLst>
              <a:ext uri="{FF2B5EF4-FFF2-40B4-BE49-F238E27FC236}">
                <a16:creationId xmlns:a16="http://schemas.microsoft.com/office/drawing/2014/main" id="{71E26074-9E13-611A-4F41-0C13E6DE8538}"/>
              </a:ext>
            </a:extLst>
          </p:cNvPr>
          <p:cNvGrpSpPr/>
          <p:nvPr/>
        </p:nvGrpSpPr>
        <p:grpSpPr>
          <a:xfrm>
            <a:off x="10156523" y="5902400"/>
            <a:ext cx="655875" cy="365799"/>
            <a:chOff x="5515272" y="2726651"/>
            <a:chExt cx="1361777" cy="759499"/>
          </a:xfrm>
        </p:grpSpPr>
        <p:sp>
          <p:nvSpPr>
            <p:cNvPr id="334" name="Moon 333">
              <a:extLst>
                <a:ext uri="{FF2B5EF4-FFF2-40B4-BE49-F238E27FC236}">
                  <a16:creationId xmlns:a16="http://schemas.microsoft.com/office/drawing/2014/main" id="{9784E0C5-2F05-2321-5B48-8B9F9CAD394A}"/>
                </a:ext>
              </a:extLst>
            </p:cNvPr>
            <p:cNvSpPr/>
            <p:nvPr/>
          </p:nvSpPr>
          <p:spPr>
            <a:xfrm rot="5400000">
              <a:off x="6082581" y="2457830"/>
              <a:ext cx="525648" cy="1063289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5" name="Rectangle 334">
              <a:extLst>
                <a:ext uri="{FF2B5EF4-FFF2-40B4-BE49-F238E27FC236}">
                  <a16:creationId xmlns:a16="http://schemas.microsoft.com/office/drawing/2014/main" id="{8F95E97F-D2DE-87A6-150A-290E3F364446}"/>
                </a:ext>
              </a:extLst>
            </p:cNvPr>
            <p:cNvSpPr/>
            <p:nvPr/>
          </p:nvSpPr>
          <p:spPr>
            <a:xfrm>
              <a:off x="5930900" y="3321050"/>
              <a:ext cx="831850" cy="1651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" name="Rectangle 385">
              <a:extLst>
                <a:ext uri="{FF2B5EF4-FFF2-40B4-BE49-F238E27FC236}">
                  <a16:creationId xmlns:a16="http://schemas.microsoft.com/office/drawing/2014/main" id="{70E12D10-F389-431A-EC98-75CE3D6B3907}"/>
                </a:ext>
              </a:extLst>
            </p:cNvPr>
            <p:cNvSpPr/>
            <p:nvPr/>
          </p:nvSpPr>
          <p:spPr>
            <a:xfrm>
              <a:off x="6266030" y="3155950"/>
              <a:ext cx="158750" cy="1651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Rectangle 386">
              <a:extLst>
                <a:ext uri="{FF2B5EF4-FFF2-40B4-BE49-F238E27FC236}">
                  <a16:creationId xmlns:a16="http://schemas.microsoft.com/office/drawing/2014/main" id="{B956C7E4-AF6F-112F-F26E-870E4ECC0D67}"/>
                </a:ext>
              </a:extLst>
            </p:cNvPr>
            <p:cNvSpPr/>
            <p:nvPr/>
          </p:nvSpPr>
          <p:spPr>
            <a:xfrm rot="569356">
              <a:off x="5515272" y="2809088"/>
              <a:ext cx="622353" cy="1651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22907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Two Scythes Crossed Stock Vector (Royalty Free) 440071630 | Shutterstock">
            <a:extLst>
              <a:ext uri="{FF2B5EF4-FFF2-40B4-BE49-F238E27FC236}">
                <a16:creationId xmlns:a16="http://schemas.microsoft.com/office/drawing/2014/main" id="{5EEB49C1-DB24-82B0-4A24-0F9B78C551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675"/>
          <a:stretch/>
        </p:blipFill>
        <p:spPr bwMode="auto">
          <a:xfrm>
            <a:off x="3438352" y="994846"/>
            <a:ext cx="808502" cy="634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4" name="Picture 143">
            <a:extLst>
              <a:ext uri="{FF2B5EF4-FFF2-40B4-BE49-F238E27FC236}">
                <a16:creationId xmlns:a16="http://schemas.microsoft.com/office/drawing/2014/main" id="{C7E93A14-ECA2-44CE-2A0A-26C4B3781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0605" y="923977"/>
            <a:ext cx="277209" cy="41581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25AF539-8DF3-E9AA-FEBD-859DF58420A3}"/>
              </a:ext>
            </a:extLst>
          </p:cNvPr>
          <p:cNvSpPr txBox="1"/>
          <p:nvPr/>
        </p:nvSpPr>
        <p:spPr>
          <a:xfrm>
            <a:off x="188462" y="114301"/>
            <a:ext cx="1124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Paragarde</a:t>
            </a: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A54E977-C7EE-8B6D-6CC5-7690DE97EC3B}"/>
              </a:ext>
            </a:extLst>
          </p:cNvPr>
          <p:cNvGrpSpPr/>
          <p:nvPr/>
        </p:nvGrpSpPr>
        <p:grpSpPr>
          <a:xfrm>
            <a:off x="7019056" y="4251971"/>
            <a:ext cx="741738" cy="928816"/>
            <a:chOff x="2736559" y="1271400"/>
            <a:chExt cx="1887829" cy="2363975"/>
          </a:xfrm>
        </p:grpSpPr>
        <p:sp>
          <p:nvSpPr>
            <p:cNvPr id="16" name="Trapezoid 15">
              <a:extLst>
                <a:ext uri="{FF2B5EF4-FFF2-40B4-BE49-F238E27FC236}">
                  <a16:creationId xmlns:a16="http://schemas.microsoft.com/office/drawing/2014/main" id="{6EB25D7E-166F-1F3C-CD94-A7C9F6B7CF23}"/>
                </a:ext>
              </a:extLst>
            </p:cNvPr>
            <p:cNvSpPr/>
            <p:nvPr/>
          </p:nvSpPr>
          <p:spPr>
            <a:xfrm rot="16200000">
              <a:off x="2303172" y="2703909"/>
              <a:ext cx="1174749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Trapezoid 16">
              <a:extLst>
                <a:ext uri="{FF2B5EF4-FFF2-40B4-BE49-F238E27FC236}">
                  <a16:creationId xmlns:a16="http://schemas.microsoft.com/office/drawing/2014/main" id="{E1B8F03A-B916-1757-5A7A-EC26152733DD}"/>
                </a:ext>
              </a:extLst>
            </p:cNvPr>
            <p:cNvSpPr/>
            <p:nvPr/>
          </p:nvSpPr>
          <p:spPr>
            <a:xfrm rot="5400000">
              <a:off x="3405188" y="2703909"/>
              <a:ext cx="1174750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5F206B3-5D6A-1529-3AD0-972D93EEAA42}"/>
                </a:ext>
              </a:extLst>
            </p:cNvPr>
            <p:cNvSpPr/>
            <p:nvPr/>
          </p:nvSpPr>
          <p:spPr>
            <a:xfrm>
              <a:off x="3133725" y="1952625"/>
              <a:ext cx="631825" cy="16827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rapezoid 18">
              <a:extLst>
                <a:ext uri="{FF2B5EF4-FFF2-40B4-BE49-F238E27FC236}">
                  <a16:creationId xmlns:a16="http://schemas.microsoft.com/office/drawing/2014/main" id="{08F76E5A-78F9-2E19-44D4-C9793EA555AF}"/>
                </a:ext>
              </a:extLst>
            </p:cNvPr>
            <p:cNvSpPr/>
            <p:nvPr/>
          </p:nvSpPr>
          <p:spPr>
            <a:xfrm>
              <a:off x="3214688" y="1537760"/>
              <a:ext cx="469900" cy="317897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6828C396-A816-763A-1ADF-83AB481D720D}"/>
                </a:ext>
              </a:extLst>
            </p:cNvPr>
            <p:cNvGrpSpPr/>
            <p:nvPr/>
          </p:nvGrpSpPr>
          <p:grpSpPr>
            <a:xfrm>
              <a:off x="3992563" y="1271400"/>
              <a:ext cx="631825" cy="833912"/>
              <a:chOff x="5200606" y="948929"/>
              <a:chExt cx="895394" cy="1181783"/>
            </a:xfrm>
          </p:grpSpPr>
          <p:sp>
            <p:nvSpPr>
              <p:cNvPr id="21" name="Isosceles Triangle 20">
                <a:extLst>
                  <a:ext uri="{FF2B5EF4-FFF2-40B4-BE49-F238E27FC236}">
                    <a16:creationId xmlns:a16="http://schemas.microsoft.com/office/drawing/2014/main" id="{BA40175C-13C0-AA9E-4D8B-4E15E9311475}"/>
                  </a:ext>
                </a:extLst>
              </p:cNvPr>
              <p:cNvSpPr/>
              <p:nvPr/>
            </p:nvSpPr>
            <p:spPr>
              <a:xfrm>
                <a:off x="5448300" y="948929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Isosceles Triangle 21">
                <a:extLst>
                  <a:ext uri="{FF2B5EF4-FFF2-40B4-BE49-F238E27FC236}">
                    <a16:creationId xmlns:a16="http://schemas.microsoft.com/office/drawing/2014/main" id="{1891406D-FD18-EFEF-8F9C-FB574222ACB0}"/>
                  </a:ext>
                </a:extLst>
              </p:cNvPr>
              <p:cNvSpPr/>
              <p:nvPr/>
            </p:nvSpPr>
            <p:spPr>
              <a:xfrm>
                <a:off x="5200606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Isosceles Triangle 22">
                <a:extLst>
                  <a:ext uri="{FF2B5EF4-FFF2-40B4-BE49-F238E27FC236}">
                    <a16:creationId xmlns:a16="http://schemas.microsoft.com/office/drawing/2014/main" id="{95056BC6-8302-B0A8-889C-E3A5487849B4}"/>
                  </a:ext>
                </a:extLst>
              </p:cNvPr>
              <p:cNvSpPr/>
              <p:nvPr/>
            </p:nvSpPr>
            <p:spPr>
              <a:xfrm>
                <a:off x="5689600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FBC270D-C912-6F64-DFE9-522019AE3957}"/>
              </a:ext>
            </a:extLst>
          </p:cNvPr>
          <p:cNvGrpSpPr/>
          <p:nvPr/>
        </p:nvGrpSpPr>
        <p:grpSpPr>
          <a:xfrm>
            <a:off x="6692699" y="3946045"/>
            <a:ext cx="1371600" cy="1371600"/>
            <a:chOff x="427081" y="263129"/>
            <a:chExt cx="1371600" cy="137160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5393B3D-4FBE-A671-0C0F-BD62AE3586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Plaque 25">
              <a:extLst>
                <a:ext uri="{FF2B5EF4-FFF2-40B4-BE49-F238E27FC236}">
                  <a16:creationId xmlns:a16="http://schemas.microsoft.com/office/drawing/2014/main" id="{722FD166-4579-271F-F976-2590B33D6258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C90A3DD0-3E29-5DDE-B5E2-6054DE9AE5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327" y="890153"/>
            <a:ext cx="703687" cy="887381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087708C9-D29F-DDD8-2031-EC5AC406CA77}"/>
              </a:ext>
            </a:extLst>
          </p:cNvPr>
          <p:cNvGrpSpPr/>
          <p:nvPr/>
        </p:nvGrpSpPr>
        <p:grpSpPr>
          <a:xfrm>
            <a:off x="101818" y="554763"/>
            <a:ext cx="1371600" cy="1371600"/>
            <a:chOff x="427081" y="263129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74176EC-4ECD-1A8D-B8AD-9DB54DB18756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Plaque 34">
              <a:extLst>
                <a:ext uri="{FF2B5EF4-FFF2-40B4-BE49-F238E27FC236}">
                  <a16:creationId xmlns:a16="http://schemas.microsoft.com/office/drawing/2014/main" id="{32808C6A-D00B-6106-24DD-7AB6BE774B8E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DEA7A942-8890-2AAC-63E7-9BF5554FEFC9}"/>
              </a:ext>
            </a:extLst>
          </p:cNvPr>
          <p:cNvGrpSpPr/>
          <p:nvPr/>
        </p:nvGrpSpPr>
        <p:grpSpPr>
          <a:xfrm>
            <a:off x="1610757" y="554763"/>
            <a:ext cx="1371600" cy="1371600"/>
            <a:chOff x="427081" y="263129"/>
            <a:chExt cx="1371600" cy="13716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14714752-E4A5-26ED-3C8E-83294F5509A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Plaque 60">
              <a:extLst>
                <a:ext uri="{FF2B5EF4-FFF2-40B4-BE49-F238E27FC236}">
                  <a16:creationId xmlns:a16="http://schemas.microsoft.com/office/drawing/2014/main" id="{394BA3E6-9E19-9F9B-57DA-95234356586E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843969C-84CC-84E8-55E9-C5613CA3ED92}"/>
              </a:ext>
            </a:extLst>
          </p:cNvPr>
          <p:cNvGrpSpPr/>
          <p:nvPr/>
        </p:nvGrpSpPr>
        <p:grpSpPr>
          <a:xfrm>
            <a:off x="1868231" y="996975"/>
            <a:ext cx="887099" cy="758582"/>
            <a:chOff x="3633466" y="2399571"/>
            <a:chExt cx="1377143" cy="1177631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6C8D67DB-46FD-1704-C0D8-276B5725887D}"/>
                </a:ext>
              </a:extLst>
            </p:cNvPr>
            <p:cNvSpPr/>
            <p:nvPr/>
          </p:nvSpPr>
          <p:spPr>
            <a:xfrm rot="209926">
              <a:off x="3683689" y="2448215"/>
              <a:ext cx="435206" cy="951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C0BE7C0D-4754-2FF7-89ED-F7EEF5677263}"/>
                </a:ext>
              </a:extLst>
            </p:cNvPr>
            <p:cNvSpPr/>
            <p:nvPr/>
          </p:nvSpPr>
          <p:spPr>
            <a:xfrm rot="2298692">
              <a:off x="4158251" y="3222739"/>
              <a:ext cx="146559" cy="33040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B2C1F20-39DD-E5C0-6216-064224E2D397}"/>
                </a:ext>
              </a:extLst>
            </p:cNvPr>
            <p:cNvSpPr/>
            <p:nvPr/>
          </p:nvSpPr>
          <p:spPr>
            <a:xfrm rot="19125484">
              <a:off x="4082509" y="2922795"/>
              <a:ext cx="226723" cy="33040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5CBFBD6-BE5D-AD3B-14CA-B8163ECBA34E}"/>
                </a:ext>
              </a:extLst>
            </p:cNvPr>
            <p:cNvSpPr/>
            <p:nvPr/>
          </p:nvSpPr>
          <p:spPr>
            <a:xfrm rot="16340403">
              <a:off x="4201087" y="3104678"/>
              <a:ext cx="232461" cy="23246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C2C217D-1677-FF14-1925-03FDC0C0B4D2}"/>
                </a:ext>
              </a:extLst>
            </p:cNvPr>
            <p:cNvSpPr/>
            <p:nvPr/>
          </p:nvSpPr>
          <p:spPr>
            <a:xfrm rot="21559864">
              <a:off x="3959302" y="3464721"/>
              <a:ext cx="321929" cy="11248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E89511A-15B1-E55D-AFE7-72B827EAE297}"/>
                </a:ext>
              </a:extLst>
            </p:cNvPr>
            <p:cNvSpPr/>
            <p:nvPr/>
          </p:nvSpPr>
          <p:spPr>
            <a:xfrm>
              <a:off x="3782855" y="2694053"/>
              <a:ext cx="701537" cy="3318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62541D4B-6E6B-B928-A71E-B08D808BF098}"/>
                </a:ext>
              </a:extLst>
            </p:cNvPr>
            <p:cNvSpPr/>
            <p:nvPr/>
          </p:nvSpPr>
          <p:spPr>
            <a:xfrm rot="1347909">
              <a:off x="4526706" y="2794535"/>
              <a:ext cx="132102" cy="10540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DC1F132F-1D16-74FF-4344-D7067A1D43A9}"/>
                </a:ext>
              </a:extLst>
            </p:cNvPr>
            <p:cNvSpPr/>
            <p:nvPr/>
          </p:nvSpPr>
          <p:spPr>
            <a:xfrm rot="16200000">
              <a:off x="4364748" y="2729261"/>
              <a:ext cx="232461" cy="23246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1D753AA5-7D00-39DC-3F62-102773C138BE}"/>
                </a:ext>
              </a:extLst>
            </p:cNvPr>
            <p:cNvSpPr/>
            <p:nvPr/>
          </p:nvSpPr>
          <p:spPr>
            <a:xfrm rot="470651">
              <a:off x="4703650" y="2854045"/>
              <a:ext cx="132102" cy="9837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D0490D8A-BB54-87B5-FBAE-8D49FA6FB878}"/>
                </a:ext>
              </a:extLst>
            </p:cNvPr>
            <p:cNvSpPr/>
            <p:nvPr/>
          </p:nvSpPr>
          <p:spPr>
            <a:xfrm rot="21265202">
              <a:off x="4878507" y="2861483"/>
              <a:ext cx="132102" cy="7853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Plaque 74">
              <a:extLst>
                <a:ext uri="{FF2B5EF4-FFF2-40B4-BE49-F238E27FC236}">
                  <a16:creationId xmlns:a16="http://schemas.microsoft.com/office/drawing/2014/main" id="{0EBE46AE-E2C8-3B6B-35F2-CB0B30F61C86}"/>
                </a:ext>
              </a:extLst>
            </p:cNvPr>
            <p:cNvSpPr/>
            <p:nvPr/>
          </p:nvSpPr>
          <p:spPr>
            <a:xfrm rot="20943061">
              <a:off x="3633466" y="2707619"/>
              <a:ext cx="320472" cy="315479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9D4B0599-80DE-EABF-9FE4-A62DF41D7A99}"/>
                </a:ext>
              </a:extLst>
            </p:cNvPr>
            <p:cNvSpPr/>
            <p:nvPr/>
          </p:nvSpPr>
          <p:spPr>
            <a:xfrm rot="16200000">
              <a:off x="3938769" y="2808131"/>
              <a:ext cx="285697" cy="285697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021E0D86-BC24-C55D-88AA-3C41B9B7B2D6}"/>
                </a:ext>
              </a:extLst>
            </p:cNvPr>
            <p:cNvSpPr/>
            <p:nvPr/>
          </p:nvSpPr>
          <p:spPr>
            <a:xfrm flipH="1">
              <a:off x="3964821" y="2399571"/>
              <a:ext cx="418336" cy="224381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2890390-503C-D5A8-EC43-6C168A666691}"/>
              </a:ext>
            </a:extLst>
          </p:cNvPr>
          <p:cNvGrpSpPr/>
          <p:nvPr/>
        </p:nvGrpSpPr>
        <p:grpSpPr>
          <a:xfrm>
            <a:off x="4737676" y="550875"/>
            <a:ext cx="1371600" cy="1371600"/>
            <a:chOff x="427081" y="263129"/>
            <a:chExt cx="1371600" cy="1371600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830C43A6-41E0-62A4-BD0B-D14C98A2742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Plaque 79">
              <a:extLst>
                <a:ext uri="{FF2B5EF4-FFF2-40B4-BE49-F238E27FC236}">
                  <a16:creationId xmlns:a16="http://schemas.microsoft.com/office/drawing/2014/main" id="{1FB2D449-1D66-1624-2472-12B05274EAA2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2CE8F478-2321-90BC-D24F-1F403E408287}"/>
              </a:ext>
            </a:extLst>
          </p:cNvPr>
          <p:cNvGrpSpPr/>
          <p:nvPr/>
        </p:nvGrpSpPr>
        <p:grpSpPr>
          <a:xfrm>
            <a:off x="4975053" y="970818"/>
            <a:ext cx="907668" cy="622697"/>
            <a:chOff x="2768462" y="1630604"/>
            <a:chExt cx="3099528" cy="2126402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B261C09D-CCF5-B178-2678-EEA171700145}"/>
                </a:ext>
              </a:extLst>
            </p:cNvPr>
            <p:cNvSpPr/>
            <p:nvPr/>
          </p:nvSpPr>
          <p:spPr>
            <a:xfrm>
              <a:off x="3951162" y="3217961"/>
              <a:ext cx="894382" cy="3862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B2465D73-F0D0-A956-0EF5-3A057A8A04D2}"/>
                </a:ext>
              </a:extLst>
            </p:cNvPr>
            <p:cNvSpPr/>
            <p:nvPr/>
          </p:nvSpPr>
          <p:spPr>
            <a:xfrm>
              <a:off x="3745275" y="2561897"/>
              <a:ext cx="1305472" cy="61755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DA803D24-3631-49E4-240C-746713F69A43}"/>
                </a:ext>
              </a:extLst>
            </p:cNvPr>
            <p:cNvSpPr/>
            <p:nvPr/>
          </p:nvSpPr>
          <p:spPr>
            <a:xfrm>
              <a:off x="3786206" y="1808785"/>
              <a:ext cx="248338" cy="46442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Plaque 84">
              <a:extLst>
                <a:ext uri="{FF2B5EF4-FFF2-40B4-BE49-F238E27FC236}">
                  <a16:creationId xmlns:a16="http://schemas.microsoft.com/office/drawing/2014/main" id="{678E60B8-6249-51C3-0843-E3E8F82B2204}"/>
                </a:ext>
              </a:extLst>
            </p:cNvPr>
            <p:cNvSpPr/>
            <p:nvPr/>
          </p:nvSpPr>
          <p:spPr>
            <a:xfrm>
              <a:off x="4136527" y="1630604"/>
              <a:ext cx="853168" cy="839875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2404115D-9564-754E-B57A-E2D653AEB6FA}"/>
                </a:ext>
              </a:extLst>
            </p:cNvPr>
            <p:cNvSpPr/>
            <p:nvPr/>
          </p:nvSpPr>
          <p:spPr>
            <a:xfrm rot="20548458">
              <a:off x="5595262" y="3142160"/>
              <a:ext cx="272728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00F8EC1-4E31-B495-BD64-ECC8D7B60E65}"/>
                </a:ext>
              </a:extLst>
            </p:cNvPr>
            <p:cNvSpPr/>
            <p:nvPr/>
          </p:nvSpPr>
          <p:spPr>
            <a:xfrm rot="18038434">
              <a:off x="5084956" y="2698459"/>
              <a:ext cx="421902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74DBB9D4-9A60-7375-1825-FE12E296487C}"/>
                </a:ext>
              </a:extLst>
            </p:cNvPr>
            <p:cNvSpPr/>
            <p:nvPr/>
          </p:nvSpPr>
          <p:spPr>
            <a:xfrm rot="15253353">
              <a:off x="5371321" y="2954379"/>
              <a:ext cx="432581" cy="43258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30FDEDEF-317E-A6A1-84CB-A902333133B9}"/>
                </a:ext>
              </a:extLst>
            </p:cNvPr>
            <p:cNvSpPr/>
            <p:nvPr/>
          </p:nvSpPr>
          <p:spPr>
            <a:xfrm rot="15710661">
              <a:off x="4683975" y="2593993"/>
              <a:ext cx="531646" cy="53164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2E279596-F229-9267-73E9-9F70E87DAD03}"/>
                </a:ext>
              </a:extLst>
            </p:cNvPr>
            <p:cNvGrpSpPr/>
            <p:nvPr/>
          </p:nvGrpSpPr>
          <p:grpSpPr>
            <a:xfrm flipH="1">
              <a:off x="2768462" y="2618875"/>
              <a:ext cx="1199848" cy="1121157"/>
              <a:chOff x="4817477" y="2615266"/>
              <a:chExt cx="1199848" cy="1121157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8539937D-7168-52DD-4A71-E2E205BB2F9B}"/>
                  </a:ext>
                </a:extLst>
              </p:cNvPr>
              <p:cNvSpPr/>
              <p:nvPr/>
            </p:nvSpPr>
            <p:spPr>
              <a:xfrm rot="20354995">
                <a:off x="5744597" y="3121577"/>
                <a:ext cx="272728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68F7FA16-7EDC-415F-4EC4-504D3D4C69AC}"/>
                  </a:ext>
                </a:extLst>
              </p:cNvPr>
              <p:cNvSpPr/>
              <p:nvPr/>
            </p:nvSpPr>
            <p:spPr>
              <a:xfrm rot="17844971">
                <a:off x="5210024" y="2703085"/>
                <a:ext cx="421902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FA479874-BA41-7CB4-BA0D-BBAEC32B5A4D}"/>
                  </a:ext>
                </a:extLst>
              </p:cNvPr>
              <p:cNvSpPr/>
              <p:nvPr/>
            </p:nvSpPr>
            <p:spPr>
              <a:xfrm rot="15059890">
                <a:off x="5505196" y="2942338"/>
                <a:ext cx="432581" cy="43258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92AE47F5-AA9A-0350-839F-6B4485C66FED}"/>
                  </a:ext>
                </a:extLst>
              </p:cNvPr>
              <p:cNvSpPr/>
              <p:nvPr/>
            </p:nvSpPr>
            <p:spPr>
              <a:xfrm rot="14919487">
                <a:off x="4817477" y="2615266"/>
                <a:ext cx="531646" cy="531646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9DF6776C-C694-A0BD-43D5-603E5559659A}"/>
                </a:ext>
              </a:extLst>
            </p:cNvPr>
            <p:cNvSpPr/>
            <p:nvPr/>
          </p:nvSpPr>
          <p:spPr>
            <a:xfrm>
              <a:off x="3435885" y="1869791"/>
              <a:ext cx="248338" cy="33933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7C06D19-23BB-BD98-38DF-EB96AF04F425}"/>
              </a:ext>
            </a:extLst>
          </p:cNvPr>
          <p:cNvGrpSpPr/>
          <p:nvPr/>
        </p:nvGrpSpPr>
        <p:grpSpPr>
          <a:xfrm>
            <a:off x="1618895" y="2077629"/>
            <a:ext cx="1371600" cy="1371600"/>
            <a:chOff x="427081" y="263129"/>
            <a:chExt cx="1371600" cy="1371600"/>
          </a:xfrm>
        </p:grpSpPr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AEF10381-431C-6638-C921-12451A1C2BB8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Plaque 97">
              <a:extLst>
                <a:ext uri="{FF2B5EF4-FFF2-40B4-BE49-F238E27FC236}">
                  <a16:creationId xmlns:a16="http://schemas.microsoft.com/office/drawing/2014/main" id="{721CCECA-4878-CD85-2A87-70481563EA44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2D7A8A2-8F40-C6E5-C837-1A4EEA777EAD}"/>
              </a:ext>
            </a:extLst>
          </p:cNvPr>
          <p:cNvGrpSpPr/>
          <p:nvPr/>
        </p:nvGrpSpPr>
        <p:grpSpPr>
          <a:xfrm>
            <a:off x="1789056" y="2341906"/>
            <a:ext cx="1034201" cy="950766"/>
            <a:chOff x="1086869" y="3336948"/>
            <a:chExt cx="1034201" cy="950766"/>
          </a:xfrm>
        </p:grpSpPr>
        <p:sp>
          <p:nvSpPr>
            <p:cNvPr id="4" name="Star: 4 Points 3">
              <a:extLst>
                <a:ext uri="{FF2B5EF4-FFF2-40B4-BE49-F238E27FC236}">
                  <a16:creationId xmlns:a16="http://schemas.microsoft.com/office/drawing/2014/main" id="{5ED583C2-8222-0641-D6DA-41D154409B65}"/>
                </a:ext>
              </a:extLst>
            </p:cNvPr>
            <p:cNvSpPr/>
            <p:nvPr/>
          </p:nvSpPr>
          <p:spPr>
            <a:xfrm>
              <a:off x="1086869" y="3360224"/>
              <a:ext cx="714588" cy="714588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Star: 4 Points 99">
              <a:extLst>
                <a:ext uri="{FF2B5EF4-FFF2-40B4-BE49-F238E27FC236}">
                  <a16:creationId xmlns:a16="http://schemas.microsoft.com/office/drawing/2014/main" id="{4FF00EBA-474F-22E3-579F-CB3F93767AF0}"/>
                </a:ext>
              </a:extLst>
            </p:cNvPr>
            <p:cNvSpPr/>
            <p:nvPr/>
          </p:nvSpPr>
          <p:spPr>
            <a:xfrm>
              <a:off x="1615699" y="3782343"/>
              <a:ext cx="505371" cy="5053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Star: 4 Points 100">
              <a:extLst>
                <a:ext uri="{FF2B5EF4-FFF2-40B4-BE49-F238E27FC236}">
                  <a16:creationId xmlns:a16="http://schemas.microsoft.com/office/drawing/2014/main" id="{3C0D3FD9-2CEC-3BD7-0F17-FE83F726A068}"/>
                </a:ext>
              </a:extLst>
            </p:cNvPr>
            <p:cNvSpPr/>
            <p:nvPr/>
          </p:nvSpPr>
          <p:spPr>
            <a:xfrm>
              <a:off x="1662807" y="3336948"/>
              <a:ext cx="269691" cy="2580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F11DB8E8-EE35-3D49-409A-FC44766739AA}"/>
              </a:ext>
            </a:extLst>
          </p:cNvPr>
          <p:cNvGrpSpPr/>
          <p:nvPr/>
        </p:nvGrpSpPr>
        <p:grpSpPr>
          <a:xfrm>
            <a:off x="6266976" y="550875"/>
            <a:ext cx="1371600" cy="1371600"/>
            <a:chOff x="427081" y="263129"/>
            <a:chExt cx="1371600" cy="1371600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4B490ED9-FCA4-4573-99ED-442C37B5CEEF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Plaque 102">
              <a:extLst>
                <a:ext uri="{FF2B5EF4-FFF2-40B4-BE49-F238E27FC236}">
                  <a16:creationId xmlns:a16="http://schemas.microsoft.com/office/drawing/2014/main" id="{8C56A696-8B73-72E8-0B33-501EF34C3DA0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44850BE-B9B8-B88E-F156-006BB031DC56}"/>
              </a:ext>
            </a:extLst>
          </p:cNvPr>
          <p:cNvGrpSpPr/>
          <p:nvPr/>
        </p:nvGrpSpPr>
        <p:grpSpPr>
          <a:xfrm>
            <a:off x="6482473" y="882982"/>
            <a:ext cx="932742" cy="801763"/>
            <a:chOff x="3387725" y="1634730"/>
            <a:chExt cx="1466850" cy="1260870"/>
          </a:xfrm>
        </p:grpSpPr>
        <p:sp>
          <p:nvSpPr>
            <p:cNvPr id="105" name="Moon 104">
              <a:extLst>
                <a:ext uri="{FF2B5EF4-FFF2-40B4-BE49-F238E27FC236}">
                  <a16:creationId xmlns:a16="http://schemas.microsoft.com/office/drawing/2014/main" id="{5E4ABBEB-6C6C-B442-9BFC-B32F11B97771}"/>
                </a:ext>
              </a:extLst>
            </p:cNvPr>
            <p:cNvSpPr/>
            <p:nvPr/>
          </p:nvSpPr>
          <p:spPr>
            <a:xfrm rot="16200000">
              <a:off x="3873500" y="1651000"/>
              <a:ext cx="495300" cy="146685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548C35D-41BC-E62E-C3D1-8FCFE763691A}"/>
                </a:ext>
              </a:extLst>
            </p:cNvPr>
            <p:cNvSpPr/>
            <p:nvPr/>
          </p:nvSpPr>
          <p:spPr>
            <a:xfrm>
              <a:off x="3651250" y="2682875"/>
              <a:ext cx="939800" cy="21272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Moon 106">
              <a:extLst>
                <a:ext uri="{FF2B5EF4-FFF2-40B4-BE49-F238E27FC236}">
                  <a16:creationId xmlns:a16="http://schemas.microsoft.com/office/drawing/2014/main" id="{7ECF0F48-64CD-379B-838B-3DECE932618F}"/>
                </a:ext>
              </a:extLst>
            </p:cNvPr>
            <p:cNvSpPr/>
            <p:nvPr/>
          </p:nvSpPr>
          <p:spPr>
            <a:xfrm rot="5400000">
              <a:off x="4025900" y="1322786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6680EE1B-8139-1873-5A63-D46F1DED7F99}"/>
                </a:ext>
              </a:extLst>
            </p:cNvPr>
            <p:cNvSpPr/>
            <p:nvPr/>
          </p:nvSpPr>
          <p:spPr>
            <a:xfrm rot="5400000">
              <a:off x="3919196" y="1788661"/>
              <a:ext cx="393192" cy="390129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Moon 108">
              <a:extLst>
                <a:ext uri="{FF2B5EF4-FFF2-40B4-BE49-F238E27FC236}">
                  <a16:creationId xmlns:a16="http://schemas.microsoft.com/office/drawing/2014/main" id="{5A80FCAA-ED70-CC7A-D67C-3DCF76DD8165}"/>
                </a:ext>
              </a:extLst>
            </p:cNvPr>
            <p:cNvSpPr/>
            <p:nvPr/>
          </p:nvSpPr>
          <p:spPr>
            <a:xfrm rot="5400000" flipH="1">
              <a:off x="4025901" y="1830278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3565B637-E4BD-792D-8380-B415A9C87FB6}"/>
                </a:ext>
              </a:extLst>
            </p:cNvPr>
            <p:cNvSpPr/>
            <p:nvPr/>
          </p:nvSpPr>
          <p:spPr>
            <a:xfrm rot="5400000">
              <a:off x="3978632" y="1843842"/>
              <a:ext cx="274320" cy="27432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1" name="Picture 110">
            <a:extLst>
              <a:ext uri="{FF2B5EF4-FFF2-40B4-BE49-F238E27FC236}">
                <a16:creationId xmlns:a16="http://schemas.microsoft.com/office/drawing/2014/main" id="{79436266-120D-34F5-3032-FA2C90F747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6114" y="942708"/>
            <a:ext cx="433388" cy="444277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BEF675C1-49FD-3043-DD0B-02D8BC581AA9}"/>
              </a:ext>
            </a:extLst>
          </p:cNvPr>
          <p:cNvGrpSpPr/>
          <p:nvPr/>
        </p:nvGrpSpPr>
        <p:grpSpPr>
          <a:xfrm>
            <a:off x="7770056" y="554517"/>
            <a:ext cx="1371600" cy="1371600"/>
            <a:chOff x="427081" y="263129"/>
            <a:chExt cx="1371600" cy="137160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E0EA321F-0F29-9ACF-0936-8964356B8717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Plaque 113">
              <a:extLst>
                <a:ext uri="{FF2B5EF4-FFF2-40B4-BE49-F238E27FC236}">
                  <a16:creationId xmlns:a16="http://schemas.microsoft.com/office/drawing/2014/main" id="{A0A1451F-7329-6283-78CF-101E83297B9D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39B77C6-8303-82EE-0E34-097907BCE64D}"/>
              </a:ext>
            </a:extLst>
          </p:cNvPr>
          <p:cNvGrpSpPr/>
          <p:nvPr/>
        </p:nvGrpSpPr>
        <p:grpSpPr>
          <a:xfrm>
            <a:off x="8362149" y="827707"/>
            <a:ext cx="441325" cy="1012069"/>
            <a:chOff x="3248025" y="1009650"/>
            <a:chExt cx="1390650" cy="3189114"/>
          </a:xfrm>
        </p:grpSpPr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CCABD792-2FDA-7827-8E93-864D69CD76BD}"/>
                </a:ext>
              </a:extLst>
            </p:cNvPr>
            <p:cNvSpPr/>
            <p:nvPr/>
          </p:nvSpPr>
          <p:spPr>
            <a:xfrm>
              <a:off x="3549650" y="1009650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: Rounded Corners 116">
              <a:extLst>
                <a:ext uri="{FF2B5EF4-FFF2-40B4-BE49-F238E27FC236}">
                  <a16:creationId xmlns:a16="http://schemas.microsoft.com/office/drawing/2014/main" id="{D3B1102E-ED8A-9E8A-036E-AEE12AD8CF5D}"/>
                </a:ext>
              </a:extLst>
            </p:cNvPr>
            <p:cNvSpPr/>
            <p:nvPr/>
          </p:nvSpPr>
          <p:spPr>
            <a:xfrm>
              <a:off x="3600450" y="2051050"/>
              <a:ext cx="692150" cy="2921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705D1440-C936-92DD-520B-327151D33532}"/>
                </a:ext>
              </a:extLst>
            </p:cNvPr>
            <p:cNvGrpSpPr/>
            <p:nvPr/>
          </p:nvGrpSpPr>
          <p:grpSpPr>
            <a:xfrm>
              <a:off x="4282383" y="2120161"/>
              <a:ext cx="291335" cy="2073380"/>
              <a:chOff x="4282383" y="2120161"/>
              <a:chExt cx="291335" cy="2073380"/>
            </a:xfrm>
          </p:grpSpPr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EFC745F0-08C9-D4E6-BFF4-6C2618E0AF3F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7" name="Isosceles Triangle 126">
                <a:extLst>
                  <a:ext uri="{FF2B5EF4-FFF2-40B4-BE49-F238E27FC236}">
                    <a16:creationId xmlns:a16="http://schemas.microsoft.com/office/drawing/2014/main" id="{45EE1AE7-D978-91D4-EC1B-BBB3E66D75DA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99CA7249-E45C-C3D9-EA78-4EDA9C69BE00}"/>
                </a:ext>
              </a:extLst>
            </p:cNvPr>
            <p:cNvGrpSpPr/>
            <p:nvPr/>
          </p:nvGrpSpPr>
          <p:grpSpPr>
            <a:xfrm flipH="1">
              <a:off x="3309115" y="2124715"/>
              <a:ext cx="291335" cy="2073380"/>
              <a:chOff x="4282383" y="2120161"/>
              <a:chExt cx="291335" cy="2073380"/>
            </a:xfrm>
          </p:grpSpPr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48646A6F-8DFD-1D0E-A891-A4FE5EF75AAD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Isosceles Triangle 124">
                <a:extLst>
                  <a:ext uri="{FF2B5EF4-FFF2-40B4-BE49-F238E27FC236}">
                    <a16:creationId xmlns:a16="http://schemas.microsoft.com/office/drawing/2014/main" id="{87BAEFD1-5B6A-FB9D-48E0-4051514343DF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F39ABCC3-247B-DCB6-D696-2F3371B30E28}"/>
                </a:ext>
              </a:extLst>
            </p:cNvPr>
            <p:cNvSpPr/>
            <p:nvPr/>
          </p:nvSpPr>
          <p:spPr>
            <a:xfrm rot="5400000">
              <a:off x="3441937" y="2586038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Isosceles Triangle 120">
              <a:extLst>
                <a:ext uri="{FF2B5EF4-FFF2-40B4-BE49-F238E27FC236}">
                  <a16:creationId xmlns:a16="http://schemas.microsoft.com/office/drawing/2014/main" id="{FF5FE758-D19C-43CE-63D7-A683DFCEE47A}"/>
                </a:ext>
              </a:extLst>
            </p:cNvPr>
            <p:cNvSpPr/>
            <p:nvPr/>
          </p:nvSpPr>
          <p:spPr>
            <a:xfrm rot="10800000">
              <a:off x="3869157" y="2947814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5E3A751D-E390-B0CE-CE91-3372421EA670}"/>
                </a:ext>
              </a:extLst>
            </p:cNvPr>
            <p:cNvSpPr/>
            <p:nvPr/>
          </p:nvSpPr>
          <p:spPr>
            <a:xfrm>
              <a:off x="3248025" y="1227137"/>
              <a:ext cx="215900" cy="76676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6684F01C-868A-46F1-C59D-147B79A345FD}"/>
                </a:ext>
              </a:extLst>
            </p:cNvPr>
            <p:cNvSpPr/>
            <p:nvPr/>
          </p:nvSpPr>
          <p:spPr>
            <a:xfrm>
              <a:off x="4422775" y="1227136"/>
              <a:ext cx="215900" cy="76676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61FE4039-9F6C-0F3B-B9F5-4DFB51F1C2DD}"/>
              </a:ext>
            </a:extLst>
          </p:cNvPr>
          <p:cNvGrpSpPr/>
          <p:nvPr/>
        </p:nvGrpSpPr>
        <p:grpSpPr>
          <a:xfrm>
            <a:off x="9562352" y="834300"/>
            <a:ext cx="502920" cy="1014984"/>
            <a:chOff x="5380031" y="966102"/>
            <a:chExt cx="1727200" cy="3248141"/>
          </a:xfrm>
        </p:grpSpPr>
        <p:sp>
          <p:nvSpPr>
            <p:cNvPr id="129" name="Moon 128">
              <a:extLst>
                <a:ext uri="{FF2B5EF4-FFF2-40B4-BE49-F238E27FC236}">
                  <a16:creationId xmlns:a16="http://schemas.microsoft.com/office/drawing/2014/main" id="{8DDEF991-F11D-8A27-4175-D37941E0CB22}"/>
                </a:ext>
              </a:extLst>
            </p:cNvPr>
            <p:cNvSpPr/>
            <p:nvPr/>
          </p:nvSpPr>
          <p:spPr>
            <a:xfrm rot="19627358">
              <a:off x="5549196" y="966102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Moon 129">
              <a:extLst>
                <a:ext uri="{FF2B5EF4-FFF2-40B4-BE49-F238E27FC236}">
                  <a16:creationId xmlns:a16="http://schemas.microsoft.com/office/drawing/2014/main" id="{C7B09D35-7F15-B3EC-FED3-3129F20C173D}"/>
                </a:ext>
              </a:extLst>
            </p:cNvPr>
            <p:cNvSpPr/>
            <p:nvPr/>
          </p:nvSpPr>
          <p:spPr>
            <a:xfrm rot="1972642" flipH="1">
              <a:off x="6518602" y="966104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DC5E7395-5F99-9EA9-C394-AB96EEF0000A}"/>
                </a:ext>
              </a:extLst>
            </p:cNvPr>
            <p:cNvSpPr/>
            <p:nvPr/>
          </p:nvSpPr>
          <p:spPr>
            <a:xfrm>
              <a:off x="5852869" y="1025129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DB435DA5-3DDB-1AC2-1654-04F749C61787}"/>
                </a:ext>
              </a:extLst>
            </p:cNvPr>
            <p:cNvGrpSpPr/>
            <p:nvPr/>
          </p:nvGrpSpPr>
          <p:grpSpPr>
            <a:xfrm>
              <a:off x="6585602" y="2135640"/>
              <a:ext cx="291335" cy="2073380"/>
              <a:chOff x="4282383" y="2120161"/>
              <a:chExt cx="291335" cy="2073380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2D8B5AB9-88C1-EF34-7A2C-039F754A5857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Isosceles Triangle 139">
                <a:extLst>
                  <a:ext uri="{FF2B5EF4-FFF2-40B4-BE49-F238E27FC236}">
                    <a16:creationId xmlns:a16="http://schemas.microsoft.com/office/drawing/2014/main" id="{52F91A51-5B0D-2458-CE0B-D24E9A7D5581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E9B745D0-6FD1-62FE-D9B0-6E9D994400AF}"/>
                </a:ext>
              </a:extLst>
            </p:cNvPr>
            <p:cNvGrpSpPr/>
            <p:nvPr/>
          </p:nvGrpSpPr>
          <p:grpSpPr>
            <a:xfrm flipH="1">
              <a:off x="5612334" y="2140194"/>
              <a:ext cx="291335" cy="2073380"/>
              <a:chOff x="4282383" y="2120161"/>
              <a:chExt cx="291335" cy="2073380"/>
            </a:xfrm>
          </p:grpSpPr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3F3411FB-E562-047A-4276-7E00D086B6D3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Isosceles Triangle 137">
                <a:extLst>
                  <a:ext uri="{FF2B5EF4-FFF2-40B4-BE49-F238E27FC236}">
                    <a16:creationId xmlns:a16="http://schemas.microsoft.com/office/drawing/2014/main" id="{E0590651-B38F-9EA0-51A2-93AB851DACAD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04FB4227-1C85-B0D9-4FC1-23BCB0028BA4}"/>
                </a:ext>
              </a:extLst>
            </p:cNvPr>
            <p:cNvSpPr/>
            <p:nvPr/>
          </p:nvSpPr>
          <p:spPr>
            <a:xfrm rot="5400000">
              <a:off x="5745156" y="2601517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Isosceles Triangle 134">
              <a:extLst>
                <a:ext uri="{FF2B5EF4-FFF2-40B4-BE49-F238E27FC236}">
                  <a16:creationId xmlns:a16="http://schemas.microsoft.com/office/drawing/2014/main" id="{A668C68C-83EB-2D4C-1A77-115B8ADA7B91}"/>
                </a:ext>
              </a:extLst>
            </p:cNvPr>
            <p:cNvSpPr/>
            <p:nvPr/>
          </p:nvSpPr>
          <p:spPr>
            <a:xfrm rot="10800000">
              <a:off x="6172376" y="2963293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Moon 135">
              <a:extLst>
                <a:ext uri="{FF2B5EF4-FFF2-40B4-BE49-F238E27FC236}">
                  <a16:creationId xmlns:a16="http://schemas.microsoft.com/office/drawing/2014/main" id="{4B78DC09-4993-05F0-89D8-43515C7EDD76}"/>
                </a:ext>
              </a:extLst>
            </p:cNvPr>
            <p:cNvSpPr/>
            <p:nvPr/>
          </p:nvSpPr>
          <p:spPr>
            <a:xfrm rot="16200000">
              <a:off x="6002331" y="1326503"/>
              <a:ext cx="482600" cy="172720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1CCEF7B-5E54-1244-C1B1-926CDB930713}"/>
              </a:ext>
            </a:extLst>
          </p:cNvPr>
          <p:cNvGrpSpPr/>
          <p:nvPr/>
        </p:nvGrpSpPr>
        <p:grpSpPr>
          <a:xfrm>
            <a:off x="9248849" y="556798"/>
            <a:ext cx="1371600" cy="1371600"/>
            <a:chOff x="427081" y="263129"/>
            <a:chExt cx="1371600" cy="1371600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7E99B9E7-0D24-D05E-E503-BABA5320C10A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Plaque 142">
              <a:extLst>
                <a:ext uri="{FF2B5EF4-FFF2-40B4-BE49-F238E27FC236}">
                  <a16:creationId xmlns:a16="http://schemas.microsoft.com/office/drawing/2014/main" id="{3EEA1C03-1FCF-F490-764A-9B0A86A049BC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DBB0B142-B0B1-9AB0-A578-7503645128F2}"/>
              </a:ext>
            </a:extLst>
          </p:cNvPr>
          <p:cNvGrpSpPr/>
          <p:nvPr/>
        </p:nvGrpSpPr>
        <p:grpSpPr>
          <a:xfrm>
            <a:off x="10913644" y="795917"/>
            <a:ext cx="1027167" cy="1035721"/>
            <a:chOff x="4165279" y="376316"/>
            <a:chExt cx="4372510" cy="4408922"/>
          </a:xfrm>
        </p:grpSpPr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B4F1C6C6-B6B3-3951-8A2A-B125FDC763A1}"/>
                </a:ext>
              </a:extLst>
            </p:cNvPr>
            <p:cNvGrpSpPr/>
            <p:nvPr/>
          </p:nvGrpSpPr>
          <p:grpSpPr>
            <a:xfrm>
              <a:off x="5618932" y="1546108"/>
              <a:ext cx="1540121" cy="2162098"/>
              <a:chOff x="5452330" y="1708793"/>
              <a:chExt cx="1186621" cy="1665837"/>
            </a:xfrm>
          </p:grpSpPr>
          <p:sp>
            <p:nvSpPr>
              <p:cNvPr id="167" name="Isosceles Triangle 166">
                <a:extLst>
                  <a:ext uri="{FF2B5EF4-FFF2-40B4-BE49-F238E27FC236}">
                    <a16:creationId xmlns:a16="http://schemas.microsoft.com/office/drawing/2014/main" id="{77184497-6B7E-1444-A5CA-EA936053CBE6}"/>
                  </a:ext>
                </a:extLst>
              </p:cNvPr>
              <p:cNvSpPr/>
              <p:nvPr/>
            </p:nvSpPr>
            <p:spPr>
              <a:xfrm>
                <a:off x="5794991" y="1708793"/>
                <a:ext cx="501300" cy="440002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Isosceles Triangle 167">
                <a:extLst>
                  <a:ext uri="{FF2B5EF4-FFF2-40B4-BE49-F238E27FC236}">
                    <a16:creationId xmlns:a16="http://schemas.microsoft.com/office/drawing/2014/main" id="{A485807E-27D8-4D66-1A94-3E2FD526D3EC}"/>
                  </a:ext>
                </a:extLst>
              </p:cNvPr>
              <p:cNvSpPr/>
              <p:nvPr/>
            </p:nvSpPr>
            <p:spPr>
              <a:xfrm rot="10800000">
                <a:off x="5794991" y="2236075"/>
                <a:ext cx="501300" cy="1138555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7FD55D15-2BB7-955F-D820-D4D61FC0CF10}"/>
                  </a:ext>
                </a:extLst>
              </p:cNvPr>
              <p:cNvSpPr/>
              <p:nvPr/>
            </p:nvSpPr>
            <p:spPr>
              <a:xfrm rot="1172583">
                <a:off x="5452330" y="2155246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EBCBB169-2CFC-856A-AE60-53A760D9C6BE}"/>
                  </a:ext>
                </a:extLst>
              </p:cNvPr>
              <p:cNvSpPr/>
              <p:nvPr/>
            </p:nvSpPr>
            <p:spPr>
              <a:xfrm rot="20427417" flipH="1">
                <a:off x="6477818" y="2155248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64987AF0-3461-5A21-711E-4566429B1A75}"/>
                </a:ext>
              </a:extLst>
            </p:cNvPr>
            <p:cNvGrpSpPr/>
            <p:nvPr/>
          </p:nvGrpSpPr>
          <p:grpSpPr>
            <a:xfrm>
              <a:off x="5223090" y="376316"/>
              <a:ext cx="2327564" cy="1339103"/>
              <a:chOff x="5223090" y="758463"/>
              <a:chExt cx="2327564" cy="1339103"/>
            </a:xfrm>
          </p:grpSpPr>
          <p:pic>
            <p:nvPicPr>
              <p:cNvPr id="163" name="Picture 162">
                <a:extLst>
                  <a:ext uri="{FF2B5EF4-FFF2-40B4-BE49-F238E27FC236}">
                    <a16:creationId xmlns:a16="http://schemas.microsoft.com/office/drawing/2014/main" id="{E6E2D24E-9922-BB33-168F-F4B3BA27BAF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4" name="Picture 163">
                <a:extLst>
                  <a:ext uri="{FF2B5EF4-FFF2-40B4-BE49-F238E27FC236}">
                    <a16:creationId xmlns:a16="http://schemas.microsoft.com/office/drawing/2014/main" id="{8BA8976D-786C-2F00-0C6F-4FD9BA40865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5" name="Picture 164">
                <a:extLst>
                  <a:ext uri="{FF2B5EF4-FFF2-40B4-BE49-F238E27FC236}">
                    <a16:creationId xmlns:a16="http://schemas.microsoft.com/office/drawing/2014/main" id="{D3799764-8805-159B-12EF-6C6C9FAF5A7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6" name="Picture 165">
                <a:extLst>
                  <a:ext uri="{FF2B5EF4-FFF2-40B4-BE49-F238E27FC236}">
                    <a16:creationId xmlns:a16="http://schemas.microsoft.com/office/drawing/2014/main" id="{85540936-B0B9-39A1-7E20-A5DB9117623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AD3D8339-98CF-FF7C-59A6-78E7DCA3BED8}"/>
                </a:ext>
              </a:extLst>
            </p:cNvPr>
            <p:cNvGrpSpPr/>
            <p:nvPr/>
          </p:nvGrpSpPr>
          <p:grpSpPr>
            <a:xfrm rot="10800000">
              <a:off x="5212329" y="3446135"/>
              <a:ext cx="2327564" cy="1339103"/>
              <a:chOff x="5223090" y="758463"/>
              <a:chExt cx="2327564" cy="1339103"/>
            </a:xfrm>
          </p:grpSpPr>
          <p:pic>
            <p:nvPicPr>
              <p:cNvPr id="159" name="Picture 158">
                <a:extLst>
                  <a:ext uri="{FF2B5EF4-FFF2-40B4-BE49-F238E27FC236}">
                    <a16:creationId xmlns:a16="http://schemas.microsoft.com/office/drawing/2014/main" id="{9A69E514-2B3E-9F3B-9B10-CBEBF2D7FC7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0" name="Picture 159">
                <a:extLst>
                  <a:ext uri="{FF2B5EF4-FFF2-40B4-BE49-F238E27FC236}">
                    <a16:creationId xmlns:a16="http://schemas.microsoft.com/office/drawing/2014/main" id="{969C04AB-92B7-3D62-580F-2A56B8E905F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1" name="Picture 160">
                <a:extLst>
                  <a:ext uri="{FF2B5EF4-FFF2-40B4-BE49-F238E27FC236}">
                    <a16:creationId xmlns:a16="http://schemas.microsoft.com/office/drawing/2014/main" id="{08FF41A6-26AA-784D-C07D-A1DA628C17A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2" name="Picture 161">
                <a:extLst>
                  <a:ext uri="{FF2B5EF4-FFF2-40B4-BE49-F238E27FC236}">
                    <a16:creationId xmlns:a16="http://schemas.microsoft.com/office/drawing/2014/main" id="{DE7FDF25-4BE1-F272-4C1A-4C1860B8BA9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24F2669A-27A2-B41B-E16D-BAE52A2620ED}"/>
                </a:ext>
              </a:extLst>
            </p:cNvPr>
            <p:cNvGrpSpPr/>
            <p:nvPr/>
          </p:nvGrpSpPr>
          <p:grpSpPr>
            <a:xfrm rot="16367590">
              <a:off x="3671049" y="1904396"/>
              <a:ext cx="2327564" cy="1339103"/>
              <a:chOff x="5223090" y="758463"/>
              <a:chExt cx="2327564" cy="1339103"/>
            </a:xfrm>
          </p:grpSpPr>
          <p:pic>
            <p:nvPicPr>
              <p:cNvPr id="155" name="Picture 154">
                <a:extLst>
                  <a:ext uri="{FF2B5EF4-FFF2-40B4-BE49-F238E27FC236}">
                    <a16:creationId xmlns:a16="http://schemas.microsoft.com/office/drawing/2014/main" id="{48A1BEED-2797-183B-02B7-A6C29622C98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6" name="Picture 155">
                <a:extLst>
                  <a:ext uri="{FF2B5EF4-FFF2-40B4-BE49-F238E27FC236}">
                    <a16:creationId xmlns:a16="http://schemas.microsoft.com/office/drawing/2014/main" id="{FCAA1D9B-2BE3-AFB6-C030-984D7845E00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7" name="Picture 156">
                <a:extLst>
                  <a:ext uri="{FF2B5EF4-FFF2-40B4-BE49-F238E27FC236}">
                    <a16:creationId xmlns:a16="http://schemas.microsoft.com/office/drawing/2014/main" id="{A1C7CBAD-5FD9-D36C-E5BF-62B057C3A0F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8" name="Picture 157">
                <a:extLst>
                  <a:ext uri="{FF2B5EF4-FFF2-40B4-BE49-F238E27FC236}">
                    <a16:creationId xmlns:a16="http://schemas.microsoft.com/office/drawing/2014/main" id="{3D37B3B9-EF90-D8EA-47A4-5CF6797268D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9379E66C-653E-D856-F3DF-A33518A3DCB3}"/>
                </a:ext>
              </a:extLst>
            </p:cNvPr>
            <p:cNvGrpSpPr/>
            <p:nvPr/>
          </p:nvGrpSpPr>
          <p:grpSpPr>
            <a:xfrm rot="5400000">
              <a:off x="6704456" y="2000299"/>
              <a:ext cx="2327564" cy="1339103"/>
              <a:chOff x="5223090" y="758463"/>
              <a:chExt cx="2327564" cy="1339103"/>
            </a:xfrm>
          </p:grpSpPr>
          <p:pic>
            <p:nvPicPr>
              <p:cNvPr id="151" name="Picture 150">
                <a:extLst>
                  <a:ext uri="{FF2B5EF4-FFF2-40B4-BE49-F238E27FC236}">
                    <a16:creationId xmlns:a16="http://schemas.microsoft.com/office/drawing/2014/main" id="{89AA0170-CCB4-8528-4C37-16DA2701F13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2" name="Picture 151">
                <a:extLst>
                  <a:ext uri="{FF2B5EF4-FFF2-40B4-BE49-F238E27FC236}">
                    <a16:creationId xmlns:a16="http://schemas.microsoft.com/office/drawing/2014/main" id="{E09E8C20-9267-B79E-DC18-D9C96C8ACDE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DCA90085-B0ED-7C6F-AA98-67586961E22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4" name="Picture 153">
                <a:extLst>
                  <a:ext uri="{FF2B5EF4-FFF2-40B4-BE49-F238E27FC236}">
                    <a16:creationId xmlns:a16="http://schemas.microsoft.com/office/drawing/2014/main" id="{B57A8535-ECD3-455E-B1E1-AC71B9E2A84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51292E69-46B4-6A7D-4379-5C53511BFD90}"/>
              </a:ext>
            </a:extLst>
          </p:cNvPr>
          <p:cNvGrpSpPr/>
          <p:nvPr/>
        </p:nvGrpSpPr>
        <p:grpSpPr>
          <a:xfrm>
            <a:off x="10732636" y="565094"/>
            <a:ext cx="1371600" cy="1371600"/>
            <a:chOff x="427081" y="263129"/>
            <a:chExt cx="1371600" cy="1371600"/>
          </a:xfrm>
        </p:grpSpPr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F88DE9E8-A6EE-5604-FBE1-A5854BCB70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Plaque 172">
              <a:extLst>
                <a:ext uri="{FF2B5EF4-FFF2-40B4-BE49-F238E27FC236}">
                  <a16:creationId xmlns:a16="http://schemas.microsoft.com/office/drawing/2014/main" id="{370ADBE4-6701-B452-B189-D65C68DF8CAB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4EE1B358-D077-55B3-E3EF-3502D89D3061}"/>
              </a:ext>
            </a:extLst>
          </p:cNvPr>
          <p:cNvGrpSpPr/>
          <p:nvPr/>
        </p:nvGrpSpPr>
        <p:grpSpPr>
          <a:xfrm>
            <a:off x="280715" y="3936618"/>
            <a:ext cx="1371600" cy="1371600"/>
            <a:chOff x="427081" y="263129"/>
            <a:chExt cx="1371600" cy="1371600"/>
          </a:xfrm>
        </p:grpSpPr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2362BCC9-676B-D0EA-55D6-0543234DFEA0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Plaque 175">
              <a:extLst>
                <a:ext uri="{FF2B5EF4-FFF2-40B4-BE49-F238E27FC236}">
                  <a16:creationId xmlns:a16="http://schemas.microsoft.com/office/drawing/2014/main" id="{ACD354BE-71B9-452A-BFA9-F6E184C854CE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BD7074B7-5CE6-3B9B-8197-F3D1B145AE2B}"/>
              </a:ext>
            </a:extLst>
          </p:cNvPr>
          <p:cNvGrpSpPr/>
          <p:nvPr/>
        </p:nvGrpSpPr>
        <p:grpSpPr>
          <a:xfrm>
            <a:off x="651043" y="4455355"/>
            <a:ext cx="631137" cy="505972"/>
            <a:chOff x="5010218" y="2694841"/>
            <a:chExt cx="2523392" cy="2022962"/>
          </a:xfrm>
        </p:grpSpPr>
        <p:sp>
          <p:nvSpPr>
            <p:cNvPr id="184" name="Moon 183">
              <a:extLst>
                <a:ext uri="{FF2B5EF4-FFF2-40B4-BE49-F238E27FC236}">
                  <a16:creationId xmlns:a16="http://schemas.microsoft.com/office/drawing/2014/main" id="{3D7EBBA5-9CF3-1F53-BE6A-A1F6D6E86D40}"/>
                </a:ext>
              </a:extLst>
            </p:cNvPr>
            <p:cNvSpPr/>
            <p:nvPr/>
          </p:nvSpPr>
          <p:spPr>
            <a:xfrm rot="16200000">
              <a:off x="5683528" y="2021531"/>
              <a:ext cx="1176771" cy="2523392"/>
            </a:xfrm>
            <a:prstGeom prst="moon">
              <a:avLst>
                <a:gd name="adj" fmla="val 5523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Isosceles Triangle 184">
              <a:extLst>
                <a:ext uri="{FF2B5EF4-FFF2-40B4-BE49-F238E27FC236}">
                  <a16:creationId xmlns:a16="http://schemas.microsoft.com/office/drawing/2014/main" id="{E887F0EA-0FFC-8F5C-AEEF-A8D613587A59}"/>
                </a:ext>
              </a:extLst>
            </p:cNvPr>
            <p:cNvSpPr/>
            <p:nvPr/>
          </p:nvSpPr>
          <p:spPr>
            <a:xfrm>
              <a:off x="6132701" y="2694841"/>
              <a:ext cx="278423" cy="1723292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Moon 185">
              <a:extLst>
                <a:ext uri="{FF2B5EF4-FFF2-40B4-BE49-F238E27FC236}">
                  <a16:creationId xmlns:a16="http://schemas.microsoft.com/office/drawing/2014/main" id="{5930625C-DAA3-8CD7-47AC-1E199E590909}"/>
                </a:ext>
              </a:extLst>
            </p:cNvPr>
            <p:cNvSpPr/>
            <p:nvPr/>
          </p:nvSpPr>
          <p:spPr>
            <a:xfrm rot="5400000">
              <a:off x="5972241" y="3787285"/>
              <a:ext cx="599341" cy="1261696"/>
            </a:xfrm>
            <a:prstGeom prst="moon">
              <a:avLst>
                <a:gd name="adj" fmla="val 376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25396257-336E-7E85-B11C-1AE15822B1B2}"/>
                </a:ext>
              </a:extLst>
            </p:cNvPr>
            <p:cNvGrpSpPr/>
            <p:nvPr/>
          </p:nvGrpSpPr>
          <p:grpSpPr>
            <a:xfrm>
              <a:off x="5240214" y="3072211"/>
              <a:ext cx="862512" cy="587761"/>
              <a:chOff x="5240214" y="3072211"/>
              <a:chExt cx="862512" cy="587761"/>
            </a:xfrm>
          </p:grpSpPr>
          <p:sp>
            <p:nvSpPr>
              <p:cNvPr id="192" name="Oval 191">
                <a:extLst>
                  <a:ext uri="{FF2B5EF4-FFF2-40B4-BE49-F238E27FC236}">
                    <a16:creationId xmlns:a16="http://schemas.microsoft.com/office/drawing/2014/main" id="{0D78027D-2290-4C6B-F720-2C9B672D35E2}"/>
                  </a:ext>
                </a:extLst>
              </p:cNvPr>
              <p:cNvSpPr/>
              <p:nvPr/>
            </p:nvSpPr>
            <p:spPr>
              <a:xfrm>
                <a:off x="5475402" y="3233279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3" name="Oval 192">
                <a:extLst>
                  <a:ext uri="{FF2B5EF4-FFF2-40B4-BE49-F238E27FC236}">
                    <a16:creationId xmlns:a16="http://schemas.microsoft.com/office/drawing/2014/main" id="{88DC8E7C-3845-A2B4-4868-F38A0F271863}"/>
                  </a:ext>
                </a:extLst>
              </p:cNvPr>
              <p:cNvSpPr/>
              <p:nvPr/>
            </p:nvSpPr>
            <p:spPr>
              <a:xfrm>
                <a:off x="5240214" y="3072211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Oval 193">
                <a:extLst>
                  <a:ext uri="{FF2B5EF4-FFF2-40B4-BE49-F238E27FC236}">
                    <a16:creationId xmlns:a16="http://schemas.microsoft.com/office/drawing/2014/main" id="{5253FC48-0E0E-6FDD-036D-01053E164AEA}"/>
                  </a:ext>
                </a:extLst>
              </p:cNvPr>
              <p:cNvSpPr/>
              <p:nvPr/>
            </p:nvSpPr>
            <p:spPr>
              <a:xfrm>
                <a:off x="5782686" y="3339932"/>
                <a:ext cx="320040" cy="32004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B3CB005E-B57E-B712-DCAF-C02AB5711356}"/>
                </a:ext>
              </a:extLst>
            </p:cNvPr>
            <p:cNvGrpSpPr/>
            <p:nvPr/>
          </p:nvGrpSpPr>
          <p:grpSpPr>
            <a:xfrm flipH="1">
              <a:off x="6400433" y="3085350"/>
              <a:ext cx="862512" cy="587761"/>
              <a:chOff x="5240214" y="3072211"/>
              <a:chExt cx="862512" cy="587761"/>
            </a:xfrm>
          </p:grpSpPr>
          <p:sp>
            <p:nvSpPr>
              <p:cNvPr id="189" name="Oval 188">
                <a:extLst>
                  <a:ext uri="{FF2B5EF4-FFF2-40B4-BE49-F238E27FC236}">
                    <a16:creationId xmlns:a16="http://schemas.microsoft.com/office/drawing/2014/main" id="{43BCE9CA-BB0A-081B-CDF5-89A580CEB1FF}"/>
                  </a:ext>
                </a:extLst>
              </p:cNvPr>
              <p:cNvSpPr/>
              <p:nvPr/>
            </p:nvSpPr>
            <p:spPr>
              <a:xfrm>
                <a:off x="5475402" y="3233279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0" name="Oval 189">
                <a:extLst>
                  <a:ext uri="{FF2B5EF4-FFF2-40B4-BE49-F238E27FC236}">
                    <a16:creationId xmlns:a16="http://schemas.microsoft.com/office/drawing/2014/main" id="{16CA2659-0B0C-FF9B-6901-1573BEE82289}"/>
                  </a:ext>
                </a:extLst>
              </p:cNvPr>
              <p:cNvSpPr/>
              <p:nvPr/>
            </p:nvSpPr>
            <p:spPr>
              <a:xfrm>
                <a:off x="5240214" y="3072211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Oval 190">
                <a:extLst>
                  <a:ext uri="{FF2B5EF4-FFF2-40B4-BE49-F238E27FC236}">
                    <a16:creationId xmlns:a16="http://schemas.microsoft.com/office/drawing/2014/main" id="{F543D99B-8F36-DB1C-105C-440D1CE77738}"/>
                  </a:ext>
                </a:extLst>
              </p:cNvPr>
              <p:cNvSpPr/>
              <p:nvPr/>
            </p:nvSpPr>
            <p:spPr>
              <a:xfrm>
                <a:off x="5782686" y="3339932"/>
                <a:ext cx="320040" cy="32004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13" name="Picture 212">
            <a:extLst>
              <a:ext uri="{FF2B5EF4-FFF2-40B4-BE49-F238E27FC236}">
                <a16:creationId xmlns:a16="http://schemas.microsoft.com/office/drawing/2014/main" id="{EE5FF571-89E7-5E6B-2D2E-D1CD390888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0943" y="2349600"/>
            <a:ext cx="863170" cy="863170"/>
          </a:xfrm>
          <a:prstGeom prst="rect">
            <a:avLst/>
          </a:prstGeom>
        </p:spPr>
      </p:pic>
      <p:grpSp>
        <p:nvGrpSpPr>
          <p:cNvPr id="214" name="Group 213">
            <a:extLst>
              <a:ext uri="{FF2B5EF4-FFF2-40B4-BE49-F238E27FC236}">
                <a16:creationId xmlns:a16="http://schemas.microsoft.com/office/drawing/2014/main" id="{E6F21B7C-5DF0-4DC1-A831-2C41078F1C72}"/>
              </a:ext>
            </a:extLst>
          </p:cNvPr>
          <p:cNvGrpSpPr/>
          <p:nvPr/>
        </p:nvGrpSpPr>
        <p:grpSpPr>
          <a:xfrm>
            <a:off x="116728" y="2046457"/>
            <a:ext cx="1371600" cy="1371600"/>
            <a:chOff x="427081" y="263129"/>
            <a:chExt cx="1371600" cy="1371600"/>
          </a:xfrm>
        </p:grpSpPr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2BE41859-02A8-315F-B94C-CCF4DC40AFF0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6" name="Plaque 215">
              <a:extLst>
                <a:ext uri="{FF2B5EF4-FFF2-40B4-BE49-F238E27FC236}">
                  <a16:creationId xmlns:a16="http://schemas.microsoft.com/office/drawing/2014/main" id="{BA192189-34F7-322C-2F68-0F71A48F7FF1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95686D8E-383C-D9ED-BAC0-42EED20288FD}"/>
              </a:ext>
            </a:extLst>
          </p:cNvPr>
          <p:cNvGrpSpPr/>
          <p:nvPr/>
        </p:nvGrpSpPr>
        <p:grpSpPr>
          <a:xfrm>
            <a:off x="5206386" y="3948828"/>
            <a:ext cx="1371600" cy="1371600"/>
            <a:chOff x="427081" y="263129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6ED7D03B-F455-FE56-E7C7-020A6BCF893B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Plaque 218">
              <a:extLst>
                <a:ext uri="{FF2B5EF4-FFF2-40B4-BE49-F238E27FC236}">
                  <a16:creationId xmlns:a16="http://schemas.microsoft.com/office/drawing/2014/main" id="{00C194FF-0169-F91C-E8E8-DFD5D4D95A60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568F0D71-4E5D-1C31-4520-DF408D27054B}"/>
              </a:ext>
            </a:extLst>
          </p:cNvPr>
          <p:cNvGrpSpPr/>
          <p:nvPr/>
        </p:nvGrpSpPr>
        <p:grpSpPr>
          <a:xfrm>
            <a:off x="1764480" y="3940851"/>
            <a:ext cx="1371600" cy="1371600"/>
            <a:chOff x="427081" y="263129"/>
            <a:chExt cx="1371600" cy="1371600"/>
          </a:xfrm>
        </p:grpSpPr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E9292DD4-3ECA-D21A-C931-02ADAA433F4A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2" name="Plaque 221">
              <a:extLst>
                <a:ext uri="{FF2B5EF4-FFF2-40B4-BE49-F238E27FC236}">
                  <a16:creationId xmlns:a16="http://schemas.microsoft.com/office/drawing/2014/main" id="{766062E0-76E1-9898-0C30-77C098FDD9E0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9F7A655-268B-A4BE-6755-6866181E13E0}"/>
              </a:ext>
            </a:extLst>
          </p:cNvPr>
          <p:cNvGrpSpPr/>
          <p:nvPr/>
        </p:nvGrpSpPr>
        <p:grpSpPr>
          <a:xfrm rot="19097516">
            <a:off x="2154478" y="4257737"/>
            <a:ext cx="577458" cy="886118"/>
            <a:chOff x="5275383" y="2444259"/>
            <a:chExt cx="2101363" cy="3224576"/>
          </a:xfrm>
        </p:grpSpPr>
        <p:sp>
          <p:nvSpPr>
            <p:cNvPr id="224" name="Isosceles Triangle 223">
              <a:extLst>
                <a:ext uri="{FF2B5EF4-FFF2-40B4-BE49-F238E27FC236}">
                  <a16:creationId xmlns:a16="http://schemas.microsoft.com/office/drawing/2014/main" id="{E03E3617-0EC4-838F-9982-637DE7DB5ACB}"/>
                </a:ext>
              </a:extLst>
            </p:cNvPr>
            <p:cNvSpPr/>
            <p:nvPr/>
          </p:nvSpPr>
          <p:spPr>
            <a:xfrm rot="10800000">
              <a:off x="5653455" y="3974123"/>
              <a:ext cx="1345223" cy="474785"/>
            </a:xfrm>
            <a:prstGeom prst="triangl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5" name="Isosceles Triangle 224">
              <a:extLst>
                <a:ext uri="{FF2B5EF4-FFF2-40B4-BE49-F238E27FC236}">
                  <a16:creationId xmlns:a16="http://schemas.microsoft.com/office/drawing/2014/main" id="{53182409-4F6F-5AA0-31A2-BAD7672A42AA}"/>
                </a:ext>
              </a:extLst>
            </p:cNvPr>
            <p:cNvSpPr/>
            <p:nvPr/>
          </p:nvSpPr>
          <p:spPr>
            <a:xfrm>
              <a:off x="5675434" y="2699238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6" name="Isosceles Triangle 225">
              <a:extLst>
                <a:ext uri="{FF2B5EF4-FFF2-40B4-BE49-F238E27FC236}">
                  <a16:creationId xmlns:a16="http://schemas.microsoft.com/office/drawing/2014/main" id="{1AD9A557-5385-8141-1EBC-070FE0DD70D9}"/>
                </a:ext>
              </a:extLst>
            </p:cNvPr>
            <p:cNvSpPr/>
            <p:nvPr/>
          </p:nvSpPr>
          <p:spPr>
            <a:xfrm>
              <a:off x="6778870" y="2699237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7" name="Isosceles Triangle 226">
              <a:extLst>
                <a:ext uri="{FF2B5EF4-FFF2-40B4-BE49-F238E27FC236}">
                  <a16:creationId xmlns:a16="http://schemas.microsoft.com/office/drawing/2014/main" id="{E4312685-F54F-DAF7-4795-00D2F756BA15}"/>
                </a:ext>
              </a:extLst>
            </p:cNvPr>
            <p:cNvSpPr/>
            <p:nvPr/>
          </p:nvSpPr>
          <p:spPr>
            <a:xfrm>
              <a:off x="6216162" y="2444259"/>
              <a:ext cx="219808" cy="1529863"/>
            </a:xfrm>
            <a:prstGeom prst="triangl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8" name="Moon 227">
              <a:extLst>
                <a:ext uri="{FF2B5EF4-FFF2-40B4-BE49-F238E27FC236}">
                  <a16:creationId xmlns:a16="http://schemas.microsoft.com/office/drawing/2014/main" id="{5C3720B2-CD3B-F33B-4466-4F393F81067E}"/>
                </a:ext>
              </a:extLst>
            </p:cNvPr>
            <p:cNvSpPr/>
            <p:nvPr/>
          </p:nvSpPr>
          <p:spPr>
            <a:xfrm rot="5400000">
              <a:off x="6060099" y="4769824"/>
              <a:ext cx="531929" cy="1266094"/>
            </a:xfrm>
            <a:prstGeom prst="moon">
              <a:avLst>
                <a:gd name="adj" fmla="val 38235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9" name="Isosceles Triangle 228">
              <a:extLst>
                <a:ext uri="{FF2B5EF4-FFF2-40B4-BE49-F238E27FC236}">
                  <a16:creationId xmlns:a16="http://schemas.microsoft.com/office/drawing/2014/main" id="{5664061B-71E2-0B43-3677-D5396B908D1D}"/>
                </a:ext>
              </a:extLst>
            </p:cNvPr>
            <p:cNvSpPr/>
            <p:nvPr/>
          </p:nvSpPr>
          <p:spPr>
            <a:xfrm rot="10800000">
              <a:off x="6000749" y="4211516"/>
              <a:ext cx="650633" cy="1424349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Moon 229">
              <a:extLst>
                <a:ext uri="{FF2B5EF4-FFF2-40B4-BE49-F238E27FC236}">
                  <a16:creationId xmlns:a16="http://schemas.microsoft.com/office/drawing/2014/main" id="{A29BC6D3-6478-3744-E979-2AA74E5D1894}"/>
                </a:ext>
              </a:extLst>
            </p:cNvPr>
            <p:cNvSpPr/>
            <p:nvPr/>
          </p:nvSpPr>
          <p:spPr>
            <a:xfrm rot="5400000">
              <a:off x="6027126" y="3697166"/>
              <a:ext cx="597877" cy="210136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9184543B-6D50-1B12-EE1B-7D21F16B95B9}"/>
              </a:ext>
            </a:extLst>
          </p:cNvPr>
          <p:cNvGrpSpPr/>
          <p:nvPr/>
        </p:nvGrpSpPr>
        <p:grpSpPr>
          <a:xfrm rot="19005849">
            <a:off x="5423598" y="4498610"/>
            <a:ext cx="1093057" cy="584571"/>
            <a:chOff x="5276797" y="2347914"/>
            <a:chExt cx="3125698" cy="1671636"/>
          </a:xfrm>
        </p:grpSpPr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168680D1-F4E5-737A-B3B9-DA9905341BCE}"/>
                </a:ext>
              </a:extLst>
            </p:cNvPr>
            <p:cNvGrpSpPr/>
            <p:nvPr/>
          </p:nvGrpSpPr>
          <p:grpSpPr>
            <a:xfrm>
              <a:off x="5276797" y="2537857"/>
              <a:ext cx="3125698" cy="1481693"/>
              <a:chOff x="5791718" y="2234167"/>
              <a:chExt cx="2790776" cy="1322929"/>
            </a:xfrm>
          </p:grpSpPr>
          <p:sp>
            <p:nvSpPr>
              <p:cNvPr id="234" name="Moon 233">
                <a:extLst>
                  <a:ext uri="{FF2B5EF4-FFF2-40B4-BE49-F238E27FC236}">
                    <a16:creationId xmlns:a16="http://schemas.microsoft.com/office/drawing/2014/main" id="{C6269848-7015-B304-9906-B1EF9BC09ED6}"/>
                  </a:ext>
                </a:extLst>
              </p:cNvPr>
              <p:cNvSpPr/>
              <p:nvPr/>
            </p:nvSpPr>
            <p:spPr>
              <a:xfrm rot="16200000" flipV="1">
                <a:off x="6751867" y="1274018"/>
                <a:ext cx="870477" cy="2790776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" name="Moon 234">
                <a:extLst>
                  <a:ext uri="{FF2B5EF4-FFF2-40B4-BE49-F238E27FC236}">
                    <a16:creationId xmlns:a16="http://schemas.microsoft.com/office/drawing/2014/main" id="{8B95B3A9-A65E-870A-DC7F-C2D5BF8876BC}"/>
                  </a:ext>
                </a:extLst>
              </p:cNvPr>
              <p:cNvSpPr/>
              <p:nvPr/>
            </p:nvSpPr>
            <p:spPr>
              <a:xfrm rot="16200000" flipV="1">
                <a:off x="6921280" y="2626996"/>
                <a:ext cx="531649" cy="1328550"/>
              </a:xfrm>
              <a:prstGeom prst="moon">
                <a:avLst>
                  <a:gd name="adj" fmla="val 58361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Trapezoid 235">
                <a:extLst>
                  <a:ext uri="{FF2B5EF4-FFF2-40B4-BE49-F238E27FC236}">
                    <a16:creationId xmlns:a16="http://schemas.microsoft.com/office/drawing/2014/main" id="{D3022ED0-9576-FF99-B453-725722F60C7C}"/>
                  </a:ext>
                </a:extLst>
              </p:cNvPr>
              <p:cNvSpPr/>
              <p:nvPr/>
            </p:nvSpPr>
            <p:spPr>
              <a:xfrm rot="10800000">
                <a:off x="6813018" y="2514600"/>
                <a:ext cx="748172" cy="1042496"/>
              </a:xfrm>
              <a:prstGeom prst="trapezoid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" name="Oval 236">
                <a:extLst>
                  <a:ext uri="{FF2B5EF4-FFF2-40B4-BE49-F238E27FC236}">
                    <a16:creationId xmlns:a16="http://schemas.microsoft.com/office/drawing/2014/main" id="{111A998C-5D03-8566-A53E-9E32EBF19B58}"/>
                  </a:ext>
                </a:extLst>
              </p:cNvPr>
              <p:cNvSpPr/>
              <p:nvPr/>
            </p:nvSpPr>
            <p:spPr>
              <a:xfrm>
                <a:off x="6455154" y="2644988"/>
                <a:ext cx="351316" cy="35131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" name="Oval 237">
                <a:extLst>
                  <a:ext uri="{FF2B5EF4-FFF2-40B4-BE49-F238E27FC236}">
                    <a16:creationId xmlns:a16="http://schemas.microsoft.com/office/drawing/2014/main" id="{D50DD21B-218F-A884-9A59-C16BBC9AC1C2}"/>
                  </a:ext>
                </a:extLst>
              </p:cNvPr>
              <p:cNvSpPr/>
              <p:nvPr/>
            </p:nvSpPr>
            <p:spPr>
              <a:xfrm>
                <a:off x="7037449" y="2674398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" name="Oval 238">
                <a:extLst>
                  <a:ext uri="{FF2B5EF4-FFF2-40B4-BE49-F238E27FC236}">
                    <a16:creationId xmlns:a16="http://schemas.microsoft.com/office/drawing/2014/main" id="{C2F8FB8E-3BF1-C420-71DA-DB75F1C0BB6E}"/>
                  </a:ext>
                </a:extLst>
              </p:cNvPr>
              <p:cNvSpPr/>
              <p:nvPr/>
            </p:nvSpPr>
            <p:spPr>
              <a:xfrm>
                <a:off x="7066725" y="2986895"/>
                <a:ext cx="234210" cy="23421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" name="Oval 239">
                <a:extLst>
                  <a:ext uri="{FF2B5EF4-FFF2-40B4-BE49-F238E27FC236}">
                    <a16:creationId xmlns:a16="http://schemas.microsoft.com/office/drawing/2014/main" id="{E06EF195-44D3-0504-C5B6-C78B3783AB07}"/>
                  </a:ext>
                </a:extLst>
              </p:cNvPr>
              <p:cNvSpPr/>
              <p:nvPr/>
            </p:nvSpPr>
            <p:spPr>
              <a:xfrm>
                <a:off x="7096001" y="3257681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" name="Oval 240">
                <a:extLst>
                  <a:ext uri="{FF2B5EF4-FFF2-40B4-BE49-F238E27FC236}">
                    <a16:creationId xmlns:a16="http://schemas.microsoft.com/office/drawing/2014/main" id="{8694ADEF-2566-D99E-5C3F-DD1C07011A3C}"/>
                  </a:ext>
                </a:extLst>
              </p:cNvPr>
              <p:cNvSpPr/>
              <p:nvPr/>
            </p:nvSpPr>
            <p:spPr>
              <a:xfrm>
                <a:off x="7583919" y="2649938"/>
                <a:ext cx="351316" cy="35131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" name="Oval 241">
                <a:extLst>
                  <a:ext uri="{FF2B5EF4-FFF2-40B4-BE49-F238E27FC236}">
                    <a16:creationId xmlns:a16="http://schemas.microsoft.com/office/drawing/2014/main" id="{C097A8D6-522F-6080-5BFC-EB9FF69A66EC}"/>
                  </a:ext>
                </a:extLst>
              </p:cNvPr>
              <p:cNvSpPr/>
              <p:nvPr/>
            </p:nvSpPr>
            <p:spPr>
              <a:xfrm>
                <a:off x="6163678" y="2575651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AAC22230-26C7-62A6-99A8-7D56C3DDB048}"/>
                  </a:ext>
                </a:extLst>
              </p:cNvPr>
              <p:cNvSpPr/>
              <p:nvPr/>
            </p:nvSpPr>
            <p:spPr>
              <a:xfrm>
                <a:off x="7935235" y="2563649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62E31A46-7FA6-E591-37F3-8E199F5801E8}"/>
                  </a:ext>
                </a:extLst>
              </p:cNvPr>
              <p:cNvSpPr/>
              <p:nvPr/>
            </p:nvSpPr>
            <p:spPr>
              <a:xfrm>
                <a:off x="5993280" y="2489527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AD7324C7-6528-16C0-4248-9582116B0D57}"/>
                  </a:ext>
                </a:extLst>
              </p:cNvPr>
              <p:cNvSpPr/>
              <p:nvPr/>
            </p:nvSpPr>
            <p:spPr>
              <a:xfrm>
                <a:off x="8203057" y="2470977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3" name="Moon 232">
              <a:extLst>
                <a:ext uri="{FF2B5EF4-FFF2-40B4-BE49-F238E27FC236}">
                  <a16:creationId xmlns:a16="http://schemas.microsoft.com/office/drawing/2014/main" id="{4F331029-01BA-3E8B-4C6A-9419D97A6662}"/>
                </a:ext>
              </a:extLst>
            </p:cNvPr>
            <p:cNvSpPr/>
            <p:nvPr/>
          </p:nvSpPr>
          <p:spPr>
            <a:xfrm rot="16200000">
              <a:off x="6578719" y="2215251"/>
              <a:ext cx="528871" cy="794198"/>
            </a:xfrm>
            <a:prstGeom prst="moon">
              <a:avLst>
                <a:gd name="adj" fmla="val 3799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6F5B4EC1-259E-F326-8537-AEA962D1D33A}"/>
              </a:ext>
            </a:extLst>
          </p:cNvPr>
          <p:cNvGrpSpPr/>
          <p:nvPr/>
        </p:nvGrpSpPr>
        <p:grpSpPr>
          <a:xfrm>
            <a:off x="8178797" y="3937410"/>
            <a:ext cx="1371600" cy="1371600"/>
            <a:chOff x="427081" y="263129"/>
            <a:chExt cx="1371600" cy="1371600"/>
          </a:xfrm>
        </p:grpSpPr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E8CEDA50-61F0-CF72-1260-59ADC2A93262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Plaque 196">
              <a:extLst>
                <a:ext uri="{FF2B5EF4-FFF2-40B4-BE49-F238E27FC236}">
                  <a16:creationId xmlns:a16="http://schemas.microsoft.com/office/drawing/2014/main" id="{82C70602-E460-393B-9878-38430C24AD16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193A70C2-9665-D76B-1AE2-B41DB7F9141F}"/>
              </a:ext>
            </a:extLst>
          </p:cNvPr>
          <p:cNvGrpSpPr/>
          <p:nvPr/>
        </p:nvGrpSpPr>
        <p:grpSpPr>
          <a:xfrm>
            <a:off x="8551020" y="4251971"/>
            <a:ext cx="625640" cy="825748"/>
            <a:chOff x="5200606" y="948929"/>
            <a:chExt cx="895394" cy="1181783"/>
          </a:xfrm>
        </p:grpSpPr>
        <p:sp>
          <p:nvSpPr>
            <p:cNvPr id="204" name="Isosceles Triangle 203">
              <a:extLst>
                <a:ext uri="{FF2B5EF4-FFF2-40B4-BE49-F238E27FC236}">
                  <a16:creationId xmlns:a16="http://schemas.microsoft.com/office/drawing/2014/main" id="{89427A9A-54E6-F795-237A-D115541B06D0}"/>
                </a:ext>
              </a:extLst>
            </p:cNvPr>
            <p:cNvSpPr/>
            <p:nvPr/>
          </p:nvSpPr>
          <p:spPr>
            <a:xfrm>
              <a:off x="5448300" y="948929"/>
              <a:ext cx="406400" cy="558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" name="Isosceles Triangle 204">
              <a:extLst>
                <a:ext uri="{FF2B5EF4-FFF2-40B4-BE49-F238E27FC236}">
                  <a16:creationId xmlns:a16="http://schemas.microsoft.com/office/drawing/2014/main" id="{B48E1623-CE3A-F72D-7B9F-0C07FF4B307A}"/>
                </a:ext>
              </a:extLst>
            </p:cNvPr>
            <p:cNvSpPr/>
            <p:nvPr/>
          </p:nvSpPr>
          <p:spPr>
            <a:xfrm>
              <a:off x="5200606" y="1571912"/>
              <a:ext cx="406400" cy="558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" name="Isosceles Triangle 205">
              <a:extLst>
                <a:ext uri="{FF2B5EF4-FFF2-40B4-BE49-F238E27FC236}">
                  <a16:creationId xmlns:a16="http://schemas.microsoft.com/office/drawing/2014/main" id="{F4F6E9D9-F70F-4815-9849-71406CAADFFE}"/>
                </a:ext>
              </a:extLst>
            </p:cNvPr>
            <p:cNvSpPr/>
            <p:nvPr/>
          </p:nvSpPr>
          <p:spPr>
            <a:xfrm>
              <a:off x="5689600" y="1571912"/>
              <a:ext cx="406400" cy="558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C27C3161-EE2B-E926-40F5-6CEF2B1CCD25}"/>
              </a:ext>
            </a:extLst>
          </p:cNvPr>
          <p:cNvGrpSpPr/>
          <p:nvPr/>
        </p:nvGrpSpPr>
        <p:grpSpPr>
          <a:xfrm>
            <a:off x="3151872" y="554517"/>
            <a:ext cx="1371600" cy="1371600"/>
            <a:chOff x="427081" y="263129"/>
            <a:chExt cx="1371600" cy="1371600"/>
          </a:xfrm>
        </p:grpSpPr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B0352E4F-3937-F367-BE78-1961355DDB88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0" name="Plaque 199">
              <a:extLst>
                <a:ext uri="{FF2B5EF4-FFF2-40B4-BE49-F238E27FC236}">
                  <a16:creationId xmlns:a16="http://schemas.microsoft.com/office/drawing/2014/main" id="{A6992163-211E-24E4-C4E9-CC0F5CDA2E2C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30" name="Picture 6" descr="Hurricane Whirlwind Icon, Simple Style Stock Vector - Illustration of  round, rotate: 138334440">
            <a:extLst>
              <a:ext uri="{FF2B5EF4-FFF2-40B4-BE49-F238E27FC236}">
                <a16:creationId xmlns:a16="http://schemas.microsoft.com/office/drawing/2014/main" id="{D433DD36-30FD-E560-1C31-E0CB247B2E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9116" y="2385205"/>
            <a:ext cx="867112" cy="867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1" name="Group 200">
            <a:extLst>
              <a:ext uri="{FF2B5EF4-FFF2-40B4-BE49-F238E27FC236}">
                <a16:creationId xmlns:a16="http://schemas.microsoft.com/office/drawing/2014/main" id="{94A88068-98B9-EBAB-8365-2C8641F9AD34}"/>
              </a:ext>
            </a:extLst>
          </p:cNvPr>
          <p:cNvGrpSpPr/>
          <p:nvPr/>
        </p:nvGrpSpPr>
        <p:grpSpPr>
          <a:xfrm>
            <a:off x="3138981" y="2046457"/>
            <a:ext cx="1371600" cy="1371600"/>
            <a:chOff x="427081" y="263129"/>
            <a:chExt cx="1371600" cy="1371600"/>
          </a:xfrm>
        </p:grpSpPr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8ED69E74-C7C4-C81A-9280-23B788A3D57B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" name="Plaque 206">
              <a:extLst>
                <a:ext uri="{FF2B5EF4-FFF2-40B4-BE49-F238E27FC236}">
                  <a16:creationId xmlns:a16="http://schemas.microsoft.com/office/drawing/2014/main" id="{08D5817D-30EF-C8D3-C0AF-69D48CE68E7D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6686D48F-2AD2-DB72-EBBA-41CDE87CFC6F}"/>
              </a:ext>
            </a:extLst>
          </p:cNvPr>
          <p:cNvGrpSpPr/>
          <p:nvPr/>
        </p:nvGrpSpPr>
        <p:grpSpPr>
          <a:xfrm>
            <a:off x="4724400" y="2057400"/>
            <a:ext cx="1371600" cy="1371600"/>
            <a:chOff x="427081" y="263129"/>
            <a:chExt cx="1371600" cy="1371600"/>
          </a:xfrm>
        </p:grpSpPr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15C43CB9-C8D4-3758-E755-C9C0750F4CB7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0" name="Plaque 209">
              <a:extLst>
                <a:ext uri="{FF2B5EF4-FFF2-40B4-BE49-F238E27FC236}">
                  <a16:creationId xmlns:a16="http://schemas.microsoft.com/office/drawing/2014/main" id="{7A31BDB1-E228-231A-CA61-A0EB8F69D81E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6" name="Rectangle 245">
            <a:extLst>
              <a:ext uri="{FF2B5EF4-FFF2-40B4-BE49-F238E27FC236}">
                <a16:creationId xmlns:a16="http://schemas.microsoft.com/office/drawing/2014/main" id="{A9D2B4D2-1DC6-DCFF-F114-915D22B087C6}"/>
              </a:ext>
            </a:extLst>
          </p:cNvPr>
          <p:cNvSpPr/>
          <p:nvPr/>
        </p:nvSpPr>
        <p:spPr>
          <a:xfrm>
            <a:off x="5247828" y="2750063"/>
            <a:ext cx="382295" cy="18084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Moon 4">
            <a:extLst>
              <a:ext uri="{FF2B5EF4-FFF2-40B4-BE49-F238E27FC236}">
                <a16:creationId xmlns:a16="http://schemas.microsoft.com/office/drawing/2014/main" id="{E81F8F6B-0795-4223-CD26-5B0D29C304D9}"/>
              </a:ext>
            </a:extLst>
          </p:cNvPr>
          <p:cNvSpPr/>
          <p:nvPr/>
        </p:nvSpPr>
        <p:spPr>
          <a:xfrm rot="16200000">
            <a:off x="5322507" y="2410561"/>
            <a:ext cx="225518" cy="639153"/>
          </a:xfrm>
          <a:prstGeom prst="moon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8" name="Plaque 247">
            <a:extLst>
              <a:ext uri="{FF2B5EF4-FFF2-40B4-BE49-F238E27FC236}">
                <a16:creationId xmlns:a16="http://schemas.microsoft.com/office/drawing/2014/main" id="{32F6EA85-059A-D914-93FF-6E504195ACCC}"/>
              </a:ext>
            </a:extLst>
          </p:cNvPr>
          <p:cNvSpPr/>
          <p:nvPr/>
        </p:nvSpPr>
        <p:spPr>
          <a:xfrm>
            <a:off x="5303581" y="2445247"/>
            <a:ext cx="249842" cy="245950"/>
          </a:xfrm>
          <a:prstGeom prst="plaque">
            <a:avLst>
              <a:gd name="adj" fmla="val 25032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8E6517F9-8BB8-1DB3-1695-7C8DC74B8579}"/>
              </a:ext>
            </a:extLst>
          </p:cNvPr>
          <p:cNvSpPr/>
          <p:nvPr/>
        </p:nvSpPr>
        <p:spPr>
          <a:xfrm rot="20548458">
            <a:off x="5789579" y="2919988"/>
            <a:ext cx="79866" cy="18005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CF164FDA-E130-0486-85A1-1652AF9DAE52}"/>
              </a:ext>
            </a:extLst>
          </p:cNvPr>
          <p:cNvSpPr/>
          <p:nvPr/>
        </p:nvSpPr>
        <p:spPr>
          <a:xfrm rot="18038434">
            <a:off x="5640141" y="2790054"/>
            <a:ext cx="123550" cy="18005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1" name="Oval 250">
            <a:extLst>
              <a:ext uri="{FF2B5EF4-FFF2-40B4-BE49-F238E27FC236}">
                <a16:creationId xmlns:a16="http://schemas.microsoft.com/office/drawing/2014/main" id="{EC96BB1F-5A6B-394B-EE2C-43699EC756CB}"/>
              </a:ext>
            </a:extLst>
          </p:cNvPr>
          <p:cNvSpPr/>
          <p:nvPr/>
        </p:nvSpPr>
        <p:spPr>
          <a:xfrm rot="15253353">
            <a:off x="5724000" y="2864998"/>
            <a:ext cx="126677" cy="126677"/>
          </a:xfrm>
          <a:prstGeom prst="ellipse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Oval 251">
            <a:extLst>
              <a:ext uri="{FF2B5EF4-FFF2-40B4-BE49-F238E27FC236}">
                <a16:creationId xmlns:a16="http://schemas.microsoft.com/office/drawing/2014/main" id="{D2D99199-AB48-DC40-6E5E-1BB6888D76D6}"/>
              </a:ext>
            </a:extLst>
          </p:cNvPr>
          <p:cNvSpPr/>
          <p:nvPr/>
        </p:nvSpPr>
        <p:spPr>
          <a:xfrm rot="15710661">
            <a:off x="5522717" y="2759462"/>
            <a:ext cx="155688" cy="155688"/>
          </a:xfrm>
          <a:prstGeom prst="ellipse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Isosceles Triangle 6">
            <a:extLst>
              <a:ext uri="{FF2B5EF4-FFF2-40B4-BE49-F238E27FC236}">
                <a16:creationId xmlns:a16="http://schemas.microsoft.com/office/drawing/2014/main" id="{6C288316-C804-4D62-85D5-810DD4B7397A}"/>
              </a:ext>
            </a:extLst>
          </p:cNvPr>
          <p:cNvSpPr/>
          <p:nvPr/>
        </p:nvSpPr>
        <p:spPr>
          <a:xfrm rot="9902273">
            <a:off x="5339720" y="2882521"/>
            <a:ext cx="79567" cy="190603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Isosceles Triangle 260">
            <a:extLst>
              <a:ext uri="{FF2B5EF4-FFF2-40B4-BE49-F238E27FC236}">
                <a16:creationId xmlns:a16="http://schemas.microsoft.com/office/drawing/2014/main" id="{139D0D0D-7BE6-7AD9-D260-9F7CB2BF1305}"/>
              </a:ext>
            </a:extLst>
          </p:cNvPr>
          <p:cNvSpPr/>
          <p:nvPr/>
        </p:nvSpPr>
        <p:spPr>
          <a:xfrm rot="11728105">
            <a:off x="5441944" y="2857321"/>
            <a:ext cx="79567" cy="190603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0" name="Moon 259">
            <a:extLst>
              <a:ext uri="{FF2B5EF4-FFF2-40B4-BE49-F238E27FC236}">
                <a16:creationId xmlns:a16="http://schemas.microsoft.com/office/drawing/2014/main" id="{9AAE7158-0340-2224-DB77-8ED00EC30F03}"/>
              </a:ext>
            </a:extLst>
          </p:cNvPr>
          <p:cNvSpPr/>
          <p:nvPr/>
        </p:nvSpPr>
        <p:spPr>
          <a:xfrm rot="16200000">
            <a:off x="5371726" y="2320444"/>
            <a:ext cx="107415" cy="438067"/>
          </a:xfrm>
          <a:prstGeom prst="moon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3" name="Group 252">
            <a:extLst>
              <a:ext uri="{FF2B5EF4-FFF2-40B4-BE49-F238E27FC236}">
                <a16:creationId xmlns:a16="http://schemas.microsoft.com/office/drawing/2014/main" id="{B90CCC7F-3213-6A7C-D277-70F8AA7B943F}"/>
              </a:ext>
            </a:extLst>
          </p:cNvPr>
          <p:cNvGrpSpPr/>
          <p:nvPr/>
        </p:nvGrpSpPr>
        <p:grpSpPr>
          <a:xfrm flipH="1">
            <a:off x="4961777" y="2766749"/>
            <a:ext cx="351364" cy="328320"/>
            <a:chOff x="4817477" y="2615266"/>
            <a:chExt cx="1199848" cy="1121157"/>
          </a:xfrm>
        </p:grpSpPr>
        <p:sp>
          <p:nvSpPr>
            <p:cNvPr id="255" name="Rectangle 254">
              <a:extLst>
                <a:ext uri="{FF2B5EF4-FFF2-40B4-BE49-F238E27FC236}">
                  <a16:creationId xmlns:a16="http://schemas.microsoft.com/office/drawing/2014/main" id="{FDDE2963-226B-F41F-C20E-0E0E92F559CE}"/>
                </a:ext>
              </a:extLst>
            </p:cNvPr>
            <p:cNvSpPr/>
            <p:nvPr/>
          </p:nvSpPr>
          <p:spPr>
            <a:xfrm rot="20354995">
              <a:off x="5744597" y="3121577"/>
              <a:ext cx="272728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B07B224B-3A0C-0305-56E1-4C4D1BF102C4}"/>
                </a:ext>
              </a:extLst>
            </p:cNvPr>
            <p:cNvSpPr/>
            <p:nvPr/>
          </p:nvSpPr>
          <p:spPr>
            <a:xfrm rot="17844971">
              <a:off x="5210024" y="2703085"/>
              <a:ext cx="421902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Oval 256">
              <a:extLst>
                <a:ext uri="{FF2B5EF4-FFF2-40B4-BE49-F238E27FC236}">
                  <a16:creationId xmlns:a16="http://schemas.microsoft.com/office/drawing/2014/main" id="{D8D2FF83-BA8F-EF41-F763-382B76E4A507}"/>
                </a:ext>
              </a:extLst>
            </p:cNvPr>
            <p:cNvSpPr/>
            <p:nvPr/>
          </p:nvSpPr>
          <p:spPr>
            <a:xfrm rot="15059890">
              <a:off x="5505196" y="2942338"/>
              <a:ext cx="432581" cy="43258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Oval 257">
              <a:extLst>
                <a:ext uri="{FF2B5EF4-FFF2-40B4-BE49-F238E27FC236}">
                  <a16:creationId xmlns:a16="http://schemas.microsoft.com/office/drawing/2014/main" id="{86246630-4CC5-8630-BA3C-B81661563106}"/>
                </a:ext>
              </a:extLst>
            </p:cNvPr>
            <p:cNvSpPr/>
            <p:nvPr/>
          </p:nvSpPr>
          <p:spPr>
            <a:xfrm rot="14919487">
              <a:off x="4817477" y="2615266"/>
              <a:ext cx="531646" cy="53164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9" name="Oval 258">
            <a:extLst>
              <a:ext uri="{FF2B5EF4-FFF2-40B4-BE49-F238E27FC236}">
                <a16:creationId xmlns:a16="http://schemas.microsoft.com/office/drawing/2014/main" id="{821C0924-FD7E-8DB6-E7F3-4647126BE52B}"/>
              </a:ext>
            </a:extLst>
          </p:cNvPr>
          <p:cNvSpPr/>
          <p:nvPr/>
        </p:nvSpPr>
        <p:spPr>
          <a:xfrm rot="15710661">
            <a:off x="5353888" y="2486908"/>
            <a:ext cx="155688" cy="155688"/>
          </a:xfrm>
          <a:prstGeom prst="ellipse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953CDACB-134E-3C1E-0880-5716AD066371}"/>
              </a:ext>
            </a:extLst>
          </p:cNvPr>
          <p:cNvGrpSpPr/>
          <p:nvPr/>
        </p:nvGrpSpPr>
        <p:grpSpPr>
          <a:xfrm>
            <a:off x="3281749" y="3930902"/>
            <a:ext cx="1371600" cy="1371600"/>
            <a:chOff x="427081" y="263129"/>
            <a:chExt cx="1371600" cy="1371600"/>
          </a:xfrm>
        </p:grpSpPr>
        <p:sp>
          <p:nvSpPr>
            <p:cNvPr id="254" name="Rectangle 253">
              <a:extLst>
                <a:ext uri="{FF2B5EF4-FFF2-40B4-BE49-F238E27FC236}">
                  <a16:creationId xmlns:a16="http://schemas.microsoft.com/office/drawing/2014/main" id="{CCC1C368-B806-5BCF-BD52-EC36336B8CC2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2" name="Plaque 261">
              <a:extLst>
                <a:ext uri="{FF2B5EF4-FFF2-40B4-BE49-F238E27FC236}">
                  <a16:creationId xmlns:a16="http://schemas.microsoft.com/office/drawing/2014/main" id="{2CFF0DC0-9461-90F0-9713-652C7A05E41E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64" name="Isosceles Triangle 263">
            <a:extLst>
              <a:ext uri="{FF2B5EF4-FFF2-40B4-BE49-F238E27FC236}">
                <a16:creationId xmlns:a16="http://schemas.microsoft.com/office/drawing/2014/main" id="{9D8847C5-09C0-792F-2B80-CE06471366BE}"/>
              </a:ext>
            </a:extLst>
          </p:cNvPr>
          <p:cNvSpPr/>
          <p:nvPr/>
        </p:nvSpPr>
        <p:spPr>
          <a:xfrm rot="8297516">
            <a:off x="3803975" y="4657403"/>
            <a:ext cx="369669" cy="130472"/>
          </a:xfrm>
          <a:prstGeom prst="triangle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8" name="Moon 267">
            <a:extLst>
              <a:ext uri="{FF2B5EF4-FFF2-40B4-BE49-F238E27FC236}">
                <a16:creationId xmlns:a16="http://schemas.microsoft.com/office/drawing/2014/main" id="{0FAC873F-DA71-7F33-2186-48ACF959FBA9}"/>
              </a:ext>
            </a:extLst>
          </p:cNvPr>
          <p:cNvSpPr/>
          <p:nvPr/>
        </p:nvSpPr>
        <p:spPr>
          <a:xfrm rot="2897516">
            <a:off x="4133544" y="4793085"/>
            <a:ext cx="146175" cy="347925"/>
          </a:xfrm>
          <a:prstGeom prst="moon">
            <a:avLst>
              <a:gd name="adj" fmla="val 38235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9" name="Isosceles Triangle 268">
            <a:extLst>
              <a:ext uri="{FF2B5EF4-FFF2-40B4-BE49-F238E27FC236}">
                <a16:creationId xmlns:a16="http://schemas.microsoft.com/office/drawing/2014/main" id="{603ACF85-7424-8575-844C-806BE1688B8C}"/>
              </a:ext>
            </a:extLst>
          </p:cNvPr>
          <p:cNvSpPr/>
          <p:nvPr/>
        </p:nvSpPr>
        <p:spPr>
          <a:xfrm rot="8297516">
            <a:off x="4029623" y="4673036"/>
            <a:ext cx="178795" cy="391413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0" name="Moon 269">
            <a:extLst>
              <a:ext uri="{FF2B5EF4-FFF2-40B4-BE49-F238E27FC236}">
                <a16:creationId xmlns:a16="http://schemas.microsoft.com/office/drawing/2014/main" id="{65069A6A-8E05-8F7F-A320-FD4A15253A4F}"/>
              </a:ext>
            </a:extLst>
          </p:cNvPr>
          <p:cNvSpPr/>
          <p:nvPr/>
        </p:nvSpPr>
        <p:spPr>
          <a:xfrm rot="2897516">
            <a:off x="4004721" y="4543939"/>
            <a:ext cx="164297" cy="577458"/>
          </a:xfrm>
          <a:prstGeom prst="moon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C1E4148-D86C-92E0-9BBF-C677587D5461}"/>
              </a:ext>
            </a:extLst>
          </p:cNvPr>
          <p:cNvGrpSpPr/>
          <p:nvPr/>
        </p:nvGrpSpPr>
        <p:grpSpPr>
          <a:xfrm rot="13765039">
            <a:off x="3562641" y="4298678"/>
            <a:ext cx="289303" cy="284833"/>
            <a:chOff x="4736891" y="4170522"/>
            <a:chExt cx="289303" cy="284833"/>
          </a:xfrm>
        </p:grpSpPr>
        <p:sp>
          <p:nvSpPr>
            <p:cNvPr id="8" name="Moon 7">
              <a:extLst>
                <a:ext uri="{FF2B5EF4-FFF2-40B4-BE49-F238E27FC236}">
                  <a16:creationId xmlns:a16="http://schemas.microsoft.com/office/drawing/2014/main" id="{4E7BDCCB-6FBF-842B-FF73-E555B0866166}"/>
                </a:ext>
              </a:extLst>
            </p:cNvPr>
            <p:cNvSpPr/>
            <p:nvPr/>
          </p:nvSpPr>
          <p:spPr>
            <a:xfrm>
              <a:off x="4736891" y="4170522"/>
              <a:ext cx="140387" cy="28483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Sun 8">
              <a:extLst>
                <a:ext uri="{FF2B5EF4-FFF2-40B4-BE49-F238E27FC236}">
                  <a16:creationId xmlns:a16="http://schemas.microsoft.com/office/drawing/2014/main" id="{3D490005-0727-5FAC-2B82-A10FC34A8C83}"/>
                </a:ext>
              </a:extLst>
            </p:cNvPr>
            <p:cNvSpPr/>
            <p:nvPr/>
          </p:nvSpPr>
          <p:spPr>
            <a:xfrm>
              <a:off x="4836101" y="4213861"/>
              <a:ext cx="190093" cy="193037"/>
            </a:xfrm>
            <a:prstGeom prst="sun">
              <a:avLst>
                <a:gd name="adj" fmla="val 2046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8F23EC0E-A67E-4965-45D4-965FB47BC5F4}"/>
              </a:ext>
            </a:extLst>
          </p:cNvPr>
          <p:cNvGrpSpPr/>
          <p:nvPr/>
        </p:nvGrpSpPr>
        <p:grpSpPr>
          <a:xfrm rot="13765039">
            <a:off x="3649709" y="4607337"/>
            <a:ext cx="163982" cy="161448"/>
            <a:chOff x="4736891" y="4170522"/>
            <a:chExt cx="289303" cy="284833"/>
          </a:xfrm>
        </p:grpSpPr>
        <p:sp>
          <p:nvSpPr>
            <p:cNvPr id="283" name="Moon 282">
              <a:extLst>
                <a:ext uri="{FF2B5EF4-FFF2-40B4-BE49-F238E27FC236}">
                  <a16:creationId xmlns:a16="http://schemas.microsoft.com/office/drawing/2014/main" id="{993458AF-FF89-826E-FF1C-0B68AFDD29AF}"/>
                </a:ext>
              </a:extLst>
            </p:cNvPr>
            <p:cNvSpPr/>
            <p:nvPr/>
          </p:nvSpPr>
          <p:spPr>
            <a:xfrm>
              <a:off x="4736891" y="4170522"/>
              <a:ext cx="140387" cy="28483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4" name="Sun 283">
              <a:extLst>
                <a:ext uri="{FF2B5EF4-FFF2-40B4-BE49-F238E27FC236}">
                  <a16:creationId xmlns:a16="http://schemas.microsoft.com/office/drawing/2014/main" id="{8D4E6FC3-656E-1844-02A2-E13B72B2FDB7}"/>
                </a:ext>
              </a:extLst>
            </p:cNvPr>
            <p:cNvSpPr/>
            <p:nvPr/>
          </p:nvSpPr>
          <p:spPr>
            <a:xfrm>
              <a:off x="4836101" y="4213861"/>
              <a:ext cx="190093" cy="193037"/>
            </a:xfrm>
            <a:prstGeom prst="sun">
              <a:avLst>
                <a:gd name="adj" fmla="val 2046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5" name="Group 284">
            <a:extLst>
              <a:ext uri="{FF2B5EF4-FFF2-40B4-BE49-F238E27FC236}">
                <a16:creationId xmlns:a16="http://schemas.microsoft.com/office/drawing/2014/main" id="{A9440B89-2CBC-ECAF-6672-3DEDEE6D2FBB}"/>
              </a:ext>
            </a:extLst>
          </p:cNvPr>
          <p:cNvGrpSpPr/>
          <p:nvPr/>
        </p:nvGrpSpPr>
        <p:grpSpPr>
          <a:xfrm rot="13765039">
            <a:off x="3872945" y="4412802"/>
            <a:ext cx="163982" cy="161448"/>
            <a:chOff x="4736891" y="4170522"/>
            <a:chExt cx="289303" cy="284833"/>
          </a:xfrm>
        </p:grpSpPr>
        <p:sp>
          <p:nvSpPr>
            <p:cNvPr id="286" name="Moon 285">
              <a:extLst>
                <a:ext uri="{FF2B5EF4-FFF2-40B4-BE49-F238E27FC236}">
                  <a16:creationId xmlns:a16="http://schemas.microsoft.com/office/drawing/2014/main" id="{561EFF2D-3E54-0097-03AB-086997B71018}"/>
                </a:ext>
              </a:extLst>
            </p:cNvPr>
            <p:cNvSpPr/>
            <p:nvPr/>
          </p:nvSpPr>
          <p:spPr>
            <a:xfrm>
              <a:off x="4736891" y="4170522"/>
              <a:ext cx="140387" cy="28483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7" name="Sun 286">
              <a:extLst>
                <a:ext uri="{FF2B5EF4-FFF2-40B4-BE49-F238E27FC236}">
                  <a16:creationId xmlns:a16="http://schemas.microsoft.com/office/drawing/2014/main" id="{09850323-6E76-EDF4-70B7-B161EF76E64A}"/>
                </a:ext>
              </a:extLst>
            </p:cNvPr>
            <p:cNvSpPr/>
            <p:nvPr/>
          </p:nvSpPr>
          <p:spPr>
            <a:xfrm>
              <a:off x="4836101" y="4213861"/>
              <a:ext cx="190093" cy="193037"/>
            </a:xfrm>
            <a:prstGeom prst="sun">
              <a:avLst>
                <a:gd name="adj" fmla="val 2046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C60FE284-F1C0-1CDB-C33C-43164B5699C5}"/>
              </a:ext>
            </a:extLst>
          </p:cNvPr>
          <p:cNvGrpSpPr/>
          <p:nvPr/>
        </p:nvGrpSpPr>
        <p:grpSpPr>
          <a:xfrm>
            <a:off x="6260352" y="2036373"/>
            <a:ext cx="1371600" cy="1371600"/>
            <a:chOff x="427081" y="263129"/>
            <a:chExt cx="1371600" cy="1371600"/>
          </a:xfrm>
        </p:grpSpPr>
        <p:sp>
          <p:nvSpPr>
            <p:cNvPr id="300" name="Rectangle 299">
              <a:extLst>
                <a:ext uri="{FF2B5EF4-FFF2-40B4-BE49-F238E27FC236}">
                  <a16:creationId xmlns:a16="http://schemas.microsoft.com/office/drawing/2014/main" id="{3FC8C816-A6BC-3D00-DA30-405A1BF0E014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Plaque 300">
              <a:extLst>
                <a:ext uri="{FF2B5EF4-FFF2-40B4-BE49-F238E27FC236}">
                  <a16:creationId xmlns:a16="http://schemas.microsoft.com/office/drawing/2014/main" id="{2015751D-05C2-9B73-C6AC-788A50F839A2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186E3FE-5366-51CB-060E-C2ABB173D381}"/>
              </a:ext>
            </a:extLst>
          </p:cNvPr>
          <p:cNvGrpSpPr/>
          <p:nvPr/>
        </p:nvGrpSpPr>
        <p:grpSpPr>
          <a:xfrm>
            <a:off x="6504253" y="2349600"/>
            <a:ext cx="929256" cy="820402"/>
            <a:chOff x="6504253" y="2349600"/>
            <a:chExt cx="929256" cy="820402"/>
          </a:xfrm>
        </p:grpSpPr>
        <p:grpSp>
          <p:nvGrpSpPr>
            <p:cNvPr id="265" name="Group 264">
              <a:extLst>
                <a:ext uri="{FF2B5EF4-FFF2-40B4-BE49-F238E27FC236}">
                  <a16:creationId xmlns:a16="http://schemas.microsoft.com/office/drawing/2014/main" id="{9E7F797B-B69B-F829-E5C9-C9D995E29ED9}"/>
                </a:ext>
              </a:extLst>
            </p:cNvPr>
            <p:cNvGrpSpPr/>
            <p:nvPr/>
          </p:nvGrpSpPr>
          <p:grpSpPr>
            <a:xfrm>
              <a:off x="6782844" y="2541997"/>
              <a:ext cx="361797" cy="507909"/>
              <a:chOff x="5452330" y="1708793"/>
              <a:chExt cx="1186621" cy="1665837"/>
            </a:xfrm>
          </p:grpSpPr>
          <p:sp>
            <p:nvSpPr>
              <p:cNvPr id="295" name="Isosceles Triangle 294">
                <a:extLst>
                  <a:ext uri="{FF2B5EF4-FFF2-40B4-BE49-F238E27FC236}">
                    <a16:creationId xmlns:a16="http://schemas.microsoft.com/office/drawing/2014/main" id="{E5DF7286-FD07-1449-3AA4-747B840C76E2}"/>
                  </a:ext>
                </a:extLst>
              </p:cNvPr>
              <p:cNvSpPr/>
              <p:nvPr/>
            </p:nvSpPr>
            <p:spPr>
              <a:xfrm>
                <a:off x="5794991" y="1708793"/>
                <a:ext cx="501300" cy="440002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6" name="Isosceles Triangle 295">
                <a:extLst>
                  <a:ext uri="{FF2B5EF4-FFF2-40B4-BE49-F238E27FC236}">
                    <a16:creationId xmlns:a16="http://schemas.microsoft.com/office/drawing/2014/main" id="{3B8B06F2-04DB-86A2-B5D4-94AC63BF270A}"/>
                  </a:ext>
                </a:extLst>
              </p:cNvPr>
              <p:cNvSpPr/>
              <p:nvPr/>
            </p:nvSpPr>
            <p:spPr>
              <a:xfrm rot="10800000">
                <a:off x="5794991" y="2236075"/>
                <a:ext cx="501300" cy="1138555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7" name="Rectangle 296">
                <a:extLst>
                  <a:ext uri="{FF2B5EF4-FFF2-40B4-BE49-F238E27FC236}">
                    <a16:creationId xmlns:a16="http://schemas.microsoft.com/office/drawing/2014/main" id="{645E3137-EE06-0DDD-4CC0-E5FB5916E611}"/>
                  </a:ext>
                </a:extLst>
              </p:cNvPr>
              <p:cNvSpPr/>
              <p:nvPr/>
            </p:nvSpPr>
            <p:spPr>
              <a:xfrm rot="1172583">
                <a:off x="5452330" y="2155246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8" name="Rectangle 297">
                <a:extLst>
                  <a:ext uri="{FF2B5EF4-FFF2-40B4-BE49-F238E27FC236}">
                    <a16:creationId xmlns:a16="http://schemas.microsoft.com/office/drawing/2014/main" id="{FD16C3EA-352B-A043-0089-A62054441DE1}"/>
                  </a:ext>
                </a:extLst>
              </p:cNvPr>
              <p:cNvSpPr/>
              <p:nvPr/>
            </p:nvSpPr>
            <p:spPr>
              <a:xfrm rot="20427417" flipH="1">
                <a:off x="6477818" y="2155248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302" name="Picture 301">
              <a:extLst>
                <a:ext uri="{FF2B5EF4-FFF2-40B4-BE49-F238E27FC236}">
                  <a16:creationId xmlns:a16="http://schemas.microsoft.com/office/drawing/2014/main" id="{B5106705-F9F6-705C-08B8-7FE5C192A74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897724" y="2349600"/>
              <a:ext cx="132035" cy="166320"/>
            </a:xfrm>
            <a:prstGeom prst="rect">
              <a:avLst/>
            </a:prstGeom>
          </p:spPr>
        </p:pic>
        <p:pic>
          <p:nvPicPr>
            <p:cNvPr id="305" name="Picture 304">
              <a:extLst>
                <a:ext uri="{FF2B5EF4-FFF2-40B4-BE49-F238E27FC236}">
                  <a16:creationId xmlns:a16="http://schemas.microsoft.com/office/drawing/2014/main" id="{50BC5007-18AE-146C-585E-086BB3183B0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719436" y="2470941"/>
              <a:ext cx="132035" cy="166320"/>
            </a:xfrm>
            <a:prstGeom prst="rect">
              <a:avLst/>
            </a:prstGeom>
          </p:spPr>
        </p:pic>
        <p:pic>
          <p:nvPicPr>
            <p:cNvPr id="306" name="Picture 305">
              <a:extLst>
                <a:ext uri="{FF2B5EF4-FFF2-40B4-BE49-F238E27FC236}">
                  <a16:creationId xmlns:a16="http://schemas.microsoft.com/office/drawing/2014/main" id="{CCFEC807-D372-6DB2-8EFE-8DBCFBFF762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077553" y="2466608"/>
              <a:ext cx="132035" cy="166320"/>
            </a:xfrm>
            <a:prstGeom prst="rect">
              <a:avLst/>
            </a:prstGeom>
          </p:spPr>
        </p:pic>
        <p:pic>
          <p:nvPicPr>
            <p:cNvPr id="303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3D30BA95-610F-6EF5-FCE5-39384BEE3C2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239" r="14392"/>
            <a:stretch/>
          </p:blipFill>
          <p:spPr bwMode="auto">
            <a:xfrm>
              <a:off x="6753777" y="2945428"/>
              <a:ext cx="167013" cy="224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7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18691ECE-C973-8DDD-853F-400F771D42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239" r="14392"/>
            <a:stretch/>
          </p:blipFill>
          <p:spPr bwMode="auto">
            <a:xfrm>
              <a:off x="6504253" y="2615527"/>
              <a:ext cx="245024" cy="3294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9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9B84E838-7E59-5859-8CEA-4537295970C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239" r="14392"/>
            <a:stretch/>
          </p:blipFill>
          <p:spPr bwMode="auto">
            <a:xfrm flipH="1">
              <a:off x="7006695" y="2944551"/>
              <a:ext cx="167013" cy="224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0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E7F4A014-220F-CF0E-3BE8-B6BA08DA108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239" r="14392"/>
            <a:stretch/>
          </p:blipFill>
          <p:spPr bwMode="auto">
            <a:xfrm flipH="1">
              <a:off x="7188485" y="2615527"/>
              <a:ext cx="245024" cy="3294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11" name="Group 310">
            <a:extLst>
              <a:ext uri="{FF2B5EF4-FFF2-40B4-BE49-F238E27FC236}">
                <a16:creationId xmlns:a16="http://schemas.microsoft.com/office/drawing/2014/main" id="{93943293-D37E-ACF8-9671-EA65F25ADD9D}"/>
              </a:ext>
            </a:extLst>
          </p:cNvPr>
          <p:cNvGrpSpPr/>
          <p:nvPr/>
        </p:nvGrpSpPr>
        <p:grpSpPr>
          <a:xfrm>
            <a:off x="7780272" y="2036373"/>
            <a:ext cx="1371600" cy="1371600"/>
            <a:chOff x="427081" y="263129"/>
            <a:chExt cx="1371600" cy="1371600"/>
          </a:xfrm>
        </p:grpSpPr>
        <p:sp>
          <p:nvSpPr>
            <p:cNvPr id="312" name="Rectangle 311">
              <a:extLst>
                <a:ext uri="{FF2B5EF4-FFF2-40B4-BE49-F238E27FC236}">
                  <a16:creationId xmlns:a16="http://schemas.microsoft.com/office/drawing/2014/main" id="{421574D8-FD86-0FC2-ED16-87097C396CAF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3" name="Plaque 312">
              <a:extLst>
                <a:ext uri="{FF2B5EF4-FFF2-40B4-BE49-F238E27FC236}">
                  <a16:creationId xmlns:a16="http://schemas.microsoft.com/office/drawing/2014/main" id="{68F69B1D-637C-2D76-F770-6A2B6A3880F5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14" name="Picture 4" descr="demon Icon - Download demon Icon 247538 | Noun Project">
            <a:extLst>
              <a:ext uri="{FF2B5EF4-FFF2-40B4-BE49-F238E27FC236}">
                <a16:creationId xmlns:a16="http://schemas.microsoft.com/office/drawing/2014/main" id="{54C716CD-47BE-3540-9E49-C5E9EA741C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39" r="14392"/>
          <a:stretch/>
        </p:blipFill>
        <p:spPr bwMode="auto">
          <a:xfrm flipH="1">
            <a:off x="8108370" y="2549768"/>
            <a:ext cx="492847" cy="662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5" name="Picture 314">
            <a:extLst>
              <a:ext uri="{FF2B5EF4-FFF2-40B4-BE49-F238E27FC236}">
                <a16:creationId xmlns:a16="http://schemas.microsoft.com/office/drawing/2014/main" id="{A37EB90D-5A1D-C1AA-174F-3E0D4FBCF33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15162" y="2383365"/>
            <a:ext cx="301718" cy="380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3489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83527CF-3368-3F21-540D-F496B300AFF0}"/>
              </a:ext>
            </a:extLst>
          </p:cNvPr>
          <p:cNvGrpSpPr/>
          <p:nvPr/>
        </p:nvGrpSpPr>
        <p:grpSpPr>
          <a:xfrm>
            <a:off x="6874801" y="3761784"/>
            <a:ext cx="685905" cy="1061625"/>
            <a:chOff x="4780300" y="4186533"/>
            <a:chExt cx="685905" cy="1061625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D845641-42F5-D497-DD80-FBE72BE9A4F2}"/>
                </a:ext>
              </a:extLst>
            </p:cNvPr>
            <p:cNvGrpSpPr/>
            <p:nvPr/>
          </p:nvGrpSpPr>
          <p:grpSpPr>
            <a:xfrm>
              <a:off x="4990276" y="4238288"/>
              <a:ext cx="475929" cy="507806"/>
              <a:chOff x="5052457" y="3925688"/>
              <a:chExt cx="715293" cy="763202"/>
            </a:xfrm>
          </p:grpSpPr>
          <p:pic>
            <p:nvPicPr>
              <p:cNvPr id="1036" name="Picture 12" descr="Ninja dart Images, Stock Photos &amp; Vectors | Shutterstock">
                <a:extLst>
                  <a:ext uri="{FF2B5EF4-FFF2-40B4-BE49-F238E27FC236}">
                    <a16:creationId xmlns:a16="http://schemas.microsoft.com/office/drawing/2014/main" id="{6CB2D1BA-B89E-F421-969F-56A0AC897A1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795" t="20882" r="20930" b="27689"/>
              <a:stretch/>
            </p:blipFill>
            <p:spPr bwMode="auto">
              <a:xfrm>
                <a:off x="5052457" y="3925688"/>
                <a:ext cx="447751" cy="43297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4" name="Picture 12" descr="Ninja dart Images, Stock Photos &amp; Vectors | Shutterstock">
                <a:extLst>
                  <a:ext uri="{FF2B5EF4-FFF2-40B4-BE49-F238E27FC236}">
                    <a16:creationId xmlns:a16="http://schemas.microsoft.com/office/drawing/2014/main" id="{B3F339B1-4624-084E-5B5C-262A1C9A9A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795" t="20882" r="20930" b="27689"/>
              <a:stretch/>
            </p:blipFill>
            <p:spPr bwMode="auto">
              <a:xfrm>
                <a:off x="5319999" y="4255917"/>
                <a:ext cx="447751" cy="43297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026" name="Picture 2" descr="Bat Vector Icon Logo Halloween Character Stock Vector (Royalty Free)  1154282770 | Shutterstock">
              <a:extLst>
                <a:ext uri="{FF2B5EF4-FFF2-40B4-BE49-F238E27FC236}">
                  <a16:creationId xmlns:a16="http://schemas.microsoft.com/office/drawing/2014/main" id="{EFDA77C4-70F9-1F2C-A9F8-81A43B84856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15" t="14728" r="6948" b="22285"/>
            <a:stretch/>
          </p:blipFill>
          <p:spPr bwMode="auto">
            <a:xfrm rot="2797739">
              <a:off x="4459463" y="4507370"/>
              <a:ext cx="1061625" cy="4199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933A3CF-6B78-A803-B848-269E55B096F9}"/>
              </a:ext>
            </a:extLst>
          </p:cNvPr>
          <p:cNvGrpSpPr/>
          <p:nvPr/>
        </p:nvGrpSpPr>
        <p:grpSpPr>
          <a:xfrm rot="19612112">
            <a:off x="8012950" y="3974742"/>
            <a:ext cx="1147676" cy="521834"/>
            <a:chOff x="3722644" y="3927567"/>
            <a:chExt cx="2346446" cy="1066900"/>
          </a:xfrm>
        </p:grpSpPr>
        <p:pic>
          <p:nvPicPr>
            <p:cNvPr id="155" name="Picture 8" descr="31 Great Fire Wings Tattoo ideas | wings tattoo, wings, tattoos">
              <a:extLst>
                <a:ext uri="{FF2B5EF4-FFF2-40B4-BE49-F238E27FC236}">
                  <a16:creationId xmlns:a16="http://schemas.microsoft.com/office/drawing/2014/main" id="{F102135B-722C-D9A8-7A5B-C1F76A7140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2644" y="3927567"/>
              <a:ext cx="2346446" cy="1066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2C192A3F-BE70-0352-F945-B0D0A3948BD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57437" y="4197944"/>
              <a:ext cx="476859" cy="702740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EFDFC9C-2C95-8A34-51ED-B845628AE7B0}"/>
              </a:ext>
            </a:extLst>
          </p:cNvPr>
          <p:cNvGrpSpPr/>
          <p:nvPr/>
        </p:nvGrpSpPr>
        <p:grpSpPr>
          <a:xfrm>
            <a:off x="430339" y="3970469"/>
            <a:ext cx="925451" cy="792020"/>
            <a:chOff x="3880388" y="4062238"/>
            <a:chExt cx="925451" cy="792020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CF220C7D-E4C1-410F-3F5F-7D27DECFBF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880388" y="4062238"/>
              <a:ext cx="286308" cy="618198"/>
            </a:xfrm>
            <a:prstGeom prst="rect">
              <a:avLst/>
            </a:prstGeom>
          </p:spPr>
        </p:pic>
        <p:pic>
          <p:nvPicPr>
            <p:cNvPr id="154" name="Picture 2" descr="Hydra vector Clipart Vector PNG , SVG, EPS, PSD, AI">
              <a:extLst>
                <a:ext uri="{FF2B5EF4-FFF2-40B4-BE49-F238E27FC236}">
                  <a16:creationId xmlns:a16="http://schemas.microsoft.com/office/drawing/2014/main" id="{069D64E5-F6FA-A5DA-D9A4-087706770B3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4186165" y="4144671"/>
              <a:ext cx="619674" cy="7095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32" name="Picture 8" descr="Beetle Silhouette&quot; Images – Browse 9 Stock Photos, Vectors, and Video |  Adobe Stock">
            <a:extLst>
              <a:ext uri="{FF2B5EF4-FFF2-40B4-BE49-F238E27FC236}">
                <a16:creationId xmlns:a16="http://schemas.microsoft.com/office/drawing/2014/main" id="{7E11DBBF-E115-B3A8-B714-1CC45749C7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5" t="25279" r="3187" b="21918"/>
          <a:stretch/>
        </p:blipFill>
        <p:spPr bwMode="auto">
          <a:xfrm flipH="1">
            <a:off x="9594835" y="1059141"/>
            <a:ext cx="966593" cy="5474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A8F5BCCA-1321-17B2-8D48-E5ADA812E19F}"/>
              </a:ext>
            </a:extLst>
          </p:cNvPr>
          <p:cNvGrpSpPr/>
          <p:nvPr/>
        </p:nvGrpSpPr>
        <p:grpSpPr>
          <a:xfrm>
            <a:off x="6632482" y="814349"/>
            <a:ext cx="746410" cy="865944"/>
            <a:chOff x="5532169" y="2563056"/>
            <a:chExt cx="746410" cy="865944"/>
          </a:xfrm>
        </p:grpSpPr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6D893962-239E-894F-4760-5B911B5DCD1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830784" y="2697473"/>
              <a:ext cx="447795" cy="731527"/>
            </a:xfrm>
            <a:prstGeom prst="rect">
              <a:avLst/>
            </a:prstGeom>
          </p:spPr>
        </p:pic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9EEEC0E0-3D61-A22E-D4C5-AEB777DF482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532169" y="2563056"/>
              <a:ext cx="277209" cy="415814"/>
            </a:xfrm>
            <a:prstGeom prst="rect">
              <a:avLst/>
            </a:prstGeom>
          </p:spPr>
        </p:pic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055C052-6031-AF7B-FAB5-77365C0D352B}"/>
              </a:ext>
            </a:extLst>
          </p:cNvPr>
          <p:cNvGrpSpPr/>
          <p:nvPr/>
        </p:nvGrpSpPr>
        <p:grpSpPr>
          <a:xfrm>
            <a:off x="5074748" y="804586"/>
            <a:ext cx="815556" cy="897213"/>
            <a:chOff x="3387960" y="2733126"/>
            <a:chExt cx="1981651" cy="2180061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83E25006-2554-056F-D304-41AC0C47069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3387960" y="3287236"/>
              <a:ext cx="1507907" cy="1625951"/>
            </a:xfrm>
            <a:prstGeom prst="rect">
              <a:avLst/>
            </a:prstGeom>
          </p:spPr>
        </p:pic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B874961-EEBA-58BD-A038-5A7794DCD4C4}"/>
                </a:ext>
              </a:extLst>
            </p:cNvPr>
            <p:cNvSpPr/>
            <p:nvPr/>
          </p:nvSpPr>
          <p:spPr>
            <a:xfrm>
              <a:off x="4836194" y="273312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A67FB4D4-6D4F-1934-C84D-AF37AFD52781}"/>
                </a:ext>
              </a:extLst>
            </p:cNvPr>
            <p:cNvSpPr/>
            <p:nvPr/>
          </p:nvSpPr>
          <p:spPr>
            <a:xfrm>
              <a:off x="4645677" y="305736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70DC49B5-30B1-CBD7-66FA-33E959D57698}"/>
                </a:ext>
              </a:extLst>
            </p:cNvPr>
            <p:cNvSpPr/>
            <p:nvPr/>
          </p:nvSpPr>
          <p:spPr>
            <a:xfrm>
              <a:off x="5026711" y="306669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83CF1D5-9B6E-59A8-3970-F2618E7433B2}"/>
              </a:ext>
            </a:extLst>
          </p:cNvPr>
          <p:cNvSpPr txBox="1"/>
          <p:nvPr/>
        </p:nvSpPr>
        <p:spPr>
          <a:xfrm>
            <a:off x="188462" y="114301"/>
            <a:ext cx="11423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Mutaterra</a:t>
            </a:r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F9B4B5-3A46-CA8B-FF04-4158FE223532}"/>
              </a:ext>
            </a:extLst>
          </p:cNvPr>
          <p:cNvGrpSpPr/>
          <p:nvPr/>
        </p:nvGrpSpPr>
        <p:grpSpPr>
          <a:xfrm>
            <a:off x="3274077" y="483633"/>
            <a:ext cx="1371600" cy="1371600"/>
            <a:chOff x="213377" y="483633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4098545-29A7-1D98-A1B0-F1B6FD0C690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Hexagon 14">
              <a:extLst>
                <a:ext uri="{FF2B5EF4-FFF2-40B4-BE49-F238E27FC236}">
                  <a16:creationId xmlns:a16="http://schemas.microsoft.com/office/drawing/2014/main" id="{8929EF91-32AB-B15F-AADA-D16710F49F1B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532885F-6F12-8135-4578-95EBA79C07C4}"/>
              </a:ext>
            </a:extLst>
          </p:cNvPr>
          <p:cNvGrpSpPr/>
          <p:nvPr/>
        </p:nvGrpSpPr>
        <p:grpSpPr>
          <a:xfrm>
            <a:off x="4804427" y="483633"/>
            <a:ext cx="1371600" cy="1371600"/>
            <a:chOff x="213377" y="483633"/>
            <a:chExt cx="1371600" cy="13716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D8A759F-3329-564A-1529-5C6458F3A20D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Hexagon 17">
              <a:extLst>
                <a:ext uri="{FF2B5EF4-FFF2-40B4-BE49-F238E27FC236}">
                  <a16:creationId xmlns:a16="http://schemas.microsoft.com/office/drawing/2014/main" id="{B55E2159-7EE7-1155-4C5D-13DA2B3679FA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A7E3F6C-1164-6DFD-FED0-B249B3D9FA2A}"/>
              </a:ext>
            </a:extLst>
          </p:cNvPr>
          <p:cNvGrpSpPr/>
          <p:nvPr/>
        </p:nvGrpSpPr>
        <p:grpSpPr>
          <a:xfrm>
            <a:off x="6334777" y="483633"/>
            <a:ext cx="1371600" cy="1371600"/>
            <a:chOff x="213377" y="483633"/>
            <a:chExt cx="1371600" cy="13716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2A14417-5DBD-176E-63C9-EEEA4B00B922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Hexagon 20">
              <a:extLst>
                <a:ext uri="{FF2B5EF4-FFF2-40B4-BE49-F238E27FC236}">
                  <a16:creationId xmlns:a16="http://schemas.microsoft.com/office/drawing/2014/main" id="{B9288784-049B-2390-0241-5B6A0080F33F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F6E6F18-611A-8FF4-F8E2-D018A9EE5E71}"/>
              </a:ext>
            </a:extLst>
          </p:cNvPr>
          <p:cNvGrpSpPr/>
          <p:nvPr/>
        </p:nvGrpSpPr>
        <p:grpSpPr>
          <a:xfrm>
            <a:off x="7865127" y="483633"/>
            <a:ext cx="1371600" cy="1371600"/>
            <a:chOff x="213377" y="483633"/>
            <a:chExt cx="1371600" cy="13716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FD26E32-5C78-0F39-81DF-639669EDE93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Hexagon 23">
              <a:extLst>
                <a:ext uri="{FF2B5EF4-FFF2-40B4-BE49-F238E27FC236}">
                  <a16:creationId xmlns:a16="http://schemas.microsoft.com/office/drawing/2014/main" id="{60A7C5B4-D3E2-CD9B-882D-65CEEBB146E4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D89DC9B5-DCE9-A974-1734-4CC3DEA29F84}"/>
              </a:ext>
            </a:extLst>
          </p:cNvPr>
          <p:cNvGrpSpPr/>
          <p:nvPr/>
        </p:nvGrpSpPr>
        <p:grpSpPr>
          <a:xfrm>
            <a:off x="9395477" y="483633"/>
            <a:ext cx="1371600" cy="1371600"/>
            <a:chOff x="213377" y="483633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1F4E082-7B12-0743-A9A3-59ABDF0F9213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Hexagon 55">
              <a:extLst>
                <a:ext uri="{FF2B5EF4-FFF2-40B4-BE49-F238E27FC236}">
                  <a16:creationId xmlns:a16="http://schemas.microsoft.com/office/drawing/2014/main" id="{4F1F5C53-78A3-14AC-675D-12B0EBAA563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3E91B4FB-A15F-4D9E-73C8-1D93521A20F1}"/>
              </a:ext>
            </a:extLst>
          </p:cNvPr>
          <p:cNvGrpSpPr/>
          <p:nvPr/>
        </p:nvGrpSpPr>
        <p:grpSpPr>
          <a:xfrm>
            <a:off x="8314675" y="760535"/>
            <a:ext cx="472503" cy="1008518"/>
            <a:chOff x="5490227" y="2483982"/>
            <a:chExt cx="987188" cy="2107068"/>
          </a:xfrm>
        </p:grpSpPr>
        <p:pic>
          <p:nvPicPr>
            <p:cNvPr id="7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CB0CDD0-26B0-5B34-4DA2-E1F7C5AD8D2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5260391" y="2815957"/>
              <a:ext cx="1358372" cy="6944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A3901D76-CAB3-6866-C37C-16077D58B3E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b="41100"/>
            <a:stretch/>
          </p:blipFill>
          <p:spPr>
            <a:xfrm>
              <a:off x="5490227" y="3641166"/>
              <a:ext cx="987188" cy="949884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ADA5C28-21A4-9381-5B42-40F3AE703601}"/>
              </a:ext>
            </a:extLst>
          </p:cNvPr>
          <p:cNvGrpSpPr/>
          <p:nvPr/>
        </p:nvGrpSpPr>
        <p:grpSpPr>
          <a:xfrm>
            <a:off x="3682455" y="775315"/>
            <a:ext cx="554843" cy="953576"/>
            <a:chOff x="2557150" y="2405574"/>
            <a:chExt cx="836387" cy="1437449"/>
          </a:xfrm>
        </p:grpSpPr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BDABB5A0-5AF1-656E-7819-5ECC4D5CFEA2}"/>
                </a:ext>
              </a:extLst>
            </p:cNvPr>
            <p:cNvSpPr/>
            <p:nvPr/>
          </p:nvSpPr>
          <p:spPr>
            <a:xfrm>
              <a:off x="2753136" y="3211659"/>
              <a:ext cx="509948" cy="418886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2CFFEFEC-F9DC-FC6D-6FCC-B897A805C302}"/>
                </a:ext>
              </a:extLst>
            </p:cNvPr>
            <p:cNvSpPr/>
            <p:nvPr/>
          </p:nvSpPr>
          <p:spPr>
            <a:xfrm rot="20359977">
              <a:off x="2599198" y="3386703"/>
              <a:ext cx="270343" cy="287566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3E5F8C9-9D93-DEB5-1C7E-3A56E0CC65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41785" y="3530486"/>
              <a:ext cx="69805" cy="312537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D943A9DB-F17A-520D-B51A-5EFD3A9550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40024" y="3484845"/>
              <a:ext cx="20625" cy="358178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98DA933-22A4-A7D9-B1AA-5C9329296AD2}"/>
                </a:ext>
              </a:extLst>
            </p:cNvPr>
            <p:cNvCxnSpPr>
              <a:cxnSpLocks/>
            </p:cNvCxnSpPr>
            <p:nvPr/>
          </p:nvCxnSpPr>
          <p:spPr>
            <a:xfrm>
              <a:off x="3165496" y="3512950"/>
              <a:ext cx="46580" cy="301968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77B0840E-A960-D140-FA3D-9888F6DCB47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557150" y="2405574"/>
              <a:ext cx="836387" cy="765806"/>
            </a:xfrm>
            <a:prstGeom prst="rect">
              <a:avLst/>
            </a:prstGeom>
          </p:spPr>
        </p:pic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A3B4486-ADEA-E3BC-5DE4-EB84D7F25EFB}"/>
              </a:ext>
            </a:extLst>
          </p:cNvPr>
          <p:cNvGrpSpPr/>
          <p:nvPr/>
        </p:nvGrpSpPr>
        <p:grpSpPr>
          <a:xfrm>
            <a:off x="376374" y="2335682"/>
            <a:ext cx="934493" cy="875077"/>
            <a:chOff x="4722300" y="1944558"/>
            <a:chExt cx="934493" cy="875077"/>
          </a:xfrm>
        </p:grpSpPr>
        <p:pic>
          <p:nvPicPr>
            <p:cNvPr id="81" name="Picture 2" descr="Hydra vector Clipart Vector PNG , SVG, EPS, PSD, AI">
              <a:extLst>
                <a:ext uri="{FF2B5EF4-FFF2-40B4-BE49-F238E27FC236}">
                  <a16:creationId xmlns:a16="http://schemas.microsoft.com/office/drawing/2014/main" id="{50D29484-F547-063E-C4B9-167F6AD8A0B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5037119" y="2110048"/>
              <a:ext cx="619674" cy="7095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ABF7A7D7-DF24-A861-5F55-8238CEE07B49}"/>
                </a:ext>
              </a:extLst>
            </p:cNvPr>
            <p:cNvGrpSpPr/>
            <p:nvPr/>
          </p:nvGrpSpPr>
          <p:grpSpPr>
            <a:xfrm rot="1941197">
              <a:off x="4722300" y="1944558"/>
              <a:ext cx="531164" cy="503494"/>
              <a:chOff x="6409710" y="756261"/>
              <a:chExt cx="2695643" cy="2555218"/>
            </a:xfrm>
          </p:grpSpPr>
          <p:pic>
            <p:nvPicPr>
              <p:cNvPr id="83" name="Picture 2" descr="Lance Icon #332107 - Free Icons Library">
                <a:extLst>
                  <a:ext uri="{FF2B5EF4-FFF2-40B4-BE49-F238E27FC236}">
                    <a16:creationId xmlns:a16="http://schemas.microsoft.com/office/drawing/2014/main" id="{D2FB5C2E-10CA-8282-052D-1FFAD1C9EA6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774550" y="756261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" descr="Lance Icon #332107 - Free Icons Library">
                <a:extLst>
                  <a:ext uri="{FF2B5EF4-FFF2-40B4-BE49-F238E27FC236}">
                    <a16:creationId xmlns:a16="http://schemas.microsoft.com/office/drawing/2014/main" id="{24E119AB-AE0E-E227-01AB-9B8E1F56F9B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7206350" y="1027415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Picture 2" descr="Lance Icon #332107 - Free Icons Library">
                <a:extLst>
                  <a:ext uri="{FF2B5EF4-FFF2-40B4-BE49-F238E27FC236}">
                    <a16:creationId xmlns:a16="http://schemas.microsoft.com/office/drawing/2014/main" id="{1E24ECBA-9834-C397-CF12-3A5C788E8E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409710" y="1412476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947DD18D-2EFC-CC2B-EA4B-9116EC096B0E}"/>
              </a:ext>
            </a:extLst>
          </p:cNvPr>
          <p:cNvGrpSpPr/>
          <p:nvPr/>
        </p:nvGrpSpPr>
        <p:grpSpPr>
          <a:xfrm>
            <a:off x="191761" y="1992864"/>
            <a:ext cx="1371600" cy="1371600"/>
            <a:chOff x="213377" y="483633"/>
            <a:chExt cx="1371600" cy="137160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E397341A-5D88-BB72-6B24-0F0C2589CCA0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Hexagon 87">
              <a:extLst>
                <a:ext uri="{FF2B5EF4-FFF2-40B4-BE49-F238E27FC236}">
                  <a16:creationId xmlns:a16="http://schemas.microsoft.com/office/drawing/2014/main" id="{33919CD6-C75E-69D7-6572-A892E563477E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06CF1EAE-C868-8E9F-764F-5DE114A460EC}"/>
              </a:ext>
            </a:extLst>
          </p:cNvPr>
          <p:cNvGrpSpPr/>
          <p:nvPr/>
        </p:nvGrpSpPr>
        <p:grpSpPr>
          <a:xfrm>
            <a:off x="1760211" y="1992864"/>
            <a:ext cx="1371600" cy="1371600"/>
            <a:chOff x="213377" y="483633"/>
            <a:chExt cx="1371600" cy="1371600"/>
          </a:xfrm>
        </p:grpSpPr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80C943E6-D0AE-C99E-289A-31E9B46F6A72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Hexagon 90">
              <a:extLst>
                <a:ext uri="{FF2B5EF4-FFF2-40B4-BE49-F238E27FC236}">
                  <a16:creationId xmlns:a16="http://schemas.microsoft.com/office/drawing/2014/main" id="{A2C23FCF-AF71-59D9-F6E6-65D8F507C248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8171E85-1461-9A3E-E6CB-A8CDC6B1604B}"/>
              </a:ext>
            </a:extLst>
          </p:cNvPr>
          <p:cNvGrpSpPr/>
          <p:nvPr/>
        </p:nvGrpSpPr>
        <p:grpSpPr>
          <a:xfrm>
            <a:off x="188770" y="3606797"/>
            <a:ext cx="1371600" cy="1371600"/>
            <a:chOff x="213377" y="483633"/>
            <a:chExt cx="1371600" cy="1371600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04D35FB7-70DF-C8D8-57CF-0113C8C75B2D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Hexagon 93">
              <a:extLst>
                <a:ext uri="{FF2B5EF4-FFF2-40B4-BE49-F238E27FC236}">
                  <a16:creationId xmlns:a16="http://schemas.microsoft.com/office/drawing/2014/main" id="{6665F7D2-46C1-9521-F5E0-E59ECF23146C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ACFF0E3-EE75-33F0-BC05-D150F24B88AA}"/>
              </a:ext>
            </a:extLst>
          </p:cNvPr>
          <p:cNvGrpSpPr/>
          <p:nvPr/>
        </p:nvGrpSpPr>
        <p:grpSpPr>
          <a:xfrm>
            <a:off x="1760211" y="3606797"/>
            <a:ext cx="1371600" cy="1371600"/>
            <a:chOff x="213377" y="483633"/>
            <a:chExt cx="1371600" cy="1371600"/>
          </a:xfrm>
        </p:grpSpPr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53745321-0C83-CCAF-E6C1-D5AFCE566BE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Hexagon 96">
              <a:extLst>
                <a:ext uri="{FF2B5EF4-FFF2-40B4-BE49-F238E27FC236}">
                  <a16:creationId xmlns:a16="http://schemas.microsoft.com/office/drawing/2014/main" id="{A9232A6D-CA56-BEB8-2BAF-0A81D270D487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FDBF5770-7B45-F385-3742-28E304929C10}"/>
              </a:ext>
            </a:extLst>
          </p:cNvPr>
          <p:cNvGrpSpPr/>
          <p:nvPr/>
        </p:nvGrpSpPr>
        <p:grpSpPr>
          <a:xfrm>
            <a:off x="2060921" y="2519939"/>
            <a:ext cx="770179" cy="474929"/>
            <a:chOff x="4366971" y="1518683"/>
            <a:chExt cx="1632818" cy="1006873"/>
          </a:xfrm>
        </p:grpSpPr>
        <p:sp>
          <p:nvSpPr>
            <p:cNvPr id="99" name="Moon 98">
              <a:extLst>
                <a:ext uri="{FF2B5EF4-FFF2-40B4-BE49-F238E27FC236}">
                  <a16:creationId xmlns:a16="http://schemas.microsoft.com/office/drawing/2014/main" id="{133502E2-A9F6-F9CF-C975-588533B801B2}"/>
                </a:ext>
              </a:extLst>
            </p:cNvPr>
            <p:cNvSpPr/>
            <p:nvPr/>
          </p:nvSpPr>
          <p:spPr>
            <a:xfrm rot="5400000">
              <a:off x="4929704" y="1543410"/>
              <a:ext cx="469900" cy="1494392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424BF354-937B-4069-BBD5-08BAB2003875}"/>
                </a:ext>
              </a:extLst>
            </p:cNvPr>
            <p:cNvGrpSpPr/>
            <p:nvPr/>
          </p:nvGrpSpPr>
          <p:grpSpPr>
            <a:xfrm>
              <a:off x="4366971" y="1555986"/>
              <a:ext cx="574646" cy="861619"/>
              <a:chOff x="4398721" y="1536936"/>
              <a:chExt cx="574646" cy="861619"/>
            </a:xfrm>
          </p:grpSpPr>
          <p:sp>
            <p:nvSpPr>
              <p:cNvPr id="105" name="Isosceles Triangle 104">
                <a:extLst>
                  <a:ext uri="{FF2B5EF4-FFF2-40B4-BE49-F238E27FC236}">
                    <a16:creationId xmlns:a16="http://schemas.microsoft.com/office/drawing/2014/main" id="{09B474AA-63E0-2D2A-91BD-341F613184DA}"/>
                  </a:ext>
                </a:extLst>
              </p:cNvPr>
              <p:cNvSpPr/>
              <p:nvPr/>
            </p:nvSpPr>
            <p:spPr>
              <a:xfrm rot="19469091">
                <a:off x="4398721" y="1712755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Isosceles Triangle 105">
                <a:extLst>
                  <a:ext uri="{FF2B5EF4-FFF2-40B4-BE49-F238E27FC236}">
                    <a16:creationId xmlns:a16="http://schemas.microsoft.com/office/drawing/2014/main" id="{E44ABF4E-C5E5-D6EB-8789-FFE30F717BF4}"/>
                  </a:ext>
                </a:extLst>
              </p:cNvPr>
              <p:cNvSpPr/>
              <p:nvPr/>
            </p:nvSpPr>
            <p:spPr>
              <a:xfrm rot="20688119">
                <a:off x="4742625" y="1536936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B963DCF6-71B5-927F-9F04-F3242378767F}"/>
                </a:ext>
              </a:extLst>
            </p:cNvPr>
            <p:cNvGrpSpPr/>
            <p:nvPr/>
          </p:nvGrpSpPr>
          <p:grpSpPr>
            <a:xfrm flipH="1">
              <a:off x="5425143" y="1565156"/>
              <a:ext cx="574646" cy="861619"/>
              <a:chOff x="4551121" y="1689336"/>
              <a:chExt cx="574646" cy="861619"/>
            </a:xfrm>
          </p:grpSpPr>
          <p:sp>
            <p:nvSpPr>
              <p:cNvPr id="103" name="Isosceles Triangle 102">
                <a:extLst>
                  <a:ext uri="{FF2B5EF4-FFF2-40B4-BE49-F238E27FC236}">
                    <a16:creationId xmlns:a16="http://schemas.microsoft.com/office/drawing/2014/main" id="{205F67CA-7163-56E8-DBDF-47981FEB31C4}"/>
                  </a:ext>
                </a:extLst>
              </p:cNvPr>
              <p:cNvSpPr/>
              <p:nvPr/>
            </p:nvSpPr>
            <p:spPr>
              <a:xfrm rot="19469091">
                <a:off x="4551121" y="1865155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Isosceles Triangle 103">
                <a:extLst>
                  <a:ext uri="{FF2B5EF4-FFF2-40B4-BE49-F238E27FC236}">
                    <a16:creationId xmlns:a16="http://schemas.microsoft.com/office/drawing/2014/main" id="{0D075012-34C9-667B-2E5D-79B64A304100}"/>
                  </a:ext>
                </a:extLst>
              </p:cNvPr>
              <p:cNvSpPr/>
              <p:nvPr/>
            </p:nvSpPr>
            <p:spPr>
              <a:xfrm rot="20688119">
                <a:off x="4895025" y="1689336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2" name="Isosceles Triangle 101">
              <a:extLst>
                <a:ext uri="{FF2B5EF4-FFF2-40B4-BE49-F238E27FC236}">
                  <a16:creationId xmlns:a16="http://schemas.microsoft.com/office/drawing/2014/main" id="{F1DB5FBD-742E-2BD8-2E9C-D3C18EACECF6}"/>
                </a:ext>
              </a:extLst>
            </p:cNvPr>
            <p:cNvSpPr/>
            <p:nvPr/>
          </p:nvSpPr>
          <p:spPr>
            <a:xfrm flipH="1">
              <a:off x="5070860" y="1518683"/>
              <a:ext cx="230742" cy="685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FD23CA3-C491-B1C3-F8B7-53B901341FD5}"/>
              </a:ext>
            </a:extLst>
          </p:cNvPr>
          <p:cNvGrpSpPr/>
          <p:nvPr/>
        </p:nvGrpSpPr>
        <p:grpSpPr>
          <a:xfrm>
            <a:off x="2094826" y="3931428"/>
            <a:ext cx="702370" cy="722337"/>
            <a:chOff x="6950179" y="209368"/>
            <a:chExt cx="2475607" cy="2545983"/>
          </a:xfrm>
        </p:grpSpPr>
        <p:sp>
          <p:nvSpPr>
            <p:cNvPr id="108" name="Moon 107">
              <a:extLst>
                <a:ext uri="{FF2B5EF4-FFF2-40B4-BE49-F238E27FC236}">
                  <a16:creationId xmlns:a16="http://schemas.microsoft.com/office/drawing/2014/main" id="{E8CD6C4D-DD7C-313C-26D8-E5ED7CCD9F63}"/>
                </a:ext>
              </a:extLst>
            </p:cNvPr>
            <p:cNvSpPr/>
            <p:nvPr/>
          </p:nvSpPr>
          <p:spPr>
            <a:xfrm rot="5400000">
              <a:off x="7798765" y="1128330"/>
              <a:ext cx="778435" cy="2475607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5ACB9EB3-D072-A731-F2A6-21FC005F6E11}"/>
                </a:ext>
              </a:extLst>
            </p:cNvPr>
            <p:cNvGrpSpPr/>
            <p:nvPr/>
          </p:nvGrpSpPr>
          <p:grpSpPr>
            <a:xfrm>
              <a:off x="7048732" y="209368"/>
              <a:ext cx="2278499" cy="2002129"/>
              <a:chOff x="3753737" y="1365068"/>
              <a:chExt cx="2278499" cy="2002129"/>
            </a:xfrm>
          </p:grpSpPr>
          <p:sp>
            <p:nvSpPr>
              <p:cNvPr id="110" name="Isosceles Triangle 109">
                <a:extLst>
                  <a:ext uri="{FF2B5EF4-FFF2-40B4-BE49-F238E27FC236}">
                    <a16:creationId xmlns:a16="http://schemas.microsoft.com/office/drawing/2014/main" id="{8998A6A4-D158-BE60-C0D2-4FE90D0EEB54}"/>
                  </a:ext>
                </a:extLst>
              </p:cNvPr>
              <p:cNvSpPr/>
              <p:nvPr/>
            </p:nvSpPr>
            <p:spPr>
              <a:xfrm flipH="1">
                <a:off x="4555226" y="1365068"/>
                <a:ext cx="673630" cy="2002129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31184E7C-818D-1038-12DB-BF16B792250E}"/>
                  </a:ext>
                </a:extLst>
              </p:cNvPr>
              <p:cNvGrpSpPr/>
              <p:nvPr/>
            </p:nvGrpSpPr>
            <p:grpSpPr>
              <a:xfrm>
                <a:off x="3753737" y="2018274"/>
                <a:ext cx="940920" cy="1047698"/>
                <a:chOff x="3753737" y="2018274"/>
                <a:chExt cx="940920" cy="1047698"/>
              </a:xfrm>
            </p:grpSpPr>
            <p:sp>
              <p:nvSpPr>
                <p:cNvPr id="116" name="Isosceles Triangle 115">
                  <a:extLst>
                    <a:ext uri="{FF2B5EF4-FFF2-40B4-BE49-F238E27FC236}">
                      <a16:creationId xmlns:a16="http://schemas.microsoft.com/office/drawing/2014/main" id="{BE254664-46DB-15BA-55A6-633CBC8DF6E2}"/>
                    </a:ext>
                  </a:extLst>
                </p:cNvPr>
                <p:cNvSpPr/>
                <p:nvPr/>
              </p:nvSpPr>
              <p:spPr>
                <a:xfrm rot="16779459">
                  <a:off x="4296631" y="1899647"/>
                  <a:ext cx="279400" cy="516653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Isosceles Triangle 116">
                  <a:extLst>
                    <a:ext uri="{FF2B5EF4-FFF2-40B4-BE49-F238E27FC236}">
                      <a16:creationId xmlns:a16="http://schemas.microsoft.com/office/drawing/2014/main" id="{EB359D96-FAD5-DFC4-7C29-D80EB9D02AF1}"/>
                    </a:ext>
                  </a:extLst>
                </p:cNvPr>
                <p:cNvSpPr/>
                <p:nvPr/>
              </p:nvSpPr>
              <p:spPr>
                <a:xfrm rot="16779459">
                  <a:off x="4023093" y="2517216"/>
                  <a:ext cx="279400" cy="818112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Isosceles Triangle 117">
                  <a:extLst>
                    <a:ext uri="{FF2B5EF4-FFF2-40B4-BE49-F238E27FC236}">
                      <a16:creationId xmlns:a16="http://schemas.microsoft.com/office/drawing/2014/main" id="{2555B9CA-BF14-96BC-5287-09CB362E1702}"/>
                    </a:ext>
                  </a:extLst>
                </p:cNvPr>
                <p:cNvSpPr/>
                <p:nvPr/>
              </p:nvSpPr>
              <p:spPr>
                <a:xfrm rot="16779459">
                  <a:off x="4169431" y="2180356"/>
                  <a:ext cx="279400" cy="656846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975210B1-C581-916B-464E-7CB4EC58A7D6}"/>
                  </a:ext>
                </a:extLst>
              </p:cNvPr>
              <p:cNvGrpSpPr/>
              <p:nvPr/>
            </p:nvGrpSpPr>
            <p:grpSpPr>
              <a:xfrm flipH="1">
                <a:off x="5091316" y="2020148"/>
                <a:ext cx="940920" cy="1047698"/>
                <a:chOff x="3753737" y="2018274"/>
                <a:chExt cx="940920" cy="1047698"/>
              </a:xfrm>
            </p:grpSpPr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9689A571-4995-CC2B-997E-8FD391C20D27}"/>
                    </a:ext>
                  </a:extLst>
                </p:cNvPr>
                <p:cNvSpPr/>
                <p:nvPr/>
              </p:nvSpPr>
              <p:spPr>
                <a:xfrm rot="16779459">
                  <a:off x="4296631" y="1899647"/>
                  <a:ext cx="279400" cy="516653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Isosceles Triangle 113">
                  <a:extLst>
                    <a:ext uri="{FF2B5EF4-FFF2-40B4-BE49-F238E27FC236}">
                      <a16:creationId xmlns:a16="http://schemas.microsoft.com/office/drawing/2014/main" id="{CDB90B00-58A9-8743-4722-6BD00B4A489D}"/>
                    </a:ext>
                  </a:extLst>
                </p:cNvPr>
                <p:cNvSpPr/>
                <p:nvPr/>
              </p:nvSpPr>
              <p:spPr>
                <a:xfrm rot="16779459">
                  <a:off x="4023093" y="2517216"/>
                  <a:ext cx="279400" cy="818112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Isosceles Triangle 114">
                  <a:extLst>
                    <a:ext uri="{FF2B5EF4-FFF2-40B4-BE49-F238E27FC236}">
                      <a16:creationId xmlns:a16="http://schemas.microsoft.com/office/drawing/2014/main" id="{537522A5-45B2-AF42-ABE9-886D16420C79}"/>
                    </a:ext>
                  </a:extLst>
                </p:cNvPr>
                <p:cNvSpPr/>
                <p:nvPr/>
              </p:nvSpPr>
              <p:spPr>
                <a:xfrm rot="16779459">
                  <a:off x="4169431" y="2180356"/>
                  <a:ext cx="279400" cy="656846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A1E0983-5EE2-C063-8CD5-37CE4C389D89}"/>
              </a:ext>
            </a:extLst>
          </p:cNvPr>
          <p:cNvGrpSpPr/>
          <p:nvPr/>
        </p:nvGrpSpPr>
        <p:grpSpPr>
          <a:xfrm>
            <a:off x="6632482" y="2364783"/>
            <a:ext cx="839398" cy="777453"/>
            <a:chOff x="4849013" y="3586270"/>
            <a:chExt cx="2288278" cy="2119411"/>
          </a:xfrm>
        </p:grpSpPr>
        <p:pic>
          <p:nvPicPr>
            <p:cNvPr id="130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59FBF1C1-2654-16A1-7CAE-53DFE92940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82AD6A72-157F-98D8-9F8A-103845F4848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3124E93C-F26E-4555-A78C-34C494535F98}"/>
              </a:ext>
            </a:extLst>
          </p:cNvPr>
          <p:cNvGrpSpPr/>
          <p:nvPr/>
        </p:nvGrpSpPr>
        <p:grpSpPr>
          <a:xfrm>
            <a:off x="7882604" y="1981700"/>
            <a:ext cx="1371600" cy="1371600"/>
            <a:chOff x="213377" y="483633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9B02FBA8-AF22-BFFF-F279-50C288BBB3B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Hexagon 121">
              <a:extLst>
                <a:ext uri="{FF2B5EF4-FFF2-40B4-BE49-F238E27FC236}">
                  <a16:creationId xmlns:a16="http://schemas.microsoft.com/office/drawing/2014/main" id="{A0FD01F4-1CFF-7B63-C020-991B37E77A47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C4800E0D-229C-E4AF-A64D-34B087E1A0D7}"/>
              </a:ext>
            </a:extLst>
          </p:cNvPr>
          <p:cNvGrpSpPr/>
          <p:nvPr/>
        </p:nvGrpSpPr>
        <p:grpSpPr>
          <a:xfrm>
            <a:off x="6350920" y="1988287"/>
            <a:ext cx="1371600" cy="1371600"/>
            <a:chOff x="213377" y="483633"/>
            <a:chExt cx="1371600" cy="137160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5DE99ECC-3F22-AFEB-4A58-2A964365DBB6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Hexagon 125">
              <a:extLst>
                <a:ext uri="{FF2B5EF4-FFF2-40B4-BE49-F238E27FC236}">
                  <a16:creationId xmlns:a16="http://schemas.microsoft.com/office/drawing/2014/main" id="{D4E6D0C4-5C03-FFE5-DE93-4F4F9D40BE02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7" name="Oval 126">
            <a:extLst>
              <a:ext uri="{FF2B5EF4-FFF2-40B4-BE49-F238E27FC236}">
                <a16:creationId xmlns:a16="http://schemas.microsoft.com/office/drawing/2014/main" id="{349F0244-FD5B-B107-B2B8-4525635F5B05}"/>
              </a:ext>
            </a:extLst>
          </p:cNvPr>
          <p:cNvSpPr/>
          <p:nvPr/>
        </p:nvSpPr>
        <p:spPr>
          <a:xfrm>
            <a:off x="8602343" y="2258563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BE574DC-248A-FFB9-96C9-EF53C3DF0F0F}"/>
              </a:ext>
            </a:extLst>
          </p:cNvPr>
          <p:cNvGrpSpPr/>
          <p:nvPr/>
        </p:nvGrpSpPr>
        <p:grpSpPr>
          <a:xfrm>
            <a:off x="8190294" y="2540816"/>
            <a:ext cx="718148" cy="665151"/>
            <a:chOff x="4849013" y="3586270"/>
            <a:chExt cx="2288278" cy="2119411"/>
          </a:xfrm>
        </p:grpSpPr>
        <p:pic>
          <p:nvPicPr>
            <p:cNvPr id="142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2D89EE44-A28A-E325-1E9C-BF02E713902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3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7FE556DE-49D4-F0F1-313F-2E056864D4F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205449D7-389E-375A-4E81-92E4C0A1E6EE}"/>
              </a:ext>
            </a:extLst>
          </p:cNvPr>
          <p:cNvGrpSpPr/>
          <p:nvPr/>
        </p:nvGrpSpPr>
        <p:grpSpPr>
          <a:xfrm>
            <a:off x="6392197" y="3464634"/>
            <a:ext cx="1371600" cy="1371600"/>
            <a:chOff x="213377" y="483633"/>
            <a:chExt cx="1371600" cy="1371600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973001D4-7971-A689-5A6C-68ABC482D6CF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Hexagon 146">
              <a:extLst>
                <a:ext uri="{FF2B5EF4-FFF2-40B4-BE49-F238E27FC236}">
                  <a16:creationId xmlns:a16="http://schemas.microsoft.com/office/drawing/2014/main" id="{E69CE70E-346C-9067-4883-6082AFE35EE3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7053A8E6-5A0B-D0B0-DACF-7ADD520558A9}"/>
              </a:ext>
            </a:extLst>
          </p:cNvPr>
          <p:cNvGrpSpPr/>
          <p:nvPr/>
        </p:nvGrpSpPr>
        <p:grpSpPr>
          <a:xfrm>
            <a:off x="7895166" y="3464634"/>
            <a:ext cx="1371600" cy="1371600"/>
            <a:chOff x="213377" y="483633"/>
            <a:chExt cx="1371600" cy="1371600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5E1A682F-AF5A-A55D-D64E-B749A5546E6B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Hexagon 149">
              <a:extLst>
                <a:ext uri="{FF2B5EF4-FFF2-40B4-BE49-F238E27FC236}">
                  <a16:creationId xmlns:a16="http://schemas.microsoft.com/office/drawing/2014/main" id="{546C48F3-B069-4BF0-85D7-144EB2E0DDB9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38" name="Picture 14" descr="2,970 Queen Bee Stock Vector Illustration and Royalty Free Queen Bee Clipart">
            <a:extLst>
              <a:ext uri="{FF2B5EF4-FFF2-40B4-BE49-F238E27FC236}">
                <a16:creationId xmlns:a16="http://schemas.microsoft.com/office/drawing/2014/main" id="{A7144532-894F-75DF-AFA3-E51876921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5933" y="3698170"/>
            <a:ext cx="1019175" cy="1019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1" name="Group 150">
            <a:extLst>
              <a:ext uri="{FF2B5EF4-FFF2-40B4-BE49-F238E27FC236}">
                <a16:creationId xmlns:a16="http://schemas.microsoft.com/office/drawing/2014/main" id="{19347FAB-B11A-AE6A-BF87-3029D3EF3A39}"/>
              </a:ext>
            </a:extLst>
          </p:cNvPr>
          <p:cNvGrpSpPr/>
          <p:nvPr/>
        </p:nvGrpSpPr>
        <p:grpSpPr>
          <a:xfrm>
            <a:off x="9439721" y="3471120"/>
            <a:ext cx="1371600" cy="1371600"/>
            <a:chOff x="213377" y="483633"/>
            <a:chExt cx="1371600" cy="1371600"/>
          </a:xfrm>
        </p:grpSpPr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C342BE94-F4F1-C83B-BBC8-9650F33FC87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Hexagon 152">
              <a:extLst>
                <a:ext uri="{FF2B5EF4-FFF2-40B4-BE49-F238E27FC236}">
                  <a16:creationId xmlns:a16="http://schemas.microsoft.com/office/drawing/2014/main" id="{235D4654-7B07-733D-D5C5-1C6D92B2A3FF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EAAA08AF-49E9-532D-06DD-E0AC18A30215}"/>
              </a:ext>
            </a:extLst>
          </p:cNvPr>
          <p:cNvGrpSpPr/>
          <p:nvPr/>
        </p:nvGrpSpPr>
        <p:grpSpPr>
          <a:xfrm>
            <a:off x="9773710" y="2248932"/>
            <a:ext cx="718107" cy="1009156"/>
            <a:chOff x="4749318" y="4046015"/>
            <a:chExt cx="718107" cy="1009156"/>
          </a:xfrm>
        </p:grpSpPr>
        <p:pic>
          <p:nvPicPr>
            <p:cNvPr id="163" name="Picture 162">
              <a:extLst>
                <a:ext uri="{FF2B5EF4-FFF2-40B4-BE49-F238E27FC236}">
                  <a16:creationId xmlns:a16="http://schemas.microsoft.com/office/drawing/2014/main" id="{F2E6589B-FD4F-D20F-4ED7-6CD011F3AE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912582" y="4046015"/>
              <a:ext cx="554843" cy="508021"/>
            </a:xfrm>
            <a:prstGeom prst="rect">
              <a:avLst/>
            </a:prstGeom>
          </p:spPr>
        </p:pic>
        <p:pic>
          <p:nvPicPr>
            <p:cNvPr id="158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CC8B72D1-F6D9-0D6A-160F-6747604DA24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749318" y="4500457"/>
              <a:ext cx="457426" cy="554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B43878E5-98CF-4B37-B8F2-CDF8BD9D1855}"/>
              </a:ext>
            </a:extLst>
          </p:cNvPr>
          <p:cNvGrpSpPr/>
          <p:nvPr/>
        </p:nvGrpSpPr>
        <p:grpSpPr>
          <a:xfrm>
            <a:off x="9400072" y="1989758"/>
            <a:ext cx="1371600" cy="1371600"/>
            <a:chOff x="213377" y="483633"/>
            <a:chExt cx="1371600" cy="1371600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E0D51FF4-706D-F88A-6972-348AAEF50E36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Hexagon 161">
              <a:extLst>
                <a:ext uri="{FF2B5EF4-FFF2-40B4-BE49-F238E27FC236}">
                  <a16:creationId xmlns:a16="http://schemas.microsoft.com/office/drawing/2014/main" id="{4CFE4FAE-EEF3-BC9D-0EC4-488B22A1B82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8C792F6F-2794-BC9E-E550-6B4CFAD5CAE2}"/>
              </a:ext>
            </a:extLst>
          </p:cNvPr>
          <p:cNvGrpSpPr/>
          <p:nvPr/>
        </p:nvGrpSpPr>
        <p:grpSpPr>
          <a:xfrm>
            <a:off x="4815085" y="1981700"/>
            <a:ext cx="1371600" cy="1371600"/>
            <a:chOff x="213377" y="483633"/>
            <a:chExt cx="1371600" cy="1371600"/>
          </a:xfrm>
        </p:grpSpPr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0BB65367-9733-0F8A-66A3-02C8A0992CF3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1" name="Hexagon 170">
              <a:extLst>
                <a:ext uri="{FF2B5EF4-FFF2-40B4-BE49-F238E27FC236}">
                  <a16:creationId xmlns:a16="http://schemas.microsoft.com/office/drawing/2014/main" id="{276D7142-C4FF-0C0B-DF5A-A289805CC05A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2554C6E6-CCBB-5FC2-E67D-1BB567678D8A}"/>
              </a:ext>
            </a:extLst>
          </p:cNvPr>
          <p:cNvGrpSpPr/>
          <p:nvPr/>
        </p:nvGrpSpPr>
        <p:grpSpPr>
          <a:xfrm>
            <a:off x="5217087" y="2364783"/>
            <a:ext cx="620585" cy="764796"/>
            <a:chOff x="4499391" y="4049383"/>
            <a:chExt cx="620585" cy="764796"/>
          </a:xfrm>
        </p:grpSpPr>
        <p:pic>
          <p:nvPicPr>
            <p:cNvPr id="165" name="Picture 164">
              <a:extLst>
                <a:ext uri="{FF2B5EF4-FFF2-40B4-BE49-F238E27FC236}">
                  <a16:creationId xmlns:a16="http://schemas.microsoft.com/office/drawing/2014/main" id="{830EEBDB-A77D-90B4-6B8D-BE102247A2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/>
            <a:srcRect b="61242"/>
            <a:stretch/>
          </p:blipFill>
          <p:spPr>
            <a:xfrm>
              <a:off x="4499391" y="4554822"/>
              <a:ext cx="620585" cy="259357"/>
            </a:xfrm>
            <a:prstGeom prst="rect">
              <a:avLst/>
            </a:prstGeom>
          </p:spPr>
        </p:pic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085D065-2E80-77ED-5A99-8C01BA06CF01}"/>
                </a:ext>
              </a:extLst>
            </p:cNvPr>
            <p:cNvCxnSpPr/>
            <p:nvPr/>
          </p:nvCxnSpPr>
          <p:spPr>
            <a:xfrm>
              <a:off x="4515303" y="4499465"/>
              <a:ext cx="559445" cy="0"/>
            </a:xfrm>
            <a:prstGeom prst="line">
              <a:avLst/>
            </a:prstGeom>
            <a:ln w="571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60527379-96D2-CE28-4F86-0340B8C35EB3}"/>
                </a:ext>
              </a:extLst>
            </p:cNvPr>
            <p:cNvGrpSpPr/>
            <p:nvPr/>
          </p:nvGrpSpPr>
          <p:grpSpPr>
            <a:xfrm>
              <a:off x="4570381" y="4049383"/>
              <a:ext cx="470893" cy="413068"/>
              <a:chOff x="4444742" y="3810843"/>
              <a:chExt cx="470893" cy="413068"/>
            </a:xfrm>
          </p:grpSpPr>
          <p:sp>
            <p:nvSpPr>
              <p:cNvPr id="166" name="Oval 165">
                <a:extLst>
                  <a:ext uri="{FF2B5EF4-FFF2-40B4-BE49-F238E27FC236}">
                    <a16:creationId xmlns:a16="http://schemas.microsoft.com/office/drawing/2014/main" id="{76A9F0CE-ECE4-F39B-CB99-0B9E8F459E86}"/>
                  </a:ext>
                </a:extLst>
              </p:cNvPr>
              <p:cNvSpPr/>
              <p:nvPr/>
            </p:nvSpPr>
            <p:spPr>
              <a:xfrm>
                <a:off x="4523150" y="3945507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673F00E2-71D1-FE6F-6D45-A0AD4B85C29D}"/>
                  </a:ext>
                </a:extLst>
              </p:cNvPr>
              <p:cNvSpPr/>
              <p:nvPr/>
            </p:nvSpPr>
            <p:spPr>
              <a:xfrm>
                <a:off x="4444742" y="407894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D78CAD1E-7669-F911-158A-AF8FE32C59D6}"/>
                  </a:ext>
                </a:extLst>
              </p:cNvPr>
              <p:cNvSpPr/>
              <p:nvPr/>
            </p:nvSpPr>
            <p:spPr>
              <a:xfrm>
                <a:off x="4601558" y="408278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5EE8A70B-81C2-2328-84D2-2919FC209D49}"/>
                  </a:ext>
                </a:extLst>
              </p:cNvPr>
              <p:cNvSpPr/>
              <p:nvPr/>
            </p:nvSpPr>
            <p:spPr>
              <a:xfrm>
                <a:off x="4606756" y="3810843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" name="Oval 172">
                <a:extLst>
                  <a:ext uri="{FF2B5EF4-FFF2-40B4-BE49-F238E27FC236}">
                    <a16:creationId xmlns:a16="http://schemas.microsoft.com/office/drawing/2014/main" id="{99B8CE09-2B9B-140C-F8D6-B863359BA236}"/>
                  </a:ext>
                </a:extLst>
              </p:cNvPr>
              <p:cNvSpPr/>
              <p:nvPr/>
            </p:nvSpPr>
            <p:spPr>
              <a:xfrm>
                <a:off x="4774513" y="407894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" name="Oval 173">
                <a:extLst>
                  <a:ext uri="{FF2B5EF4-FFF2-40B4-BE49-F238E27FC236}">
                    <a16:creationId xmlns:a16="http://schemas.microsoft.com/office/drawing/2014/main" id="{880454FD-5D8A-665B-296E-11CF9BA7C82B}"/>
                  </a:ext>
                </a:extLst>
              </p:cNvPr>
              <p:cNvSpPr/>
              <p:nvPr/>
            </p:nvSpPr>
            <p:spPr>
              <a:xfrm>
                <a:off x="4691529" y="3936760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8FAF9396-85AE-3734-56E8-B32BC8C2727D}"/>
              </a:ext>
            </a:extLst>
          </p:cNvPr>
          <p:cNvGrpSpPr/>
          <p:nvPr/>
        </p:nvGrpSpPr>
        <p:grpSpPr>
          <a:xfrm>
            <a:off x="5110830" y="3967502"/>
            <a:ext cx="839398" cy="777453"/>
            <a:chOff x="4849013" y="3586270"/>
            <a:chExt cx="2288278" cy="2119411"/>
          </a:xfrm>
        </p:grpSpPr>
        <p:pic>
          <p:nvPicPr>
            <p:cNvPr id="176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0D55E502-6B3E-16A2-CDB5-58735A9EFF8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7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1F39564A-F17A-4B9B-C007-4BC1A72F69E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8928B253-53AD-5D9F-7735-3F8C87B3587B}"/>
              </a:ext>
            </a:extLst>
          </p:cNvPr>
          <p:cNvGrpSpPr/>
          <p:nvPr/>
        </p:nvGrpSpPr>
        <p:grpSpPr>
          <a:xfrm>
            <a:off x="4849594" y="3484353"/>
            <a:ext cx="1371600" cy="1371600"/>
            <a:chOff x="213377" y="483633"/>
            <a:chExt cx="1371600" cy="1371600"/>
          </a:xfrm>
        </p:grpSpPr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A34DDA84-63BE-0D8E-69B4-71642FD92D2E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" name="Hexagon 179">
              <a:extLst>
                <a:ext uri="{FF2B5EF4-FFF2-40B4-BE49-F238E27FC236}">
                  <a16:creationId xmlns:a16="http://schemas.microsoft.com/office/drawing/2014/main" id="{62557BC6-AF99-6B88-0163-8ECE0B286E1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EEB4497-93D6-00CC-5D21-783C7500EAA7}"/>
              </a:ext>
            </a:extLst>
          </p:cNvPr>
          <p:cNvGrpSpPr/>
          <p:nvPr/>
        </p:nvGrpSpPr>
        <p:grpSpPr>
          <a:xfrm>
            <a:off x="5530253" y="3739395"/>
            <a:ext cx="342792" cy="439439"/>
            <a:chOff x="3657470" y="3702031"/>
            <a:chExt cx="342792" cy="439439"/>
          </a:xfrm>
        </p:grpSpPr>
        <p:sp>
          <p:nvSpPr>
            <p:cNvPr id="49" name="Cross 48">
              <a:extLst>
                <a:ext uri="{FF2B5EF4-FFF2-40B4-BE49-F238E27FC236}">
                  <a16:creationId xmlns:a16="http://schemas.microsoft.com/office/drawing/2014/main" id="{4F947AA7-FE15-CA7E-6678-7EE237843B8E}"/>
                </a:ext>
              </a:extLst>
            </p:cNvPr>
            <p:cNvSpPr/>
            <p:nvPr/>
          </p:nvSpPr>
          <p:spPr>
            <a:xfrm>
              <a:off x="3657470" y="3867150"/>
              <a:ext cx="274320" cy="274320"/>
            </a:xfrm>
            <a:prstGeom prst="plus">
              <a:avLst>
                <a:gd name="adj" fmla="val 3888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1" name="Cross 180">
              <a:extLst>
                <a:ext uri="{FF2B5EF4-FFF2-40B4-BE49-F238E27FC236}">
                  <a16:creationId xmlns:a16="http://schemas.microsoft.com/office/drawing/2014/main" id="{105937BB-CFA8-0C83-431B-AF9FAA8B4A9C}"/>
                </a:ext>
              </a:extLst>
            </p:cNvPr>
            <p:cNvSpPr/>
            <p:nvPr/>
          </p:nvSpPr>
          <p:spPr>
            <a:xfrm>
              <a:off x="3808015" y="3702031"/>
              <a:ext cx="192247" cy="192247"/>
            </a:xfrm>
            <a:prstGeom prst="plus">
              <a:avLst>
                <a:gd name="adj" fmla="val 3888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82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370FBE31-2C2B-072C-17C4-98A57B6C621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2021789" y="1071799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3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63B319A1-CB94-4D78-6F32-4C992119D4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486648" y="953587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4" name="Group 183">
            <a:extLst>
              <a:ext uri="{FF2B5EF4-FFF2-40B4-BE49-F238E27FC236}">
                <a16:creationId xmlns:a16="http://schemas.microsoft.com/office/drawing/2014/main" id="{D08785AA-049A-E35D-7677-0DE280185D26}"/>
              </a:ext>
            </a:extLst>
          </p:cNvPr>
          <p:cNvGrpSpPr/>
          <p:nvPr/>
        </p:nvGrpSpPr>
        <p:grpSpPr>
          <a:xfrm>
            <a:off x="190521" y="483925"/>
            <a:ext cx="1371600" cy="1371600"/>
            <a:chOff x="213377" y="483633"/>
            <a:chExt cx="1371600" cy="1371600"/>
          </a:xfrm>
        </p:grpSpPr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99EB7BD1-F331-67CB-EE86-C8D17FA7283F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Hexagon 185">
              <a:extLst>
                <a:ext uri="{FF2B5EF4-FFF2-40B4-BE49-F238E27FC236}">
                  <a16:creationId xmlns:a16="http://schemas.microsoft.com/office/drawing/2014/main" id="{399D832C-29ED-5787-9267-E2C4B335EAE4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AB884438-1724-1F3E-9439-729088AE6E7F}"/>
              </a:ext>
            </a:extLst>
          </p:cNvPr>
          <p:cNvGrpSpPr/>
          <p:nvPr/>
        </p:nvGrpSpPr>
        <p:grpSpPr>
          <a:xfrm>
            <a:off x="1758971" y="483925"/>
            <a:ext cx="1371600" cy="1371600"/>
            <a:chOff x="213377" y="483633"/>
            <a:chExt cx="1371600" cy="1371600"/>
          </a:xfrm>
        </p:grpSpPr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9C64075E-44EB-F541-BFE3-486E724D8B2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9" name="Hexagon 188">
              <a:extLst>
                <a:ext uri="{FF2B5EF4-FFF2-40B4-BE49-F238E27FC236}">
                  <a16:creationId xmlns:a16="http://schemas.microsoft.com/office/drawing/2014/main" id="{A136FF86-0EDD-AA35-1569-6E2E238405DB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D5B744C1-3F97-3361-5767-E8B23A924C93}"/>
              </a:ext>
            </a:extLst>
          </p:cNvPr>
          <p:cNvGrpSpPr/>
          <p:nvPr/>
        </p:nvGrpSpPr>
        <p:grpSpPr>
          <a:xfrm>
            <a:off x="3256350" y="1996684"/>
            <a:ext cx="1371600" cy="1371600"/>
            <a:chOff x="213377" y="483633"/>
            <a:chExt cx="1371600" cy="1371600"/>
          </a:xfrm>
        </p:grpSpPr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11ED8573-461F-2C74-88FF-123D089B6809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2" name="Hexagon 191">
              <a:extLst>
                <a:ext uri="{FF2B5EF4-FFF2-40B4-BE49-F238E27FC236}">
                  <a16:creationId xmlns:a16="http://schemas.microsoft.com/office/drawing/2014/main" id="{F05056AB-2BC1-C48A-B9BA-CB74B99F36D8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3" name="Oval 192">
            <a:extLst>
              <a:ext uri="{FF2B5EF4-FFF2-40B4-BE49-F238E27FC236}">
                <a16:creationId xmlns:a16="http://schemas.microsoft.com/office/drawing/2014/main" id="{CB81F4B8-19B1-508B-3D93-7E60DD0952EE}"/>
              </a:ext>
            </a:extLst>
          </p:cNvPr>
          <p:cNvSpPr/>
          <p:nvPr/>
        </p:nvSpPr>
        <p:spPr>
          <a:xfrm>
            <a:off x="2495429" y="762907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3FB9D6BC-10E5-1B0F-A869-5DA13FF53D2C}"/>
              </a:ext>
            </a:extLst>
          </p:cNvPr>
          <p:cNvGrpSpPr/>
          <p:nvPr/>
        </p:nvGrpSpPr>
        <p:grpSpPr>
          <a:xfrm>
            <a:off x="3487571" y="2513919"/>
            <a:ext cx="937313" cy="494610"/>
            <a:chOff x="5859312" y="3132616"/>
            <a:chExt cx="2744937" cy="1448473"/>
          </a:xfrm>
        </p:grpSpPr>
        <p:pic>
          <p:nvPicPr>
            <p:cNvPr id="195" name="Picture 2" descr="Mantis Silhouette Design Stock Vector (Royalty Free) 696869110 |  Shutterstock">
              <a:extLst>
                <a:ext uri="{FF2B5EF4-FFF2-40B4-BE49-F238E27FC236}">
                  <a16:creationId xmlns:a16="http://schemas.microsoft.com/office/drawing/2014/main" id="{E25AB92B-9C5F-0ED0-D17C-71DE59BB03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35" t="16411" r="13266" b="22473"/>
            <a:stretch/>
          </p:blipFill>
          <p:spPr bwMode="auto">
            <a:xfrm flipH="1">
              <a:off x="5859312" y="3268607"/>
              <a:ext cx="1722492" cy="12716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96" name="Group 195">
              <a:extLst>
                <a:ext uri="{FF2B5EF4-FFF2-40B4-BE49-F238E27FC236}">
                  <a16:creationId xmlns:a16="http://schemas.microsoft.com/office/drawing/2014/main" id="{F88D65D9-26E5-EFDD-2CAF-02783F1EE94D}"/>
                </a:ext>
              </a:extLst>
            </p:cNvPr>
            <p:cNvGrpSpPr/>
            <p:nvPr/>
          </p:nvGrpSpPr>
          <p:grpSpPr>
            <a:xfrm>
              <a:off x="6588008" y="3132616"/>
              <a:ext cx="2016241" cy="1448473"/>
              <a:chOff x="5946659" y="1194460"/>
              <a:chExt cx="1449808" cy="1448473"/>
            </a:xfrm>
          </p:grpSpPr>
          <p:sp>
            <p:nvSpPr>
              <p:cNvPr id="197" name="Oval 196">
                <a:extLst>
                  <a:ext uri="{FF2B5EF4-FFF2-40B4-BE49-F238E27FC236}">
                    <a16:creationId xmlns:a16="http://schemas.microsoft.com/office/drawing/2014/main" id="{279ACDB3-F2A9-CB49-27A7-3062B4523659}"/>
                  </a:ext>
                </a:extLst>
              </p:cNvPr>
              <p:cNvSpPr/>
              <p:nvPr/>
            </p:nvSpPr>
            <p:spPr>
              <a:xfrm>
                <a:off x="5946659" y="1194460"/>
                <a:ext cx="1449808" cy="144098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Oval 197">
                <a:extLst>
                  <a:ext uri="{FF2B5EF4-FFF2-40B4-BE49-F238E27FC236}">
                    <a16:creationId xmlns:a16="http://schemas.microsoft.com/office/drawing/2014/main" id="{69ACC9E1-1CFF-E907-7313-39FAA9B49A5C}"/>
                  </a:ext>
                </a:extLst>
              </p:cNvPr>
              <p:cNvSpPr/>
              <p:nvPr/>
            </p:nvSpPr>
            <p:spPr>
              <a:xfrm>
                <a:off x="6153618" y="1374790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Oval 198">
                <a:extLst>
                  <a:ext uri="{FF2B5EF4-FFF2-40B4-BE49-F238E27FC236}">
                    <a16:creationId xmlns:a16="http://schemas.microsoft.com/office/drawing/2014/main" id="{E0E054E9-6FAD-CB71-9836-5FA6BCD1ECE1}"/>
                  </a:ext>
                </a:extLst>
              </p:cNvPr>
              <p:cNvSpPr/>
              <p:nvPr/>
            </p:nvSpPr>
            <p:spPr>
              <a:xfrm>
                <a:off x="6655275" y="1272974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Oval 199">
                <a:extLst>
                  <a:ext uri="{FF2B5EF4-FFF2-40B4-BE49-F238E27FC236}">
                    <a16:creationId xmlns:a16="http://schemas.microsoft.com/office/drawing/2014/main" id="{D119F509-070D-E953-4877-C69D28AC2098}"/>
                  </a:ext>
                </a:extLst>
              </p:cNvPr>
              <p:cNvSpPr/>
              <p:nvPr/>
            </p:nvSpPr>
            <p:spPr>
              <a:xfrm>
                <a:off x="6031768" y="1869229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Oval 200">
                <a:extLst>
                  <a:ext uri="{FF2B5EF4-FFF2-40B4-BE49-F238E27FC236}">
                    <a16:creationId xmlns:a16="http://schemas.microsoft.com/office/drawing/2014/main" id="{0EFFF907-F551-5B60-FEAB-18AAE92B6DE0}"/>
                  </a:ext>
                </a:extLst>
              </p:cNvPr>
              <p:cNvSpPr/>
              <p:nvPr/>
            </p:nvSpPr>
            <p:spPr>
              <a:xfrm>
                <a:off x="6480517" y="1726015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Oval 201">
                <a:extLst>
                  <a:ext uri="{FF2B5EF4-FFF2-40B4-BE49-F238E27FC236}">
                    <a16:creationId xmlns:a16="http://schemas.microsoft.com/office/drawing/2014/main" id="{7FC05068-E64F-4C6F-2428-E9B8836A78EE}"/>
                  </a:ext>
                </a:extLst>
              </p:cNvPr>
              <p:cNvSpPr/>
              <p:nvPr/>
            </p:nvSpPr>
            <p:spPr>
              <a:xfrm>
                <a:off x="6415071" y="2189892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3" name="Oval 202">
                <a:extLst>
                  <a:ext uri="{FF2B5EF4-FFF2-40B4-BE49-F238E27FC236}">
                    <a16:creationId xmlns:a16="http://schemas.microsoft.com/office/drawing/2014/main" id="{FEB7BE71-F5CD-3B23-E300-BF119543D23D}"/>
                  </a:ext>
                </a:extLst>
              </p:cNvPr>
              <p:cNvSpPr/>
              <p:nvPr/>
            </p:nvSpPr>
            <p:spPr>
              <a:xfrm>
                <a:off x="6908559" y="1871898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42906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C595E614-21C8-AF74-3CA3-2615FCDE53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1989567" y="734957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5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87471417-172C-894A-4863-F4044117D8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454426" y="616745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BD5A39ED-286D-3F33-BF59-7EB8458F8A92}"/>
              </a:ext>
            </a:extLst>
          </p:cNvPr>
          <p:cNvGrpSpPr/>
          <p:nvPr/>
        </p:nvGrpSpPr>
        <p:grpSpPr>
          <a:xfrm>
            <a:off x="158299" y="147083"/>
            <a:ext cx="1371600" cy="1371600"/>
            <a:chOff x="213377" y="483633"/>
            <a:chExt cx="1371600" cy="1371600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F55E4EFD-A40A-C2EC-924D-ED00A08530B8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Hexagon 42">
              <a:extLst>
                <a:ext uri="{FF2B5EF4-FFF2-40B4-BE49-F238E27FC236}">
                  <a16:creationId xmlns:a16="http://schemas.microsoft.com/office/drawing/2014/main" id="{A0E811B9-07C5-32B6-2099-B4B31077252E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752F04A-6491-0A7F-EE9C-62724EA95B0A}"/>
              </a:ext>
            </a:extLst>
          </p:cNvPr>
          <p:cNvGrpSpPr/>
          <p:nvPr/>
        </p:nvGrpSpPr>
        <p:grpSpPr>
          <a:xfrm>
            <a:off x="1726749" y="147083"/>
            <a:ext cx="1371600" cy="1371600"/>
            <a:chOff x="213377" y="483633"/>
            <a:chExt cx="1371600" cy="1371600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B58F6939-C302-91EC-F03E-95A2D7F1356B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Hexagon 45">
              <a:extLst>
                <a:ext uri="{FF2B5EF4-FFF2-40B4-BE49-F238E27FC236}">
                  <a16:creationId xmlns:a16="http://schemas.microsoft.com/office/drawing/2014/main" id="{1C8B4954-50D7-11C0-E16F-8D286D1F98EC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EB71830-93DF-CF53-DB55-593B830D22FE}"/>
              </a:ext>
            </a:extLst>
          </p:cNvPr>
          <p:cNvGrpSpPr/>
          <p:nvPr/>
        </p:nvGrpSpPr>
        <p:grpSpPr>
          <a:xfrm>
            <a:off x="155308" y="1761016"/>
            <a:ext cx="1371600" cy="1371600"/>
            <a:chOff x="213377" y="483633"/>
            <a:chExt cx="1371600" cy="13716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7DF4839-20A5-417F-9D2D-6BF2A2967771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Hexagon 48">
              <a:extLst>
                <a:ext uri="{FF2B5EF4-FFF2-40B4-BE49-F238E27FC236}">
                  <a16:creationId xmlns:a16="http://schemas.microsoft.com/office/drawing/2014/main" id="{9B82B2E6-6D23-A605-72D7-A979E64A4B25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Oval 58">
            <a:extLst>
              <a:ext uri="{FF2B5EF4-FFF2-40B4-BE49-F238E27FC236}">
                <a16:creationId xmlns:a16="http://schemas.microsoft.com/office/drawing/2014/main" id="{CE0C1045-95B9-B34D-F506-8E4C2423EACB}"/>
              </a:ext>
            </a:extLst>
          </p:cNvPr>
          <p:cNvSpPr/>
          <p:nvPr/>
        </p:nvSpPr>
        <p:spPr>
          <a:xfrm>
            <a:off x="2463207" y="426065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B761432-0775-79F4-A904-E9331B8B82C8}"/>
              </a:ext>
            </a:extLst>
          </p:cNvPr>
          <p:cNvGrpSpPr/>
          <p:nvPr/>
        </p:nvGrpSpPr>
        <p:grpSpPr>
          <a:xfrm>
            <a:off x="386529" y="2278251"/>
            <a:ext cx="937313" cy="494610"/>
            <a:chOff x="5859312" y="3132616"/>
            <a:chExt cx="2744937" cy="1448473"/>
          </a:xfrm>
        </p:grpSpPr>
        <p:pic>
          <p:nvPicPr>
            <p:cNvPr id="76" name="Picture 2" descr="Mantis Silhouette Design Stock Vector (Royalty Free) 696869110 |  Shutterstock">
              <a:extLst>
                <a:ext uri="{FF2B5EF4-FFF2-40B4-BE49-F238E27FC236}">
                  <a16:creationId xmlns:a16="http://schemas.microsoft.com/office/drawing/2014/main" id="{76560993-1BD9-E9B5-08D9-D356C6EFF53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35" t="16411" r="13266" b="22473"/>
            <a:stretch/>
          </p:blipFill>
          <p:spPr bwMode="auto">
            <a:xfrm flipH="1">
              <a:off x="5859312" y="3268607"/>
              <a:ext cx="1722492" cy="12716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E7FC87A-A61B-F304-4BD1-ADB0637EEDDF}"/>
                </a:ext>
              </a:extLst>
            </p:cNvPr>
            <p:cNvGrpSpPr/>
            <p:nvPr/>
          </p:nvGrpSpPr>
          <p:grpSpPr>
            <a:xfrm>
              <a:off x="6588008" y="3132616"/>
              <a:ext cx="2016241" cy="1448473"/>
              <a:chOff x="5946659" y="1194460"/>
              <a:chExt cx="1449808" cy="1448473"/>
            </a:xfrm>
          </p:grpSpPr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33FD0B9D-5801-6787-FA23-237D7A58FBAB}"/>
                  </a:ext>
                </a:extLst>
              </p:cNvPr>
              <p:cNvSpPr/>
              <p:nvPr/>
            </p:nvSpPr>
            <p:spPr>
              <a:xfrm>
                <a:off x="5946659" y="1194460"/>
                <a:ext cx="1449808" cy="144098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D27A0E8A-CAB5-EE07-E027-3E55F30036BD}"/>
                  </a:ext>
                </a:extLst>
              </p:cNvPr>
              <p:cNvSpPr/>
              <p:nvPr/>
            </p:nvSpPr>
            <p:spPr>
              <a:xfrm>
                <a:off x="6153618" y="1374790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1521476B-94ED-432D-EDD4-966B65548717}"/>
                  </a:ext>
                </a:extLst>
              </p:cNvPr>
              <p:cNvSpPr/>
              <p:nvPr/>
            </p:nvSpPr>
            <p:spPr>
              <a:xfrm>
                <a:off x="6655275" y="1272974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D8B25A08-CF58-68C0-8248-B18772D9DEDD}"/>
                  </a:ext>
                </a:extLst>
              </p:cNvPr>
              <p:cNvSpPr/>
              <p:nvPr/>
            </p:nvSpPr>
            <p:spPr>
              <a:xfrm>
                <a:off x="6031768" y="1869229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01CE04FA-F909-696F-6A2C-1BA46445C662}"/>
                  </a:ext>
                </a:extLst>
              </p:cNvPr>
              <p:cNvSpPr/>
              <p:nvPr/>
            </p:nvSpPr>
            <p:spPr>
              <a:xfrm>
                <a:off x="6480517" y="1726015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2E316E24-A7B9-0A9E-E561-44BC8C4539E7}"/>
                  </a:ext>
                </a:extLst>
              </p:cNvPr>
              <p:cNvSpPr/>
              <p:nvPr/>
            </p:nvSpPr>
            <p:spPr>
              <a:xfrm>
                <a:off x="6415071" y="2189892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04F7C8DA-D6CE-34C1-6ADA-8411D50F206B}"/>
                  </a:ext>
                </a:extLst>
              </p:cNvPr>
              <p:cNvSpPr/>
              <p:nvPr/>
            </p:nvSpPr>
            <p:spPr>
              <a:xfrm>
                <a:off x="6908559" y="1871898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96D8854-1F94-BB0C-5BE2-18A7FF77AF4C}"/>
              </a:ext>
            </a:extLst>
          </p:cNvPr>
          <p:cNvGrpSpPr/>
          <p:nvPr/>
        </p:nvGrpSpPr>
        <p:grpSpPr>
          <a:xfrm>
            <a:off x="3295199" y="147083"/>
            <a:ext cx="1371600" cy="1371600"/>
            <a:chOff x="4501055" y="563225"/>
            <a:chExt cx="1371600" cy="137160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6535718-ED7C-8F2D-D975-8C3231CCBB84}"/>
                </a:ext>
              </a:extLst>
            </p:cNvPr>
            <p:cNvGrpSpPr/>
            <p:nvPr/>
          </p:nvGrpSpPr>
          <p:grpSpPr>
            <a:xfrm>
              <a:off x="4501055" y="563225"/>
              <a:ext cx="1371600" cy="1371600"/>
              <a:chOff x="1298501" y="962272"/>
              <a:chExt cx="1371600" cy="137160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81B6D15A-D3E6-2C30-C75B-9FDA374FEA83}"/>
                  </a:ext>
                </a:extLst>
              </p:cNvPr>
              <p:cNvSpPr/>
              <p:nvPr/>
            </p:nvSpPr>
            <p:spPr>
              <a:xfrm>
                <a:off x="1298501" y="962272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Arrow: Pentagon 25">
                <a:extLst>
                  <a:ext uri="{FF2B5EF4-FFF2-40B4-BE49-F238E27FC236}">
                    <a16:creationId xmlns:a16="http://schemas.microsoft.com/office/drawing/2014/main" id="{62B76B23-3C28-9CE4-3EA8-5EB675CD4D76}"/>
                  </a:ext>
                </a:extLst>
              </p:cNvPr>
              <p:cNvSpPr/>
              <p:nvPr/>
            </p:nvSpPr>
            <p:spPr>
              <a:xfrm rot="5400000">
                <a:off x="1435661" y="1173775"/>
                <a:ext cx="1097280" cy="1097280"/>
              </a:xfrm>
              <a:prstGeom prst="homePlat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EEF1C40-1B7D-94FA-B3E3-94B28D44E455}"/>
                </a:ext>
              </a:extLst>
            </p:cNvPr>
            <p:cNvGrpSpPr/>
            <p:nvPr/>
          </p:nvGrpSpPr>
          <p:grpSpPr>
            <a:xfrm>
              <a:off x="4916659" y="832883"/>
              <a:ext cx="540391" cy="669728"/>
              <a:chOff x="6777984" y="514985"/>
              <a:chExt cx="1202128" cy="1489844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C12D53AB-A653-57D1-449A-6E7A0666BA83}"/>
                  </a:ext>
                </a:extLst>
              </p:cNvPr>
              <p:cNvGrpSpPr/>
              <p:nvPr/>
            </p:nvGrpSpPr>
            <p:grpSpPr>
              <a:xfrm>
                <a:off x="6777984" y="854588"/>
                <a:ext cx="549917" cy="1150241"/>
                <a:chOff x="6777984" y="854588"/>
                <a:chExt cx="549917" cy="1150241"/>
              </a:xfrm>
            </p:grpSpPr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5747A2AE-F9EF-EB2F-D027-6480E63A760A}"/>
                    </a:ext>
                  </a:extLst>
                </p:cNvPr>
                <p:cNvSpPr/>
                <p:nvPr/>
              </p:nvSpPr>
              <p:spPr>
                <a:xfrm>
                  <a:off x="7016751" y="854588"/>
                  <a:ext cx="311150" cy="397612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DA8DE4B8-D9A8-CEB2-5B44-B724728DDE73}"/>
                    </a:ext>
                  </a:extLst>
                </p:cNvPr>
                <p:cNvSpPr/>
                <p:nvPr/>
              </p:nvSpPr>
              <p:spPr>
                <a:xfrm rot="17844562">
                  <a:off x="6420802" y="1380936"/>
                  <a:ext cx="981075" cy="266711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020519C3-F503-9607-A082-FA73E8C5EA9D}"/>
                  </a:ext>
                </a:extLst>
              </p:cNvPr>
              <p:cNvGrpSpPr/>
              <p:nvPr/>
            </p:nvGrpSpPr>
            <p:grpSpPr>
              <a:xfrm flipH="1">
                <a:off x="7430195" y="854560"/>
                <a:ext cx="549917" cy="1150241"/>
                <a:chOff x="6777984" y="854588"/>
                <a:chExt cx="549917" cy="1150241"/>
              </a:xfrm>
            </p:grpSpPr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322D5FF9-4220-5722-C319-403405B75EAC}"/>
                    </a:ext>
                  </a:extLst>
                </p:cNvPr>
                <p:cNvSpPr/>
                <p:nvPr/>
              </p:nvSpPr>
              <p:spPr>
                <a:xfrm>
                  <a:off x="7016751" y="854588"/>
                  <a:ext cx="311150" cy="397612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Rectangle 32">
                  <a:extLst>
                    <a:ext uri="{FF2B5EF4-FFF2-40B4-BE49-F238E27FC236}">
                      <a16:creationId xmlns:a16="http://schemas.microsoft.com/office/drawing/2014/main" id="{35AE754A-0E3D-0155-62F4-F8C1163984E8}"/>
                    </a:ext>
                  </a:extLst>
                </p:cNvPr>
                <p:cNvSpPr/>
                <p:nvPr/>
              </p:nvSpPr>
              <p:spPr>
                <a:xfrm rot="17844562">
                  <a:off x="6420802" y="1380936"/>
                  <a:ext cx="981075" cy="266711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5" name="Isosceles Triangle 4">
                <a:extLst>
                  <a:ext uri="{FF2B5EF4-FFF2-40B4-BE49-F238E27FC236}">
                    <a16:creationId xmlns:a16="http://schemas.microsoft.com/office/drawing/2014/main" id="{3AA77E2D-05F1-FE7E-0F56-E00AE36B04FD}"/>
                  </a:ext>
                </a:extLst>
              </p:cNvPr>
              <p:cNvSpPr/>
              <p:nvPr/>
            </p:nvSpPr>
            <p:spPr>
              <a:xfrm rot="10800000">
                <a:off x="7230836" y="1323368"/>
                <a:ext cx="311150" cy="475008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Isosceles Triangle 34">
                <a:extLst>
                  <a:ext uri="{FF2B5EF4-FFF2-40B4-BE49-F238E27FC236}">
                    <a16:creationId xmlns:a16="http://schemas.microsoft.com/office/drawing/2014/main" id="{7D977B9A-EBF1-24EB-9776-B84F4D27CB3B}"/>
                  </a:ext>
                </a:extLst>
              </p:cNvPr>
              <p:cNvSpPr/>
              <p:nvPr/>
            </p:nvSpPr>
            <p:spPr>
              <a:xfrm rot="10800000" flipV="1">
                <a:off x="7230836" y="519223"/>
                <a:ext cx="311150" cy="308389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BA0F577-B5A6-3C49-C66D-27D734897534}"/>
                  </a:ext>
                </a:extLst>
              </p:cNvPr>
              <p:cNvSpPr/>
              <p:nvPr/>
            </p:nvSpPr>
            <p:spPr>
              <a:xfrm>
                <a:off x="7132638" y="521980"/>
                <a:ext cx="79375" cy="3325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11618E09-041C-A851-0FEC-2E5A540507B0}"/>
                  </a:ext>
                </a:extLst>
              </p:cNvPr>
              <p:cNvSpPr/>
              <p:nvPr/>
            </p:nvSpPr>
            <p:spPr>
              <a:xfrm>
                <a:off x="7557634" y="514985"/>
                <a:ext cx="79375" cy="3325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565361B-D1B3-E892-B8A5-A85F03C76292}"/>
              </a:ext>
            </a:extLst>
          </p:cNvPr>
          <p:cNvGrpSpPr/>
          <p:nvPr/>
        </p:nvGrpSpPr>
        <p:grpSpPr>
          <a:xfrm>
            <a:off x="5410200" y="221426"/>
            <a:ext cx="1371600" cy="1371600"/>
            <a:chOff x="1298501" y="962272"/>
            <a:chExt cx="1371600" cy="13716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85DC672F-078E-86F7-6992-3E383549246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Arrow: Pentagon 33">
              <a:extLst>
                <a:ext uri="{FF2B5EF4-FFF2-40B4-BE49-F238E27FC236}">
                  <a16:creationId xmlns:a16="http://schemas.microsoft.com/office/drawing/2014/main" id="{922F7BD9-14B2-69A7-7E42-82ADB159EC59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190F21FA-0FD6-7EA8-A718-ADDF7B488C35}"/>
              </a:ext>
            </a:extLst>
          </p:cNvPr>
          <p:cNvGrpSpPr/>
          <p:nvPr/>
        </p:nvGrpSpPr>
        <p:grpSpPr>
          <a:xfrm>
            <a:off x="5683529" y="473007"/>
            <a:ext cx="824942" cy="550241"/>
            <a:chOff x="2788414" y="3003550"/>
            <a:chExt cx="2665648" cy="1778000"/>
          </a:xfrm>
        </p:grpSpPr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AC2BCBBD-A6B2-5611-903A-3FB0AE560434}"/>
                </a:ext>
              </a:extLst>
            </p:cNvPr>
            <p:cNvSpPr/>
            <p:nvPr/>
          </p:nvSpPr>
          <p:spPr>
            <a:xfrm>
              <a:off x="3903803" y="3003550"/>
              <a:ext cx="439245" cy="17780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Isosceles Triangle 37">
              <a:extLst>
                <a:ext uri="{FF2B5EF4-FFF2-40B4-BE49-F238E27FC236}">
                  <a16:creationId xmlns:a16="http://schemas.microsoft.com/office/drawing/2014/main" id="{185CD5BD-54AA-2E6E-5A64-BE9D833FEF31}"/>
                </a:ext>
              </a:extLst>
            </p:cNvPr>
            <p:cNvSpPr/>
            <p:nvPr/>
          </p:nvSpPr>
          <p:spPr>
            <a:xfrm>
              <a:off x="2788414" y="3612890"/>
              <a:ext cx="2665648" cy="116866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9DF49ED0-E56C-2F63-DA42-7D534C286B42}"/>
                </a:ext>
              </a:extLst>
            </p:cNvPr>
            <p:cNvSpPr/>
            <p:nvPr/>
          </p:nvSpPr>
          <p:spPr>
            <a:xfrm>
              <a:off x="3346707" y="4263156"/>
              <a:ext cx="458369" cy="458369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46F060C6-AD38-DA21-F39D-93FB72E0EE81}"/>
                </a:ext>
              </a:extLst>
            </p:cNvPr>
            <p:cNvSpPr/>
            <p:nvPr/>
          </p:nvSpPr>
          <p:spPr>
            <a:xfrm>
              <a:off x="4436723" y="4263156"/>
              <a:ext cx="458369" cy="458369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1D60BB50-A86F-6A8C-9E06-CC7CAD599DA7}"/>
              </a:ext>
            </a:extLst>
          </p:cNvPr>
          <p:cNvGrpSpPr/>
          <p:nvPr/>
        </p:nvGrpSpPr>
        <p:grpSpPr>
          <a:xfrm>
            <a:off x="7253835" y="514121"/>
            <a:ext cx="770328" cy="575178"/>
            <a:chOff x="7066650" y="3003550"/>
            <a:chExt cx="2381250" cy="1778000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57B154D4-ED69-F1D3-9B28-42BE1780598C}"/>
                </a:ext>
              </a:extLst>
            </p:cNvPr>
            <p:cNvSpPr/>
            <p:nvPr/>
          </p:nvSpPr>
          <p:spPr>
            <a:xfrm>
              <a:off x="7066650" y="3429000"/>
              <a:ext cx="2381250" cy="13525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60E26D81-2B4E-3E99-6951-414CC2576DFE}"/>
                </a:ext>
              </a:extLst>
            </p:cNvPr>
            <p:cNvSpPr/>
            <p:nvPr/>
          </p:nvSpPr>
          <p:spPr>
            <a:xfrm>
              <a:off x="8037653" y="3003550"/>
              <a:ext cx="439245" cy="17780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1EAAD573-AE7F-038C-AA6A-C4FC18589CFC}"/>
                </a:ext>
              </a:extLst>
            </p:cNvPr>
            <p:cNvSpPr/>
            <p:nvPr/>
          </p:nvSpPr>
          <p:spPr>
            <a:xfrm>
              <a:off x="7480557" y="3512687"/>
              <a:ext cx="458369" cy="458369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19E40176-D9B8-40ED-2980-6BE673F2ADB0}"/>
                </a:ext>
              </a:extLst>
            </p:cNvPr>
            <p:cNvSpPr/>
            <p:nvPr/>
          </p:nvSpPr>
          <p:spPr>
            <a:xfrm>
              <a:off x="8570573" y="3512687"/>
              <a:ext cx="458369" cy="458369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5CE3E423-54A6-774B-CF2F-AEFB806F52F3}"/>
                </a:ext>
              </a:extLst>
            </p:cNvPr>
            <p:cNvSpPr/>
            <p:nvPr/>
          </p:nvSpPr>
          <p:spPr>
            <a:xfrm>
              <a:off x="7480557" y="4167321"/>
              <a:ext cx="458369" cy="458369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6D30A8C5-61B7-B967-A1E5-AD845CD0AAC8}"/>
                </a:ext>
              </a:extLst>
            </p:cNvPr>
            <p:cNvSpPr/>
            <p:nvPr/>
          </p:nvSpPr>
          <p:spPr>
            <a:xfrm>
              <a:off x="8570573" y="4167321"/>
              <a:ext cx="458369" cy="458369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482DF19A-4B0D-8758-DC4E-573890DEF054}"/>
              </a:ext>
            </a:extLst>
          </p:cNvPr>
          <p:cNvGrpSpPr/>
          <p:nvPr/>
        </p:nvGrpSpPr>
        <p:grpSpPr>
          <a:xfrm>
            <a:off x="6954576" y="230762"/>
            <a:ext cx="1371600" cy="1371600"/>
            <a:chOff x="1298501" y="962272"/>
            <a:chExt cx="1371600" cy="13716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75391A79-2257-A007-CDA1-3BD2DAA828FE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Arrow: Pentagon 76">
              <a:extLst>
                <a:ext uri="{FF2B5EF4-FFF2-40B4-BE49-F238E27FC236}">
                  <a16:creationId xmlns:a16="http://schemas.microsoft.com/office/drawing/2014/main" id="{46094833-5784-28D6-A952-8CD6B5F92095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440763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1762</TotalTime>
  <Words>4</Words>
  <Application>Microsoft Office PowerPoint</Application>
  <PresentationFormat>Widescreen</PresentationFormat>
  <Paragraphs>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Zehua Liu</cp:lastModifiedBy>
  <cp:revision>142</cp:revision>
  <dcterms:created xsi:type="dcterms:W3CDTF">2022-01-10T19:03:27Z</dcterms:created>
  <dcterms:modified xsi:type="dcterms:W3CDTF">2022-12-11T02:10:41Z</dcterms:modified>
</cp:coreProperties>
</file>