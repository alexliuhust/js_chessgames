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69" r:id="rId3"/>
    <p:sldId id="271" r:id="rId4"/>
    <p:sldId id="272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6/2/2022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EEE75188-60A5-59C8-3F37-C14A27256FE0}"/>
              </a:ext>
            </a:extLst>
          </p:cNvPr>
          <p:cNvGrpSpPr/>
          <p:nvPr/>
        </p:nvGrpSpPr>
        <p:grpSpPr>
          <a:xfrm>
            <a:off x="10582728" y="2266212"/>
            <a:ext cx="1371600" cy="1371600"/>
            <a:chOff x="1298501" y="962272"/>
            <a:chExt cx="1371600" cy="1371600"/>
          </a:xfrm>
        </p:grpSpPr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65093C6E-42DB-F820-4D70-AC36960B1F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Arrow: Pentagon 141">
              <a:extLst>
                <a:ext uri="{FF2B5EF4-FFF2-40B4-BE49-F238E27FC236}">
                  <a16:creationId xmlns:a16="http://schemas.microsoft.com/office/drawing/2014/main" id="{6C2DB26D-0C0A-BDB5-3207-531A6F583A5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0F72E5F3-1ECD-92E4-BA89-45EF20385377}"/>
              </a:ext>
            </a:extLst>
          </p:cNvPr>
          <p:cNvGrpSpPr/>
          <p:nvPr/>
        </p:nvGrpSpPr>
        <p:grpSpPr>
          <a:xfrm>
            <a:off x="10990969" y="2514419"/>
            <a:ext cx="545684" cy="748114"/>
            <a:chOff x="6712366" y="4633331"/>
            <a:chExt cx="545684" cy="748114"/>
          </a:xfrm>
        </p:grpSpPr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2BADC1B8-A9A2-F803-DBA0-DE982375543A}"/>
                </a:ext>
              </a:extLst>
            </p:cNvPr>
            <p:cNvGrpSpPr/>
            <p:nvPr/>
          </p:nvGrpSpPr>
          <p:grpSpPr>
            <a:xfrm>
              <a:off x="6712366" y="4868535"/>
              <a:ext cx="545684" cy="512910"/>
              <a:chOff x="6203315" y="3923025"/>
              <a:chExt cx="969301" cy="911086"/>
            </a:xfrm>
          </p:grpSpPr>
          <p:sp>
            <p:nvSpPr>
              <p:cNvPr id="179" name="Flowchart: Manual Operation 178">
                <a:extLst>
                  <a:ext uri="{FF2B5EF4-FFF2-40B4-BE49-F238E27FC236}">
                    <a16:creationId xmlns:a16="http://schemas.microsoft.com/office/drawing/2014/main" id="{1D226BC2-A0DE-C6B5-F608-0C62082B7622}"/>
                  </a:ext>
                </a:extLst>
              </p:cNvPr>
              <p:cNvSpPr/>
              <p:nvPr/>
            </p:nvSpPr>
            <p:spPr>
              <a:xfrm flipV="1">
                <a:off x="6362626" y="4024689"/>
                <a:ext cx="659305" cy="211637"/>
              </a:xfrm>
              <a:prstGeom prst="flowChartManualOperati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4C314E8-2052-8B00-A7C9-6078E0065975}"/>
                  </a:ext>
                </a:extLst>
              </p:cNvPr>
              <p:cNvSpPr/>
              <p:nvPr/>
            </p:nvSpPr>
            <p:spPr>
              <a:xfrm>
                <a:off x="6568843" y="4236326"/>
                <a:ext cx="246871" cy="38020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9246D572-005B-536B-87FC-C72D73291DA6}"/>
                  </a:ext>
                </a:extLst>
              </p:cNvPr>
              <p:cNvSpPr/>
              <p:nvPr/>
            </p:nvSpPr>
            <p:spPr>
              <a:xfrm>
                <a:off x="6312622" y="4552470"/>
                <a:ext cx="759312" cy="21163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Arrow: Right 181">
                <a:extLst>
                  <a:ext uri="{FF2B5EF4-FFF2-40B4-BE49-F238E27FC236}">
                    <a16:creationId xmlns:a16="http://schemas.microsoft.com/office/drawing/2014/main" id="{5708BA10-C33A-2F1B-296A-582BC4633CA2}"/>
                  </a:ext>
                </a:extLst>
              </p:cNvPr>
              <p:cNvSpPr/>
              <p:nvPr/>
            </p:nvSpPr>
            <p:spPr>
              <a:xfrm rot="16200000">
                <a:off x="6070609" y="4570249"/>
                <a:ext cx="396568" cy="131155"/>
              </a:xfrm>
              <a:prstGeom prst="rightArrow">
                <a:avLst>
                  <a:gd name="adj1" fmla="val 50000"/>
                  <a:gd name="adj2" fmla="val 86364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Arrow: Right 182">
                <a:extLst>
                  <a:ext uri="{FF2B5EF4-FFF2-40B4-BE49-F238E27FC236}">
                    <a16:creationId xmlns:a16="http://schemas.microsoft.com/office/drawing/2014/main" id="{D299453C-17E5-B9C7-A455-47CA24EFC20D}"/>
                  </a:ext>
                </a:extLst>
              </p:cNvPr>
              <p:cNvSpPr/>
              <p:nvPr/>
            </p:nvSpPr>
            <p:spPr>
              <a:xfrm rot="16200000">
                <a:off x="6908755" y="4570249"/>
                <a:ext cx="396568" cy="131155"/>
              </a:xfrm>
              <a:prstGeom prst="rightArrow">
                <a:avLst>
                  <a:gd name="adj1" fmla="val 50000"/>
                  <a:gd name="adj2" fmla="val 88636"/>
                </a:avLst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C485F57-0E4F-E604-0423-42685F050D8E}"/>
                  </a:ext>
                </a:extLst>
              </p:cNvPr>
              <p:cNvSpPr/>
              <p:nvPr/>
            </p:nvSpPr>
            <p:spPr>
              <a:xfrm>
                <a:off x="6519185" y="3923938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7EA63DA4-AB0D-3526-F0B9-8140892348B1}"/>
                  </a:ext>
                </a:extLst>
              </p:cNvPr>
              <p:cNvSpPr/>
              <p:nvPr/>
            </p:nvSpPr>
            <p:spPr>
              <a:xfrm>
                <a:off x="6807792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7A2080F-99E9-04BA-A6C5-B692986B776F}"/>
                  </a:ext>
                </a:extLst>
              </p:cNvPr>
              <p:cNvSpPr/>
              <p:nvPr/>
            </p:nvSpPr>
            <p:spPr>
              <a:xfrm>
                <a:off x="6609497" y="3923025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B48D2C8B-47B7-AE77-2790-411B85881597}"/>
                  </a:ext>
                </a:extLst>
              </p:cNvPr>
              <p:cNvSpPr/>
              <p:nvPr/>
            </p:nvSpPr>
            <p:spPr>
              <a:xfrm>
                <a:off x="6717479" y="3923574"/>
                <a:ext cx="49659" cy="9215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" name="Group 187">
                <a:extLst>
                  <a:ext uri="{FF2B5EF4-FFF2-40B4-BE49-F238E27FC236}">
                    <a16:creationId xmlns:a16="http://schemas.microsoft.com/office/drawing/2014/main" id="{59A42A4B-4294-DC58-8721-78F4A400D82C}"/>
                  </a:ext>
                </a:extLst>
              </p:cNvPr>
              <p:cNvGrpSpPr/>
              <p:nvPr/>
            </p:nvGrpSpPr>
            <p:grpSpPr>
              <a:xfrm rot="19228888">
                <a:off x="6412508" y="4086562"/>
                <a:ext cx="63146" cy="127118"/>
                <a:chOff x="3806073" y="5091415"/>
                <a:chExt cx="134521" cy="270800"/>
              </a:xfrm>
            </p:grpSpPr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35895EFF-B567-0122-1340-B496266BB1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Oval 212">
                  <a:extLst>
                    <a:ext uri="{FF2B5EF4-FFF2-40B4-BE49-F238E27FC236}">
                      <a16:creationId xmlns:a16="http://schemas.microsoft.com/office/drawing/2014/main" id="{AD8B4816-1544-E660-39D7-F816AC56B7CF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497452D-0247-0ABF-D73F-6274DA1CDA7E}"/>
                  </a:ext>
                </a:extLst>
              </p:cNvPr>
              <p:cNvGrpSpPr/>
              <p:nvPr/>
            </p:nvGrpSpPr>
            <p:grpSpPr>
              <a:xfrm rot="9885821">
                <a:off x="6899501" y="4141179"/>
                <a:ext cx="63146" cy="127118"/>
                <a:chOff x="3806073" y="5091415"/>
                <a:chExt cx="134521" cy="270800"/>
              </a:xfrm>
            </p:grpSpPr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CE5AB49-53B2-F5C0-85F1-FF10D8A9E5E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9D8291B2-39AC-EAF9-AFF0-1A56B12FAD7D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9A4087CF-6F6B-9E44-3151-B5D82EC9070E}"/>
                  </a:ext>
                </a:extLst>
              </p:cNvPr>
              <p:cNvGrpSpPr/>
              <p:nvPr/>
            </p:nvGrpSpPr>
            <p:grpSpPr>
              <a:xfrm>
                <a:off x="6516621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085FE73-3E72-7223-6E66-1B4474760FDD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39F72CF-6E48-1DE8-37F0-76057E99668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4A3BC783-4C6A-D165-C243-2EEF25685875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0DA0FAC8-EDF7-5082-2AB1-252B9E9D83FE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47700E71-AE76-13B9-F9A2-BABA59C69D74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7E2EA210-0C89-6C78-F2B7-E37B75190AAD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2F24C10C-5FAB-0E98-D5D9-5C6E01940E0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1B944315-46AD-5DB0-1030-B9FBD34BFC51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B344B3A7-3840-7E02-5398-2CCACD182DF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68AA5CF4-A07D-6FF1-279C-5FA5DB7E28C3}"/>
                  </a:ext>
                </a:extLst>
              </p:cNvPr>
              <p:cNvGrpSpPr/>
              <p:nvPr/>
            </p:nvGrpSpPr>
            <p:grpSpPr>
              <a:xfrm rot="10800000">
                <a:off x="6737076" y="4264787"/>
                <a:ext cx="128268" cy="237544"/>
                <a:chOff x="4478105" y="5493295"/>
                <a:chExt cx="273251" cy="506041"/>
              </a:xfrm>
            </p:grpSpPr>
            <p:grpSp>
              <p:nvGrpSpPr>
                <p:cNvPr id="192" name="Group 191">
                  <a:extLst>
                    <a:ext uri="{FF2B5EF4-FFF2-40B4-BE49-F238E27FC236}">
                      <a16:creationId xmlns:a16="http://schemas.microsoft.com/office/drawing/2014/main" id="{CAEBEDBE-7E58-4328-CFE5-7BD653D577A3}"/>
                    </a:ext>
                  </a:extLst>
                </p:cNvPr>
                <p:cNvGrpSpPr/>
                <p:nvPr/>
              </p:nvGrpSpPr>
              <p:grpSpPr>
                <a:xfrm rot="16200000">
                  <a:off x="4548695" y="542515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24B240A6-DAA6-6A18-32BF-F6C94F5AD21F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9152D01-FA9E-A017-C325-C59E42C7CC82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596CB9C6-04BE-B329-5601-6D538ABA60DF}"/>
                    </a:ext>
                  </a:extLst>
                </p:cNvPr>
                <p:cNvGrpSpPr/>
                <p:nvPr/>
              </p:nvGrpSpPr>
              <p:grpSpPr>
                <a:xfrm rot="16200000">
                  <a:off x="4546244" y="5613978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FBB3AC41-D555-AC51-3B25-F76AA79F57C2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839E029-79E5-A778-9E9C-EE43E4753871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94" name="Group 193">
                  <a:extLst>
                    <a:ext uri="{FF2B5EF4-FFF2-40B4-BE49-F238E27FC236}">
                      <a16:creationId xmlns:a16="http://schemas.microsoft.com/office/drawing/2014/main" id="{62F24E20-9F6D-3743-4DF5-CD6940680C96}"/>
                    </a:ext>
                  </a:extLst>
                </p:cNvPr>
                <p:cNvGrpSpPr/>
                <p:nvPr/>
              </p:nvGrpSpPr>
              <p:grpSpPr>
                <a:xfrm rot="16200000">
                  <a:off x="4547465" y="5796676"/>
                  <a:ext cx="134521" cy="270800"/>
                  <a:chOff x="3806073" y="5091415"/>
                  <a:chExt cx="134521" cy="270800"/>
                </a:xfrm>
              </p:grpSpPr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C4E32F6-F9CD-21ED-093A-44DD55C7374C}"/>
                      </a:ext>
                    </a:extLst>
                  </p:cNvPr>
                  <p:cNvSpPr/>
                  <p:nvPr/>
                </p:nvSpPr>
                <p:spPr>
                  <a:xfrm>
                    <a:off x="3850816" y="5091415"/>
                    <a:ext cx="49415" cy="174378"/>
                  </a:xfrm>
                  <a:prstGeom prst="rect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9C40F1D9-7508-1051-4DB3-73095F0A763F}"/>
                      </a:ext>
                    </a:extLst>
                  </p:cNvPr>
                  <p:cNvSpPr/>
                  <p:nvPr/>
                </p:nvSpPr>
                <p:spPr>
                  <a:xfrm>
                    <a:off x="3806073" y="5227695"/>
                    <a:ext cx="134521" cy="134520"/>
                  </a:xfrm>
                  <a:prstGeom prst="ellipse">
                    <a:avLst/>
                  </a:prstGeom>
                  <a:ln w="952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1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E09F289-A7EC-6C7C-4347-265F25E6A8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7150" y="4688831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398F3904-BFBC-32CB-2F8C-C0FB0F3C9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866743" y="4689239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A036B8B-4427-8F7D-5041-DA91FDE810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953265" y="4689742"/>
              <a:ext cx="227094" cy="116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F60BF70D-4541-E619-77CA-869A5DFBFD6F}"/>
              </a:ext>
            </a:extLst>
          </p:cNvPr>
          <p:cNvGrpSpPr/>
          <p:nvPr/>
        </p:nvGrpSpPr>
        <p:grpSpPr>
          <a:xfrm>
            <a:off x="3586655" y="3952065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5BB1C7F4-DD07-87C7-8EEC-ECA813D66FD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D77226D2-7D91-71A7-FFE2-CF1918DC17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E25D332D-EB93-80E6-B702-019112BF178E}"/>
              </a:ext>
            </a:extLst>
          </p:cNvPr>
          <p:cNvGrpSpPr/>
          <p:nvPr/>
        </p:nvGrpSpPr>
        <p:grpSpPr>
          <a:xfrm>
            <a:off x="3843598" y="4223525"/>
            <a:ext cx="870414" cy="803280"/>
            <a:chOff x="2841994" y="930562"/>
            <a:chExt cx="3529486" cy="3257264"/>
          </a:xfrm>
        </p:grpSpPr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85B12C62-ADBA-DDB9-AC76-430E72EAD4F8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Isosceles Triangle 320">
              <a:extLst>
                <a:ext uri="{FF2B5EF4-FFF2-40B4-BE49-F238E27FC236}">
                  <a16:creationId xmlns:a16="http://schemas.microsoft.com/office/drawing/2014/main" id="{5F17EBD1-A0DE-D2AA-1F38-E7D0DE10B186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8C714315-EE69-66F0-541A-EF5DD3EBD261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489FCEB9-6581-0E22-6109-EEBBABAA705A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977D2C1C-FF87-596D-3AB2-64083F8571DD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62137CB9-7201-79C3-3084-6CB5C9587369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3" name="Trapezoid 332">
                <a:extLst>
                  <a:ext uri="{FF2B5EF4-FFF2-40B4-BE49-F238E27FC236}">
                    <a16:creationId xmlns:a16="http://schemas.microsoft.com/office/drawing/2014/main" id="{6FA67849-F3A4-D169-FBD0-2987BE6B9DA3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4" name="Isosceles Triangle 333">
                <a:extLst>
                  <a:ext uri="{FF2B5EF4-FFF2-40B4-BE49-F238E27FC236}">
                    <a16:creationId xmlns:a16="http://schemas.microsoft.com/office/drawing/2014/main" id="{F875D4DC-7385-1E3A-92DE-9B40A84E4BD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5" name="Oval 334">
                <a:extLst>
                  <a:ext uri="{FF2B5EF4-FFF2-40B4-BE49-F238E27FC236}">
                    <a16:creationId xmlns:a16="http://schemas.microsoft.com/office/drawing/2014/main" id="{C7DDC445-B33C-8CB5-68CE-C55C65096E7A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4" name="Trapezoid 323">
              <a:extLst>
                <a:ext uri="{FF2B5EF4-FFF2-40B4-BE49-F238E27FC236}">
                  <a16:creationId xmlns:a16="http://schemas.microsoft.com/office/drawing/2014/main" id="{D4781322-EF42-0A95-0672-83C3F93E7A17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5DF009FB-EF3B-77E6-2E7E-99F4B2FD04F4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CE9A6C7A-7F94-4551-0B54-77AE8C822945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7461F050-8672-4098-9A68-50D6750708BB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8" name="Trapezoid 327">
                <a:extLst>
                  <a:ext uri="{FF2B5EF4-FFF2-40B4-BE49-F238E27FC236}">
                    <a16:creationId xmlns:a16="http://schemas.microsoft.com/office/drawing/2014/main" id="{BB5AB281-6ACA-E753-6DB4-32918352C272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Isosceles Triangle 328">
                <a:extLst>
                  <a:ext uri="{FF2B5EF4-FFF2-40B4-BE49-F238E27FC236}">
                    <a16:creationId xmlns:a16="http://schemas.microsoft.com/office/drawing/2014/main" id="{7D7AC445-6078-CB06-53BE-27E528AABA29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0" name="Oval 329">
                <a:extLst>
                  <a:ext uri="{FF2B5EF4-FFF2-40B4-BE49-F238E27FC236}">
                    <a16:creationId xmlns:a16="http://schemas.microsoft.com/office/drawing/2014/main" id="{9C876087-7DB7-C733-8899-D07F6D9A07C1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18272C8C-2A25-6D98-5B2D-3C5E6038863B}"/>
              </a:ext>
            </a:extLst>
          </p:cNvPr>
          <p:cNvGrpSpPr/>
          <p:nvPr/>
        </p:nvGrpSpPr>
        <p:grpSpPr>
          <a:xfrm>
            <a:off x="427081" y="263129"/>
            <a:ext cx="1371600" cy="1371600"/>
            <a:chOff x="1298501" y="962272"/>
            <a:chExt cx="1371600" cy="137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0FFCD0-5558-89A0-77DB-F44B92440DBF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Pentagon 15">
              <a:extLst>
                <a:ext uri="{FF2B5EF4-FFF2-40B4-BE49-F238E27FC236}">
                  <a16:creationId xmlns:a16="http://schemas.microsoft.com/office/drawing/2014/main" id="{021E595E-CA0D-FED6-142F-636BD408FA8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0CFE9EA-7180-B24D-626B-8F0220F9CB85}"/>
              </a:ext>
            </a:extLst>
          </p:cNvPr>
          <p:cNvGrpSpPr/>
          <p:nvPr/>
        </p:nvGrpSpPr>
        <p:grpSpPr>
          <a:xfrm>
            <a:off x="684024" y="534589"/>
            <a:ext cx="870414" cy="803280"/>
            <a:chOff x="2841994" y="930562"/>
            <a:chExt cx="3529486" cy="3257264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D19F045B-D5CF-5692-F8ED-B3998977D532}"/>
                </a:ext>
              </a:extLst>
            </p:cNvPr>
            <p:cNvSpPr/>
            <p:nvPr/>
          </p:nvSpPr>
          <p:spPr>
            <a:xfrm>
              <a:off x="4305300" y="930562"/>
              <a:ext cx="590550" cy="3181350"/>
            </a:xfrm>
            <a:prstGeom prst="ellipse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Isosceles Triangle 71">
              <a:extLst>
                <a:ext uri="{FF2B5EF4-FFF2-40B4-BE49-F238E27FC236}">
                  <a16:creationId xmlns:a16="http://schemas.microsoft.com/office/drawing/2014/main" id="{DC47E2F9-DD91-CC65-D2E0-0C66D2C42895}"/>
                </a:ext>
              </a:extLst>
            </p:cNvPr>
            <p:cNvSpPr/>
            <p:nvPr/>
          </p:nvSpPr>
          <p:spPr>
            <a:xfrm rot="15097803">
              <a:off x="3816522" y="3530601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1D41C8E3-B0EC-3063-76E9-F9FC03818F39}"/>
                </a:ext>
              </a:extLst>
            </p:cNvPr>
            <p:cNvSpPr/>
            <p:nvPr/>
          </p:nvSpPr>
          <p:spPr>
            <a:xfrm rot="6456753">
              <a:off x="4789963" y="3527597"/>
              <a:ext cx="590550" cy="7239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B46AD532-33DF-3A32-6AF3-10E363352270}"/>
                </a:ext>
              </a:extLst>
            </p:cNvPr>
            <p:cNvGrpSpPr/>
            <p:nvPr/>
          </p:nvGrpSpPr>
          <p:grpSpPr>
            <a:xfrm>
              <a:off x="2841994" y="1514299"/>
              <a:ext cx="1562063" cy="1372483"/>
              <a:chOff x="2841994" y="1514299"/>
              <a:chExt cx="1562063" cy="137248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576555C-ECED-A69E-2AA5-9C9C040766A6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0F1A57D8-5827-B6EC-A49E-990EE25B294A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0420B43-5CDB-E385-B3CA-3E77CCA73958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Isosceles Triangle 76">
                <a:extLst>
                  <a:ext uri="{FF2B5EF4-FFF2-40B4-BE49-F238E27FC236}">
                    <a16:creationId xmlns:a16="http://schemas.microsoft.com/office/drawing/2014/main" id="{7601BBF1-31EB-4668-75E9-E8E7786A318A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5D9EAB30-49D5-555A-31D5-8D3193FB1DE0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Trapezoid 78">
              <a:extLst>
                <a:ext uri="{FF2B5EF4-FFF2-40B4-BE49-F238E27FC236}">
                  <a16:creationId xmlns:a16="http://schemas.microsoft.com/office/drawing/2014/main" id="{CC2BF88B-AB8E-C872-6384-A5DC1F6008FA}"/>
                </a:ext>
              </a:extLst>
            </p:cNvPr>
            <p:cNvSpPr/>
            <p:nvPr/>
          </p:nvSpPr>
          <p:spPr>
            <a:xfrm>
              <a:off x="4391733" y="1120756"/>
              <a:ext cx="417684" cy="428229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54471559-76A8-0495-2483-E454885D680C}"/>
                </a:ext>
              </a:extLst>
            </p:cNvPr>
            <p:cNvGrpSpPr/>
            <p:nvPr/>
          </p:nvGrpSpPr>
          <p:grpSpPr>
            <a:xfrm flipH="1">
              <a:off x="4809417" y="1514012"/>
              <a:ext cx="1562063" cy="1372483"/>
              <a:chOff x="2841994" y="1514299"/>
              <a:chExt cx="1562063" cy="1372483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65EE275-187C-9030-20D4-CAFEB7BF5373}"/>
                  </a:ext>
                </a:extLst>
              </p:cNvPr>
              <p:cNvSpPr/>
              <p:nvPr/>
            </p:nvSpPr>
            <p:spPr>
              <a:xfrm>
                <a:off x="3453258" y="1667895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EA0449D4-6BE1-A022-D55A-CB15F248CF42}"/>
                  </a:ext>
                </a:extLst>
              </p:cNvPr>
              <p:cNvSpPr/>
              <p:nvPr/>
            </p:nvSpPr>
            <p:spPr>
              <a:xfrm>
                <a:off x="3879279" y="1514299"/>
                <a:ext cx="241300" cy="101641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Trapezoid 86">
                <a:extLst>
                  <a:ext uri="{FF2B5EF4-FFF2-40B4-BE49-F238E27FC236}">
                    <a16:creationId xmlns:a16="http://schemas.microsoft.com/office/drawing/2014/main" id="{AD5C3D9B-3DC5-9188-F181-FF8ABE1F6E44}"/>
                  </a:ext>
                </a:extLst>
              </p:cNvPr>
              <p:cNvSpPr/>
              <p:nvPr/>
            </p:nvSpPr>
            <p:spPr>
              <a:xfrm rot="15639411">
                <a:off x="3588611" y="1898339"/>
                <a:ext cx="806450" cy="824442"/>
              </a:xfrm>
              <a:prstGeom prst="trapezoid">
                <a:avLst>
                  <a:gd name="adj" fmla="val 15303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Isosceles Triangle 87">
                <a:extLst>
                  <a:ext uri="{FF2B5EF4-FFF2-40B4-BE49-F238E27FC236}">
                    <a16:creationId xmlns:a16="http://schemas.microsoft.com/office/drawing/2014/main" id="{E1A7F761-3124-8F6C-95DA-D2FFD02DDCA1}"/>
                  </a:ext>
                </a:extLst>
              </p:cNvPr>
              <p:cNvSpPr/>
              <p:nvPr/>
            </p:nvSpPr>
            <p:spPr>
              <a:xfrm rot="14248003">
                <a:off x="2851235" y="2409712"/>
                <a:ext cx="388815" cy="407297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E48ABA8F-3BB8-3304-80D4-82564456A528}"/>
                  </a:ext>
                </a:extLst>
              </p:cNvPr>
              <p:cNvSpPr/>
              <p:nvPr/>
            </p:nvSpPr>
            <p:spPr>
              <a:xfrm>
                <a:off x="3087822" y="1907372"/>
                <a:ext cx="979410" cy="979410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</TotalTime>
  <Words>2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101</cp:revision>
  <dcterms:created xsi:type="dcterms:W3CDTF">2022-01-10T19:03:27Z</dcterms:created>
  <dcterms:modified xsi:type="dcterms:W3CDTF">2022-06-02T15:04:26Z</dcterms:modified>
</cp:coreProperties>
</file>