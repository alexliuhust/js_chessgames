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70" r:id="rId2"/>
    <p:sldId id="271" r:id="rId3"/>
    <p:sldId id="272" r:id="rId4"/>
    <p:sldId id="26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57" autoAdjust="0"/>
    <p:restoredTop sz="96196" autoAdjust="0"/>
  </p:normalViewPr>
  <p:slideViewPr>
    <p:cSldViewPr snapToGrid="0">
      <p:cViewPr>
        <p:scale>
          <a:sx n="150" d="100"/>
          <a:sy n="150" d="100"/>
        </p:scale>
        <p:origin x="-612" y="-8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00C406-2328-4788-AE79-437B6607AD22}" type="datetimeFigureOut">
              <a:rPr lang="en-US" smtClean="0"/>
              <a:t>6/14/2022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52C596-00D0-4993-8773-99A1673F4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299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70EA7-1F49-40F9-8B63-1AA99AB669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903D45-BFBD-45DB-91DA-BFB2FF3FE8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56146-97AF-4206-9D98-3D8706FB1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8CD53-0620-48F2-A3BB-2B10BDA60E52}" type="datetimeFigureOut">
              <a:rPr lang="en-US" smtClean="0"/>
              <a:t>6/14/2022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A7040E-F45D-4CAA-828E-497F8815E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3B49E-8573-43A8-883F-1DA3CFBF3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8868A-2C41-48CA-A091-FEE1EF194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758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69B88-58FD-4855-8D1A-B76D115E5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1BF81-2C2E-43A7-A3B8-AFC76DC67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836996-D32A-4891-AF96-F8F544120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8CD53-0620-48F2-A3BB-2B10BDA60E52}" type="datetimeFigureOut">
              <a:rPr lang="en-US" smtClean="0"/>
              <a:t>6/14/2022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6A8AA-7E1D-42D6-9FED-99773125C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DBECF-3366-4386-837D-70B2741A4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8868A-2C41-48CA-A091-FEE1EF194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709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B3A67-E172-4D94-BFF2-A6087DEB7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CAE05E-EF9A-4423-A725-AA446E709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7026D0-FD54-4721-A1FB-0542C6CEC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8CD53-0620-48F2-A3BB-2B10BDA60E52}" type="datetimeFigureOut">
              <a:rPr lang="en-US" smtClean="0"/>
              <a:t>6/14/2022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F8EEA-7D69-4A4E-B0FB-781553F79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F82D0F-609C-48E6-9535-19F49C88E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8868A-2C41-48CA-A091-FEE1EF194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182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61783-5355-4037-9325-0A7E89B9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AB144-DB51-42E5-BD6B-D0C1C3633D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8F9B1D-45CD-4824-92E8-91DBA4D4EE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78E8CD-77DE-4644-9B47-F920C8124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8CD53-0620-48F2-A3BB-2B10BDA60E52}" type="datetimeFigureOut">
              <a:rPr lang="en-US" smtClean="0"/>
              <a:t>6/14/2022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8C164D-1BA2-4D55-B2C5-503043574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82DE75-11CB-4CB5-AD0C-DD025658C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8868A-2C41-48CA-A091-FEE1EF194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651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AD64F-BE50-4A8F-B1BD-F955A6634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B16F5-027D-4DD1-A36C-8AA09683BC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CFC258-38D8-43AD-837F-627EC46632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2BF400-37B1-4AC3-BD13-63B4FA038D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D6E233-6152-4355-91FC-6808426BB4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4278AC-2B47-41AF-997B-6D9973216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8CD53-0620-48F2-A3BB-2B10BDA60E52}" type="datetimeFigureOut">
              <a:rPr lang="en-US" smtClean="0"/>
              <a:t>6/14/2022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731924-40AF-441C-B432-15A570629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ED1CF1-05F1-49D2-B211-B2BDC6A0E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8868A-2C41-48CA-A091-FEE1EF194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331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C0B60-AD74-4C80-B09E-6558D0F99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7FFE5-7F40-4DF2-B98C-D023BE08D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8CD53-0620-48F2-A3BB-2B10BDA60E52}" type="datetimeFigureOut">
              <a:rPr lang="en-US" smtClean="0"/>
              <a:t>6/14/2022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6E81-74D5-403E-81FF-CC8BB7266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C0E4E3-A560-4FFF-BCED-EBF9E9CE5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8868A-2C41-48CA-A091-FEE1EF194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818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E2FF2E-A5B0-4C5F-AB12-0F9E2EEDD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8CD53-0620-48F2-A3BB-2B10BDA60E52}" type="datetimeFigureOut">
              <a:rPr lang="en-US" smtClean="0"/>
              <a:t>6/14/2022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9AA2A7-EBCB-4C19-BDA4-8AD6D2A97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970B90-18DC-466E-BAE2-B7792C5BD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8868A-2C41-48CA-A091-FEE1EF194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566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43875-AA0F-491F-9B7E-8C763CE0F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F20BF-9225-40D5-A0D9-407DA9B362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B84990-0AF2-4884-99F3-189F7FBE69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299B39-077A-41A5-8EBD-474087FC5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8CD53-0620-48F2-A3BB-2B10BDA60E52}" type="datetimeFigureOut">
              <a:rPr lang="en-US" smtClean="0"/>
              <a:t>6/14/2022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F6F91A-201B-4B82-B0CD-0208540FF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C1E6BF-EA0F-4FA4-B6AD-6565888F8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8868A-2C41-48CA-A091-FEE1EF194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784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F21A8-9718-4422-B689-16C03D2EC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3C4486-4B36-4347-8735-00386B5F24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51D3BA-D9FF-4044-BBE6-FF680E0728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6EF3D3-52C7-4164-84C9-0ADB5DF28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8CD53-0620-48F2-A3BB-2B10BDA60E52}" type="datetimeFigureOut">
              <a:rPr lang="en-US" smtClean="0"/>
              <a:t>6/14/2022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A11582-7287-413C-8962-BDC961B4B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34152E-12F8-4C17-953A-817D69151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8868A-2C41-48CA-A091-FEE1EF194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634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87171-9630-407B-961A-7DFEA4F79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430EEA-5BC6-4F03-B4C6-CCC13BEE72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FD91BE-118D-4696-9B10-FB8E30EAA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8CD53-0620-48F2-A3BB-2B10BDA60E52}" type="datetimeFigureOut">
              <a:rPr lang="en-US" smtClean="0"/>
              <a:t>6/14/2022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1C0A61-FD59-4833-8A94-A5ED9298D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C18F1B-593B-4E6E-8E49-C434F18B6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8868A-2C41-48CA-A091-FEE1EF194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080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BAEFD8-04A0-4B23-A36C-4FA3A217B1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36F6D9-49EB-42AF-BB7B-AC5A070C40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11D6C-8582-4743-8DEE-F75F89B1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8CD53-0620-48F2-A3BB-2B10BDA60E52}" type="datetimeFigureOut">
              <a:rPr lang="en-US" smtClean="0"/>
              <a:t>6/14/2022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74E38-69CF-4C9B-9F58-D525E832F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E9BBE-178F-488A-B793-DF9A42ECE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8868A-2C41-48CA-A091-FEE1EF194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013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51380C-3B66-4DD0-B214-7EEF23D75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1D241-3E92-452A-9669-2091E7B9F7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8C1BE-4C33-4CD2-80C3-5DEB61C94E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C8CD53-0620-48F2-A3BB-2B10BDA60E52}" type="datetimeFigureOut">
              <a:rPr lang="en-US" smtClean="0"/>
              <a:t>6/14/2022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FAF98F-A66A-4AC7-A617-F5F9A84558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2CF5DB-CA13-4D9B-A6C5-F754E496F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8868A-2C41-48CA-A091-FEE1EF194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507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20.jpe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19.png"/><Relationship Id="rId2" Type="http://schemas.openxmlformats.org/officeDocument/2006/relationships/image" Target="../media/image11.jpeg"/><Relationship Id="rId16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11" Type="http://schemas.openxmlformats.org/officeDocument/2006/relationships/image" Target="../media/image18.png"/><Relationship Id="rId5" Type="http://schemas.openxmlformats.org/officeDocument/2006/relationships/image" Target="../media/image14.jpeg"/><Relationship Id="rId15" Type="http://schemas.openxmlformats.org/officeDocument/2006/relationships/image" Target="../media/image22.jpeg"/><Relationship Id="rId10" Type="http://schemas.openxmlformats.org/officeDocument/2006/relationships/image" Target="../media/image4.jpeg"/><Relationship Id="rId4" Type="http://schemas.openxmlformats.org/officeDocument/2006/relationships/image" Target="../media/image13.png"/><Relationship Id="rId9" Type="http://schemas.openxmlformats.org/officeDocument/2006/relationships/image" Target="../media/image17.png"/><Relationship Id="rId14" Type="http://schemas.openxmlformats.org/officeDocument/2006/relationships/image" Target="../media/image2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CE803D97-58CA-C5CE-FF96-6A9CAFBBCB67}"/>
              </a:ext>
            </a:extLst>
          </p:cNvPr>
          <p:cNvGrpSpPr/>
          <p:nvPr/>
        </p:nvGrpSpPr>
        <p:grpSpPr>
          <a:xfrm rot="18281155">
            <a:off x="7254805" y="979341"/>
            <a:ext cx="798272" cy="618243"/>
            <a:chOff x="2872601" y="2994794"/>
            <a:chExt cx="1027992" cy="796156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A9729086-5C71-6361-C16D-5DEAE76C92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72601" y="2994794"/>
              <a:ext cx="890399" cy="434206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3B4905D3-D0AA-169C-04F4-B04BAAD74A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10194" y="3356744"/>
              <a:ext cx="890399" cy="434206"/>
            </a:xfrm>
            <a:prstGeom prst="rect">
              <a:avLst/>
            </a:prstGeom>
          </p:spPr>
        </p:pic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DA6716B-4FA7-009D-D4F6-3387086DC36B}"/>
              </a:ext>
            </a:extLst>
          </p:cNvPr>
          <p:cNvGrpSpPr/>
          <p:nvPr/>
        </p:nvGrpSpPr>
        <p:grpSpPr>
          <a:xfrm rot="18281155">
            <a:off x="5658220" y="1060133"/>
            <a:ext cx="798272" cy="618243"/>
            <a:chOff x="2872601" y="2994794"/>
            <a:chExt cx="1027992" cy="796156"/>
          </a:xfrm>
        </p:grpSpPr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F8773827-9251-7315-B052-950ED0F000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72601" y="2994794"/>
              <a:ext cx="890399" cy="434206"/>
            </a:xfrm>
            <a:prstGeom prst="rect">
              <a:avLst/>
            </a:prstGeom>
          </p:spPr>
        </p:pic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1A6A7720-E51F-6F5E-38C4-C3895067C6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10194" y="3356744"/>
              <a:ext cx="890399" cy="434206"/>
            </a:xfrm>
            <a:prstGeom prst="rect">
              <a:avLst/>
            </a:prstGeom>
          </p:spPr>
        </p:pic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687C16FC-F965-36D4-7295-90DA8E2DCD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187274">
            <a:off x="607245" y="1224757"/>
            <a:ext cx="845384" cy="32593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E0C4A41-DB02-B4A8-2D26-0C00618A48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9679361">
            <a:off x="2184047" y="1154657"/>
            <a:ext cx="845384" cy="32593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AA74DD9-15BD-C513-9DA5-A7B736094032}"/>
              </a:ext>
            </a:extLst>
          </p:cNvPr>
          <p:cNvSpPr txBox="1"/>
          <p:nvPr/>
        </p:nvSpPr>
        <p:spPr>
          <a:xfrm>
            <a:off x="188462" y="114301"/>
            <a:ext cx="1398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Terran Union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F9C9620-D18B-37AB-311F-06F0FDADD5F4}"/>
              </a:ext>
            </a:extLst>
          </p:cNvPr>
          <p:cNvGrpSpPr/>
          <p:nvPr/>
        </p:nvGrpSpPr>
        <p:grpSpPr>
          <a:xfrm>
            <a:off x="288851" y="701923"/>
            <a:ext cx="1371600" cy="1371600"/>
            <a:chOff x="1298501" y="962272"/>
            <a:chExt cx="1371600" cy="13716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BD14691-7020-90D3-EEEE-208E6A9E1E25}"/>
                </a:ext>
              </a:extLst>
            </p:cNvPr>
            <p:cNvSpPr/>
            <p:nvPr/>
          </p:nvSpPr>
          <p:spPr>
            <a:xfrm>
              <a:off x="1298501" y="962272"/>
              <a:ext cx="1371600" cy="13716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Arrow: Pentagon 10">
              <a:extLst>
                <a:ext uri="{FF2B5EF4-FFF2-40B4-BE49-F238E27FC236}">
                  <a16:creationId xmlns:a16="http://schemas.microsoft.com/office/drawing/2014/main" id="{2BFF5655-1C97-413E-93C3-E792D0BD4253}"/>
                </a:ext>
              </a:extLst>
            </p:cNvPr>
            <p:cNvSpPr/>
            <p:nvPr/>
          </p:nvSpPr>
          <p:spPr>
            <a:xfrm rot="5400000">
              <a:off x="1435661" y="1173775"/>
              <a:ext cx="1097280" cy="1097280"/>
            </a:xfrm>
            <a:prstGeom prst="homePlate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DF882D7-FD94-8663-C568-FD34DD880E68}"/>
              </a:ext>
            </a:extLst>
          </p:cNvPr>
          <p:cNvGrpSpPr/>
          <p:nvPr/>
        </p:nvGrpSpPr>
        <p:grpSpPr>
          <a:xfrm>
            <a:off x="1946201" y="701923"/>
            <a:ext cx="1371600" cy="1371600"/>
            <a:chOff x="3013001" y="962272"/>
            <a:chExt cx="1371600" cy="13716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2C6C23E-65F6-BDC6-A042-B0405690E17C}"/>
                </a:ext>
              </a:extLst>
            </p:cNvPr>
            <p:cNvSpPr/>
            <p:nvPr/>
          </p:nvSpPr>
          <p:spPr>
            <a:xfrm>
              <a:off x="3013001" y="962272"/>
              <a:ext cx="1371600" cy="13716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Arrow: Pentagon 14">
              <a:extLst>
                <a:ext uri="{FF2B5EF4-FFF2-40B4-BE49-F238E27FC236}">
                  <a16:creationId xmlns:a16="http://schemas.microsoft.com/office/drawing/2014/main" id="{002C3E7A-F795-FC4D-F51B-BEA313442DB6}"/>
                </a:ext>
              </a:extLst>
            </p:cNvPr>
            <p:cNvSpPr/>
            <p:nvPr/>
          </p:nvSpPr>
          <p:spPr>
            <a:xfrm rot="5400000">
              <a:off x="3150161" y="1173775"/>
              <a:ext cx="1097280" cy="1097280"/>
            </a:xfrm>
            <a:prstGeom prst="homePlate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903BD548-B2C1-A7CB-FDA8-9436A7D00A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98759">
            <a:off x="2800450" y="1173411"/>
            <a:ext cx="231012" cy="428625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FDAF249A-18AA-115C-FD3B-DF3D63C26214}"/>
              </a:ext>
            </a:extLst>
          </p:cNvPr>
          <p:cNvGrpSpPr/>
          <p:nvPr/>
        </p:nvGrpSpPr>
        <p:grpSpPr>
          <a:xfrm>
            <a:off x="5354914" y="701923"/>
            <a:ext cx="1371600" cy="1371600"/>
            <a:chOff x="1298501" y="962272"/>
            <a:chExt cx="1371600" cy="137160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2F14B6D-2F91-4A7B-E71A-5246A34CBE5E}"/>
                </a:ext>
              </a:extLst>
            </p:cNvPr>
            <p:cNvSpPr/>
            <p:nvPr/>
          </p:nvSpPr>
          <p:spPr>
            <a:xfrm>
              <a:off x="1298501" y="962272"/>
              <a:ext cx="1371600" cy="13716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Arrow: Pentagon 34">
              <a:extLst>
                <a:ext uri="{FF2B5EF4-FFF2-40B4-BE49-F238E27FC236}">
                  <a16:creationId xmlns:a16="http://schemas.microsoft.com/office/drawing/2014/main" id="{B9F09BAA-0710-5E8A-64E9-933B0D3E7A3C}"/>
                </a:ext>
              </a:extLst>
            </p:cNvPr>
            <p:cNvSpPr/>
            <p:nvPr/>
          </p:nvSpPr>
          <p:spPr>
            <a:xfrm rot="5400000">
              <a:off x="1435661" y="1173775"/>
              <a:ext cx="1097280" cy="1097280"/>
            </a:xfrm>
            <a:prstGeom prst="homePlate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E65C3A8-3CB1-1AE3-D0AA-7ED30DEDA40C}"/>
              </a:ext>
            </a:extLst>
          </p:cNvPr>
          <p:cNvGrpSpPr/>
          <p:nvPr/>
        </p:nvGrpSpPr>
        <p:grpSpPr>
          <a:xfrm>
            <a:off x="7060096" y="701923"/>
            <a:ext cx="1371600" cy="1371600"/>
            <a:chOff x="1298501" y="962272"/>
            <a:chExt cx="1371600" cy="137160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E5D60E82-E844-1E8C-BE17-51A211B92440}"/>
                </a:ext>
              </a:extLst>
            </p:cNvPr>
            <p:cNvSpPr/>
            <p:nvPr/>
          </p:nvSpPr>
          <p:spPr>
            <a:xfrm>
              <a:off x="1298501" y="962272"/>
              <a:ext cx="1371600" cy="13716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Arrow: Pentagon 46">
              <a:extLst>
                <a:ext uri="{FF2B5EF4-FFF2-40B4-BE49-F238E27FC236}">
                  <a16:creationId xmlns:a16="http://schemas.microsoft.com/office/drawing/2014/main" id="{7344CDBF-182D-6C97-DCEE-D03CC98991CE}"/>
                </a:ext>
              </a:extLst>
            </p:cNvPr>
            <p:cNvSpPr/>
            <p:nvPr/>
          </p:nvSpPr>
          <p:spPr>
            <a:xfrm rot="5400000">
              <a:off x="1435661" y="1173775"/>
              <a:ext cx="1097280" cy="1097280"/>
            </a:xfrm>
            <a:prstGeom prst="homePlate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6633402F-79B7-4442-053A-B5D9C78B0DA3}"/>
              </a:ext>
            </a:extLst>
          </p:cNvPr>
          <p:cNvGrpSpPr/>
          <p:nvPr/>
        </p:nvGrpSpPr>
        <p:grpSpPr>
          <a:xfrm rot="12732701">
            <a:off x="7945096" y="1196688"/>
            <a:ext cx="224894" cy="458529"/>
            <a:chOff x="1671579" y="3879426"/>
            <a:chExt cx="609600" cy="896782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2EDF5F3D-64D6-D38E-F4D9-44B3C123F85E}"/>
                </a:ext>
              </a:extLst>
            </p:cNvPr>
            <p:cNvSpPr/>
            <p:nvPr/>
          </p:nvSpPr>
          <p:spPr>
            <a:xfrm rot="2311362">
              <a:off x="1817486" y="3879426"/>
              <a:ext cx="132212" cy="311436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AEAC6479-5E86-B9EB-2051-390528B4CD74}"/>
                </a:ext>
              </a:extLst>
            </p:cNvPr>
            <p:cNvSpPr/>
            <p:nvPr/>
          </p:nvSpPr>
          <p:spPr>
            <a:xfrm rot="19763709">
              <a:off x="1792679" y="4464272"/>
              <a:ext cx="126736" cy="311936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Arrow: Right 50">
              <a:extLst>
                <a:ext uri="{FF2B5EF4-FFF2-40B4-BE49-F238E27FC236}">
                  <a16:creationId xmlns:a16="http://schemas.microsoft.com/office/drawing/2014/main" id="{E9CA0DC2-51A9-3A96-380C-45E9AF44045C}"/>
                </a:ext>
              </a:extLst>
            </p:cNvPr>
            <p:cNvSpPr/>
            <p:nvPr/>
          </p:nvSpPr>
          <p:spPr>
            <a:xfrm rot="10800000">
              <a:off x="1671579" y="4268791"/>
              <a:ext cx="609600" cy="114300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C612C13-E65A-1BF4-220A-B95B7C8B432C}"/>
              </a:ext>
            </a:extLst>
          </p:cNvPr>
          <p:cNvGrpSpPr/>
          <p:nvPr/>
        </p:nvGrpSpPr>
        <p:grpSpPr>
          <a:xfrm>
            <a:off x="8624771" y="708988"/>
            <a:ext cx="1371600" cy="1371600"/>
            <a:chOff x="1298501" y="962272"/>
            <a:chExt cx="1371600" cy="1371600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796982E5-EB41-00A9-D855-5B0D30694852}"/>
                </a:ext>
              </a:extLst>
            </p:cNvPr>
            <p:cNvSpPr/>
            <p:nvPr/>
          </p:nvSpPr>
          <p:spPr>
            <a:xfrm>
              <a:off x="1298501" y="962272"/>
              <a:ext cx="1371600" cy="13716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Arrow: Pentagon 59">
              <a:extLst>
                <a:ext uri="{FF2B5EF4-FFF2-40B4-BE49-F238E27FC236}">
                  <a16:creationId xmlns:a16="http://schemas.microsoft.com/office/drawing/2014/main" id="{E064532C-DB0E-1696-3F53-8781A0E3FC4C}"/>
                </a:ext>
              </a:extLst>
            </p:cNvPr>
            <p:cNvSpPr/>
            <p:nvPr/>
          </p:nvSpPr>
          <p:spPr>
            <a:xfrm rot="5400000">
              <a:off x="1435661" y="1173775"/>
              <a:ext cx="1097280" cy="1097280"/>
            </a:xfrm>
            <a:prstGeom prst="homePlate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B4428A0E-4B93-43FF-D439-CC200BCB3A62}"/>
              </a:ext>
            </a:extLst>
          </p:cNvPr>
          <p:cNvGrpSpPr/>
          <p:nvPr/>
        </p:nvGrpSpPr>
        <p:grpSpPr>
          <a:xfrm>
            <a:off x="8903003" y="1044270"/>
            <a:ext cx="838600" cy="496432"/>
            <a:chOff x="2784071" y="2614136"/>
            <a:chExt cx="1814967" cy="1074420"/>
          </a:xfrm>
        </p:grpSpPr>
        <p:pic>
          <p:nvPicPr>
            <p:cNvPr id="68" name="Picture 10" descr="✓ flamethrower free vector eps, cdr, ai, svg vector illustration graphic art">
              <a:extLst>
                <a:ext uri="{FF2B5EF4-FFF2-40B4-BE49-F238E27FC236}">
                  <a16:creationId xmlns:a16="http://schemas.microsoft.com/office/drawing/2014/main" id="{1D89A136-7947-5EA4-087B-525EA56A153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258" b="25887"/>
            <a:stretch/>
          </p:blipFill>
          <p:spPr bwMode="auto">
            <a:xfrm>
              <a:off x="3868733" y="2888016"/>
              <a:ext cx="730305" cy="3733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9" name="Flowchart: Terminator 68">
              <a:extLst>
                <a:ext uri="{FF2B5EF4-FFF2-40B4-BE49-F238E27FC236}">
                  <a16:creationId xmlns:a16="http://schemas.microsoft.com/office/drawing/2014/main" id="{ABF2E6AA-9031-8190-E4B3-84021C802E9D}"/>
                </a:ext>
              </a:extLst>
            </p:cNvPr>
            <p:cNvSpPr/>
            <p:nvPr/>
          </p:nvSpPr>
          <p:spPr>
            <a:xfrm rot="5400000">
              <a:off x="2507294" y="2890913"/>
              <a:ext cx="1074420" cy="520865"/>
            </a:xfrm>
            <a:prstGeom prst="flowChartTerminator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59F74F4-D5AC-CFE2-9635-72335E3AB0E5}"/>
                </a:ext>
              </a:extLst>
            </p:cNvPr>
            <p:cNvSpPr/>
            <p:nvPr/>
          </p:nvSpPr>
          <p:spPr>
            <a:xfrm>
              <a:off x="3154994" y="3074688"/>
              <a:ext cx="662626" cy="396240"/>
            </a:xfrm>
            <a:custGeom>
              <a:avLst/>
              <a:gdLst>
                <a:gd name="connsiteX0" fmla="*/ 0 w 853440"/>
                <a:gd name="connsiteY0" fmla="*/ 83820 h 396240"/>
                <a:gd name="connsiteX1" fmla="*/ 38100 w 853440"/>
                <a:gd name="connsiteY1" fmla="*/ 76200 h 396240"/>
                <a:gd name="connsiteX2" fmla="*/ 68580 w 853440"/>
                <a:gd name="connsiteY2" fmla="*/ 68580 h 396240"/>
                <a:gd name="connsiteX3" fmla="*/ 167640 w 853440"/>
                <a:gd name="connsiteY3" fmla="*/ 76200 h 396240"/>
                <a:gd name="connsiteX4" fmla="*/ 190500 w 853440"/>
                <a:gd name="connsiteY4" fmla="*/ 99060 h 396240"/>
                <a:gd name="connsiteX5" fmla="*/ 205740 w 853440"/>
                <a:gd name="connsiteY5" fmla="*/ 121920 h 396240"/>
                <a:gd name="connsiteX6" fmla="*/ 243840 w 853440"/>
                <a:gd name="connsiteY6" fmla="*/ 175260 h 396240"/>
                <a:gd name="connsiteX7" fmla="*/ 251460 w 853440"/>
                <a:gd name="connsiteY7" fmla="*/ 213360 h 396240"/>
                <a:gd name="connsiteX8" fmla="*/ 259080 w 853440"/>
                <a:gd name="connsiteY8" fmla="*/ 236220 h 396240"/>
                <a:gd name="connsiteX9" fmla="*/ 274320 w 853440"/>
                <a:gd name="connsiteY9" fmla="*/ 320040 h 396240"/>
                <a:gd name="connsiteX10" fmla="*/ 304800 w 853440"/>
                <a:gd name="connsiteY10" fmla="*/ 365760 h 396240"/>
                <a:gd name="connsiteX11" fmla="*/ 358140 w 853440"/>
                <a:gd name="connsiteY11" fmla="*/ 396240 h 396240"/>
                <a:gd name="connsiteX12" fmla="*/ 449580 w 853440"/>
                <a:gd name="connsiteY12" fmla="*/ 381000 h 396240"/>
                <a:gd name="connsiteX13" fmla="*/ 464820 w 853440"/>
                <a:gd name="connsiteY13" fmla="*/ 342900 h 396240"/>
                <a:gd name="connsiteX14" fmla="*/ 495300 w 853440"/>
                <a:gd name="connsiteY14" fmla="*/ 304800 h 396240"/>
                <a:gd name="connsiteX15" fmla="*/ 502920 w 853440"/>
                <a:gd name="connsiteY15" fmla="*/ 274320 h 396240"/>
                <a:gd name="connsiteX16" fmla="*/ 510540 w 853440"/>
                <a:gd name="connsiteY16" fmla="*/ 251460 h 396240"/>
                <a:gd name="connsiteX17" fmla="*/ 518160 w 853440"/>
                <a:gd name="connsiteY17" fmla="*/ 213360 h 396240"/>
                <a:gd name="connsiteX18" fmla="*/ 525780 w 853440"/>
                <a:gd name="connsiteY18" fmla="*/ 182880 h 396240"/>
                <a:gd name="connsiteX19" fmla="*/ 541020 w 853440"/>
                <a:gd name="connsiteY19" fmla="*/ 91440 h 396240"/>
                <a:gd name="connsiteX20" fmla="*/ 563880 w 853440"/>
                <a:gd name="connsiteY20" fmla="*/ 38100 h 396240"/>
                <a:gd name="connsiteX21" fmla="*/ 579120 w 853440"/>
                <a:gd name="connsiteY21" fmla="*/ 15240 h 396240"/>
                <a:gd name="connsiteX22" fmla="*/ 609600 w 853440"/>
                <a:gd name="connsiteY22" fmla="*/ 7620 h 396240"/>
                <a:gd name="connsiteX23" fmla="*/ 716280 w 853440"/>
                <a:gd name="connsiteY23" fmla="*/ 0 h 396240"/>
                <a:gd name="connsiteX24" fmla="*/ 853440 w 853440"/>
                <a:gd name="connsiteY24" fmla="*/ 7620 h 396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853440" h="396240">
                  <a:moveTo>
                    <a:pt x="0" y="83820"/>
                  </a:moveTo>
                  <a:cubicBezTo>
                    <a:pt x="12700" y="81280"/>
                    <a:pt x="25457" y="79010"/>
                    <a:pt x="38100" y="76200"/>
                  </a:cubicBezTo>
                  <a:cubicBezTo>
                    <a:pt x="48323" y="73928"/>
                    <a:pt x="58107" y="68580"/>
                    <a:pt x="68580" y="68580"/>
                  </a:cubicBezTo>
                  <a:cubicBezTo>
                    <a:pt x="101698" y="68580"/>
                    <a:pt x="134620" y="73660"/>
                    <a:pt x="167640" y="76200"/>
                  </a:cubicBezTo>
                  <a:cubicBezTo>
                    <a:pt x="175260" y="83820"/>
                    <a:pt x="183601" y="90781"/>
                    <a:pt x="190500" y="99060"/>
                  </a:cubicBezTo>
                  <a:cubicBezTo>
                    <a:pt x="196363" y="106095"/>
                    <a:pt x="200417" y="114468"/>
                    <a:pt x="205740" y="121920"/>
                  </a:cubicBezTo>
                  <a:cubicBezTo>
                    <a:pt x="252998" y="188081"/>
                    <a:pt x="207924" y="121386"/>
                    <a:pt x="243840" y="175260"/>
                  </a:cubicBezTo>
                  <a:cubicBezTo>
                    <a:pt x="246380" y="187960"/>
                    <a:pt x="248319" y="200795"/>
                    <a:pt x="251460" y="213360"/>
                  </a:cubicBezTo>
                  <a:cubicBezTo>
                    <a:pt x="253408" y="221152"/>
                    <a:pt x="257505" y="228344"/>
                    <a:pt x="259080" y="236220"/>
                  </a:cubicBezTo>
                  <a:cubicBezTo>
                    <a:pt x="260556" y="243600"/>
                    <a:pt x="266790" y="304980"/>
                    <a:pt x="274320" y="320040"/>
                  </a:cubicBezTo>
                  <a:cubicBezTo>
                    <a:pt x="282511" y="336423"/>
                    <a:pt x="289560" y="355600"/>
                    <a:pt x="304800" y="365760"/>
                  </a:cubicBezTo>
                  <a:cubicBezTo>
                    <a:pt x="337111" y="387301"/>
                    <a:pt x="319469" y="376904"/>
                    <a:pt x="358140" y="396240"/>
                  </a:cubicBezTo>
                  <a:cubicBezTo>
                    <a:pt x="388620" y="391160"/>
                    <a:pt x="421942" y="394819"/>
                    <a:pt x="449580" y="381000"/>
                  </a:cubicBezTo>
                  <a:cubicBezTo>
                    <a:pt x="461814" y="374883"/>
                    <a:pt x="457783" y="354629"/>
                    <a:pt x="464820" y="342900"/>
                  </a:cubicBezTo>
                  <a:cubicBezTo>
                    <a:pt x="473188" y="328954"/>
                    <a:pt x="485140" y="317500"/>
                    <a:pt x="495300" y="304800"/>
                  </a:cubicBezTo>
                  <a:cubicBezTo>
                    <a:pt x="497840" y="294640"/>
                    <a:pt x="500043" y="284390"/>
                    <a:pt x="502920" y="274320"/>
                  </a:cubicBezTo>
                  <a:cubicBezTo>
                    <a:pt x="505127" y="266597"/>
                    <a:pt x="508592" y="259252"/>
                    <a:pt x="510540" y="251460"/>
                  </a:cubicBezTo>
                  <a:cubicBezTo>
                    <a:pt x="513681" y="238895"/>
                    <a:pt x="515350" y="226003"/>
                    <a:pt x="518160" y="213360"/>
                  </a:cubicBezTo>
                  <a:cubicBezTo>
                    <a:pt x="520432" y="203137"/>
                    <a:pt x="524058" y="193210"/>
                    <a:pt x="525780" y="182880"/>
                  </a:cubicBezTo>
                  <a:cubicBezTo>
                    <a:pt x="536912" y="116089"/>
                    <a:pt x="527302" y="139454"/>
                    <a:pt x="541020" y="91440"/>
                  </a:cubicBezTo>
                  <a:cubicBezTo>
                    <a:pt x="547126" y="70068"/>
                    <a:pt x="552269" y="58420"/>
                    <a:pt x="563880" y="38100"/>
                  </a:cubicBezTo>
                  <a:cubicBezTo>
                    <a:pt x="568424" y="30149"/>
                    <a:pt x="571500" y="20320"/>
                    <a:pt x="579120" y="15240"/>
                  </a:cubicBezTo>
                  <a:cubicBezTo>
                    <a:pt x="587834" y="9431"/>
                    <a:pt x="599191" y="8777"/>
                    <a:pt x="609600" y="7620"/>
                  </a:cubicBezTo>
                  <a:cubicBezTo>
                    <a:pt x="645033" y="3683"/>
                    <a:pt x="680720" y="2540"/>
                    <a:pt x="716280" y="0"/>
                  </a:cubicBezTo>
                  <a:cubicBezTo>
                    <a:pt x="843270" y="7937"/>
                    <a:pt x="797481" y="7620"/>
                    <a:pt x="853440" y="7620"/>
                  </a:cubicBezTo>
                </a:path>
              </a:pathLst>
            </a:cu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33D06A7-D4AC-60EB-EDEC-0B4ED6A9309B}"/>
              </a:ext>
            </a:extLst>
          </p:cNvPr>
          <p:cNvGrpSpPr/>
          <p:nvPr/>
        </p:nvGrpSpPr>
        <p:grpSpPr>
          <a:xfrm>
            <a:off x="288851" y="2344428"/>
            <a:ext cx="1371600" cy="1371600"/>
            <a:chOff x="1298501" y="962272"/>
            <a:chExt cx="1371600" cy="1371600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911B4380-93C9-FD85-43DC-55B66DD8B93D}"/>
                </a:ext>
              </a:extLst>
            </p:cNvPr>
            <p:cNvSpPr/>
            <p:nvPr/>
          </p:nvSpPr>
          <p:spPr>
            <a:xfrm>
              <a:off x="1298501" y="962272"/>
              <a:ext cx="1371600" cy="13716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Arrow: Pentagon 55">
              <a:extLst>
                <a:ext uri="{FF2B5EF4-FFF2-40B4-BE49-F238E27FC236}">
                  <a16:creationId xmlns:a16="http://schemas.microsoft.com/office/drawing/2014/main" id="{69494819-3406-2A4D-EF83-56A8776C2B3E}"/>
                </a:ext>
              </a:extLst>
            </p:cNvPr>
            <p:cNvSpPr/>
            <p:nvPr/>
          </p:nvSpPr>
          <p:spPr>
            <a:xfrm rot="5400000">
              <a:off x="1435661" y="1173775"/>
              <a:ext cx="1097280" cy="1097280"/>
            </a:xfrm>
            <a:prstGeom prst="homePlate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5C833C10-7674-EC40-E33F-75ED425961A7}"/>
              </a:ext>
            </a:extLst>
          </p:cNvPr>
          <p:cNvGrpSpPr/>
          <p:nvPr/>
        </p:nvGrpSpPr>
        <p:grpSpPr>
          <a:xfrm>
            <a:off x="1932508" y="2363708"/>
            <a:ext cx="1371600" cy="1371600"/>
            <a:chOff x="1298501" y="962272"/>
            <a:chExt cx="1371600" cy="1371600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57824BFD-C83B-465F-5BD4-21990C4F9864}"/>
                </a:ext>
              </a:extLst>
            </p:cNvPr>
            <p:cNvSpPr/>
            <p:nvPr/>
          </p:nvSpPr>
          <p:spPr>
            <a:xfrm>
              <a:off x="1298501" y="962272"/>
              <a:ext cx="1371600" cy="13716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Arrow: Pentagon 72">
              <a:extLst>
                <a:ext uri="{FF2B5EF4-FFF2-40B4-BE49-F238E27FC236}">
                  <a16:creationId xmlns:a16="http://schemas.microsoft.com/office/drawing/2014/main" id="{A56DDCC6-1985-DCA7-5075-AFA1EB6F18BF}"/>
                </a:ext>
              </a:extLst>
            </p:cNvPr>
            <p:cNvSpPr/>
            <p:nvPr/>
          </p:nvSpPr>
          <p:spPr>
            <a:xfrm rot="5400000">
              <a:off x="1435661" y="1173775"/>
              <a:ext cx="1097280" cy="1097280"/>
            </a:xfrm>
            <a:prstGeom prst="homePlate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56529C7-BD63-34D3-3DA9-925D7CEBE411}"/>
              </a:ext>
            </a:extLst>
          </p:cNvPr>
          <p:cNvGrpSpPr/>
          <p:nvPr/>
        </p:nvGrpSpPr>
        <p:grpSpPr>
          <a:xfrm>
            <a:off x="2237121" y="2668316"/>
            <a:ext cx="734679" cy="570741"/>
            <a:chOff x="3963164" y="2835484"/>
            <a:chExt cx="2853844" cy="2217028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93856F5-3634-C9B5-EFC9-73AF4776B617}"/>
                </a:ext>
              </a:extLst>
            </p:cNvPr>
            <p:cNvSpPr/>
            <p:nvPr/>
          </p:nvSpPr>
          <p:spPr>
            <a:xfrm rot="1055718">
              <a:off x="4582285" y="3162023"/>
              <a:ext cx="413132" cy="243036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989FCA92-CE59-D6FE-B73D-256A70B76678}"/>
                </a:ext>
              </a:extLst>
            </p:cNvPr>
            <p:cNvSpPr/>
            <p:nvPr/>
          </p:nvSpPr>
          <p:spPr>
            <a:xfrm rot="1055718">
              <a:off x="4694332" y="2835484"/>
              <a:ext cx="413132" cy="243036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B764B709-9FD7-CA85-FAEB-FB0F2901AE6C}"/>
                </a:ext>
              </a:extLst>
            </p:cNvPr>
            <p:cNvSpPr/>
            <p:nvPr/>
          </p:nvSpPr>
          <p:spPr>
            <a:xfrm>
              <a:off x="4850425" y="3961029"/>
              <a:ext cx="1283298" cy="26279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0241D24A-3F02-F2F0-8C03-88E8C08B6213}"/>
                </a:ext>
              </a:extLst>
            </p:cNvPr>
            <p:cNvSpPr/>
            <p:nvPr/>
          </p:nvSpPr>
          <p:spPr>
            <a:xfrm rot="18924703">
              <a:off x="3963164" y="4335004"/>
              <a:ext cx="1158941" cy="26279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BE2152AA-3C94-76A3-D1D4-0A39BA49CFD9}"/>
                </a:ext>
              </a:extLst>
            </p:cNvPr>
            <p:cNvSpPr/>
            <p:nvPr/>
          </p:nvSpPr>
          <p:spPr>
            <a:xfrm rot="1008643">
              <a:off x="4826487" y="2983559"/>
              <a:ext cx="1636099" cy="767974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90CC5102-166D-958B-3C66-EA701819A973}"/>
                </a:ext>
              </a:extLst>
            </p:cNvPr>
            <p:cNvSpPr/>
            <p:nvPr/>
          </p:nvSpPr>
          <p:spPr>
            <a:xfrm>
              <a:off x="5140729" y="3463205"/>
              <a:ext cx="732429" cy="732429"/>
            </a:xfrm>
            <a:prstGeom prst="ellipse">
              <a:avLst/>
            </a:prstGeom>
            <a:ln w="762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EF419E0D-92BA-AD7A-9BA6-3399A8AC2850}"/>
                </a:ext>
              </a:extLst>
            </p:cNvPr>
            <p:cNvSpPr/>
            <p:nvPr/>
          </p:nvSpPr>
          <p:spPr>
            <a:xfrm rot="13813249">
              <a:off x="5832989" y="4327545"/>
              <a:ext cx="1076987" cy="26279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BE870F70-6BBF-80AD-B268-2E0CDBB43CF7}"/>
                </a:ext>
              </a:extLst>
            </p:cNvPr>
            <p:cNvSpPr/>
            <p:nvPr/>
          </p:nvSpPr>
          <p:spPr>
            <a:xfrm>
              <a:off x="4030141" y="4789719"/>
              <a:ext cx="2786867" cy="26279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727AC77B-4A30-9B61-0967-0BF92910858A}"/>
                </a:ext>
              </a:extLst>
            </p:cNvPr>
            <p:cNvSpPr/>
            <p:nvPr/>
          </p:nvSpPr>
          <p:spPr>
            <a:xfrm>
              <a:off x="4404383" y="4493559"/>
              <a:ext cx="2134298" cy="424191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F9A3566D-1629-2C22-9E43-0F4DE705AC25}"/>
              </a:ext>
            </a:extLst>
          </p:cNvPr>
          <p:cNvGrpSpPr/>
          <p:nvPr/>
        </p:nvGrpSpPr>
        <p:grpSpPr>
          <a:xfrm>
            <a:off x="7301804" y="2323847"/>
            <a:ext cx="1371600" cy="1371600"/>
            <a:chOff x="1298501" y="962272"/>
            <a:chExt cx="1371600" cy="1371600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F7B07215-B73E-02D4-A645-099D9383BC28}"/>
                </a:ext>
              </a:extLst>
            </p:cNvPr>
            <p:cNvSpPr/>
            <p:nvPr/>
          </p:nvSpPr>
          <p:spPr>
            <a:xfrm>
              <a:off x="1298501" y="962272"/>
              <a:ext cx="1371600" cy="13716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Arrow: Pentagon 75">
              <a:extLst>
                <a:ext uri="{FF2B5EF4-FFF2-40B4-BE49-F238E27FC236}">
                  <a16:creationId xmlns:a16="http://schemas.microsoft.com/office/drawing/2014/main" id="{48E48966-DF97-9227-4540-4F04F4074879}"/>
                </a:ext>
              </a:extLst>
            </p:cNvPr>
            <p:cNvSpPr/>
            <p:nvPr/>
          </p:nvSpPr>
          <p:spPr>
            <a:xfrm rot="5400000">
              <a:off x="1435661" y="1173775"/>
              <a:ext cx="1097280" cy="1097280"/>
            </a:xfrm>
            <a:prstGeom prst="homePlate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97874424-F3E6-4DD5-644D-6A01163CAF52}"/>
              </a:ext>
            </a:extLst>
          </p:cNvPr>
          <p:cNvGrpSpPr/>
          <p:nvPr/>
        </p:nvGrpSpPr>
        <p:grpSpPr>
          <a:xfrm>
            <a:off x="5501888" y="2334539"/>
            <a:ext cx="1371600" cy="1371600"/>
            <a:chOff x="1298501" y="962272"/>
            <a:chExt cx="1371600" cy="1371600"/>
          </a:xfrm>
        </p:grpSpPr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E9E670AD-237F-00A5-D034-00E0CBA91388}"/>
                </a:ext>
              </a:extLst>
            </p:cNvPr>
            <p:cNvSpPr/>
            <p:nvPr/>
          </p:nvSpPr>
          <p:spPr>
            <a:xfrm>
              <a:off x="1298501" y="962272"/>
              <a:ext cx="1371600" cy="13716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Arrow: Pentagon 92">
              <a:extLst>
                <a:ext uri="{FF2B5EF4-FFF2-40B4-BE49-F238E27FC236}">
                  <a16:creationId xmlns:a16="http://schemas.microsoft.com/office/drawing/2014/main" id="{FC3CA9B0-AA90-F9B7-5756-C7C7B51501CD}"/>
                </a:ext>
              </a:extLst>
            </p:cNvPr>
            <p:cNvSpPr/>
            <p:nvPr/>
          </p:nvSpPr>
          <p:spPr>
            <a:xfrm rot="5400000">
              <a:off x="1435661" y="1173775"/>
              <a:ext cx="1097280" cy="1097280"/>
            </a:xfrm>
            <a:prstGeom prst="homePlate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6E9F2E9-D176-EC59-49A2-1538F5F15087}"/>
              </a:ext>
            </a:extLst>
          </p:cNvPr>
          <p:cNvGrpSpPr/>
          <p:nvPr/>
        </p:nvGrpSpPr>
        <p:grpSpPr>
          <a:xfrm>
            <a:off x="5810450" y="2626955"/>
            <a:ext cx="751454" cy="786767"/>
            <a:chOff x="6040716" y="3618841"/>
            <a:chExt cx="1681241" cy="1760247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5525506-5C41-530A-5072-901820A1DEF0}"/>
                </a:ext>
              </a:extLst>
            </p:cNvPr>
            <p:cNvSpPr/>
            <p:nvPr/>
          </p:nvSpPr>
          <p:spPr>
            <a:xfrm>
              <a:off x="6691796" y="3969386"/>
              <a:ext cx="368300" cy="901064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80277AF4-3680-D9B9-BADA-5CC148DA7968}"/>
                </a:ext>
              </a:extLst>
            </p:cNvPr>
            <p:cNvSpPr/>
            <p:nvPr/>
          </p:nvSpPr>
          <p:spPr>
            <a:xfrm rot="16200000">
              <a:off x="6076644" y="4078872"/>
              <a:ext cx="578486" cy="650341"/>
            </a:xfrm>
            <a:prstGeom prst="triangle">
              <a:avLst>
                <a:gd name="adj" fmla="val 15971"/>
              </a:avLst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Isosceles Triangle 97">
              <a:extLst>
                <a:ext uri="{FF2B5EF4-FFF2-40B4-BE49-F238E27FC236}">
                  <a16:creationId xmlns:a16="http://schemas.microsoft.com/office/drawing/2014/main" id="{6B74FBF8-5F3F-D00B-02FB-D02A6D39DF76}"/>
                </a:ext>
              </a:extLst>
            </p:cNvPr>
            <p:cNvSpPr/>
            <p:nvPr/>
          </p:nvSpPr>
          <p:spPr>
            <a:xfrm rot="5400000">
              <a:off x="7107544" y="4078873"/>
              <a:ext cx="578486" cy="650341"/>
            </a:xfrm>
            <a:prstGeom prst="triangle">
              <a:avLst>
                <a:gd name="adj" fmla="val 81833"/>
              </a:avLst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488B5BD-8800-7897-DBB6-84A0FA96CE19}"/>
                </a:ext>
              </a:extLst>
            </p:cNvPr>
            <p:cNvSpPr/>
            <p:nvPr/>
          </p:nvSpPr>
          <p:spPr>
            <a:xfrm flipH="1">
              <a:off x="6365887" y="4066398"/>
              <a:ext cx="158750" cy="529876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E9D26BB4-E9FB-0949-0C9D-19EA25DBA09F}"/>
                </a:ext>
              </a:extLst>
            </p:cNvPr>
            <p:cNvSpPr/>
            <p:nvPr/>
          </p:nvSpPr>
          <p:spPr>
            <a:xfrm flipH="1">
              <a:off x="7242441" y="4066398"/>
              <a:ext cx="158750" cy="529876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Isosceles Triangle 99">
              <a:extLst>
                <a:ext uri="{FF2B5EF4-FFF2-40B4-BE49-F238E27FC236}">
                  <a16:creationId xmlns:a16="http://schemas.microsoft.com/office/drawing/2014/main" id="{E602DA07-1A8B-C8C6-DF73-FCC30F0C53E6}"/>
                </a:ext>
              </a:extLst>
            </p:cNvPr>
            <p:cNvSpPr/>
            <p:nvPr/>
          </p:nvSpPr>
          <p:spPr>
            <a:xfrm rot="16200000">
              <a:off x="6358657" y="4692435"/>
              <a:ext cx="305395" cy="343329"/>
            </a:xfrm>
            <a:prstGeom prst="triangle">
              <a:avLst>
                <a:gd name="adj" fmla="val 15971"/>
              </a:avLst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Isosceles Triangle 100">
              <a:extLst>
                <a:ext uri="{FF2B5EF4-FFF2-40B4-BE49-F238E27FC236}">
                  <a16:creationId xmlns:a16="http://schemas.microsoft.com/office/drawing/2014/main" id="{BF08896D-4EFB-F816-2889-693D6E218FAC}"/>
                </a:ext>
              </a:extLst>
            </p:cNvPr>
            <p:cNvSpPr/>
            <p:nvPr/>
          </p:nvSpPr>
          <p:spPr>
            <a:xfrm rot="5400000">
              <a:off x="7091281" y="4684621"/>
              <a:ext cx="305395" cy="343329"/>
            </a:xfrm>
            <a:prstGeom prst="triangle">
              <a:avLst>
                <a:gd name="adj" fmla="val 81833"/>
              </a:avLst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9011F1F-FCF6-906D-5334-E5E66D22E708}"/>
                </a:ext>
              </a:extLst>
            </p:cNvPr>
            <p:cNvSpPr/>
            <p:nvPr/>
          </p:nvSpPr>
          <p:spPr>
            <a:xfrm>
              <a:off x="6706982" y="3618841"/>
              <a:ext cx="343752" cy="662989"/>
            </a:xfrm>
            <a:prstGeom prst="ellipse">
              <a:avLst/>
            </a:prstGeom>
            <a:noFill/>
            <a:ln w="2857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2" name="Picture 10" descr="✓ flamethrower free vector eps, cdr, ai, svg vector illustration graphic art">
              <a:extLst>
                <a:ext uri="{FF2B5EF4-FFF2-40B4-BE49-F238E27FC236}">
                  <a16:creationId xmlns:a16="http://schemas.microsoft.com/office/drawing/2014/main" id="{D752626A-3CC5-596D-E573-EA101928B42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258" b="25887"/>
            <a:stretch/>
          </p:blipFill>
          <p:spPr bwMode="auto">
            <a:xfrm rot="5400000">
              <a:off x="6531665" y="5045074"/>
              <a:ext cx="495527" cy="1725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" name="Picture 10" descr="✓ flamethrower free vector eps, cdr, ai, svg vector illustration graphic art">
              <a:extLst>
                <a:ext uri="{FF2B5EF4-FFF2-40B4-BE49-F238E27FC236}">
                  <a16:creationId xmlns:a16="http://schemas.microsoft.com/office/drawing/2014/main" id="{882F9DF4-E223-21A7-2710-72DE3207A70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258" b="25887"/>
            <a:stretch/>
          </p:blipFill>
          <p:spPr bwMode="auto">
            <a:xfrm rot="5400000">
              <a:off x="6741219" y="5048691"/>
              <a:ext cx="488292" cy="1725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91A5DB47-B0C0-C137-8EDF-52CD29954C6E}"/>
              </a:ext>
            </a:extLst>
          </p:cNvPr>
          <p:cNvGrpSpPr/>
          <p:nvPr/>
        </p:nvGrpSpPr>
        <p:grpSpPr>
          <a:xfrm>
            <a:off x="7681460" y="2581361"/>
            <a:ext cx="593235" cy="821087"/>
            <a:chOff x="6193586" y="3746905"/>
            <a:chExt cx="921277" cy="1275123"/>
          </a:xfrm>
        </p:grpSpPr>
        <p:sp>
          <p:nvSpPr>
            <p:cNvPr id="32" name="Rectangle: Single Corner Snipped 31">
              <a:extLst>
                <a:ext uri="{FF2B5EF4-FFF2-40B4-BE49-F238E27FC236}">
                  <a16:creationId xmlns:a16="http://schemas.microsoft.com/office/drawing/2014/main" id="{68F8EF67-2FF2-6C5F-590D-C40FC9D392F1}"/>
                </a:ext>
              </a:extLst>
            </p:cNvPr>
            <p:cNvSpPr/>
            <p:nvPr/>
          </p:nvSpPr>
          <p:spPr>
            <a:xfrm>
              <a:off x="6538681" y="3755636"/>
              <a:ext cx="260394" cy="316864"/>
            </a:xfrm>
            <a:prstGeom prst="snip1Rect">
              <a:avLst>
                <a:gd name="adj" fmla="val 50000"/>
              </a:avLst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B938E3A-C640-C369-FE53-ACDF1EADAF0F}"/>
                </a:ext>
              </a:extLst>
            </p:cNvPr>
            <p:cNvSpPr/>
            <p:nvPr/>
          </p:nvSpPr>
          <p:spPr>
            <a:xfrm>
              <a:off x="6369050" y="3746905"/>
              <a:ext cx="169631" cy="46970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AE9FB670-E5BD-ABCA-7047-992A3E47D045}"/>
                </a:ext>
              </a:extLst>
            </p:cNvPr>
            <p:cNvSpPr/>
            <p:nvPr/>
          </p:nvSpPr>
          <p:spPr>
            <a:xfrm>
              <a:off x="6550706" y="4061528"/>
              <a:ext cx="308882" cy="157461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rapezoid 36">
              <a:extLst>
                <a:ext uri="{FF2B5EF4-FFF2-40B4-BE49-F238E27FC236}">
                  <a16:creationId xmlns:a16="http://schemas.microsoft.com/office/drawing/2014/main" id="{3659F2DB-3F08-7970-9D91-9D2112870EB7}"/>
                </a:ext>
              </a:extLst>
            </p:cNvPr>
            <p:cNvSpPr/>
            <p:nvPr/>
          </p:nvSpPr>
          <p:spPr>
            <a:xfrm rot="10800000">
              <a:off x="6369050" y="4218989"/>
              <a:ext cx="495300" cy="280955"/>
            </a:xfrm>
            <a:prstGeom prst="trapezoid">
              <a:avLst>
                <a:gd name="adj" fmla="val 37024"/>
              </a:avLst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905CB3DC-51B2-CF93-88EF-FC4B8C0F65C7}"/>
                </a:ext>
              </a:extLst>
            </p:cNvPr>
            <p:cNvSpPr/>
            <p:nvPr/>
          </p:nvSpPr>
          <p:spPr>
            <a:xfrm rot="1482887">
              <a:off x="6442180" y="4447886"/>
              <a:ext cx="120602" cy="285132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EA1DFA55-ECEE-49B5-A0F7-0D58B0240288}"/>
                </a:ext>
              </a:extLst>
            </p:cNvPr>
            <p:cNvSpPr/>
            <p:nvPr/>
          </p:nvSpPr>
          <p:spPr>
            <a:xfrm rot="20319735">
              <a:off x="6442337" y="4723422"/>
              <a:ext cx="106636" cy="285132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8C318C26-117D-75C6-61DC-2AFA5A44AD91}"/>
                </a:ext>
              </a:extLst>
            </p:cNvPr>
            <p:cNvSpPr/>
            <p:nvPr/>
          </p:nvSpPr>
          <p:spPr>
            <a:xfrm>
              <a:off x="6355698" y="4623287"/>
              <a:ext cx="188553" cy="188553"/>
            </a:xfrm>
            <a:prstGeom prst="ellipse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BCCB6BEB-F810-A60F-6C6E-40BD15147ACE}"/>
                </a:ext>
              </a:extLst>
            </p:cNvPr>
            <p:cNvSpPr/>
            <p:nvPr/>
          </p:nvSpPr>
          <p:spPr>
            <a:xfrm rot="16200000">
              <a:off x="6540753" y="4856603"/>
              <a:ext cx="45719" cy="285132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AE7DCA41-759E-41B5-DDCF-61ADE87956CD}"/>
                </a:ext>
              </a:extLst>
            </p:cNvPr>
            <p:cNvSpPr/>
            <p:nvPr/>
          </p:nvSpPr>
          <p:spPr>
            <a:xfrm>
              <a:off x="6193586" y="3938199"/>
              <a:ext cx="248139" cy="469703"/>
            </a:xfrm>
            <a:prstGeom prst="rect">
              <a:avLst/>
            </a:prstGeom>
            <a:noFill/>
            <a:ln w="2857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44FE5062-B1BA-8845-0134-8A4AD0D0928D}"/>
                </a:ext>
              </a:extLst>
            </p:cNvPr>
            <p:cNvSpPr/>
            <p:nvPr/>
          </p:nvSpPr>
          <p:spPr>
            <a:xfrm rot="20865084">
              <a:off x="6655914" y="4431120"/>
              <a:ext cx="120602" cy="285132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3A412327-582A-EC61-8644-EE4A73C3C7E2}"/>
                </a:ext>
              </a:extLst>
            </p:cNvPr>
            <p:cNvSpPr/>
            <p:nvPr/>
          </p:nvSpPr>
          <p:spPr>
            <a:xfrm rot="20319735">
              <a:off x="6735351" y="4662179"/>
              <a:ext cx="106636" cy="285132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EE5B81C1-6AE8-6539-31B3-4C20E8E96C9F}"/>
                </a:ext>
              </a:extLst>
            </p:cNvPr>
            <p:cNvSpPr/>
            <p:nvPr/>
          </p:nvSpPr>
          <p:spPr>
            <a:xfrm>
              <a:off x="6648712" y="4562044"/>
              <a:ext cx="188553" cy="188553"/>
            </a:xfrm>
            <a:prstGeom prst="ellipse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F1D2CBE8-AFE5-6710-50E7-B43774CA3304}"/>
                </a:ext>
              </a:extLst>
            </p:cNvPr>
            <p:cNvSpPr/>
            <p:nvPr/>
          </p:nvSpPr>
          <p:spPr>
            <a:xfrm rot="16200000">
              <a:off x="6833767" y="4795360"/>
              <a:ext cx="45719" cy="285132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18E60AFC-9842-8770-9834-EA4E9069D747}"/>
                </a:ext>
              </a:extLst>
            </p:cNvPr>
            <p:cNvSpPr/>
            <p:nvPr/>
          </p:nvSpPr>
          <p:spPr>
            <a:xfrm>
              <a:off x="6469336" y="4368968"/>
              <a:ext cx="188553" cy="188553"/>
            </a:xfrm>
            <a:prstGeom prst="ellipse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FFBBF719-2D2A-060D-BAF2-930DE67E0131}"/>
                </a:ext>
              </a:extLst>
            </p:cNvPr>
            <p:cNvSpPr/>
            <p:nvPr/>
          </p:nvSpPr>
          <p:spPr>
            <a:xfrm rot="16200000">
              <a:off x="6773408" y="3933535"/>
              <a:ext cx="127714" cy="555196"/>
            </a:xfrm>
            <a:prstGeom prst="rect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8F820221-B769-B990-6D16-24BECEB4FDCD}"/>
                </a:ext>
              </a:extLst>
            </p:cNvPr>
            <p:cNvSpPr/>
            <p:nvPr/>
          </p:nvSpPr>
          <p:spPr>
            <a:xfrm>
              <a:off x="6408768" y="4124414"/>
              <a:ext cx="188553" cy="188553"/>
            </a:xfrm>
            <a:prstGeom prst="ellipse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4" name="Picture 113">
            <a:extLst>
              <a:ext uri="{FF2B5EF4-FFF2-40B4-BE49-F238E27FC236}">
                <a16:creationId xmlns:a16="http://schemas.microsoft.com/office/drawing/2014/main" id="{E4F355CD-33EC-FC41-0CF7-E97F02B96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799765">
            <a:off x="3899527" y="1255157"/>
            <a:ext cx="845384" cy="325931"/>
          </a:xfrm>
          <a:prstGeom prst="rect">
            <a:avLst/>
          </a:prstGeom>
        </p:spPr>
      </p:pic>
      <p:grpSp>
        <p:nvGrpSpPr>
          <p:cNvPr id="115" name="Group 114">
            <a:extLst>
              <a:ext uri="{FF2B5EF4-FFF2-40B4-BE49-F238E27FC236}">
                <a16:creationId xmlns:a16="http://schemas.microsoft.com/office/drawing/2014/main" id="{64F7965F-F7AD-BFF3-3071-D96E64CFC2A6}"/>
              </a:ext>
            </a:extLst>
          </p:cNvPr>
          <p:cNvGrpSpPr/>
          <p:nvPr/>
        </p:nvGrpSpPr>
        <p:grpSpPr>
          <a:xfrm>
            <a:off x="3630394" y="698542"/>
            <a:ext cx="1371600" cy="1371600"/>
            <a:chOff x="3013001" y="962272"/>
            <a:chExt cx="1371600" cy="1371600"/>
          </a:xfrm>
        </p:grpSpPr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199B9BB0-4043-AE10-3398-829459DB49EC}"/>
                </a:ext>
              </a:extLst>
            </p:cNvPr>
            <p:cNvSpPr/>
            <p:nvPr/>
          </p:nvSpPr>
          <p:spPr>
            <a:xfrm>
              <a:off x="3013001" y="962272"/>
              <a:ext cx="1371600" cy="13716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Arrow: Pentagon 116">
              <a:extLst>
                <a:ext uri="{FF2B5EF4-FFF2-40B4-BE49-F238E27FC236}">
                  <a16:creationId xmlns:a16="http://schemas.microsoft.com/office/drawing/2014/main" id="{3F7ACEA5-A2BB-9C04-36E6-2739CD532A3D}"/>
                </a:ext>
              </a:extLst>
            </p:cNvPr>
            <p:cNvSpPr/>
            <p:nvPr/>
          </p:nvSpPr>
          <p:spPr>
            <a:xfrm rot="5400000">
              <a:off x="3150161" y="1173775"/>
              <a:ext cx="1097280" cy="1097280"/>
            </a:xfrm>
            <a:prstGeom prst="homePlate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8" name="Picture 117">
            <a:extLst>
              <a:ext uri="{FF2B5EF4-FFF2-40B4-BE49-F238E27FC236}">
                <a16:creationId xmlns:a16="http://schemas.microsoft.com/office/drawing/2014/main" id="{B1BB7B2F-2EE3-AE44-8B48-2F49779669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0019" y="1022872"/>
            <a:ext cx="389965" cy="723550"/>
          </a:xfrm>
          <a:prstGeom prst="rect">
            <a:avLst/>
          </a:prstGeom>
        </p:spPr>
      </p:pic>
      <p:grpSp>
        <p:nvGrpSpPr>
          <p:cNvPr id="119" name="Group 118">
            <a:extLst>
              <a:ext uri="{FF2B5EF4-FFF2-40B4-BE49-F238E27FC236}">
                <a16:creationId xmlns:a16="http://schemas.microsoft.com/office/drawing/2014/main" id="{DF0AD139-7D4F-87A3-84BB-5E81AD338E55}"/>
              </a:ext>
            </a:extLst>
          </p:cNvPr>
          <p:cNvGrpSpPr/>
          <p:nvPr/>
        </p:nvGrpSpPr>
        <p:grpSpPr>
          <a:xfrm>
            <a:off x="9006986" y="2280558"/>
            <a:ext cx="1371600" cy="1371600"/>
            <a:chOff x="1298501" y="962272"/>
            <a:chExt cx="1371600" cy="1371600"/>
          </a:xfrm>
        </p:grpSpPr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3354C89E-1D4E-258A-042E-291229363609}"/>
                </a:ext>
              </a:extLst>
            </p:cNvPr>
            <p:cNvSpPr/>
            <p:nvPr/>
          </p:nvSpPr>
          <p:spPr>
            <a:xfrm>
              <a:off x="1298501" y="962272"/>
              <a:ext cx="1371600" cy="13716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Arrow: Pentagon 120">
              <a:extLst>
                <a:ext uri="{FF2B5EF4-FFF2-40B4-BE49-F238E27FC236}">
                  <a16:creationId xmlns:a16="http://schemas.microsoft.com/office/drawing/2014/main" id="{9F8B5E05-E2FF-7BF7-AC51-C9D399D83DFA}"/>
                </a:ext>
              </a:extLst>
            </p:cNvPr>
            <p:cNvSpPr/>
            <p:nvPr/>
          </p:nvSpPr>
          <p:spPr>
            <a:xfrm rot="5400000">
              <a:off x="1435661" y="1173775"/>
              <a:ext cx="1097280" cy="1097280"/>
            </a:xfrm>
            <a:prstGeom prst="homePlate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52936139-D6CC-8137-9728-15E58A43BC0B}"/>
              </a:ext>
            </a:extLst>
          </p:cNvPr>
          <p:cNvGrpSpPr/>
          <p:nvPr/>
        </p:nvGrpSpPr>
        <p:grpSpPr>
          <a:xfrm>
            <a:off x="9338706" y="2537647"/>
            <a:ext cx="695460" cy="653691"/>
            <a:chOff x="6203315" y="3923025"/>
            <a:chExt cx="969301" cy="911086"/>
          </a:xfrm>
        </p:grpSpPr>
        <p:sp>
          <p:nvSpPr>
            <p:cNvPr id="8" name="Flowchart: Manual Operation 7">
              <a:extLst>
                <a:ext uri="{FF2B5EF4-FFF2-40B4-BE49-F238E27FC236}">
                  <a16:creationId xmlns:a16="http://schemas.microsoft.com/office/drawing/2014/main" id="{A61E8A9C-304C-0A01-ACF5-43B0D1099B06}"/>
                </a:ext>
              </a:extLst>
            </p:cNvPr>
            <p:cNvSpPr/>
            <p:nvPr/>
          </p:nvSpPr>
          <p:spPr>
            <a:xfrm flipV="1">
              <a:off x="6362626" y="4024689"/>
              <a:ext cx="659305" cy="211637"/>
            </a:xfrm>
            <a:prstGeom prst="flowChartManualOperation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F7B5E0D-2701-4BA0-8966-2FA53A6A2DE2}"/>
                </a:ext>
              </a:extLst>
            </p:cNvPr>
            <p:cNvSpPr/>
            <p:nvPr/>
          </p:nvSpPr>
          <p:spPr>
            <a:xfrm>
              <a:off x="6568843" y="4236326"/>
              <a:ext cx="246871" cy="380209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DD7A8A0E-5B2D-B1D8-E0C4-6657920BCD0B}"/>
                </a:ext>
              </a:extLst>
            </p:cNvPr>
            <p:cNvSpPr/>
            <p:nvPr/>
          </p:nvSpPr>
          <p:spPr>
            <a:xfrm>
              <a:off x="6312622" y="4552470"/>
              <a:ext cx="759312" cy="211637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Arrow: Right 17">
              <a:extLst>
                <a:ext uri="{FF2B5EF4-FFF2-40B4-BE49-F238E27FC236}">
                  <a16:creationId xmlns:a16="http://schemas.microsoft.com/office/drawing/2014/main" id="{20B772A0-EE86-FC48-4614-D9411366F41F}"/>
                </a:ext>
              </a:extLst>
            </p:cNvPr>
            <p:cNvSpPr/>
            <p:nvPr/>
          </p:nvSpPr>
          <p:spPr>
            <a:xfrm rot="16200000">
              <a:off x="6070609" y="4570249"/>
              <a:ext cx="396568" cy="131155"/>
            </a:xfrm>
            <a:prstGeom prst="rightArrow">
              <a:avLst>
                <a:gd name="adj1" fmla="val 50000"/>
                <a:gd name="adj2" fmla="val 86364"/>
              </a:avLst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Arrow: Right 143">
              <a:extLst>
                <a:ext uri="{FF2B5EF4-FFF2-40B4-BE49-F238E27FC236}">
                  <a16:creationId xmlns:a16="http://schemas.microsoft.com/office/drawing/2014/main" id="{28D76120-8513-27A5-74E7-FBFE710C0F9C}"/>
                </a:ext>
              </a:extLst>
            </p:cNvPr>
            <p:cNvSpPr/>
            <p:nvPr/>
          </p:nvSpPr>
          <p:spPr>
            <a:xfrm rot="16200000">
              <a:off x="6908755" y="4570249"/>
              <a:ext cx="396568" cy="131155"/>
            </a:xfrm>
            <a:prstGeom prst="rightArrow">
              <a:avLst>
                <a:gd name="adj1" fmla="val 50000"/>
                <a:gd name="adj2" fmla="val 88636"/>
              </a:avLst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E0B53FB-F03F-DD43-E4F8-E25FB5C323E1}"/>
                </a:ext>
              </a:extLst>
            </p:cNvPr>
            <p:cNvSpPr/>
            <p:nvPr/>
          </p:nvSpPr>
          <p:spPr>
            <a:xfrm>
              <a:off x="6519185" y="3923938"/>
              <a:ext cx="49659" cy="92153"/>
            </a:xfrm>
            <a:prstGeom prst="rect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AB8412D2-B92C-3A42-A00B-09C2F1650CF3}"/>
                </a:ext>
              </a:extLst>
            </p:cNvPr>
            <p:cNvSpPr/>
            <p:nvPr/>
          </p:nvSpPr>
          <p:spPr>
            <a:xfrm>
              <a:off x="6807792" y="3923574"/>
              <a:ext cx="49659" cy="92153"/>
            </a:xfrm>
            <a:prstGeom prst="rect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87C2C007-7D6D-123A-834E-63E90CBF40A4}"/>
                </a:ext>
              </a:extLst>
            </p:cNvPr>
            <p:cNvSpPr/>
            <p:nvPr/>
          </p:nvSpPr>
          <p:spPr>
            <a:xfrm>
              <a:off x="6609497" y="3923025"/>
              <a:ext cx="49659" cy="92153"/>
            </a:xfrm>
            <a:prstGeom prst="rect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F4B20DE1-8AED-BA07-EAFA-B79C5F6BCE00}"/>
                </a:ext>
              </a:extLst>
            </p:cNvPr>
            <p:cNvSpPr/>
            <p:nvPr/>
          </p:nvSpPr>
          <p:spPr>
            <a:xfrm>
              <a:off x="6717479" y="3923574"/>
              <a:ext cx="49659" cy="92153"/>
            </a:xfrm>
            <a:prstGeom prst="rect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5F4EF3F8-9FAC-DDD5-C352-12E84666F7EC}"/>
                </a:ext>
              </a:extLst>
            </p:cNvPr>
            <p:cNvGrpSpPr/>
            <p:nvPr/>
          </p:nvGrpSpPr>
          <p:grpSpPr>
            <a:xfrm rot="19228888">
              <a:off x="6412508" y="4086562"/>
              <a:ext cx="63146" cy="127118"/>
              <a:chOff x="3806073" y="5091415"/>
              <a:chExt cx="134521" cy="270800"/>
            </a:xfrm>
          </p:grpSpPr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DB0F5B4D-44C6-AEBE-498A-AF13FA350F22}"/>
                  </a:ext>
                </a:extLst>
              </p:cNvPr>
              <p:cNvSpPr/>
              <p:nvPr/>
            </p:nvSpPr>
            <p:spPr>
              <a:xfrm>
                <a:off x="3850816" y="5091415"/>
                <a:ext cx="49415" cy="174378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Oval 149">
                <a:extLst>
                  <a:ext uri="{FF2B5EF4-FFF2-40B4-BE49-F238E27FC236}">
                    <a16:creationId xmlns:a16="http://schemas.microsoft.com/office/drawing/2014/main" id="{D4369AD4-5C41-0CD4-D16D-357494BC8017}"/>
                  </a:ext>
                </a:extLst>
              </p:cNvPr>
              <p:cNvSpPr/>
              <p:nvPr/>
            </p:nvSpPr>
            <p:spPr>
              <a:xfrm>
                <a:off x="3806073" y="5227695"/>
                <a:ext cx="134521" cy="13452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1" name="Group 150">
              <a:extLst>
                <a:ext uri="{FF2B5EF4-FFF2-40B4-BE49-F238E27FC236}">
                  <a16:creationId xmlns:a16="http://schemas.microsoft.com/office/drawing/2014/main" id="{7FB8B696-A362-52A5-91C0-08273FA7264B}"/>
                </a:ext>
              </a:extLst>
            </p:cNvPr>
            <p:cNvGrpSpPr/>
            <p:nvPr/>
          </p:nvGrpSpPr>
          <p:grpSpPr>
            <a:xfrm rot="9885821">
              <a:off x="6899501" y="4141179"/>
              <a:ext cx="63146" cy="127118"/>
              <a:chOff x="3806073" y="5091415"/>
              <a:chExt cx="134521" cy="270800"/>
            </a:xfrm>
          </p:grpSpPr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DCC8B0F7-6EA2-931C-67B1-B6CA0F37A455}"/>
                  </a:ext>
                </a:extLst>
              </p:cNvPr>
              <p:cNvSpPr/>
              <p:nvPr/>
            </p:nvSpPr>
            <p:spPr>
              <a:xfrm>
                <a:off x="3850816" y="5091415"/>
                <a:ext cx="49415" cy="174378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3" name="Oval 152">
                <a:extLst>
                  <a:ext uri="{FF2B5EF4-FFF2-40B4-BE49-F238E27FC236}">
                    <a16:creationId xmlns:a16="http://schemas.microsoft.com/office/drawing/2014/main" id="{4B8F82CA-5B60-BDB0-946E-1511D54BF0E1}"/>
                  </a:ext>
                </a:extLst>
              </p:cNvPr>
              <p:cNvSpPr/>
              <p:nvPr/>
            </p:nvSpPr>
            <p:spPr>
              <a:xfrm>
                <a:off x="3806073" y="5227695"/>
                <a:ext cx="134521" cy="13452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83297666-1C19-B1DD-61D0-355E78196577}"/>
                </a:ext>
              </a:extLst>
            </p:cNvPr>
            <p:cNvGrpSpPr/>
            <p:nvPr/>
          </p:nvGrpSpPr>
          <p:grpSpPr>
            <a:xfrm>
              <a:off x="6516621" y="4264787"/>
              <a:ext cx="128268" cy="237544"/>
              <a:chOff x="4478105" y="5493295"/>
              <a:chExt cx="273251" cy="506041"/>
            </a:xfrm>
          </p:grpSpPr>
          <p:grpSp>
            <p:nvGrpSpPr>
              <p:cNvPr id="154" name="Group 153">
                <a:extLst>
                  <a:ext uri="{FF2B5EF4-FFF2-40B4-BE49-F238E27FC236}">
                    <a16:creationId xmlns:a16="http://schemas.microsoft.com/office/drawing/2014/main" id="{C1EBE51B-2770-18C0-F754-216BFC45FA7E}"/>
                  </a:ext>
                </a:extLst>
              </p:cNvPr>
              <p:cNvGrpSpPr/>
              <p:nvPr/>
            </p:nvGrpSpPr>
            <p:grpSpPr>
              <a:xfrm rot="16200000">
                <a:off x="4548695" y="5425156"/>
                <a:ext cx="134521" cy="270800"/>
                <a:chOff x="3806073" y="5091415"/>
                <a:chExt cx="134521" cy="270800"/>
              </a:xfrm>
            </p:grpSpPr>
            <p:sp>
              <p:nvSpPr>
                <p:cNvPr id="155" name="Rectangle 154">
                  <a:extLst>
                    <a:ext uri="{FF2B5EF4-FFF2-40B4-BE49-F238E27FC236}">
                      <a16:creationId xmlns:a16="http://schemas.microsoft.com/office/drawing/2014/main" id="{B136242D-5BF0-3770-D90B-336E131D5803}"/>
                    </a:ext>
                  </a:extLst>
                </p:cNvPr>
                <p:cNvSpPr/>
                <p:nvPr/>
              </p:nvSpPr>
              <p:spPr>
                <a:xfrm>
                  <a:off x="3850816" y="5091415"/>
                  <a:ext cx="49415" cy="174378"/>
                </a:xfrm>
                <a:prstGeom prst="rect">
                  <a:avLst/>
                </a:prstGeom>
                <a:ln w="952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6" name="Oval 155">
                  <a:extLst>
                    <a:ext uri="{FF2B5EF4-FFF2-40B4-BE49-F238E27FC236}">
                      <a16:creationId xmlns:a16="http://schemas.microsoft.com/office/drawing/2014/main" id="{D648BB79-3D62-01D4-F46E-BD644F4773FC}"/>
                    </a:ext>
                  </a:extLst>
                </p:cNvPr>
                <p:cNvSpPr/>
                <p:nvPr/>
              </p:nvSpPr>
              <p:spPr>
                <a:xfrm>
                  <a:off x="3806073" y="5227695"/>
                  <a:ext cx="134521" cy="134520"/>
                </a:xfrm>
                <a:prstGeom prst="ellipse">
                  <a:avLst/>
                </a:prstGeom>
                <a:ln w="952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60" name="Group 159">
                <a:extLst>
                  <a:ext uri="{FF2B5EF4-FFF2-40B4-BE49-F238E27FC236}">
                    <a16:creationId xmlns:a16="http://schemas.microsoft.com/office/drawing/2014/main" id="{DEA97903-35ED-F71B-58FC-785D0734276B}"/>
                  </a:ext>
                </a:extLst>
              </p:cNvPr>
              <p:cNvGrpSpPr/>
              <p:nvPr/>
            </p:nvGrpSpPr>
            <p:grpSpPr>
              <a:xfrm rot="16200000">
                <a:off x="4546244" y="5613978"/>
                <a:ext cx="134521" cy="270800"/>
                <a:chOff x="3806073" y="5091415"/>
                <a:chExt cx="134521" cy="270800"/>
              </a:xfrm>
            </p:grpSpPr>
            <p:sp>
              <p:nvSpPr>
                <p:cNvPr id="161" name="Rectangle 160">
                  <a:extLst>
                    <a:ext uri="{FF2B5EF4-FFF2-40B4-BE49-F238E27FC236}">
                      <a16:creationId xmlns:a16="http://schemas.microsoft.com/office/drawing/2014/main" id="{96A3BA40-2070-7975-9D74-B847C68B052B}"/>
                    </a:ext>
                  </a:extLst>
                </p:cNvPr>
                <p:cNvSpPr/>
                <p:nvPr/>
              </p:nvSpPr>
              <p:spPr>
                <a:xfrm>
                  <a:off x="3850816" y="5091415"/>
                  <a:ext cx="49415" cy="174378"/>
                </a:xfrm>
                <a:prstGeom prst="rect">
                  <a:avLst/>
                </a:prstGeom>
                <a:ln w="952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2" name="Oval 161">
                  <a:extLst>
                    <a:ext uri="{FF2B5EF4-FFF2-40B4-BE49-F238E27FC236}">
                      <a16:creationId xmlns:a16="http://schemas.microsoft.com/office/drawing/2014/main" id="{97656C80-2962-2F3F-1D98-82C58FEBA5FC}"/>
                    </a:ext>
                  </a:extLst>
                </p:cNvPr>
                <p:cNvSpPr/>
                <p:nvPr/>
              </p:nvSpPr>
              <p:spPr>
                <a:xfrm>
                  <a:off x="3806073" y="5227695"/>
                  <a:ext cx="134521" cy="134520"/>
                </a:xfrm>
                <a:prstGeom prst="ellipse">
                  <a:avLst/>
                </a:prstGeom>
                <a:ln w="952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ADF5D849-BF7C-6CEE-15EC-6B09AAD86883}"/>
                  </a:ext>
                </a:extLst>
              </p:cNvPr>
              <p:cNvGrpSpPr/>
              <p:nvPr/>
            </p:nvGrpSpPr>
            <p:grpSpPr>
              <a:xfrm rot="16200000">
                <a:off x="4547465" y="5796676"/>
                <a:ext cx="134521" cy="270800"/>
                <a:chOff x="3806073" y="5091415"/>
                <a:chExt cx="134521" cy="270800"/>
              </a:xfrm>
            </p:grpSpPr>
            <p:sp>
              <p:nvSpPr>
                <p:cNvPr id="164" name="Rectangle 163">
                  <a:extLst>
                    <a:ext uri="{FF2B5EF4-FFF2-40B4-BE49-F238E27FC236}">
                      <a16:creationId xmlns:a16="http://schemas.microsoft.com/office/drawing/2014/main" id="{DA97347C-E6D2-88EA-1247-6AC1D9930434}"/>
                    </a:ext>
                  </a:extLst>
                </p:cNvPr>
                <p:cNvSpPr/>
                <p:nvPr/>
              </p:nvSpPr>
              <p:spPr>
                <a:xfrm>
                  <a:off x="3850816" y="5091415"/>
                  <a:ext cx="49415" cy="174378"/>
                </a:xfrm>
                <a:prstGeom prst="rect">
                  <a:avLst/>
                </a:prstGeom>
                <a:ln w="952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" name="Oval 164">
                  <a:extLst>
                    <a:ext uri="{FF2B5EF4-FFF2-40B4-BE49-F238E27FC236}">
                      <a16:creationId xmlns:a16="http://schemas.microsoft.com/office/drawing/2014/main" id="{38A338BA-2FE0-9289-8DCE-4323F7688DBA}"/>
                    </a:ext>
                  </a:extLst>
                </p:cNvPr>
                <p:cNvSpPr/>
                <p:nvPr/>
              </p:nvSpPr>
              <p:spPr>
                <a:xfrm>
                  <a:off x="3806073" y="5227695"/>
                  <a:ext cx="134521" cy="134520"/>
                </a:xfrm>
                <a:prstGeom prst="ellipse">
                  <a:avLst/>
                </a:prstGeom>
                <a:ln w="952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17BFAE85-2300-3CD2-1825-1240EA8CC507}"/>
                </a:ext>
              </a:extLst>
            </p:cNvPr>
            <p:cNvGrpSpPr/>
            <p:nvPr/>
          </p:nvGrpSpPr>
          <p:grpSpPr>
            <a:xfrm rot="10800000">
              <a:off x="6737076" y="4264787"/>
              <a:ext cx="128268" cy="237544"/>
              <a:chOff x="4478105" y="5493295"/>
              <a:chExt cx="273251" cy="506041"/>
            </a:xfrm>
          </p:grpSpPr>
          <p:grpSp>
            <p:nvGrpSpPr>
              <p:cNvPr id="167" name="Group 166">
                <a:extLst>
                  <a:ext uri="{FF2B5EF4-FFF2-40B4-BE49-F238E27FC236}">
                    <a16:creationId xmlns:a16="http://schemas.microsoft.com/office/drawing/2014/main" id="{9DE1D039-AD7B-D768-10E7-377DD3E80D82}"/>
                  </a:ext>
                </a:extLst>
              </p:cNvPr>
              <p:cNvGrpSpPr/>
              <p:nvPr/>
            </p:nvGrpSpPr>
            <p:grpSpPr>
              <a:xfrm rot="16200000">
                <a:off x="4548695" y="5425156"/>
                <a:ext cx="134521" cy="270800"/>
                <a:chOff x="3806073" y="5091415"/>
                <a:chExt cx="134521" cy="270800"/>
              </a:xfrm>
            </p:grpSpPr>
            <p:sp>
              <p:nvSpPr>
                <p:cNvPr id="174" name="Rectangle 173">
                  <a:extLst>
                    <a:ext uri="{FF2B5EF4-FFF2-40B4-BE49-F238E27FC236}">
                      <a16:creationId xmlns:a16="http://schemas.microsoft.com/office/drawing/2014/main" id="{47E941E4-76A4-4447-EBC6-399248A57CFE}"/>
                    </a:ext>
                  </a:extLst>
                </p:cNvPr>
                <p:cNvSpPr/>
                <p:nvPr/>
              </p:nvSpPr>
              <p:spPr>
                <a:xfrm>
                  <a:off x="3850816" y="5091415"/>
                  <a:ext cx="49415" cy="174378"/>
                </a:xfrm>
                <a:prstGeom prst="rect">
                  <a:avLst/>
                </a:prstGeom>
                <a:ln w="952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5" name="Oval 174">
                  <a:extLst>
                    <a:ext uri="{FF2B5EF4-FFF2-40B4-BE49-F238E27FC236}">
                      <a16:creationId xmlns:a16="http://schemas.microsoft.com/office/drawing/2014/main" id="{ABD99C11-71D8-76B9-76DE-47AC1DF65D0E}"/>
                    </a:ext>
                  </a:extLst>
                </p:cNvPr>
                <p:cNvSpPr/>
                <p:nvPr/>
              </p:nvSpPr>
              <p:spPr>
                <a:xfrm>
                  <a:off x="3806073" y="5227695"/>
                  <a:ext cx="134521" cy="134520"/>
                </a:xfrm>
                <a:prstGeom prst="ellipse">
                  <a:avLst/>
                </a:prstGeom>
                <a:ln w="952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68" name="Group 167">
                <a:extLst>
                  <a:ext uri="{FF2B5EF4-FFF2-40B4-BE49-F238E27FC236}">
                    <a16:creationId xmlns:a16="http://schemas.microsoft.com/office/drawing/2014/main" id="{9121FB87-82D3-4986-9054-E2DF1BD379F8}"/>
                  </a:ext>
                </a:extLst>
              </p:cNvPr>
              <p:cNvGrpSpPr/>
              <p:nvPr/>
            </p:nvGrpSpPr>
            <p:grpSpPr>
              <a:xfrm rot="16200000">
                <a:off x="4546244" y="5613978"/>
                <a:ext cx="134521" cy="270800"/>
                <a:chOff x="3806073" y="5091415"/>
                <a:chExt cx="134521" cy="270800"/>
              </a:xfrm>
            </p:grpSpPr>
            <p:sp>
              <p:nvSpPr>
                <p:cNvPr id="172" name="Rectangle 171">
                  <a:extLst>
                    <a:ext uri="{FF2B5EF4-FFF2-40B4-BE49-F238E27FC236}">
                      <a16:creationId xmlns:a16="http://schemas.microsoft.com/office/drawing/2014/main" id="{BF6AA037-5A97-392F-0DB0-A12785750577}"/>
                    </a:ext>
                  </a:extLst>
                </p:cNvPr>
                <p:cNvSpPr/>
                <p:nvPr/>
              </p:nvSpPr>
              <p:spPr>
                <a:xfrm>
                  <a:off x="3850816" y="5091415"/>
                  <a:ext cx="49415" cy="174378"/>
                </a:xfrm>
                <a:prstGeom prst="rect">
                  <a:avLst/>
                </a:prstGeom>
                <a:ln w="952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" name="Oval 172">
                  <a:extLst>
                    <a:ext uri="{FF2B5EF4-FFF2-40B4-BE49-F238E27FC236}">
                      <a16:creationId xmlns:a16="http://schemas.microsoft.com/office/drawing/2014/main" id="{23529BD5-1D07-891A-EAAD-4C3FD95CA141}"/>
                    </a:ext>
                  </a:extLst>
                </p:cNvPr>
                <p:cNvSpPr/>
                <p:nvPr/>
              </p:nvSpPr>
              <p:spPr>
                <a:xfrm>
                  <a:off x="3806073" y="5227695"/>
                  <a:ext cx="134521" cy="134520"/>
                </a:xfrm>
                <a:prstGeom prst="ellipse">
                  <a:avLst/>
                </a:prstGeom>
                <a:ln w="952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69" name="Group 168">
                <a:extLst>
                  <a:ext uri="{FF2B5EF4-FFF2-40B4-BE49-F238E27FC236}">
                    <a16:creationId xmlns:a16="http://schemas.microsoft.com/office/drawing/2014/main" id="{E6ECEB7A-2965-C06C-63D9-3474D23CD188}"/>
                  </a:ext>
                </a:extLst>
              </p:cNvPr>
              <p:cNvGrpSpPr/>
              <p:nvPr/>
            </p:nvGrpSpPr>
            <p:grpSpPr>
              <a:xfrm rot="16200000">
                <a:off x="4547465" y="5796676"/>
                <a:ext cx="134521" cy="270800"/>
                <a:chOff x="3806073" y="5091415"/>
                <a:chExt cx="134521" cy="270800"/>
              </a:xfrm>
            </p:grpSpPr>
            <p:sp>
              <p:nvSpPr>
                <p:cNvPr id="170" name="Rectangle 169">
                  <a:extLst>
                    <a:ext uri="{FF2B5EF4-FFF2-40B4-BE49-F238E27FC236}">
                      <a16:creationId xmlns:a16="http://schemas.microsoft.com/office/drawing/2014/main" id="{37E8714C-E82F-FC7E-58B4-D082F953CF98}"/>
                    </a:ext>
                  </a:extLst>
                </p:cNvPr>
                <p:cNvSpPr/>
                <p:nvPr/>
              </p:nvSpPr>
              <p:spPr>
                <a:xfrm>
                  <a:off x="3850816" y="5091415"/>
                  <a:ext cx="49415" cy="174378"/>
                </a:xfrm>
                <a:prstGeom prst="rect">
                  <a:avLst/>
                </a:prstGeom>
                <a:ln w="952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FA240AC5-A275-6E2F-6EE2-F7780841D76C}"/>
                    </a:ext>
                  </a:extLst>
                </p:cNvPr>
                <p:cNvSpPr/>
                <p:nvPr/>
              </p:nvSpPr>
              <p:spPr>
                <a:xfrm>
                  <a:off x="3806073" y="5227695"/>
                  <a:ext cx="134521" cy="134520"/>
                </a:xfrm>
                <a:prstGeom prst="ellipse">
                  <a:avLst/>
                </a:prstGeom>
                <a:ln w="952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73D65585-8AD4-6D7D-96E4-EDD6BC6CEA17}"/>
              </a:ext>
            </a:extLst>
          </p:cNvPr>
          <p:cNvGrpSpPr/>
          <p:nvPr/>
        </p:nvGrpSpPr>
        <p:grpSpPr>
          <a:xfrm>
            <a:off x="1949236" y="3920973"/>
            <a:ext cx="1371600" cy="1371600"/>
            <a:chOff x="1298501" y="962272"/>
            <a:chExt cx="1371600" cy="1371600"/>
          </a:xfrm>
        </p:grpSpPr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7051DFFF-0181-80A9-FD8F-62674A5FC002}"/>
                </a:ext>
              </a:extLst>
            </p:cNvPr>
            <p:cNvSpPr/>
            <p:nvPr/>
          </p:nvSpPr>
          <p:spPr>
            <a:xfrm>
              <a:off x="1298501" y="962272"/>
              <a:ext cx="1371600" cy="13716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" name="Arrow: Pentagon 218">
              <a:extLst>
                <a:ext uri="{FF2B5EF4-FFF2-40B4-BE49-F238E27FC236}">
                  <a16:creationId xmlns:a16="http://schemas.microsoft.com/office/drawing/2014/main" id="{5DE2B1CD-B2C1-32A8-657C-5C7CD06AC184}"/>
                </a:ext>
              </a:extLst>
            </p:cNvPr>
            <p:cNvSpPr/>
            <p:nvPr/>
          </p:nvSpPr>
          <p:spPr>
            <a:xfrm rot="5400000">
              <a:off x="1435661" y="1173775"/>
              <a:ext cx="1097280" cy="1097280"/>
            </a:xfrm>
            <a:prstGeom prst="homePlate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54B7541C-5D5B-0823-2E54-BF04BB442495}"/>
              </a:ext>
            </a:extLst>
          </p:cNvPr>
          <p:cNvGrpSpPr/>
          <p:nvPr/>
        </p:nvGrpSpPr>
        <p:grpSpPr>
          <a:xfrm>
            <a:off x="3602940" y="2373802"/>
            <a:ext cx="1371600" cy="1371600"/>
            <a:chOff x="1298501" y="962272"/>
            <a:chExt cx="1371600" cy="1371600"/>
          </a:xfrm>
        </p:grpSpPr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59DB8B9E-6203-4E61-E28B-FFD7439C698A}"/>
                </a:ext>
              </a:extLst>
            </p:cNvPr>
            <p:cNvSpPr/>
            <p:nvPr/>
          </p:nvSpPr>
          <p:spPr>
            <a:xfrm>
              <a:off x="1298501" y="962272"/>
              <a:ext cx="1371600" cy="13716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Arrow: Pentagon 231">
              <a:extLst>
                <a:ext uri="{FF2B5EF4-FFF2-40B4-BE49-F238E27FC236}">
                  <a16:creationId xmlns:a16="http://schemas.microsoft.com/office/drawing/2014/main" id="{97399673-55C5-10A5-89B3-157447746B10}"/>
                </a:ext>
              </a:extLst>
            </p:cNvPr>
            <p:cNvSpPr/>
            <p:nvPr/>
          </p:nvSpPr>
          <p:spPr>
            <a:xfrm rot="5400000">
              <a:off x="1435661" y="1173775"/>
              <a:ext cx="1097280" cy="1097280"/>
            </a:xfrm>
            <a:prstGeom prst="homePlate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D63DCA80-A1AB-1451-98D3-23CC452D7F86}"/>
              </a:ext>
            </a:extLst>
          </p:cNvPr>
          <p:cNvGrpSpPr/>
          <p:nvPr/>
        </p:nvGrpSpPr>
        <p:grpSpPr>
          <a:xfrm>
            <a:off x="545575" y="2705896"/>
            <a:ext cx="813727" cy="477825"/>
            <a:chOff x="3243145" y="3555274"/>
            <a:chExt cx="2506443" cy="1471797"/>
          </a:xfrm>
        </p:grpSpPr>
        <p:sp>
          <p:nvSpPr>
            <p:cNvPr id="234" name="Rectangle 233">
              <a:extLst>
                <a:ext uri="{FF2B5EF4-FFF2-40B4-BE49-F238E27FC236}">
                  <a16:creationId xmlns:a16="http://schemas.microsoft.com/office/drawing/2014/main" id="{4966A395-E81D-582C-E5E4-B2FB3189EAC5}"/>
                </a:ext>
              </a:extLst>
            </p:cNvPr>
            <p:cNvSpPr/>
            <p:nvPr/>
          </p:nvSpPr>
          <p:spPr>
            <a:xfrm>
              <a:off x="4030141" y="3924300"/>
              <a:ext cx="1461933" cy="196850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" name="Rectangle 234">
              <a:extLst>
                <a:ext uri="{FF2B5EF4-FFF2-40B4-BE49-F238E27FC236}">
                  <a16:creationId xmlns:a16="http://schemas.microsoft.com/office/drawing/2014/main" id="{CA456A52-2AC2-3747-6724-36B527D0A43A}"/>
                </a:ext>
              </a:extLst>
            </p:cNvPr>
            <p:cNvSpPr/>
            <p:nvPr/>
          </p:nvSpPr>
          <p:spPr>
            <a:xfrm rot="19876836">
              <a:off x="3243145" y="4120769"/>
              <a:ext cx="868127" cy="196850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218F8C97-14C6-E60A-1AAF-12D9DCC92A03}"/>
                </a:ext>
              </a:extLst>
            </p:cNvPr>
            <p:cNvSpPr/>
            <p:nvPr/>
          </p:nvSpPr>
          <p:spPr>
            <a:xfrm rot="3856563">
              <a:off x="5233990" y="4136800"/>
              <a:ext cx="595421" cy="196850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EF2D768E-63D4-B322-8F7B-300B96B16237}"/>
                </a:ext>
              </a:extLst>
            </p:cNvPr>
            <p:cNvSpPr/>
            <p:nvPr/>
          </p:nvSpPr>
          <p:spPr>
            <a:xfrm>
              <a:off x="3249245" y="4339553"/>
              <a:ext cx="2500343" cy="413198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8" name="Oval 237">
              <a:extLst>
                <a:ext uri="{FF2B5EF4-FFF2-40B4-BE49-F238E27FC236}">
                  <a16:creationId xmlns:a16="http://schemas.microsoft.com/office/drawing/2014/main" id="{2BDD05E2-2ED2-F3AE-E3F7-7A1A181DC882}"/>
                </a:ext>
              </a:extLst>
            </p:cNvPr>
            <p:cNvSpPr/>
            <p:nvPr/>
          </p:nvSpPr>
          <p:spPr>
            <a:xfrm>
              <a:off x="3458569" y="4478431"/>
              <a:ext cx="548640" cy="548640"/>
            </a:xfrm>
            <a:prstGeom prst="ellipse">
              <a:avLst/>
            </a:prstGeom>
            <a:ln w="762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9" name="Oval 238">
              <a:extLst>
                <a:ext uri="{FF2B5EF4-FFF2-40B4-BE49-F238E27FC236}">
                  <a16:creationId xmlns:a16="http://schemas.microsoft.com/office/drawing/2014/main" id="{748B9DC6-9FA4-B827-380F-5E6129403DC5}"/>
                </a:ext>
              </a:extLst>
            </p:cNvPr>
            <p:cNvSpPr/>
            <p:nvPr/>
          </p:nvSpPr>
          <p:spPr>
            <a:xfrm>
              <a:off x="4452402" y="4478431"/>
              <a:ext cx="548640" cy="548640"/>
            </a:xfrm>
            <a:prstGeom prst="ellipse">
              <a:avLst/>
            </a:prstGeom>
            <a:ln w="762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0" name="Oval 239">
              <a:extLst>
                <a:ext uri="{FF2B5EF4-FFF2-40B4-BE49-F238E27FC236}">
                  <a16:creationId xmlns:a16="http://schemas.microsoft.com/office/drawing/2014/main" id="{B3633E32-01FE-2F41-F77F-733DF79F4DE7}"/>
                </a:ext>
              </a:extLst>
            </p:cNvPr>
            <p:cNvSpPr/>
            <p:nvPr/>
          </p:nvSpPr>
          <p:spPr>
            <a:xfrm>
              <a:off x="5114522" y="4478431"/>
              <a:ext cx="548640" cy="548640"/>
            </a:xfrm>
            <a:prstGeom prst="ellipse">
              <a:avLst/>
            </a:prstGeom>
            <a:ln w="762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1" name="Rectangle: Single Corner Snipped 240">
              <a:extLst>
                <a:ext uri="{FF2B5EF4-FFF2-40B4-BE49-F238E27FC236}">
                  <a16:creationId xmlns:a16="http://schemas.microsoft.com/office/drawing/2014/main" id="{D3126DB3-589C-E48C-0345-D05CD2DDBEFC}"/>
                </a:ext>
              </a:extLst>
            </p:cNvPr>
            <p:cNvSpPr/>
            <p:nvPr/>
          </p:nvSpPr>
          <p:spPr>
            <a:xfrm flipH="1">
              <a:off x="4640463" y="3577354"/>
              <a:ext cx="714451" cy="453971"/>
            </a:xfrm>
            <a:prstGeom prst="snip1Rect">
              <a:avLst>
                <a:gd name="adj" fmla="val 50000"/>
              </a:avLst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2" name="Rectangle 241">
              <a:extLst>
                <a:ext uri="{FF2B5EF4-FFF2-40B4-BE49-F238E27FC236}">
                  <a16:creationId xmlns:a16="http://schemas.microsoft.com/office/drawing/2014/main" id="{3EA2DDEF-185A-5273-F13C-21061309BE90}"/>
                </a:ext>
              </a:extLst>
            </p:cNvPr>
            <p:cNvSpPr/>
            <p:nvPr/>
          </p:nvSpPr>
          <p:spPr>
            <a:xfrm rot="410055">
              <a:off x="3616764" y="3555274"/>
              <a:ext cx="1218169" cy="134082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412FC9C9-F802-4905-42B9-9E223C7612E1}"/>
              </a:ext>
            </a:extLst>
          </p:cNvPr>
          <p:cNvGrpSpPr/>
          <p:nvPr/>
        </p:nvGrpSpPr>
        <p:grpSpPr>
          <a:xfrm>
            <a:off x="2141994" y="4331502"/>
            <a:ext cx="966865" cy="392898"/>
            <a:chOff x="3601772" y="4451726"/>
            <a:chExt cx="3281623" cy="133353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050FA32-7454-8AF9-D971-182E6210E10A}"/>
                </a:ext>
              </a:extLst>
            </p:cNvPr>
            <p:cNvSpPr/>
            <p:nvPr/>
          </p:nvSpPr>
          <p:spPr>
            <a:xfrm>
              <a:off x="4582588" y="4974563"/>
              <a:ext cx="2211912" cy="157442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B93E239A-F119-3369-0DDC-592BEB424E23}"/>
                </a:ext>
              </a:extLst>
            </p:cNvPr>
            <p:cNvSpPr/>
            <p:nvPr/>
          </p:nvSpPr>
          <p:spPr>
            <a:xfrm rot="19876836">
              <a:off x="4019901" y="5117543"/>
              <a:ext cx="648581" cy="147067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9B626BBA-5DC2-1467-AD1B-F8963004BC93}"/>
                </a:ext>
              </a:extLst>
            </p:cNvPr>
            <p:cNvSpPr/>
            <p:nvPr/>
          </p:nvSpPr>
          <p:spPr>
            <a:xfrm rot="5400000">
              <a:off x="6587441" y="5120427"/>
              <a:ext cx="444841" cy="147067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12DF78D4-E5B7-E8DF-49A3-0D2515BE0FA8}"/>
                </a:ext>
              </a:extLst>
            </p:cNvPr>
            <p:cNvSpPr/>
            <p:nvPr/>
          </p:nvSpPr>
          <p:spPr>
            <a:xfrm>
              <a:off x="4024459" y="5281271"/>
              <a:ext cx="2770041" cy="299136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7CC7D1D9-04C2-0E4E-EBC4-E994A13EF0FD}"/>
                </a:ext>
              </a:extLst>
            </p:cNvPr>
            <p:cNvSpPr/>
            <p:nvPr/>
          </p:nvSpPr>
          <p:spPr>
            <a:xfrm rot="186132">
              <a:off x="3601772" y="4682629"/>
              <a:ext cx="1535179" cy="130035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FDEADF15-5BE4-F23B-0535-1FE5C5DBE168}"/>
                </a:ext>
              </a:extLst>
            </p:cNvPr>
            <p:cNvGrpSpPr/>
            <p:nvPr/>
          </p:nvGrpSpPr>
          <p:grpSpPr>
            <a:xfrm>
              <a:off x="4242218" y="5466180"/>
              <a:ext cx="2361782" cy="319076"/>
              <a:chOff x="3740100" y="5833335"/>
              <a:chExt cx="2361782" cy="319076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B05038E1-13DA-DD3A-19D0-B7C2FD53436C}"/>
                  </a:ext>
                </a:extLst>
              </p:cNvPr>
              <p:cNvSpPr/>
              <p:nvPr/>
            </p:nvSpPr>
            <p:spPr>
              <a:xfrm>
                <a:off x="3740100" y="5843710"/>
                <a:ext cx="308701" cy="308701"/>
              </a:xfrm>
              <a:prstGeom prst="ellipse">
                <a:avLst/>
              </a:prstGeom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CCF48D29-BF3A-FA92-9C5C-194068FD4906}"/>
                  </a:ext>
                </a:extLst>
              </p:cNvPr>
              <p:cNvSpPr/>
              <p:nvPr/>
            </p:nvSpPr>
            <p:spPr>
              <a:xfrm>
                <a:off x="4080470" y="5843710"/>
                <a:ext cx="308701" cy="308701"/>
              </a:xfrm>
              <a:prstGeom prst="ellipse">
                <a:avLst/>
              </a:prstGeom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66B3F4BA-F128-4DE6-12BF-05C51911410E}"/>
                  </a:ext>
                </a:extLst>
              </p:cNvPr>
              <p:cNvSpPr/>
              <p:nvPr/>
            </p:nvSpPr>
            <p:spPr>
              <a:xfrm>
                <a:off x="4424551" y="5839685"/>
                <a:ext cx="308701" cy="308701"/>
              </a:xfrm>
              <a:prstGeom prst="ellipse">
                <a:avLst/>
              </a:prstGeom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3" name="Oval 242">
                <a:extLst>
                  <a:ext uri="{FF2B5EF4-FFF2-40B4-BE49-F238E27FC236}">
                    <a16:creationId xmlns:a16="http://schemas.microsoft.com/office/drawing/2014/main" id="{134AA2AB-DA0F-4C93-78BE-EBB0239E665C}"/>
                  </a:ext>
                </a:extLst>
              </p:cNvPr>
              <p:cNvSpPr/>
              <p:nvPr/>
            </p:nvSpPr>
            <p:spPr>
              <a:xfrm>
                <a:off x="4768496" y="5837360"/>
                <a:ext cx="308701" cy="308701"/>
              </a:xfrm>
              <a:prstGeom prst="ellipse">
                <a:avLst/>
              </a:prstGeom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4" name="Oval 243">
                <a:extLst>
                  <a:ext uri="{FF2B5EF4-FFF2-40B4-BE49-F238E27FC236}">
                    <a16:creationId xmlns:a16="http://schemas.microsoft.com/office/drawing/2014/main" id="{5BC390FB-327C-71BF-AF99-ECD04898B7CD}"/>
                  </a:ext>
                </a:extLst>
              </p:cNvPr>
              <p:cNvSpPr/>
              <p:nvPr/>
            </p:nvSpPr>
            <p:spPr>
              <a:xfrm>
                <a:off x="5108866" y="5837360"/>
                <a:ext cx="308701" cy="308701"/>
              </a:xfrm>
              <a:prstGeom prst="ellipse">
                <a:avLst/>
              </a:prstGeom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5" name="Oval 244">
                <a:extLst>
                  <a:ext uri="{FF2B5EF4-FFF2-40B4-BE49-F238E27FC236}">
                    <a16:creationId xmlns:a16="http://schemas.microsoft.com/office/drawing/2014/main" id="{61C6E043-DC84-B64A-D161-108B942E8D1F}"/>
                  </a:ext>
                </a:extLst>
              </p:cNvPr>
              <p:cNvSpPr/>
              <p:nvPr/>
            </p:nvSpPr>
            <p:spPr>
              <a:xfrm>
                <a:off x="5452947" y="5833335"/>
                <a:ext cx="308701" cy="308701"/>
              </a:xfrm>
              <a:prstGeom prst="ellipse">
                <a:avLst/>
              </a:prstGeom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6" name="Oval 245">
                <a:extLst>
                  <a:ext uri="{FF2B5EF4-FFF2-40B4-BE49-F238E27FC236}">
                    <a16:creationId xmlns:a16="http://schemas.microsoft.com/office/drawing/2014/main" id="{5B355303-3E24-B2A4-5292-A10AB65A4357}"/>
                  </a:ext>
                </a:extLst>
              </p:cNvPr>
              <p:cNvSpPr/>
              <p:nvPr/>
            </p:nvSpPr>
            <p:spPr>
              <a:xfrm>
                <a:off x="5793181" y="5833335"/>
                <a:ext cx="308701" cy="308701"/>
              </a:xfrm>
              <a:prstGeom prst="ellipse">
                <a:avLst/>
              </a:prstGeom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0AE9775-A99B-B0A1-AF89-DA167DF2CAD2}"/>
                </a:ext>
              </a:extLst>
            </p:cNvPr>
            <p:cNvCxnSpPr>
              <a:cxnSpLocks/>
              <a:endCxn id="4" idx="3"/>
            </p:cNvCxnSpPr>
            <p:nvPr/>
          </p:nvCxnSpPr>
          <p:spPr>
            <a:xfrm>
              <a:off x="4114791" y="5567798"/>
              <a:ext cx="172635" cy="17225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8BF7D14A-1B57-9565-1A5C-49051E221739}"/>
                </a:ext>
              </a:extLst>
            </p:cNvPr>
            <p:cNvCxnSpPr>
              <a:cxnSpLocks/>
              <a:endCxn id="246" idx="5"/>
            </p:cNvCxnSpPr>
            <p:nvPr/>
          </p:nvCxnSpPr>
          <p:spPr>
            <a:xfrm flipH="1">
              <a:off x="6558792" y="5552395"/>
              <a:ext cx="188066" cy="177278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5104C116-4C86-5112-4FB7-B5B918094B06}"/>
                </a:ext>
              </a:extLst>
            </p:cNvPr>
            <p:cNvCxnSpPr>
              <a:cxnSpLocks/>
              <a:stCxn id="4" idx="4"/>
              <a:endCxn id="246" idx="4"/>
            </p:cNvCxnSpPr>
            <p:nvPr/>
          </p:nvCxnSpPr>
          <p:spPr>
            <a:xfrm flipV="1">
              <a:off x="4396569" y="5774881"/>
              <a:ext cx="2053081" cy="10375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56" name="Rectangle 255">
              <a:extLst>
                <a:ext uri="{FF2B5EF4-FFF2-40B4-BE49-F238E27FC236}">
                  <a16:creationId xmlns:a16="http://schemas.microsoft.com/office/drawing/2014/main" id="{CD3AE514-3E86-DAC8-A788-031593DC4D42}"/>
                </a:ext>
              </a:extLst>
            </p:cNvPr>
            <p:cNvSpPr/>
            <p:nvPr/>
          </p:nvSpPr>
          <p:spPr>
            <a:xfrm>
              <a:off x="6151287" y="4840975"/>
              <a:ext cx="658573" cy="129785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7" name="Rectangle: Diagonal Corners Snipped 256">
              <a:extLst>
                <a:ext uri="{FF2B5EF4-FFF2-40B4-BE49-F238E27FC236}">
                  <a16:creationId xmlns:a16="http://schemas.microsoft.com/office/drawing/2014/main" id="{D4CE2AD4-E1A2-A5A7-C562-F844908F0A9C}"/>
                </a:ext>
              </a:extLst>
            </p:cNvPr>
            <p:cNvSpPr/>
            <p:nvPr/>
          </p:nvSpPr>
          <p:spPr>
            <a:xfrm flipH="1">
              <a:off x="5066506" y="4556178"/>
              <a:ext cx="1121182" cy="408902"/>
            </a:xfrm>
            <a:prstGeom prst="snip2DiagRect">
              <a:avLst>
                <a:gd name="adj1" fmla="val 0"/>
                <a:gd name="adj2" fmla="val 50000"/>
              </a:avLst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8" name="Rectangle 257">
              <a:extLst>
                <a:ext uri="{FF2B5EF4-FFF2-40B4-BE49-F238E27FC236}">
                  <a16:creationId xmlns:a16="http://schemas.microsoft.com/office/drawing/2014/main" id="{5A02BCDC-A567-B30B-A197-532484CFDFAD}"/>
                </a:ext>
              </a:extLst>
            </p:cNvPr>
            <p:cNvSpPr/>
            <p:nvPr/>
          </p:nvSpPr>
          <p:spPr>
            <a:xfrm flipV="1">
              <a:off x="5563360" y="4451726"/>
              <a:ext cx="304591" cy="184687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F1306C07-16C0-1841-EA03-0C767DF0FB2E}"/>
              </a:ext>
            </a:extLst>
          </p:cNvPr>
          <p:cNvGrpSpPr/>
          <p:nvPr/>
        </p:nvGrpSpPr>
        <p:grpSpPr>
          <a:xfrm>
            <a:off x="3871474" y="2776533"/>
            <a:ext cx="845486" cy="477307"/>
            <a:chOff x="4659448" y="4555528"/>
            <a:chExt cx="2627133" cy="1483110"/>
          </a:xfrm>
        </p:grpSpPr>
        <p:sp>
          <p:nvSpPr>
            <p:cNvPr id="263" name="Rectangle 262">
              <a:extLst>
                <a:ext uri="{FF2B5EF4-FFF2-40B4-BE49-F238E27FC236}">
                  <a16:creationId xmlns:a16="http://schemas.microsoft.com/office/drawing/2014/main" id="{728C5550-C08C-1FE8-5F9C-56A6758930B2}"/>
                </a:ext>
              </a:extLst>
            </p:cNvPr>
            <p:cNvSpPr/>
            <p:nvPr/>
          </p:nvSpPr>
          <p:spPr>
            <a:xfrm rot="5400000">
              <a:off x="5751679" y="5719840"/>
              <a:ext cx="479177" cy="158419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4" name="Rectangle 263">
              <a:extLst>
                <a:ext uri="{FF2B5EF4-FFF2-40B4-BE49-F238E27FC236}">
                  <a16:creationId xmlns:a16="http://schemas.microsoft.com/office/drawing/2014/main" id="{94DFC689-2815-709F-5354-951666FEEA89}"/>
                </a:ext>
              </a:extLst>
            </p:cNvPr>
            <p:cNvSpPr/>
            <p:nvPr/>
          </p:nvSpPr>
          <p:spPr>
            <a:xfrm>
              <a:off x="5060159" y="5159351"/>
              <a:ext cx="1813329" cy="364309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5" name="Rectangle 264">
              <a:extLst>
                <a:ext uri="{FF2B5EF4-FFF2-40B4-BE49-F238E27FC236}">
                  <a16:creationId xmlns:a16="http://schemas.microsoft.com/office/drawing/2014/main" id="{7DE3E07E-6F88-D7C7-5774-0639B1C36CC8}"/>
                </a:ext>
              </a:extLst>
            </p:cNvPr>
            <p:cNvSpPr/>
            <p:nvPr/>
          </p:nvSpPr>
          <p:spPr>
            <a:xfrm rot="2166242">
              <a:off x="4751161" y="4555528"/>
              <a:ext cx="1182977" cy="258631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6" name="Oval 275">
              <a:extLst>
                <a:ext uri="{FF2B5EF4-FFF2-40B4-BE49-F238E27FC236}">
                  <a16:creationId xmlns:a16="http://schemas.microsoft.com/office/drawing/2014/main" id="{5F7D6332-7DF3-942E-71A2-2C451417323C}"/>
                </a:ext>
              </a:extLst>
            </p:cNvPr>
            <p:cNvSpPr/>
            <p:nvPr/>
          </p:nvSpPr>
          <p:spPr>
            <a:xfrm>
              <a:off x="5822884" y="5193142"/>
              <a:ext cx="332529" cy="332528"/>
            </a:xfrm>
            <a:prstGeom prst="ellipse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0" name="Rectangle 269">
              <a:extLst>
                <a:ext uri="{FF2B5EF4-FFF2-40B4-BE49-F238E27FC236}">
                  <a16:creationId xmlns:a16="http://schemas.microsoft.com/office/drawing/2014/main" id="{15FE362E-16DB-DF20-30A6-50134C49D1E0}"/>
                </a:ext>
              </a:extLst>
            </p:cNvPr>
            <p:cNvSpPr/>
            <p:nvPr/>
          </p:nvSpPr>
          <p:spPr>
            <a:xfrm>
              <a:off x="5381441" y="5903668"/>
              <a:ext cx="1180464" cy="133187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1" name="Rectangle: Diagonal Corners Snipped 270">
              <a:extLst>
                <a:ext uri="{FF2B5EF4-FFF2-40B4-BE49-F238E27FC236}">
                  <a16:creationId xmlns:a16="http://schemas.microsoft.com/office/drawing/2014/main" id="{8E7BEDCA-5235-24F2-F506-E5488359A099}"/>
                </a:ext>
              </a:extLst>
            </p:cNvPr>
            <p:cNvSpPr/>
            <p:nvPr/>
          </p:nvSpPr>
          <p:spPr>
            <a:xfrm flipH="1">
              <a:off x="5418936" y="4716003"/>
              <a:ext cx="1207722" cy="440464"/>
            </a:xfrm>
            <a:prstGeom prst="snip2DiagRect">
              <a:avLst>
                <a:gd name="adj1" fmla="val 0"/>
                <a:gd name="adj2" fmla="val 50000"/>
              </a:avLst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2" name="Rectangle 271">
              <a:extLst>
                <a:ext uri="{FF2B5EF4-FFF2-40B4-BE49-F238E27FC236}">
                  <a16:creationId xmlns:a16="http://schemas.microsoft.com/office/drawing/2014/main" id="{7732F83C-059E-C185-23F5-85EE335E5CFA}"/>
                </a:ext>
              </a:extLst>
            </p:cNvPr>
            <p:cNvSpPr/>
            <p:nvPr/>
          </p:nvSpPr>
          <p:spPr>
            <a:xfrm flipV="1">
              <a:off x="5954140" y="4603489"/>
              <a:ext cx="328101" cy="198942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10B13C61-AA0F-501F-9FD5-4EB1B78B306D}"/>
                </a:ext>
              </a:extLst>
            </p:cNvPr>
            <p:cNvGrpSpPr/>
            <p:nvPr/>
          </p:nvGrpSpPr>
          <p:grpSpPr>
            <a:xfrm rot="19255016">
              <a:off x="4659448" y="5423823"/>
              <a:ext cx="1069810" cy="380153"/>
              <a:chOff x="4116150" y="5982552"/>
              <a:chExt cx="1069810" cy="380153"/>
            </a:xfrm>
          </p:grpSpPr>
          <p:grpSp>
            <p:nvGrpSpPr>
              <p:cNvPr id="280" name="Group 279">
                <a:extLst>
                  <a:ext uri="{FF2B5EF4-FFF2-40B4-BE49-F238E27FC236}">
                    <a16:creationId xmlns:a16="http://schemas.microsoft.com/office/drawing/2014/main" id="{9CC3C03B-E326-8FDA-29B5-2AF44A121D16}"/>
                  </a:ext>
                </a:extLst>
              </p:cNvPr>
              <p:cNvGrpSpPr/>
              <p:nvPr/>
            </p:nvGrpSpPr>
            <p:grpSpPr>
              <a:xfrm rot="10800000">
                <a:off x="4116150" y="6001602"/>
                <a:ext cx="1069810" cy="336864"/>
                <a:chOff x="4732869" y="5392348"/>
                <a:chExt cx="1069810" cy="336864"/>
              </a:xfrm>
            </p:grpSpPr>
            <p:sp>
              <p:nvSpPr>
                <p:cNvPr id="273" name="Oval 272">
                  <a:extLst>
                    <a:ext uri="{FF2B5EF4-FFF2-40B4-BE49-F238E27FC236}">
                      <a16:creationId xmlns:a16="http://schemas.microsoft.com/office/drawing/2014/main" id="{36DA3A98-800E-F65F-092D-77D6E7802A9D}"/>
                    </a:ext>
                  </a:extLst>
                </p:cNvPr>
                <p:cNvSpPr/>
                <p:nvPr/>
              </p:nvSpPr>
              <p:spPr>
                <a:xfrm>
                  <a:off x="4732869" y="5396684"/>
                  <a:ext cx="332529" cy="332528"/>
                </a:xfrm>
                <a:prstGeom prst="ellipse">
                  <a:avLst/>
                </a:prstGeom>
                <a:ln w="381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4" name="Oval 273">
                  <a:extLst>
                    <a:ext uri="{FF2B5EF4-FFF2-40B4-BE49-F238E27FC236}">
                      <a16:creationId xmlns:a16="http://schemas.microsoft.com/office/drawing/2014/main" id="{FE07EE94-275D-F204-A8FF-6AF2D5139B06}"/>
                    </a:ext>
                  </a:extLst>
                </p:cNvPr>
                <p:cNvSpPr/>
                <p:nvPr/>
              </p:nvSpPr>
              <p:spPr>
                <a:xfrm>
                  <a:off x="5099511" y="5396684"/>
                  <a:ext cx="332529" cy="332528"/>
                </a:xfrm>
                <a:prstGeom prst="ellipse">
                  <a:avLst/>
                </a:prstGeom>
                <a:ln w="381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5" name="Oval 274">
                  <a:extLst>
                    <a:ext uri="{FF2B5EF4-FFF2-40B4-BE49-F238E27FC236}">
                      <a16:creationId xmlns:a16="http://schemas.microsoft.com/office/drawing/2014/main" id="{5A78EAC2-6D9D-1099-2587-388FED95588D}"/>
                    </a:ext>
                  </a:extLst>
                </p:cNvPr>
                <p:cNvSpPr/>
                <p:nvPr/>
              </p:nvSpPr>
              <p:spPr>
                <a:xfrm>
                  <a:off x="5470150" y="5392348"/>
                  <a:ext cx="332529" cy="332528"/>
                </a:xfrm>
                <a:prstGeom prst="ellipse">
                  <a:avLst/>
                </a:prstGeom>
                <a:ln w="381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283" name="Straight Connector 282">
                <a:extLst>
                  <a:ext uri="{FF2B5EF4-FFF2-40B4-BE49-F238E27FC236}">
                    <a16:creationId xmlns:a16="http://schemas.microsoft.com/office/drawing/2014/main" id="{A1FAC428-6B15-036C-5ACB-26997E3CBDF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82414" y="5982552"/>
                <a:ext cx="737281" cy="4336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4" name="Straight Connector 283">
                <a:extLst>
                  <a:ext uri="{FF2B5EF4-FFF2-40B4-BE49-F238E27FC236}">
                    <a16:creationId xmlns:a16="http://schemas.microsoft.com/office/drawing/2014/main" id="{AFC3361D-439D-947B-E34C-54A107D393D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82414" y="6358369"/>
                <a:ext cx="737281" cy="4336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FB342D53-760C-C44C-C7E0-F4BB253D815C}"/>
                </a:ext>
              </a:extLst>
            </p:cNvPr>
            <p:cNvGrpSpPr/>
            <p:nvPr/>
          </p:nvGrpSpPr>
          <p:grpSpPr>
            <a:xfrm rot="2482018">
              <a:off x="6216771" y="5418867"/>
              <a:ext cx="1069810" cy="380153"/>
              <a:chOff x="4116150" y="5982552"/>
              <a:chExt cx="1069810" cy="380153"/>
            </a:xfrm>
          </p:grpSpPr>
          <p:grpSp>
            <p:nvGrpSpPr>
              <p:cNvPr id="287" name="Group 286">
                <a:extLst>
                  <a:ext uri="{FF2B5EF4-FFF2-40B4-BE49-F238E27FC236}">
                    <a16:creationId xmlns:a16="http://schemas.microsoft.com/office/drawing/2014/main" id="{AD95AEC1-A405-E1F0-A806-732662E66EE1}"/>
                  </a:ext>
                </a:extLst>
              </p:cNvPr>
              <p:cNvGrpSpPr/>
              <p:nvPr/>
            </p:nvGrpSpPr>
            <p:grpSpPr>
              <a:xfrm rot="10800000">
                <a:off x="4116150" y="6001602"/>
                <a:ext cx="1069810" cy="336864"/>
                <a:chOff x="4732869" y="5392348"/>
                <a:chExt cx="1069810" cy="336864"/>
              </a:xfrm>
            </p:grpSpPr>
            <p:sp>
              <p:nvSpPr>
                <p:cNvPr id="290" name="Oval 289">
                  <a:extLst>
                    <a:ext uri="{FF2B5EF4-FFF2-40B4-BE49-F238E27FC236}">
                      <a16:creationId xmlns:a16="http://schemas.microsoft.com/office/drawing/2014/main" id="{19C1A2E8-8301-899A-5309-D3AB5CEFD387}"/>
                    </a:ext>
                  </a:extLst>
                </p:cNvPr>
                <p:cNvSpPr/>
                <p:nvPr/>
              </p:nvSpPr>
              <p:spPr>
                <a:xfrm>
                  <a:off x="4732869" y="5396684"/>
                  <a:ext cx="332529" cy="332528"/>
                </a:xfrm>
                <a:prstGeom prst="ellipse">
                  <a:avLst/>
                </a:prstGeom>
                <a:ln w="381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1" name="Oval 290">
                  <a:extLst>
                    <a:ext uri="{FF2B5EF4-FFF2-40B4-BE49-F238E27FC236}">
                      <a16:creationId xmlns:a16="http://schemas.microsoft.com/office/drawing/2014/main" id="{034C010C-8455-40D0-5B1C-A3EF917726CB}"/>
                    </a:ext>
                  </a:extLst>
                </p:cNvPr>
                <p:cNvSpPr/>
                <p:nvPr/>
              </p:nvSpPr>
              <p:spPr>
                <a:xfrm>
                  <a:off x="5099511" y="5396684"/>
                  <a:ext cx="332529" cy="332528"/>
                </a:xfrm>
                <a:prstGeom prst="ellipse">
                  <a:avLst/>
                </a:prstGeom>
                <a:ln w="381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2" name="Oval 291">
                  <a:extLst>
                    <a:ext uri="{FF2B5EF4-FFF2-40B4-BE49-F238E27FC236}">
                      <a16:creationId xmlns:a16="http://schemas.microsoft.com/office/drawing/2014/main" id="{86726C07-4ABB-BB42-BB8B-1AB65D1F5E63}"/>
                    </a:ext>
                  </a:extLst>
                </p:cNvPr>
                <p:cNvSpPr/>
                <p:nvPr/>
              </p:nvSpPr>
              <p:spPr>
                <a:xfrm>
                  <a:off x="5470150" y="5392348"/>
                  <a:ext cx="332529" cy="332528"/>
                </a:xfrm>
                <a:prstGeom prst="ellipse">
                  <a:avLst/>
                </a:prstGeom>
                <a:ln w="381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288" name="Straight Connector 287">
                <a:extLst>
                  <a:ext uri="{FF2B5EF4-FFF2-40B4-BE49-F238E27FC236}">
                    <a16:creationId xmlns:a16="http://schemas.microsoft.com/office/drawing/2014/main" id="{A120FABB-F09A-9D0F-362E-D965C3E4199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82414" y="5982552"/>
                <a:ext cx="737281" cy="4336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9" name="Straight Connector 288">
                <a:extLst>
                  <a:ext uri="{FF2B5EF4-FFF2-40B4-BE49-F238E27FC236}">
                    <a16:creationId xmlns:a16="http://schemas.microsoft.com/office/drawing/2014/main" id="{A1AE601A-6B55-E9B1-39FE-31D194574F2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82414" y="6358369"/>
                <a:ext cx="737281" cy="4336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94" name="Rectangle 293">
              <a:extLst>
                <a:ext uri="{FF2B5EF4-FFF2-40B4-BE49-F238E27FC236}">
                  <a16:creationId xmlns:a16="http://schemas.microsoft.com/office/drawing/2014/main" id="{0AB430C4-5CA3-E8C5-7445-44B7AEECD2BA}"/>
                </a:ext>
              </a:extLst>
            </p:cNvPr>
            <p:cNvSpPr/>
            <p:nvPr/>
          </p:nvSpPr>
          <p:spPr>
            <a:xfrm flipV="1">
              <a:off x="5629800" y="5522452"/>
              <a:ext cx="722936" cy="231755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C851C60E-CCB9-A3AF-5A3E-62E60306C062}"/>
              </a:ext>
            </a:extLst>
          </p:cNvPr>
          <p:cNvGrpSpPr/>
          <p:nvPr/>
        </p:nvGrpSpPr>
        <p:grpSpPr>
          <a:xfrm>
            <a:off x="10256872" y="701097"/>
            <a:ext cx="1371600" cy="1371600"/>
            <a:chOff x="3013001" y="962272"/>
            <a:chExt cx="1371600" cy="1371600"/>
          </a:xfrm>
        </p:grpSpPr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EBD88254-F937-93F1-2608-CBD5CA21CF3E}"/>
                </a:ext>
              </a:extLst>
            </p:cNvPr>
            <p:cNvSpPr/>
            <p:nvPr/>
          </p:nvSpPr>
          <p:spPr>
            <a:xfrm>
              <a:off x="3013001" y="962272"/>
              <a:ext cx="1371600" cy="13716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2" name="Arrow: Pentagon 251">
              <a:extLst>
                <a:ext uri="{FF2B5EF4-FFF2-40B4-BE49-F238E27FC236}">
                  <a16:creationId xmlns:a16="http://schemas.microsoft.com/office/drawing/2014/main" id="{988CEB82-DF14-DE21-16B8-C8515FF740DD}"/>
                </a:ext>
              </a:extLst>
            </p:cNvPr>
            <p:cNvSpPr/>
            <p:nvPr/>
          </p:nvSpPr>
          <p:spPr>
            <a:xfrm rot="5400000">
              <a:off x="3150161" y="1173775"/>
              <a:ext cx="1097280" cy="1097280"/>
            </a:xfrm>
            <a:prstGeom prst="homePlate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53" name="Picture 252">
            <a:extLst>
              <a:ext uri="{FF2B5EF4-FFF2-40B4-BE49-F238E27FC236}">
                <a16:creationId xmlns:a16="http://schemas.microsoft.com/office/drawing/2014/main" id="{A8DC34FC-59C4-1319-EE7E-37D0562251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7001" y="1032486"/>
            <a:ext cx="338613" cy="628271"/>
          </a:xfrm>
          <a:prstGeom prst="rect">
            <a:avLst/>
          </a:prstGeom>
        </p:spPr>
      </p:pic>
      <p:sp>
        <p:nvSpPr>
          <p:cNvPr id="5" name="Cross 4">
            <a:extLst>
              <a:ext uri="{FF2B5EF4-FFF2-40B4-BE49-F238E27FC236}">
                <a16:creationId xmlns:a16="http://schemas.microsoft.com/office/drawing/2014/main" id="{59F54C3C-14D2-AD9F-10CF-D2304ADA04A1}"/>
              </a:ext>
            </a:extLst>
          </p:cNvPr>
          <p:cNvSpPr/>
          <p:nvPr/>
        </p:nvSpPr>
        <p:spPr>
          <a:xfrm>
            <a:off x="10680061" y="1295821"/>
            <a:ext cx="272493" cy="259333"/>
          </a:xfrm>
          <a:prstGeom prst="plus">
            <a:avLst>
              <a:gd name="adj" fmla="val 3769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4" name="Cross 253">
            <a:extLst>
              <a:ext uri="{FF2B5EF4-FFF2-40B4-BE49-F238E27FC236}">
                <a16:creationId xmlns:a16="http://schemas.microsoft.com/office/drawing/2014/main" id="{E841D905-7976-7923-F988-285BE76911A9}"/>
              </a:ext>
            </a:extLst>
          </p:cNvPr>
          <p:cNvSpPr/>
          <p:nvPr/>
        </p:nvSpPr>
        <p:spPr>
          <a:xfrm>
            <a:off x="11050268" y="1107327"/>
            <a:ext cx="277271" cy="263881"/>
          </a:xfrm>
          <a:prstGeom prst="plus">
            <a:avLst>
              <a:gd name="adj" fmla="val 3769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5" name="Cross 254">
            <a:extLst>
              <a:ext uri="{FF2B5EF4-FFF2-40B4-BE49-F238E27FC236}">
                <a16:creationId xmlns:a16="http://schemas.microsoft.com/office/drawing/2014/main" id="{A1322E07-F2E5-F36D-E23D-A96676A7349C}"/>
              </a:ext>
            </a:extLst>
          </p:cNvPr>
          <p:cNvSpPr/>
          <p:nvPr/>
        </p:nvSpPr>
        <p:spPr>
          <a:xfrm>
            <a:off x="11224400" y="965859"/>
            <a:ext cx="185026" cy="176091"/>
          </a:xfrm>
          <a:prstGeom prst="plus">
            <a:avLst>
              <a:gd name="adj" fmla="val 3769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CC01D886-F432-9D9A-95DE-FC0DC2A60C80}"/>
              </a:ext>
            </a:extLst>
          </p:cNvPr>
          <p:cNvGrpSpPr/>
          <p:nvPr/>
        </p:nvGrpSpPr>
        <p:grpSpPr>
          <a:xfrm>
            <a:off x="276319" y="3873161"/>
            <a:ext cx="1371600" cy="1371600"/>
            <a:chOff x="1298501" y="962272"/>
            <a:chExt cx="1371600" cy="1371600"/>
          </a:xfrm>
        </p:grpSpPr>
        <p:sp>
          <p:nvSpPr>
            <p:cNvPr id="260" name="Rectangle 259">
              <a:extLst>
                <a:ext uri="{FF2B5EF4-FFF2-40B4-BE49-F238E27FC236}">
                  <a16:creationId xmlns:a16="http://schemas.microsoft.com/office/drawing/2014/main" id="{D30FD016-BB25-7A32-2652-A9FF9D8DC553}"/>
                </a:ext>
              </a:extLst>
            </p:cNvPr>
            <p:cNvSpPr/>
            <p:nvPr/>
          </p:nvSpPr>
          <p:spPr>
            <a:xfrm>
              <a:off x="1298501" y="962272"/>
              <a:ext cx="1371600" cy="13716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1" name="Arrow: Pentagon 260">
              <a:extLst>
                <a:ext uri="{FF2B5EF4-FFF2-40B4-BE49-F238E27FC236}">
                  <a16:creationId xmlns:a16="http://schemas.microsoft.com/office/drawing/2014/main" id="{9405F366-7245-6797-3504-EB6CF3A592E3}"/>
                </a:ext>
              </a:extLst>
            </p:cNvPr>
            <p:cNvSpPr/>
            <p:nvPr/>
          </p:nvSpPr>
          <p:spPr>
            <a:xfrm rot="5400000">
              <a:off x="1435661" y="1173775"/>
              <a:ext cx="1097280" cy="1097280"/>
            </a:xfrm>
            <a:prstGeom prst="homePlate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C924142B-2477-7F93-4C56-FDEF7DCF4512}"/>
              </a:ext>
            </a:extLst>
          </p:cNvPr>
          <p:cNvGrpSpPr/>
          <p:nvPr/>
        </p:nvGrpSpPr>
        <p:grpSpPr>
          <a:xfrm>
            <a:off x="470204" y="4148195"/>
            <a:ext cx="993353" cy="544465"/>
            <a:chOff x="1112881" y="2132730"/>
            <a:chExt cx="4624120" cy="2534519"/>
          </a:xfrm>
        </p:grpSpPr>
        <p:sp>
          <p:nvSpPr>
            <p:cNvPr id="266" name="Rectangle 265">
              <a:extLst>
                <a:ext uri="{FF2B5EF4-FFF2-40B4-BE49-F238E27FC236}">
                  <a16:creationId xmlns:a16="http://schemas.microsoft.com/office/drawing/2014/main" id="{0CC141D4-2270-F35F-5153-3BF903698E1E}"/>
                </a:ext>
              </a:extLst>
            </p:cNvPr>
            <p:cNvSpPr/>
            <p:nvPr/>
          </p:nvSpPr>
          <p:spPr>
            <a:xfrm>
              <a:off x="2388719" y="3228341"/>
              <a:ext cx="603258" cy="382247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F05E2719-B557-A9B1-67CA-D1F2349C0E4A}"/>
                </a:ext>
              </a:extLst>
            </p:cNvPr>
            <p:cNvSpPr/>
            <p:nvPr/>
          </p:nvSpPr>
          <p:spPr>
            <a:xfrm>
              <a:off x="3790968" y="3074799"/>
              <a:ext cx="603258" cy="517559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75E358FC-6C5C-EA77-9736-2A35A1008374}"/>
                </a:ext>
              </a:extLst>
            </p:cNvPr>
            <p:cNvSpPr/>
            <p:nvPr/>
          </p:nvSpPr>
          <p:spPr>
            <a:xfrm>
              <a:off x="1112882" y="4097572"/>
              <a:ext cx="4624119" cy="209790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9" name="Oval 268">
              <a:extLst>
                <a:ext uri="{FF2B5EF4-FFF2-40B4-BE49-F238E27FC236}">
                  <a16:creationId xmlns:a16="http://schemas.microsoft.com/office/drawing/2014/main" id="{58ED7578-240C-2F4F-A07C-F5FA7E4F39F7}"/>
                </a:ext>
              </a:extLst>
            </p:cNvPr>
            <p:cNvSpPr/>
            <p:nvPr/>
          </p:nvSpPr>
          <p:spPr>
            <a:xfrm>
              <a:off x="1336750" y="4124911"/>
              <a:ext cx="542338" cy="542338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7" name="Oval 276">
              <a:extLst>
                <a:ext uri="{FF2B5EF4-FFF2-40B4-BE49-F238E27FC236}">
                  <a16:creationId xmlns:a16="http://schemas.microsoft.com/office/drawing/2014/main" id="{9DF951D5-1E3D-8745-4B43-B63C04621F33}"/>
                </a:ext>
              </a:extLst>
            </p:cNvPr>
            <p:cNvSpPr/>
            <p:nvPr/>
          </p:nvSpPr>
          <p:spPr>
            <a:xfrm>
              <a:off x="1934725" y="4124911"/>
              <a:ext cx="542338" cy="542338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8" name="Oval 277">
              <a:extLst>
                <a:ext uri="{FF2B5EF4-FFF2-40B4-BE49-F238E27FC236}">
                  <a16:creationId xmlns:a16="http://schemas.microsoft.com/office/drawing/2014/main" id="{0C436EB0-A819-9F73-9275-92133C59AAD0}"/>
                </a:ext>
              </a:extLst>
            </p:cNvPr>
            <p:cNvSpPr/>
            <p:nvPr/>
          </p:nvSpPr>
          <p:spPr>
            <a:xfrm>
              <a:off x="2539220" y="4117841"/>
              <a:ext cx="542338" cy="542338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9" name="Straight Connector 278">
              <a:extLst>
                <a:ext uri="{FF2B5EF4-FFF2-40B4-BE49-F238E27FC236}">
                  <a16:creationId xmlns:a16="http://schemas.microsoft.com/office/drawing/2014/main" id="{08791281-1926-4E24-698F-9B757F2FB435}"/>
                </a:ext>
              </a:extLst>
            </p:cNvPr>
            <p:cNvCxnSpPr>
              <a:cxnSpLocks/>
              <a:endCxn id="269" idx="3"/>
            </p:cNvCxnSpPr>
            <p:nvPr/>
          </p:nvCxnSpPr>
          <p:spPr>
            <a:xfrm>
              <a:off x="1112881" y="4285210"/>
              <a:ext cx="303292" cy="302615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1" name="Straight Connector 280">
              <a:extLst>
                <a:ext uri="{FF2B5EF4-FFF2-40B4-BE49-F238E27FC236}">
                  <a16:creationId xmlns:a16="http://schemas.microsoft.com/office/drawing/2014/main" id="{D314C23E-1D49-1556-932A-7B6A0AC4DA6D}"/>
                </a:ext>
              </a:extLst>
            </p:cNvPr>
            <p:cNvCxnSpPr>
              <a:cxnSpLocks/>
              <a:stCxn id="269" idx="4"/>
              <a:endCxn id="278" idx="4"/>
            </p:cNvCxnSpPr>
            <p:nvPr/>
          </p:nvCxnSpPr>
          <p:spPr>
            <a:xfrm flipV="1">
              <a:off x="1607919" y="4660179"/>
              <a:ext cx="1202470" cy="707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2" name="Straight Connector 281">
              <a:extLst>
                <a:ext uri="{FF2B5EF4-FFF2-40B4-BE49-F238E27FC236}">
                  <a16:creationId xmlns:a16="http://schemas.microsoft.com/office/drawing/2014/main" id="{B1E43D47-023F-36A9-D4FA-C70086578C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58206" y="4302993"/>
              <a:ext cx="330402" cy="311448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93" name="Oval 292">
              <a:extLst>
                <a:ext uri="{FF2B5EF4-FFF2-40B4-BE49-F238E27FC236}">
                  <a16:creationId xmlns:a16="http://schemas.microsoft.com/office/drawing/2014/main" id="{CC54FAF6-790C-966F-D5F5-B99BBB75B354}"/>
                </a:ext>
              </a:extLst>
            </p:cNvPr>
            <p:cNvSpPr/>
            <p:nvPr/>
          </p:nvSpPr>
          <p:spPr>
            <a:xfrm>
              <a:off x="3741451" y="4113757"/>
              <a:ext cx="542338" cy="542337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5" name="Oval 294">
              <a:extLst>
                <a:ext uri="{FF2B5EF4-FFF2-40B4-BE49-F238E27FC236}">
                  <a16:creationId xmlns:a16="http://schemas.microsoft.com/office/drawing/2014/main" id="{EBADE11E-42E4-B826-9012-35E31F4FF50B}"/>
                </a:ext>
              </a:extLst>
            </p:cNvPr>
            <p:cNvSpPr/>
            <p:nvPr/>
          </p:nvSpPr>
          <p:spPr>
            <a:xfrm>
              <a:off x="4345946" y="4106685"/>
              <a:ext cx="542338" cy="542337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6" name="Oval 295">
              <a:extLst>
                <a:ext uri="{FF2B5EF4-FFF2-40B4-BE49-F238E27FC236}">
                  <a16:creationId xmlns:a16="http://schemas.microsoft.com/office/drawing/2014/main" id="{D450C50A-0C57-3FFC-B402-3E1BC8E047C2}"/>
                </a:ext>
              </a:extLst>
            </p:cNvPr>
            <p:cNvSpPr/>
            <p:nvPr/>
          </p:nvSpPr>
          <p:spPr>
            <a:xfrm>
              <a:off x="4943683" y="4106685"/>
              <a:ext cx="542338" cy="542337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97" name="Straight Connector 296">
              <a:extLst>
                <a:ext uri="{FF2B5EF4-FFF2-40B4-BE49-F238E27FC236}">
                  <a16:creationId xmlns:a16="http://schemas.microsoft.com/office/drawing/2014/main" id="{12352B1B-B694-40CD-0647-FCEF8EC5AD57}"/>
                </a:ext>
              </a:extLst>
            </p:cNvPr>
            <p:cNvCxnSpPr>
              <a:cxnSpLocks/>
              <a:endCxn id="296" idx="5"/>
            </p:cNvCxnSpPr>
            <p:nvPr/>
          </p:nvCxnSpPr>
          <p:spPr>
            <a:xfrm flipH="1">
              <a:off x="5406598" y="4258150"/>
              <a:ext cx="330402" cy="311448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9DA3C39A-A82C-9753-7212-5B0709A3B22B}"/>
                </a:ext>
              </a:extLst>
            </p:cNvPr>
            <p:cNvCxnSpPr>
              <a:cxnSpLocks/>
              <a:endCxn id="296" idx="4"/>
            </p:cNvCxnSpPr>
            <p:nvPr/>
          </p:nvCxnSpPr>
          <p:spPr>
            <a:xfrm flipV="1">
              <a:off x="4012620" y="4649022"/>
              <a:ext cx="1202233" cy="9113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9" name="Straight Connector 298">
              <a:extLst>
                <a:ext uri="{FF2B5EF4-FFF2-40B4-BE49-F238E27FC236}">
                  <a16:creationId xmlns:a16="http://schemas.microsoft.com/office/drawing/2014/main" id="{5413C517-16B0-6ED0-A753-FB8EFFC742C0}"/>
                </a:ext>
              </a:extLst>
            </p:cNvPr>
            <p:cNvCxnSpPr>
              <a:cxnSpLocks/>
            </p:cNvCxnSpPr>
            <p:nvPr/>
          </p:nvCxnSpPr>
          <p:spPr>
            <a:xfrm>
              <a:off x="3506106" y="4284567"/>
              <a:ext cx="303292" cy="302615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00" name="Flowchart: Manual Operation 299">
              <a:extLst>
                <a:ext uri="{FF2B5EF4-FFF2-40B4-BE49-F238E27FC236}">
                  <a16:creationId xmlns:a16="http://schemas.microsoft.com/office/drawing/2014/main" id="{D19AA0B0-DA2C-894C-E93C-87BDE34E12A2}"/>
                </a:ext>
              </a:extLst>
            </p:cNvPr>
            <p:cNvSpPr/>
            <p:nvPr/>
          </p:nvSpPr>
          <p:spPr>
            <a:xfrm flipV="1">
              <a:off x="1134231" y="3601472"/>
              <a:ext cx="4550621" cy="491257"/>
            </a:xfrm>
            <a:prstGeom prst="flowChartManualOperation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1" name="Rectangle: Diagonal Corners Snipped 300">
              <a:extLst>
                <a:ext uri="{FF2B5EF4-FFF2-40B4-BE49-F238E27FC236}">
                  <a16:creationId xmlns:a16="http://schemas.microsoft.com/office/drawing/2014/main" id="{CB4397A6-E7DE-07A0-DB5D-F106011C4155}"/>
                </a:ext>
              </a:extLst>
            </p:cNvPr>
            <p:cNvSpPr/>
            <p:nvPr/>
          </p:nvSpPr>
          <p:spPr>
            <a:xfrm flipH="1">
              <a:off x="2626623" y="2680611"/>
              <a:ext cx="1772041" cy="920861"/>
            </a:xfrm>
            <a:prstGeom prst="snip2DiagRect">
              <a:avLst>
                <a:gd name="adj1" fmla="val 30574"/>
                <a:gd name="adj2" fmla="val 50000"/>
              </a:avLst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2" name="Rectangle 301">
              <a:extLst>
                <a:ext uri="{FF2B5EF4-FFF2-40B4-BE49-F238E27FC236}">
                  <a16:creationId xmlns:a16="http://schemas.microsoft.com/office/drawing/2014/main" id="{6BDB6A47-143B-2929-DC4A-955F1C9163F8}"/>
                </a:ext>
              </a:extLst>
            </p:cNvPr>
            <p:cNvSpPr/>
            <p:nvPr/>
          </p:nvSpPr>
          <p:spPr>
            <a:xfrm rot="341191" flipV="1">
              <a:off x="2296485" y="2931809"/>
              <a:ext cx="997910" cy="385699"/>
            </a:xfrm>
            <a:prstGeom prst="rect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03" name="Group 302">
              <a:extLst>
                <a:ext uri="{FF2B5EF4-FFF2-40B4-BE49-F238E27FC236}">
                  <a16:creationId xmlns:a16="http://schemas.microsoft.com/office/drawing/2014/main" id="{E9433B4B-D17D-64BB-B133-6B386088E940}"/>
                </a:ext>
              </a:extLst>
            </p:cNvPr>
            <p:cNvGrpSpPr/>
            <p:nvPr/>
          </p:nvGrpSpPr>
          <p:grpSpPr>
            <a:xfrm rot="341191">
              <a:off x="1783891" y="2897223"/>
              <a:ext cx="521569" cy="306556"/>
              <a:chOff x="363258" y="2301051"/>
              <a:chExt cx="933450" cy="548640"/>
            </a:xfrm>
          </p:grpSpPr>
          <p:sp>
            <p:nvSpPr>
              <p:cNvPr id="310" name="Rectangle 309">
                <a:extLst>
                  <a:ext uri="{FF2B5EF4-FFF2-40B4-BE49-F238E27FC236}">
                    <a16:creationId xmlns:a16="http://schemas.microsoft.com/office/drawing/2014/main" id="{526E92CD-84C6-10C0-0ADD-36C229A3118A}"/>
                  </a:ext>
                </a:extLst>
              </p:cNvPr>
              <p:cNvSpPr/>
              <p:nvPr/>
            </p:nvSpPr>
            <p:spPr>
              <a:xfrm>
                <a:off x="372783" y="2301051"/>
                <a:ext cx="914400" cy="54864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11" name="Straight Connector 310">
                <a:extLst>
                  <a:ext uri="{FF2B5EF4-FFF2-40B4-BE49-F238E27FC236}">
                    <a16:creationId xmlns:a16="http://schemas.microsoft.com/office/drawing/2014/main" id="{789A247D-0509-1C8F-72FB-0E613C932D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3258" y="2483931"/>
                <a:ext cx="933450" cy="0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2" name="Straight Connector 311">
                <a:extLst>
                  <a:ext uri="{FF2B5EF4-FFF2-40B4-BE49-F238E27FC236}">
                    <a16:creationId xmlns:a16="http://schemas.microsoft.com/office/drawing/2014/main" id="{35816EF3-DD1A-8688-5AA3-7920113507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3258" y="2676534"/>
                <a:ext cx="933450" cy="0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04" name="Rectangle 303">
              <a:extLst>
                <a:ext uri="{FF2B5EF4-FFF2-40B4-BE49-F238E27FC236}">
                  <a16:creationId xmlns:a16="http://schemas.microsoft.com/office/drawing/2014/main" id="{FCE75F68-88A3-07CF-8229-D3EA79B79B96}"/>
                </a:ext>
              </a:extLst>
            </p:cNvPr>
            <p:cNvSpPr/>
            <p:nvPr/>
          </p:nvSpPr>
          <p:spPr>
            <a:xfrm rot="5741191">
              <a:off x="1890431" y="2996241"/>
              <a:ext cx="446574" cy="108219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5" name="Oval 304">
              <a:extLst>
                <a:ext uri="{FF2B5EF4-FFF2-40B4-BE49-F238E27FC236}">
                  <a16:creationId xmlns:a16="http://schemas.microsoft.com/office/drawing/2014/main" id="{4E425E0C-6ABA-23B6-F8FF-18FB78709888}"/>
                </a:ext>
              </a:extLst>
            </p:cNvPr>
            <p:cNvSpPr/>
            <p:nvPr/>
          </p:nvSpPr>
          <p:spPr>
            <a:xfrm>
              <a:off x="3204283" y="2984314"/>
              <a:ext cx="434410" cy="43441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6" name="Oval 305">
              <a:extLst>
                <a:ext uri="{FF2B5EF4-FFF2-40B4-BE49-F238E27FC236}">
                  <a16:creationId xmlns:a16="http://schemas.microsoft.com/office/drawing/2014/main" id="{A8CA2931-5320-F694-EAA1-FD2F584890A9}"/>
                </a:ext>
              </a:extLst>
            </p:cNvPr>
            <p:cNvSpPr/>
            <p:nvPr/>
          </p:nvSpPr>
          <p:spPr>
            <a:xfrm rot="1567635">
              <a:off x="3702502" y="2314402"/>
              <a:ext cx="245032" cy="144147"/>
            </a:xfrm>
            <a:prstGeom prst="ellipse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7" name="Oval 306">
              <a:extLst>
                <a:ext uri="{FF2B5EF4-FFF2-40B4-BE49-F238E27FC236}">
                  <a16:creationId xmlns:a16="http://schemas.microsoft.com/office/drawing/2014/main" id="{DADDB354-C4CB-0534-62A4-898AF92256D8}"/>
                </a:ext>
              </a:extLst>
            </p:cNvPr>
            <p:cNvSpPr/>
            <p:nvPr/>
          </p:nvSpPr>
          <p:spPr>
            <a:xfrm rot="1567635">
              <a:off x="3796955" y="2132730"/>
              <a:ext cx="245032" cy="144147"/>
            </a:xfrm>
            <a:prstGeom prst="ellipse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" name="Rectangle 307">
              <a:extLst>
                <a:ext uri="{FF2B5EF4-FFF2-40B4-BE49-F238E27FC236}">
                  <a16:creationId xmlns:a16="http://schemas.microsoft.com/office/drawing/2014/main" id="{5C45FAAD-E9E0-AB0A-827B-0885186901BF}"/>
                </a:ext>
              </a:extLst>
            </p:cNvPr>
            <p:cNvSpPr/>
            <p:nvPr/>
          </p:nvSpPr>
          <p:spPr>
            <a:xfrm rot="1520560">
              <a:off x="3834331" y="2283297"/>
              <a:ext cx="970386" cy="45549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9" name="Oval 308">
              <a:extLst>
                <a:ext uri="{FF2B5EF4-FFF2-40B4-BE49-F238E27FC236}">
                  <a16:creationId xmlns:a16="http://schemas.microsoft.com/office/drawing/2014/main" id="{69BC6F36-D2D0-3B45-C8EE-9C546CBA11E7}"/>
                </a:ext>
              </a:extLst>
            </p:cNvPr>
            <p:cNvSpPr/>
            <p:nvPr/>
          </p:nvSpPr>
          <p:spPr>
            <a:xfrm rot="511917">
              <a:off x="3980972" y="2552639"/>
              <a:ext cx="434410" cy="43441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6" name="Group 315">
            <a:extLst>
              <a:ext uri="{FF2B5EF4-FFF2-40B4-BE49-F238E27FC236}">
                <a16:creationId xmlns:a16="http://schemas.microsoft.com/office/drawing/2014/main" id="{F60BF70D-4541-E619-77CA-869A5DFBFD6F}"/>
              </a:ext>
            </a:extLst>
          </p:cNvPr>
          <p:cNvGrpSpPr/>
          <p:nvPr/>
        </p:nvGrpSpPr>
        <p:grpSpPr>
          <a:xfrm>
            <a:off x="3586655" y="3952065"/>
            <a:ext cx="1371600" cy="1371600"/>
            <a:chOff x="1298501" y="962272"/>
            <a:chExt cx="1371600" cy="1371600"/>
          </a:xfrm>
        </p:grpSpPr>
        <p:sp>
          <p:nvSpPr>
            <p:cNvPr id="317" name="Rectangle 316">
              <a:extLst>
                <a:ext uri="{FF2B5EF4-FFF2-40B4-BE49-F238E27FC236}">
                  <a16:creationId xmlns:a16="http://schemas.microsoft.com/office/drawing/2014/main" id="{5BB1C7F4-DD07-87C7-8EEC-ECA813D66FDA}"/>
                </a:ext>
              </a:extLst>
            </p:cNvPr>
            <p:cNvSpPr/>
            <p:nvPr/>
          </p:nvSpPr>
          <p:spPr>
            <a:xfrm>
              <a:off x="1298501" y="962272"/>
              <a:ext cx="1371600" cy="13716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8" name="Arrow: Pentagon 317">
              <a:extLst>
                <a:ext uri="{FF2B5EF4-FFF2-40B4-BE49-F238E27FC236}">
                  <a16:creationId xmlns:a16="http://schemas.microsoft.com/office/drawing/2014/main" id="{D77226D2-7D91-71A7-FFE2-CF1918DC1710}"/>
                </a:ext>
              </a:extLst>
            </p:cNvPr>
            <p:cNvSpPr/>
            <p:nvPr/>
          </p:nvSpPr>
          <p:spPr>
            <a:xfrm rot="5400000">
              <a:off x="1435661" y="1173775"/>
              <a:ext cx="1097280" cy="1097280"/>
            </a:xfrm>
            <a:prstGeom prst="homePlate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9" name="Group 318">
            <a:extLst>
              <a:ext uri="{FF2B5EF4-FFF2-40B4-BE49-F238E27FC236}">
                <a16:creationId xmlns:a16="http://schemas.microsoft.com/office/drawing/2014/main" id="{E25D332D-EB93-80E6-B702-019112BF178E}"/>
              </a:ext>
            </a:extLst>
          </p:cNvPr>
          <p:cNvGrpSpPr/>
          <p:nvPr/>
        </p:nvGrpSpPr>
        <p:grpSpPr>
          <a:xfrm>
            <a:off x="3843598" y="4223525"/>
            <a:ext cx="870414" cy="803280"/>
            <a:chOff x="2841994" y="930562"/>
            <a:chExt cx="3529486" cy="3257264"/>
          </a:xfrm>
        </p:grpSpPr>
        <p:sp>
          <p:nvSpPr>
            <p:cNvPr id="320" name="Oval 319">
              <a:extLst>
                <a:ext uri="{FF2B5EF4-FFF2-40B4-BE49-F238E27FC236}">
                  <a16:creationId xmlns:a16="http://schemas.microsoft.com/office/drawing/2014/main" id="{85B12C62-ADBA-DDB9-AC76-430E72EAD4F8}"/>
                </a:ext>
              </a:extLst>
            </p:cNvPr>
            <p:cNvSpPr/>
            <p:nvPr/>
          </p:nvSpPr>
          <p:spPr>
            <a:xfrm>
              <a:off x="4305300" y="930562"/>
              <a:ext cx="590550" cy="3181350"/>
            </a:xfrm>
            <a:prstGeom prst="ellipse">
              <a:avLst/>
            </a:prstGeom>
            <a:ln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1" name="Isosceles Triangle 320">
              <a:extLst>
                <a:ext uri="{FF2B5EF4-FFF2-40B4-BE49-F238E27FC236}">
                  <a16:creationId xmlns:a16="http://schemas.microsoft.com/office/drawing/2014/main" id="{5F17EBD1-A0DE-D2AA-1F38-E7D0DE10B186}"/>
                </a:ext>
              </a:extLst>
            </p:cNvPr>
            <p:cNvSpPr/>
            <p:nvPr/>
          </p:nvSpPr>
          <p:spPr>
            <a:xfrm rot="15097803">
              <a:off x="3816522" y="3530601"/>
              <a:ext cx="590550" cy="723900"/>
            </a:xfrm>
            <a:prstGeom prst="triangl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2" name="Isosceles Triangle 321">
              <a:extLst>
                <a:ext uri="{FF2B5EF4-FFF2-40B4-BE49-F238E27FC236}">
                  <a16:creationId xmlns:a16="http://schemas.microsoft.com/office/drawing/2014/main" id="{8C714315-EE69-66F0-541A-EF5DD3EBD261}"/>
                </a:ext>
              </a:extLst>
            </p:cNvPr>
            <p:cNvSpPr/>
            <p:nvPr/>
          </p:nvSpPr>
          <p:spPr>
            <a:xfrm rot="6456753">
              <a:off x="4789963" y="3527597"/>
              <a:ext cx="590550" cy="723900"/>
            </a:xfrm>
            <a:prstGeom prst="triangl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23" name="Group 322">
              <a:extLst>
                <a:ext uri="{FF2B5EF4-FFF2-40B4-BE49-F238E27FC236}">
                  <a16:creationId xmlns:a16="http://schemas.microsoft.com/office/drawing/2014/main" id="{489FCEB9-6581-0E22-6109-EEBBABAA705A}"/>
                </a:ext>
              </a:extLst>
            </p:cNvPr>
            <p:cNvGrpSpPr/>
            <p:nvPr/>
          </p:nvGrpSpPr>
          <p:grpSpPr>
            <a:xfrm>
              <a:off x="2841994" y="1514299"/>
              <a:ext cx="1562063" cy="1372483"/>
              <a:chOff x="2841994" y="1514299"/>
              <a:chExt cx="1562063" cy="1372483"/>
            </a:xfrm>
          </p:grpSpPr>
          <p:sp>
            <p:nvSpPr>
              <p:cNvPr id="331" name="Rectangle 330">
                <a:extLst>
                  <a:ext uri="{FF2B5EF4-FFF2-40B4-BE49-F238E27FC236}">
                    <a16:creationId xmlns:a16="http://schemas.microsoft.com/office/drawing/2014/main" id="{977D2C1C-FF87-596D-3AB2-64083F8571DD}"/>
                  </a:ext>
                </a:extLst>
              </p:cNvPr>
              <p:cNvSpPr/>
              <p:nvPr/>
            </p:nvSpPr>
            <p:spPr>
              <a:xfrm>
                <a:off x="3453258" y="1667895"/>
                <a:ext cx="241300" cy="101641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2" name="Rectangle 331">
                <a:extLst>
                  <a:ext uri="{FF2B5EF4-FFF2-40B4-BE49-F238E27FC236}">
                    <a16:creationId xmlns:a16="http://schemas.microsoft.com/office/drawing/2014/main" id="{62137CB9-7201-79C3-3084-6CB5C9587369}"/>
                  </a:ext>
                </a:extLst>
              </p:cNvPr>
              <p:cNvSpPr/>
              <p:nvPr/>
            </p:nvSpPr>
            <p:spPr>
              <a:xfrm>
                <a:off x="3879279" y="1514299"/>
                <a:ext cx="241300" cy="101641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3" name="Trapezoid 332">
                <a:extLst>
                  <a:ext uri="{FF2B5EF4-FFF2-40B4-BE49-F238E27FC236}">
                    <a16:creationId xmlns:a16="http://schemas.microsoft.com/office/drawing/2014/main" id="{6FA67849-F3A4-D169-FBD0-2987BE6B9DA3}"/>
                  </a:ext>
                </a:extLst>
              </p:cNvPr>
              <p:cNvSpPr/>
              <p:nvPr/>
            </p:nvSpPr>
            <p:spPr>
              <a:xfrm rot="15639411">
                <a:off x="3588611" y="1898339"/>
                <a:ext cx="806450" cy="824442"/>
              </a:xfrm>
              <a:prstGeom prst="trapezoid">
                <a:avLst>
                  <a:gd name="adj" fmla="val 15303"/>
                </a:avLst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4" name="Isosceles Triangle 333">
                <a:extLst>
                  <a:ext uri="{FF2B5EF4-FFF2-40B4-BE49-F238E27FC236}">
                    <a16:creationId xmlns:a16="http://schemas.microsoft.com/office/drawing/2014/main" id="{F875D4DC-7385-1E3A-92DE-9B40A84E4BD9}"/>
                  </a:ext>
                </a:extLst>
              </p:cNvPr>
              <p:cNvSpPr/>
              <p:nvPr/>
            </p:nvSpPr>
            <p:spPr>
              <a:xfrm rot="14248003">
                <a:off x="2851235" y="2409712"/>
                <a:ext cx="388815" cy="407297"/>
              </a:xfrm>
              <a:prstGeom prst="triangl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5" name="Oval 334">
                <a:extLst>
                  <a:ext uri="{FF2B5EF4-FFF2-40B4-BE49-F238E27FC236}">
                    <a16:creationId xmlns:a16="http://schemas.microsoft.com/office/drawing/2014/main" id="{C7DDC445-B33C-8CB5-68CE-C55C65096E7A}"/>
                  </a:ext>
                </a:extLst>
              </p:cNvPr>
              <p:cNvSpPr/>
              <p:nvPr/>
            </p:nvSpPr>
            <p:spPr>
              <a:xfrm>
                <a:off x="3087822" y="1907372"/>
                <a:ext cx="979410" cy="97941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24" name="Trapezoid 323">
              <a:extLst>
                <a:ext uri="{FF2B5EF4-FFF2-40B4-BE49-F238E27FC236}">
                  <a16:creationId xmlns:a16="http://schemas.microsoft.com/office/drawing/2014/main" id="{D4781322-EF42-0A95-0672-83C3F93E7A17}"/>
                </a:ext>
              </a:extLst>
            </p:cNvPr>
            <p:cNvSpPr/>
            <p:nvPr/>
          </p:nvSpPr>
          <p:spPr>
            <a:xfrm>
              <a:off x="4391733" y="1120756"/>
              <a:ext cx="417684" cy="428229"/>
            </a:xfrm>
            <a:prstGeom prst="trapezoi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25" name="Group 324">
              <a:extLst>
                <a:ext uri="{FF2B5EF4-FFF2-40B4-BE49-F238E27FC236}">
                  <a16:creationId xmlns:a16="http://schemas.microsoft.com/office/drawing/2014/main" id="{5DF009FB-EF3B-77E6-2E7E-99F4B2FD04F4}"/>
                </a:ext>
              </a:extLst>
            </p:cNvPr>
            <p:cNvGrpSpPr/>
            <p:nvPr/>
          </p:nvGrpSpPr>
          <p:grpSpPr>
            <a:xfrm flipH="1">
              <a:off x="4809417" y="1514012"/>
              <a:ext cx="1562063" cy="1372483"/>
              <a:chOff x="2841994" y="1514299"/>
              <a:chExt cx="1562063" cy="1372483"/>
            </a:xfrm>
          </p:grpSpPr>
          <p:sp>
            <p:nvSpPr>
              <p:cNvPr id="326" name="Rectangle 325">
                <a:extLst>
                  <a:ext uri="{FF2B5EF4-FFF2-40B4-BE49-F238E27FC236}">
                    <a16:creationId xmlns:a16="http://schemas.microsoft.com/office/drawing/2014/main" id="{CE9A6C7A-7F94-4551-0B54-77AE8C822945}"/>
                  </a:ext>
                </a:extLst>
              </p:cNvPr>
              <p:cNvSpPr/>
              <p:nvPr/>
            </p:nvSpPr>
            <p:spPr>
              <a:xfrm>
                <a:off x="3453258" y="1667895"/>
                <a:ext cx="241300" cy="101641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7" name="Rectangle 326">
                <a:extLst>
                  <a:ext uri="{FF2B5EF4-FFF2-40B4-BE49-F238E27FC236}">
                    <a16:creationId xmlns:a16="http://schemas.microsoft.com/office/drawing/2014/main" id="{7461F050-8672-4098-9A68-50D6750708BB}"/>
                  </a:ext>
                </a:extLst>
              </p:cNvPr>
              <p:cNvSpPr/>
              <p:nvPr/>
            </p:nvSpPr>
            <p:spPr>
              <a:xfrm>
                <a:off x="3879279" y="1514299"/>
                <a:ext cx="241300" cy="101641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8" name="Trapezoid 327">
                <a:extLst>
                  <a:ext uri="{FF2B5EF4-FFF2-40B4-BE49-F238E27FC236}">
                    <a16:creationId xmlns:a16="http://schemas.microsoft.com/office/drawing/2014/main" id="{BB5AB281-6ACA-E753-6DB4-32918352C272}"/>
                  </a:ext>
                </a:extLst>
              </p:cNvPr>
              <p:cNvSpPr/>
              <p:nvPr/>
            </p:nvSpPr>
            <p:spPr>
              <a:xfrm rot="15639411">
                <a:off x="3588611" y="1898339"/>
                <a:ext cx="806450" cy="824442"/>
              </a:xfrm>
              <a:prstGeom prst="trapezoid">
                <a:avLst>
                  <a:gd name="adj" fmla="val 15303"/>
                </a:avLst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9" name="Isosceles Triangle 328">
                <a:extLst>
                  <a:ext uri="{FF2B5EF4-FFF2-40B4-BE49-F238E27FC236}">
                    <a16:creationId xmlns:a16="http://schemas.microsoft.com/office/drawing/2014/main" id="{7D7AC445-6078-CB06-53BE-27E528AABA29}"/>
                  </a:ext>
                </a:extLst>
              </p:cNvPr>
              <p:cNvSpPr/>
              <p:nvPr/>
            </p:nvSpPr>
            <p:spPr>
              <a:xfrm rot="14248003">
                <a:off x="2851235" y="2409712"/>
                <a:ext cx="388815" cy="407297"/>
              </a:xfrm>
              <a:prstGeom prst="triangl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0" name="Oval 329">
                <a:extLst>
                  <a:ext uri="{FF2B5EF4-FFF2-40B4-BE49-F238E27FC236}">
                    <a16:creationId xmlns:a16="http://schemas.microsoft.com/office/drawing/2014/main" id="{9C876087-7DB7-C733-8899-D07F6D9A07C1}"/>
                  </a:ext>
                </a:extLst>
              </p:cNvPr>
              <p:cNvSpPr/>
              <p:nvPr/>
            </p:nvSpPr>
            <p:spPr>
              <a:xfrm>
                <a:off x="3087822" y="1907372"/>
                <a:ext cx="979410" cy="97941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13" name="Group 312">
            <a:extLst>
              <a:ext uri="{FF2B5EF4-FFF2-40B4-BE49-F238E27FC236}">
                <a16:creationId xmlns:a16="http://schemas.microsoft.com/office/drawing/2014/main" id="{4B513A1D-2CCC-EF6A-93BC-E0617E3D96F5}"/>
              </a:ext>
            </a:extLst>
          </p:cNvPr>
          <p:cNvGrpSpPr/>
          <p:nvPr/>
        </p:nvGrpSpPr>
        <p:grpSpPr>
          <a:xfrm>
            <a:off x="5304150" y="3827635"/>
            <a:ext cx="1143909" cy="1520774"/>
            <a:chOff x="3363817" y="813583"/>
            <a:chExt cx="2044395" cy="2717927"/>
          </a:xfrm>
        </p:grpSpPr>
        <p:sp>
          <p:nvSpPr>
            <p:cNvPr id="314" name="Diamond 313">
              <a:extLst>
                <a:ext uri="{FF2B5EF4-FFF2-40B4-BE49-F238E27FC236}">
                  <a16:creationId xmlns:a16="http://schemas.microsoft.com/office/drawing/2014/main" id="{7A672C02-9737-5135-5BA6-1AF03FF3762D}"/>
                </a:ext>
              </a:extLst>
            </p:cNvPr>
            <p:cNvSpPr/>
            <p:nvPr/>
          </p:nvSpPr>
          <p:spPr>
            <a:xfrm>
              <a:off x="3975100" y="1439970"/>
              <a:ext cx="816608" cy="1449279"/>
            </a:xfrm>
            <a:prstGeom prst="diamond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4A1AD818-C367-9D21-7F04-D309CB3408B0}"/>
                </a:ext>
              </a:extLst>
            </p:cNvPr>
            <p:cNvGrpSpPr/>
            <p:nvPr/>
          </p:nvGrpSpPr>
          <p:grpSpPr>
            <a:xfrm>
              <a:off x="3363817" y="813583"/>
              <a:ext cx="935545" cy="2708402"/>
              <a:chOff x="3363817" y="813583"/>
              <a:chExt cx="935545" cy="2708402"/>
            </a:xfrm>
          </p:grpSpPr>
          <p:sp>
            <p:nvSpPr>
              <p:cNvPr id="344" name="Oval 343">
                <a:extLst>
                  <a:ext uri="{FF2B5EF4-FFF2-40B4-BE49-F238E27FC236}">
                    <a16:creationId xmlns:a16="http://schemas.microsoft.com/office/drawing/2014/main" id="{A39745CB-08C6-1697-B7E5-574690AAE96B}"/>
                  </a:ext>
                </a:extLst>
              </p:cNvPr>
              <p:cNvSpPr/>
              <p:nvPr/>
            </p:nvSpPr>
            <p:spPr>
              <a:xfrm rot="1729643">
                <a:off x="3363818" y="813583"/>
                <a:ext cx="935544" cy="1529359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5" name="Oval 344">
                <a:extLst>
                  <a:ext uri="{FF2B5EF4-FFF2-40B4-BE49-F238E27FC236}">
                    <a16:creationId xmlns:a16="http://schemas.microsoft.com/office/drawing/2014/main" id="{30334C54-BAC3-39A0-9D89-09DC125581C0}"/>
                  </a:ext>
                </a:extLst>
              </p:cNvPr>
              <p:cNvSpPr/>
              <p:nvPr/>
            </p:nvSpPr>
            <p:spPr>
              <a:xfrm rot="19870357" flipV="1">
                <a:off x="3363817" y="1992626"/>
                <a:ext cx="935544" cy="1529359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36" name="Group 335">
              <a:extLst>
                <a:ext uri="{FF2B5EF4-FFF2-40B4-BE49-F238E27FC236}">
                  <a16:creationId xmlns:a16="http://schemas.microsoft.com/office/drawing/2014/main" id="{E8149E00-3552-BEC3-8D28-7397C814E243}"/>
                </a:ext>
              </a:extLst>
            </p:cNvPr>
            <p:cNvGrpSpPr/>
            <p:nvPr/>
          </p:nvGrpSpPr>
          <p:grpSpPr>
            <a:xfrm flipH="1">
              <a:off x="4472667" y="823108"/>
              <a:ext cx="935545" cy="2708402"/>
              <a:chOff x="3363817" y="813583"/>
              <a:chExt cx="935545" cy="2708402"/>
            </a:xfrm>
          </p:grpSpPr>
          <p:sp>
            <p:nvSpPr>
              <p:cNvPr id="342" name="Oval 341">
                <a:extLst>
                  <a:ext uri="{FF2B5EF4-FFF2-40B4-BE49-F238E27FC236}">
                    <a16:creationId xmlns:a16="http://schemas.microsoft.com/office/drawing/2014/main" id="{85EF25FD-C6A2-2A37-0976-FC12EAFCDEF6}"/>
                  </a:ext>
                </a:extLst>
              </p:cNvPr>
              <p:cNvSpPr/>
              <p:nvPr/>
            </p:nvSpPr>
            <p:spPr>
              <a:xfrm rot="1729643">
                <a:off x="3363818" y="813583"/>
                <a:ext cx="935544" cy="1529359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3" name="Oval 342">
                <a:extLst>
                  <a:ext uri="{FF2B5EF4-FFF2-40B4-BE49-F238E27FC236}">
                    <a16:creationId xmlns:a16="http://schemas.microsoft.com/office/drawing/2014/main" id="{15A388CC-FA78-6A13-CF9E-4C283C272804}"/>
                  </a:ext>
                </a:extLst>
              </p:cNvPr>
              <p:cNvSpPr/>
              <p:nvPr/>
            </p:nvSpPr>
            <p:spPr>
              <a:xfrm rot="19870357" flipV="1">
                <a:off x="3363817" y="1992626"/>
                <a:ext cx="935544" cy="1529359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37" name="Rectangle 336">
              <a:extLst>
                <a:ext uri="{FF2B5EF4-FFF2-40B4-BE49-F238E27FC236}">
                  <a16:creationId xmlns:a16="http://schemas.microsoft.com/office/drawing/2014/main" id="{70A353CF-583C-F469-D83F-694B20FC2505}"/>
                </a:ext>
              </a:extLst>
            </p:cNvPr>
            <p:cNvSpPr/>
            <p:nvPr/>
          </p:nvSpPr>
          <p:spPr>
            <a:xfrm>
              <a:off x="3683000" y="2068915"/>
              <a:ext cx="1397000" cy="279400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8" name="Rectangle 337">
              <a:extLst>
                <a:ext uri="{FF2B5EF4-FFF2-40B4-BE49-F238E27FC236}">
                  <a16:creationId xmlns:a16="http://schemas.microsoft.com/office/drawing/2014/main" id="{783DD2F9-A0D2-9A30-B40B-28E4C4B25B57}"/>
                </a:ext>
              </a:extLst>
            </p:cNvPr>
            <p:cNvSpPr/>
            <p:nvPr/>
          </p:nvSpPr>
          <p:spPr>
            <a:xfrm>
              <a:off x="3756163" y="1876629"/>
              <a:ext cx="181606" cy="66397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9" name="Rectangle 338">
              <a:extLst>
                <a:ext uri="{FF2B5EF4-FFF2-40B4-BE49-F238E27FC236}">
                  <a16:creationId xmlns:a16="http://schemas.microsoft.com/office/drawing/2014/main" id="{2E533B33-5B76-1638-3440-B4995CC510A7}"/>
                </a:ext>
              </a:extLst>
            </p:cNvPr>
            <p:cNvSpPr/>
            <p:nvPr/>
          </p:nvSpPr>
          <p:spPr>
            <a:xfrm>
              <a:off x="4823219" y="1861841"/>
              <a:ext cx="181606" cy="66397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0" name="Cross 339">
              <a:extLst>
                <a:ext uri="{FF2B5EF4-FFF2-40B4-BE49-F238E27FC236}">
                  <a16:creationId xmlns:a16="http://schemas.microsoft.com/office/drawing/2014/main" id="{279329A5-23D7-552E-2E7F-2F9A6C57923E}"/>
                </a:ext>
              </a:extLst>
            </p:cNvPr>
            <p:cNvSpPr/>
            <p:nvPr/>
          </p:nvSpPr>
          <p:spPr>
            <a:xfrm>
              <a:off x="4610101" y="1555630"/>
              <a:ext cx="277271" cy="263881"/>
            </a:xfrm>
            <a:prstGeom prst="plus">
              <a:avLst>
                <a:gd name="adj" fmla="val 37697"/>
              </a:avLst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1" name="Cross 340">
              <a:extLst>
                <a:ext uri="{FF2B5EF4-FFF2-40B4-BE49-F238E27FC236}">
                  <a16:creationId xmlns:a16="http://schemas.microsoft.com/office/drawing/2014/main" id="{ED1DAF97-8F33-5282-959F-454BD2C6C5E0}"/>
                </a:ext>
              </a:extLst>
            </p:cNvPr>
            <p:cNvSpPr/>
            <p:nvPr/>
          </p:nvSpPr>
          <p:spPr>
            <a:xfrm>
              <a:off x="4784233" y="1414162"/>
              <a:ext cx="185026" cy="176091"/>
            </a:xfrm>
            <a:prstGeom prst="plus">
              <a:avLst>
                <a:gd name="adj" fmla="val 37697"/>
              </a:avLst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6" name="Group 345">
            <a:extLst>
              <a:ext uri="{FF2B5EF4-FFF2-40B4-BE49-F238E27FC236}">
                <a16:creationId xmlns:a16="http://schemas.microsoft.com/office/drawing/2014/main" id="{A87E1107-DACA-E244-17C7-C4B29E932667}"/>
              </a:ext>
            </a:extLst>
          </p:cNvPr>
          <p:cNvGrpSpPr/>
          <p:nvPr/>
        </p:nvGrpSpPr>
        <p:grpSpPr>
          <a:xfrm>
            <a:off x="5190305" y="3897729"/>
            <a:ext cx="1371600" cy="1371600"/>
            <a:chOff x="1298501" y="962272"/>
            <a:chExt cx="1371600" cy="1371600"/>
          </a:xfrm>
        </p:grpSpPr>
        <p:sp>
          <p:nvSpPr>
            <p:cNvPr id="347" name="Rectangle 346">
              <a:extLst>
                <a:ext uri="{FF2B5EF4-FFF2-40B4-BE49-F238E27FC236}">
                  <a16:creationId xmlns:a16="http://schemas.microsoft.com/office/drawing/2014/main" id="{B2AF726B-211F-464E-2DB1-FDEC9CE26139}"/>
                </a:ext>
              </a:extLst>
            </p:cNvPr>
            <p:cNvSpPr/>
            <p:nvPr/>
          </p:nvSpPr>
          <p:spPr>
            <a:xfrm>
              <a:off x="1298501" y="962272"/>
              <a:ext cx="1371600" cy="13716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8" name="Arrow: Pentagon 347">
              <a:extLst>
                <a:ext uri="{FF2B5EF4-FFF2-40B4-BE49-F238E27FC236}">
                  <a16:creationId xmlns:a16="http://schemas.microsoft.com/office/drawing/2014/main" id="{980D8276-CE82-A926-2594-431EC68E9E6A}"/>
                </a:ext>
              </a:extLst>
            </p:cNvPr>
            <p:cNvSpPr/>
            <p:nvPr/>
          </p:nvSpPr>
          <p:spPr>
            <a:xfrm rot="5400000">
              <a:off x="1435661" y="1173775"/>
              <a:ext cx="1097280" cy="1097280"/>
            </a:xfrm>
            <a:prstGeom prst="homePlate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9" name="Group 348">
            <a:extLst>
              <a:ext uri="{FF2B5EF4-FFF2-40B4-BE49-F238E27FC236}">
                <a16:creationId xmlns:a16="http://schemas.microsoft.com/office/drawing/2014/main" id="{FA54B203-559E-CC5F-7B15-F1613B87A630}"/>
              </a:ext>
            </a:extLst>
          </p:cNvPr>
          <p:cNvGrpSpPr/>
          <p:nvPr/>
        </p:nvGrpSpPr>
        <p:grpSpPr>
          <a:xfrm>
            <a:off x="6777598" y="3883442"/>
            <a:ext cx="1371600" cy="1371600"/>
            <a:chOff x="1298501" y="962272"/>
            <a:chExt cx="1371600" cy="1371600"/>
          </a:xfrm>
        </p:grpSpPr>
        <p:sp>
          <p:nvSpPr>
            <p:cNvPr id="350" name="Rectangle 349">
              <a:extLst>
                <a:ext uri="{FF2B5EF4-FFF2-40B4-BE49-F238E27FC236}">
                  <a16:creationId xmlns:a16="http://schemas.microsoft.com/office/drawing/2014/main" id="{51B3470A-F1D5-ABD7-63F4-8DE2475ED1F2}"/>
                </a:ext>
              </a:extLst>
            </p:cNvPr>
            <p:cNvSpPr/>
            <p:nvPr/>
          </p:nvSpPr>
          <p:spPr>
            <a:xfrm>
              <a:off x="1298501" y="962272"/>
              <a:ext cx="1371600" cy="13716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1" name="Arrow: Pentagon 350">
              <a:extLst>
                <a:ext uri="{FF2B5EF4-FFF2-40B4-BE49-F238E27FC236}">
                  <a16:creationId xmlns:a16="http://schemas.microsoft.com/office/drawing/2014/main" id="{1FF83E73-E8BC-235B-310D-CC6CFD180A6C}"/>
                </a:ext>
              </a:extLst>
            </p:cNvPr>
            <p:cNvSpPr/>
            <p:nvPr/>
          </p:nvSpPr>
          <p:spPr>
            <a:xfrm rot="5400000">
              <a:off x="1435661" y="1173775"/>
              <a:ext cx="1097280" cy="1097280"/>
            </a:xfrm>
            <a:prstGeom prst="homePlate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60" name="Picture 2" descr="Sniper rifle vector Images, Stock Photos &amp; Vectors | Shutterstock">
            <a:extLst>
              <a:ext uri="{FF2B5EF4-FFF2-40B4-BE49-F238E27FC236}">
                <a16:creationId xmlns:a16="http://schemas.microsoft.com/office/drawing/2014/main" id="{B4CF7F24-532F-72B1-793F-E57155EF7B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57" t="13333" r="2963" b="12143"/>
          <a:stretch/>
        </p:blipFill>
        <p:spPr bwMode="auto">
          <a:xfrm rot="1675474" flipH="1">
            <a:off x="8471739" y="4374492"/>
            <a:ext cx="1046633" cy="342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61" name="Group 360">
            <a:extLst>
              <a:ext uri="{FF2B5EF4-FFF2-40B4-BE49-F238E27FC236}">
                <a16:creationId xmlns:a16="http://schemas.microsoft.com/office/drawing/2014/main" id="{30166513-C7A2-6888-F33C-D462D55D75FE}"/>
              </a:ext>
            </a:extLst>
          </p:cNvPr>
          <p:cNvGrpSpPr/>
          <p:nvPr/>
        </p:nvGrpSpPr>
        <p:grpSpPr>
          <a:xfrm>
            <a:off x="8351685" y="3959505"/>
            <a:ext cx="1371600" cy="1371600"/>
            <a:chOff x="1298501" y="962272"/>
            <a:chExt cx="1371600" cy="1371600"/>
          </a:xfrm>
        </p:grpSpPr>
        <p:sp>
          <p:nvSpPr>
            <p:cNvPr id="362" name="Rectangle 361">
              <a:extLst>
                <a:ext uri="{FF2B5EF4-FFF2-40B4-BE49-F238E27FC236}">
                  <a16:creationId xmlns:a16="http://schemas.microsoft.com/office/drawing/2014/main" id="{768123B9-3E7F-EF9A-147D-57B21696125C}"/>
                </a:ext>
              </a:extLst>
            </p:cNvPr>
            <p:cNvSpPr/>
            <p:nvPr/>
          </p:nvSpPr>
          <p:spPr>
            <a:xfrm>
              <a:off x="1298501" y="962272"/>
              <a:ext cx="1371600" cy="13716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3" name="Arrow: Pentagon 362">
              <a:extLst>
                <a:ext uri="{FF2B5EF4-FFF2-40B4-BE49-F238E27FC236}">
                  <a16:creationId xmlns:a16="http://schemas.microsoft.com/office/drawing/2014/main" id="{C7E9948F-0BB1-566D-8EF2-3BA5D3005B15}"/>
                </a:ext>
              </a:extLst>
            </p:cNvPr>
            <p:cNvSpPr/>
            <p:nvPr/>
          </p:nvSpPr>
          <p:spPr>
            <a:xfrm rot="5400000">
              <a:off x="1435661" y="1173775"/>
              <a:ext cx="1097280" cy="1097280"/>
            </a:xfrm>
            <a:prstGeom prst="homePlate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4" name="Group 363">
            <a:extLst>
              <a:ext uri="{FF2B5EF4-FFF2-40B4-BE49-F238E27FC236}">
                <a16:creationId xmlns:a16="http://schemas.microsoft.com/office/drawing/2014/main" id="{AEC83E13-CFEB-66EB-8317-FC342E162DC9}"/>
              </a:ext>
            </a:extLst>
          </p:cNvPr>
          <p:cNvGrpSpPr/>
          <p:nvPr/>
        </p:nvGrpSpPr>
        <p:grpSpPr>
          <a:xfrm>
            <a:off x="7060096" y="4202711"/>
            <a:ext cx="794436" cy="794436"/>
            <a:chOff x="6791479" y="4800533"/>
            <a:chExt cx="514930" cy="514930"/>
          </a:xfrm>
        </p:grpSpPr>
        <p:sp>
          <p:nvSpPr>
            <p:cNvPr id="365" name="Oval 364">
              <a:extLst>
                <a:ext uri="{FF2B5EF4-FFF2-40B4-BE49-F238E27FC236}">
                  <a16:creationId xmlns:a16="http://schemas.microsoft.com/office/drawing/2014/main" id="{30EF48A3-5B08-11AA-0084-02FDDB66A024}"/>
                </a:ext>
              </a:extLst>
            </p:cNvPr>
            <p:cNvSpPr/>
            <p:nvPr/>
          </p:nvSpPr>
          <p:spPr>
            <a:xfrm>
              <a:off x="6885419" y="4892733"/>
              <a:ext cx="327050" cy="327050"/>
            </a:xfrm>
            <a:prstGeom prst="ellipse">
              <a:avLst/>
            </a:pr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6" name="Oval 365">
              <a:extLst>
                <a:ext uri="{FF2B5EF4-FFF2-40B4-BE49-F238E27FC236}">
                  <a16:creationId xmlns:a16="http://schemas.microsoft.com/office/drawing/2014/main" id="{9ACE968B-343C-F2EC-6056-037742F8AD6C}"/>
                </a:ext>
              </a:extLst>
            </p:cNvPr>
            <p:cNvSpPr/>
            <p:nvPr/>
          </p:nvSpPr>
          <p:spPr>
            <a:xfrm>
              <a:off x="7026609" y="5035571"/>
              <a:ext cx="45720" cy="45720"/>
            </a:xfrm>
            <a:prstGeom prst="ellipse">
              <a:avLst/>
            </a:prstGeom>
            <a:solidFill>
              <a:schemeClr val="tx1"/>
            </a:solidFill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7" name="Rectangle: Rounded Corners 366">
              <a:extLst>
                <a:ext uri="{FF2B5EF4-FFF2-40B4-BE49-F238E27FC236}">
                  <a16:creationId xmlns:a16="http://schemas.microsoft.com/office/drawing/2014/main" id="{F7475214-9BED-C97F-EDE6-2DBE904021E1}"/>
                </a:ext>
              </a:extLst>
            </p:cNvPr>
            <p:cNvSpPr/>
            <p:nvPr/>
          </p:nvSpPr>
          <p:spPr>
            <a:xfrm>
              <a:off x="7038745" y="4800533"/>
              <a:ext cx="20398" cy="184400"/>
            </a:xfrm>
            <a:prstGeom prst="round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8" name="Rectangle: Rounded Corners 367">
              <a:extLst>
                <a:ext uri="{FF2B5EF4-FFF2-40B4-BE49-F238E27FC236}">
                  <a16:creationId xmlns:a16="http://schemas.microsoft.com/office/drawing/2014/main" id="{55F32FB3-2597-26CE-2278-7EA2AE28C745}"/>
                </a:ext>
              </a:extLst>
            </p:cNvPr>
            <p:cNvSpPr/>
            <p:nvPr/>
          </p:nvSpPr>
          <p:spPr>
            <a:xfrm>
              <a:off x="7038745" y="5131063"/>
              <a:ext cx="20398" cy="184400"/>
            </a:xfrm>
            <a:prstGeom prst="round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69" name="Group 368">
              <a:extLst>
                <a:ext uri="{FF2B5EF4-FFF2-40B4-BE49-F238E27FC236}">
                  <a16:creationId xmlns:a16="http://schemas.microsoft.com/office/drawing/2014/main" id="{602761F3-63EE-3F11-D7BC-1B997EDC2CDF}"/>
                </a:ext>
              </a:extLst>
            </p:cNvPr>
            <p:cNvGrpSpPr/>
            <p:nvPr/>
          </p:nvGrpSpPr>
          <p:grpSpPr>
            <a:xfrm rot="16200000">
              <a:off x="7038745" y="4798793"/>
              <a:ext cx="20398" cy="514930"/>
              <a:chOff x="5815666" y="3167062"/>
              <a:chExt cx="55844" cy="1409701"/>
            </a:xfrm>
          </p:grpSpPr>
          <p:sp>
            <p:nvSpPr>
              <p:cNvPr id="370" name="Rectangle: Rounded Corners 369">
                <a:extLst>
                  <a:ext uri="{FF2B5EF4-FFF2-40B4-BE49-F238E27FC236}">
                    <a16:creationId xmlns:a16="http://schemas.microsoft.com/office/drawing/2014/main" id="{4A801049-1FE7-4BF3-4737-0145267EB8D0}"/>
                  </a:ext>
                </a:extLst>
              </p:cNvPr>
              <p:cNvSpPr/>
              <p:nvPr/>
            </p:nvSpPr>
            <p:spPr>
              <a:xfrm>
                <a:off x="5815666" y="3167062"/>
                <a:ext cx="55844" cy="504825"/>
              </a:xfrm>
              <a:prstGeom prst="round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1" name="Rectangle: Rounded Corners 370">
                <a:extLst>
                  <a:ext uri="{FF2B5EF4-FFF2-40B4-BE49-F238E27FC236}">
                    <a16:creationId xmlns:a16="http://schemas.microsoft.com/office/drawing/2014/main" id="{D2DC7F5D-B1A7-FFEA-ED36-56BFCE066180}"/>
                  </a:ext>
                </a:extLst>
              </p:cNvPr>
              <p:cNvSpPr/>
              <p:nvPr/>
            </p:nvSpPr>
            <p:spPr>
              <a:xfrm>
                <a:off x="5815666" y="4071938"/>
                <a:ext cx="55844" cy="504825"/>
              </a:xfrm>
              <a:prstGeom prst="round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52" name="Group 351">
            <a:extLst>
              <a:ext uri="{FF2B5EF4-FFF2-40B4-BE49-F238E27FC236}">
                <a16:creationId xmlns:a16="http://schemas.microsoft.com/office/drawing/2014/main" id="{7975261B-F0A3-A2C2-C8FD-5C0E9453C925}"/>
              </a:ext>
            </a:extLst>
          </p:cNvPr>
          <p:cNvGrpSpPr/>
          <p:nvPr/>
        </p:nvGrpSpPr>
        <p:grpSpPr>
          <a:xfrm>
            <a:off x="8833936" y="4658676"/>
            <a:ext cx="390985" cy="390985"/>
            <a:chOff x="6791479" y="4800533"/>
            <a:chExt cx="514930" cy="514930"/>
          </a:xfrm>
        </p:grpSpPr>
        <p:sp>
          <p:nvSpPr>
            <p:cNvPr id="353" name="Oval 352">
              <a:extLst>
                <a:ext uri="{FF2B5EF4-FFF2-40B4-BE49-F238E27FC236}">
                  <a16:creationId xmlns:a16="http://schemas.microsoft.com/office/drawing/2014/main" id="{9F96B78D-50C4-CF68-90D2-1E54B57DCDE0}"/>
                </a:ext>
              </a:extLst>
            </p:cNvPr>
            <p:cNvSpPr/>
            <p:nvPr/>
          </p:nvSpPr>
          <p:spPr>
            <a:xfrm>
              <a:off x="6885419" y="4892733"/>
              <a:ext cx="327050" cy="327050"/>
            </a:xfrm>
            <a:prstGeom prst="ellipse">
              <a:avLst/>
            </a:pr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4" name="Oval 353">
              <a:extLst>
                <a:ext uri="{FF2B5EF4-FFF2-40B4-BE49-F238E27FC236}">
                  <a16:creationId xmlns:a16="http://schemas.microsoft.com/office/drawing/2014/main" id="{38C76F8A-2AAA-EA1F-9CE8-48FA18DE6D68}"/>
                </a:ext>
              </a:extLst>
            </p:cNvPr>
            <p:cNvSpPr/>
            <p:nvPr/>
          </p:nvSpPr>
          <p:spPr>
            <a:xfrm>
              <a:off x="7026609" y="5035571"/>
              <a:ext cx="45720" cy="45720"/>
            </a:xfrm>
            <a:prstGeom prst="ellipse">
              <a:avLst/>
            </a:prstGeom>
            <a:solidFill>
              <a:schemeClr val="tx1"/>
            </a:solidFill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5" name="Rectangle: Rounded Corners 354">
              <a:extLst>
                <a:ext uri="{FF2B5EF4-FFF2-40B4-BE49-F238E27FC236}">
                  <a16:creationId xmlns:a16="http://schemas.microsoft.com/office/drawing/2014/main" id="{C53B2A92-99B0-21DE-121E-F35844E82C88}"/>
                </a:ext>
              </a:extLst>
            </p:cNvPr>
            <p:cNvSpPr/>
            <p:nvPr/>
          </p:nvSpPr>
          <p:spPr>
            <a:xfrm>
              <a:off x="7038745" y="4800533"/>
              <a:ext cx="20398" cy="184400"/>
            </a:xfrm>
            <a:prstGeom prst="round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6" name="Rectangle: Rounded Corners 355">
              <a:extLst>
                <a:ext uri="{FF2B5EF4-FFF2-40B4-BE49-F238E27FC236}">
                  <a16:creationId xmlns:a16="http://schemas.microsoft.com/office/drawing/2014/main" id="{65B4F66E-E337-04A4-DAED-68C243536C04}"/>
                </a:ext>
              </a:extLst>
            </p:cNvPr>
            <p:cNvSpPr/>
            <p:nvPr/>
          </p:nvSpPr>
          <p:spPr>
            <a:xfrm>
              <a:off x="7038745" y="5131063"/>
              <a:ext cx="20398" cy="184400"/>
            </a:xfrm>
            <a:prstGeom prst="round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57" name="Group 356">
              <a:extLst>
                <a:ext uri="{FF2B5EF4-FFF2-40B4-BE49-F238E27FC236}">
                  <a16:creationId xmlns:a16="http://schemas.microsoft.com/office/drawing/2014/main" id="{195A7780-E781-2BA1-860F-FCA60B830359}"/>
                </a:ext>
              </a:extLst>
            </p:cNvPr>
            <p:cNvGrpSpPr/>
            <p:nvPr/>
          </p:nvGrpSpPr>
          <p:grpSpPr>
            <a:xfrm rot="16200000">
              <a:off x="7038745" y="4798793"/>
              <a:ext cx="20398" cy="514930"/>
              <a:chOff x="5815666" y="3167062"/>
              <a:chExt cx="55844" cy="1409701"/>
            </a:xfrm>
          </p:grpSpPr>
          <p:sp>
            <p:nvSpPr>
              <p:cNvPr id="358" name="Rectangle: Rounded Corners 357">
                <a:extLst>
                  <a:ext uri="{FF2B5EF4-FFF2-40B4-BE49-F238E27FC236}">
                    <a16:creationId xmlns:a16="http://schemas.microsoft.com/office/drawing/2014/main" id="{665C9D39-F57C-7D67-285D-44E28976F8C4}"/>
                  </a:ext>
                </a:extLst>
              </p:cNvPr>
              <p:cNvSpPr/>
              <p:nvPr/>
            </p:nvSpPr>
            <p:spPr>
              <a:xfrm>
                <a:off x="5815666" y="3167062"/>
                <a:ext cx="55844" cy="504825"/>
              </a:xfrm>
              <a:prstGeom prst="round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9" name="Rectangle: Rounded Corners 358">
                <a:extLst>
                  <a:ext uri="{FF2B5EF4-FFF2-40B4-BE49-F238E27FC236}">
                    <a16:creationId xmlns:a16="http://schemas.microsoft.com/office/drawing/2014/main" id="{58A05DA4-8278-E679-F59F-D271FA8CB18E}"/>
                  </a:ext>
                </a:extLst>
              </p:cNvPr>
              <p:cNvSpPr/>
              <p:nvPr/>
            </p:nvSpPr>
            <p:spPr>
              <a:xfrm>
                <a:off x="5815666" y="4071938"/>
                <a:ext cx="55844" cy="504825"/>
              </a:xfrm>
              <a:prstGeom prst="round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72" name="Group 371">
            <a:extLst>
              <a:ext uri="{FF2B5EF4-FFF2-40B4-BE49-F238E27FC236}">
                <a16:creationId xmlns:a16="http://schemas.microsoft.com/office/drawing/2014/main" id="{A641A4BA-29DB-E568-D992-51241D03685F}"/>
              </a:ext>
            </a:extLst>
          </p:cNvPr>
          <p:cNvGrpSpPr/>
          <p:nvPr/>
        </p:nvGrpSpPr>
        <p:grpSpPr>
          <a:xfrm>
            <a:off x="10540557" y="2256090"/>
            <a:ext cx="1371600" cy="1371600"/>
            <a:chOff x="1298501" y="962272"/>
            <a:chExt cx="1371600" cy="1371600"/>
          </a:xfrm>
        </p:grpSpPr>
        <p:sp>
          <p:nvSpPr>
            <p:cNvPr id="373" name="Rectangle 372">
              <a:extLst>
                <a:ext uri="{FF2B5EF4-FFF2-40B4-BE49-F238E27FC236}">
                  <a16:creationId xmlns:a16="http://schemas.microsoft.com/office/drawing/2014/main" id="{816DD76D-131A-E776-EB14-61710176EEEA}"/>
                </a:ext>
              </a:extLst>
            </p:cNvPr>
            <p:cNvSpPr/>
            <p:nvPr/>
          </p:nvSpPr>
          <p:spPr>
            <a:xfrm>
              <a:off x="1298501" y="962272"/>
              <a:ext cx="1371600" cy="13716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4" name="Arrow: Pentagon 373">
              <a:extLst>
                <a:ext uri="{FF2B5EF4-FFF2-40B4-BE49-F238E27FC236}">
                  <a16:creationId xmlns:a16="http://schemas.microsoft.com/office/drawing/2014/main" id="{C9A65D5F-F9B0-7DD8-61C7-401F79310E47}"/>
                </a:ext>
              </a:extLst>
            </p:cNvPr>
            <p:cNvSpPr/>
            <p:nvPr/>
          </p:nvSpPr>
          <p:spPr>
            <a:xfrm rot="5400000">
              <a:off x="1435661" y="1173775"/>
              <a:ext cx="1097280" cy="1097280"/>
            </a:xfrm>
            <a:prstGeom prst="homePlate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5" name="Group 374">
            <a:extLst>
              <a:ext uri="{FF2B5EF4-FFF2-40B4-BE49-F238E27FC236}">
                <a16:creationId xmlns:a16="http://schemas.microsoft.com/office/drawing/2014/main" id="{277359CA-723B-8744-8265-70309A4AEEE9}"/>
              </a:ext>
            </a:extLst>
          </p:cNvPr>
          <p:cNvGrpSpPr/>
          <p:nvPr/>
        </p:nvGrpSpPr>
        <p:grpSpPr>
          <a:xfrm>
            <a:off x="10974175" y="2510613"/>
            <a:ext cx="463815" cy="792386"/>
            <a:chOff x="6364542" y="1494901"/>
            <a:chExt cx="994146" cy="1698410"/>
          </a:xfrm>
        </p:grpSpPr>
        <p:sp>
          <p:nvSpPr>
            <p:cNvPr id="376" name="Rectangle 375">
              <a:extLst>
                <a:ext uri="{FF2B5EF4-FFF2-40B4-BE49-F238E27FC236}">
                  <a16:creationId xmlns:a16="http://schemas.microsoft.com/office/drawing/2014/main" id="{AA7AF902-8B86-B6F7-861F-B3B8C16115A7}"/>
                </a:ext>
              </a:extLst>
            </p:cNvPr>
            <p:cNvSpPr/>
            <p:nvPr/>
          </p:nvSpPr>
          <p:spPr>
            <a:xfrm>
              <a:off x="6473824" y="2293089"/>
              <a:ext cx="211738" cy="900222"/>
            </a:xfrm>
            <a:prstGeom prst="rect">
              <a:avLst/>
            </a:prstGeom>
            <a:ln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77" name="Picture 10" descr="✓ flamethrower free vector eps, cdr, ai, svg vector illustration graphic art">
              <a:extLst>
                <a:ext uri="{FF2B5EF4-FFF2-40B4-BE49-F238E27FC236}">
                  <a16:creationId xmlns:a16="http://schemas.microsoft.com/office/drawing/2014/main" id="{27B523CA-E920-0258-DF14-87F608A4824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258" b="25887"/>
            <a:stretch/>
          </p:blipFill>
          <p:spPr bwMode="auto">
            <a:xfrm rot="16200000">
              <a:off x="6175721" y="1683722"/>
              <a:ext cx="772614" cy="3949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8" name="Picture 10" descr="✓ flamethrower free vector eps, cdr, ai, svg vector illustration graphic art">
              <a:extLst>
                <a:ext uri="{FF2B5EF4-FFF2-40B4-BE49-F238E27FC236}">
                  <a16:creationId xmlns:a16="http://schemas.microsoft.com/office/drawing/2014/main" id="{2AA02BC6-DC39-B18C-AF05-E3685D00EAB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258" b="25887"/>
            <a:stretch/>
          </p:blipFill>
          <p:spPr bwMode="auto">
            <a:xfrm rot="16200000">
              <a:off x="6480532" y="1685110"/>
              <a:ext cx="772614" cy="3949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9" name="Picture 10" descr="✓ flamethrower free vector eps, cdr, ai, svg vector illustration graphic art">
              <a:extLst>
                <a:ext uri="{FF2B5EF4-FFF2-40B4-BE49-F238E27FC236}">
                  <a16:creationId xmlns:a16="http://schemas.microsoft.com/office/drawing/2014/main" id="{76A6B822-401C-D1BD-4EAC-EBDBFAC33A7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258" b="25887"/>
            <a:stretch/>
          </p:blipFill>
          <p:spPr bwMode="auto">
            <a:xfrm rot="16200000">
              <a:off x="6774895" y="1686821"/>
              <a:ext cx="772614" cy="3949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80" name="Rectangle 379">
              <a:extLst>
                <a:ext uri="{FF2B5EF4-FFF2-40B4-BE49-F238E27FC236}">
                  <a16:creationId xmlns:a16="http://schemas.microsoft.com/office/drawing/2014/main" id="{92D0A0EC-5325-0735-6DC2-E817F555C273}"/>
                </a:ext>
              </a:extLst>
            </p:cNvPr>
            <p:cNvSpPr/>
            <p:nvPr/>
          </p:nvSpPr>
          <p:spPr>
            <a:xfrm>
              <a:off x="6777178" y="2293089"/>
              <a:ext cx="211738" cy="900222"/>
            </a:xfrm>
            <a:prstGeom prst="rect">
              <a:avLst/>
            </a:prstGeom>
            <a:ln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1" name="Rectangle 380">
              <a:extLst>
                <a:ext uri="{FF2B5EF4-FFF2-40B4-BE49-F238E27FC236}">
                  <a16:creationId xmlns:a16="http://schemas.microsoft.com/office/drawing/2014/main" id="{7BD8F0D3-660D-625D-65ED-92273D35D98B}"/>
                </a:ext>
              </a:extLst>
            </p:cNvPr>
            <p:cNvSpPr/>
            <p:nvPr/>
          </p:nvSpPr>
          <p:spPr>
            <a:xfrm>
              <a:off x="7077364" y="2293089"/>
              <a:ext cx="211738" cy="900222"/>
            </a:xfrm>
            <a:prstGeom prst="rect">
              <a:avLst/>
            </a:prstGeom>
            <a:ln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22907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5AF539-8DF3-E9AA-FEBD-859DF58420A3}"/>
              </a:ext>
            </a:extLst>
          </p:cNvPr>
          <p:cNvSpPr txBox="1"/>
          <p:nvPr/>
        </p:nvSpPr>
        <p:spPr>
          <a:xfrm>
            <a:off x="188462" y="114301"/>
            <a:ext cx="1124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Paragarde</a:t>
            </a:r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A54E977-C7EE-8B6D-6CC5-7690DE97EC3B}"/>
              </a:ext>
            </a:extLst>
          </p:cNvPr>
          <p:cNvGrpSpPr/>
          <p:nvPr/>
        </p:nvGrpSpPr>
        <p:grpSpPr>
          <a:xfrm>
            <a:off x="9122738" y="3515455"/>
            <a:ext cx="735385" cy="928816"/>
            <a:chOff x="2752725" y="1271400"/>
            <a:chExt cx="1871663" cy="2363975"/>
          </a:xfrm>
        </p:grpSpPr>
        <p:sp>
          <p:nvSpPr>
            <p:cNvPr id="16" name="Trapezoid 15">
              <a:extLst>
                <a:ext uri="{FF2B5EF4-FFF2-40B4-BE49-F238E27FC236}">
                  <a16:creationId xmlns:a16="http://schemas.microsoft.com/office/drawing/2014/main" id="{6EB25D7E-166F-1F3C-CD94-A7C9F6B7CF23}"/>
                </a:ext>
              </a:extLst>
            </p:cNvPr>
            <p:cNvSpPr/>
            <p:nvPr/>
          </p:nvSpPr>
          <p:spPr>
            <a:xfrm rot="16200000">
              <a:off x="2319338" y="2703909"/>
              <a:ext cx="1174750" cy="307975"/>
            </a:xfrm>
            <a:prstGeom prst="trapezoid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rapezoid 16">
              <a:extLst>
                <a:ext uri="{FF2B5EF4-FFF2-40B4-BE49-F238E27FC236}">
                  <a16:creationId xmlns:a16="http://schemas.microsoft.com/office/drawing/2014/main" id="{E1B8F03A-B916-1757-5A7A-EC26152733DD}"/>
                </a:ext>
              </a:extLst>
            </p:cNvPr>
            <p:cNvSpPr/>
            <p:nvPr/>
          </p:nvSpPr>
          <p:spPr>
            <a:xfrm rot="5400000">
              <a:off x="3405188" y="2703909"/>
              <a:ext cx="1174750" cy="307975"/>
            </a:xfrm>
            <a:prstGeom prst="trapezoid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5F206B3-5D6A-1529-3AD0-972D93EEAA42}"/>
                </a:ext>
              </a:extLst>
            </p:cNvPr>
            <p:cNvSpPr/>
            <p:nvPr/>
          </p:nvSpPr>
          <p:spPr>
            <a:xfrm>
              <a:off x="3133725" y="1952625"/>
              <a:ext cx="631825" cy="1682750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rapezoid 18">
              <a:extLst>
                <a:ext uri="{FF2B5EF4-FFF2-40B4-BE49-F238E27FC236}">
                  <a16:creationId xmlns:a16="http://schemas.microsoft.com/office/drawing/2014/main" id="{08F76E5A-78F9-2E19-44D4-C9793EA555AF}"/>
                </a:ext>
              </a:extLst>
            </p:cNvPr>
            <p:cNvSpPr/>
            <p:nvPr/>
          </p:nvSpPr>
          <p:spPr>
            <a:xfrm>
              <a:off x="3214687" y="1634729"/>
              <a:ext cx="469900" cy="317896"/>
            </a:xfrm>
            <a:prstGeom prst="trapezoid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6828C396-A816-763A-1ADF-83AB481D720D}"/>
                </a:ext>
              </a:extLst>
            </p:cNvPr>
            <p:cNvGrpSpPr/>
            <p:nvPr/>
          </p:nvGrpSpPr>
          <p:grpSpPr>
            <a:xfrm>
              <a:off x="3992563" y="1271400"/>
              <a:ext cx="631825" cy="833912"/>
              <a:chOff x="5200606" y="948929"/>
              <a:chExt cx="895394" cy="1181783"/>
            </a:xfrm>
          </p:grpSpPr>
          <p:sp>
            <p:nvSpPr>
              <p:cNvPr id="21" name="Isosceles Triangle 20">
                <a:extLst>
                  <a:ext uri="{FF2B5EF4-FFF2-40B4-BE49-F238E27FC236}">
                    <a16:creationId xmlns:a16="http://schemas.microsoft.com/office/drawing/2014/main" id="{BA40175C-13C0-AA9E-4D8B-4E15E9311475}"/>
                  </a:ext>
                </a:extLst>
              </p:cNvPr>
              <p:cNvSpPr/>
              <p:nvPr/>
            </p:nvSpPr>
            <p:spPr>
              <a:xfrm>
                <a:off x="5448300" y="948929"/>
                <a:ext cx="406400" cy="558800"/>
              </a:xfrm>
              <a:prstGeom prst="triangl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Isosceles Triangle 21">
                <a:extLst>
                  <a:ext uri="{FF2B5EF4-FFF2-40B4-BE49-F238E27FC236}">
                    <a16:creationId xmlns:a16="http://schemas.microsoft.com/office/drawing/2014/main" id="{1891406D-FD18-EFEF-8F9C-FB574222ACB0}"/>
                  </a:ext>
                </a:extLst>
              </p:cNvPr>
              <p:cNvSpPr/>
              <p:nvPr/>
            </p:nvSpPr>
            <p:spPr>
              <a:xfrm>
                <a:off x="5200606" y="1571912"/>
                <a:ext cx="406400" cy="558800"/>
              </a:xfrm>
              <a:prstGeom prst="triangl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Isosceles Triangle 22">
                <a:extLst>
                  <a:ext uri="{FF2B5EF4-FFF2-40B4-BE49-F238E27FC236}">
                    <a16:creationId xmlns:a16="http://schemas.microsoft.com/office/drawing/2014/main" id="{95056BC6-8302-B0A8-889C-E3A5487849B4}"/>
                  </a:ext>
                </a:extLst>
              </p:cNvPr>
              <p:cNvSpPr/>
              <p:nvPr/>
            </p:nvSpPr>
            <p:spPr>
              <a:xfrm>
                <a:off x="5689600" y="1571912"/>
                <a:ext cx="406400" cy="558800"/>
              </a:xfrm>
              <a:prstGeom prst="triangl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FBC270D-C912-6F64-DFE9-522019AE3957}"/>
              </a:ext>
            </a:extLst>
          </p:cNvPr>
          <p:cNvGrpSpPr/>
          <p:nvPr/>
        </p:nvGrpSpPr>
        <p:grpSpPr>
          <a:xfrm>
            <a:off x="8790031" y="3209529"/>
            <a:ext cx="1371600" cy="1371600"/>
            <a:chOff x="427081" y="263129"/>
            <a:chExt cx="1371600" cy="13716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5393B3D-4FBE-A671-0C0F-BD62AE35861D}"/>
                </a:ext>
              </a:extLst>
            </p:cNvPr>
            <p:cNvSpPr/>
            <p:nvPr/>
          </p:nvSpPr>
          <p:spPr>
            <a:xfrm>
              <a:off x="427081" y="263129"/>
              <a:ext cx="1371600" cy="13716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Plaque 25">
              <a:extLst>
                <a:ext uri="{FF2B5EF4-FFF2-40B4-BE49-F238E27FC236}">
                  <a16:creationId xmlns:a16="http://schemas.microsoft.com/office/drawing/2014/main" id="{722FD166-4579-271F-F976-2590B33D6258}"/>
                </a:ext>
              </a:extLst>
            </p:cNvPr>
            <p:cNvSpPr/>
            <p:nvPr/>
          </p:nvSpPr>
          <p:spPr>
            <a:xfrm>
              <a:off x="573033" y="478473"/>
              <a:ext cx="1097280" cy="1097280"/>
            </a:xfrm>
            <a:prstGeom prst="plaque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CD3CB12-E2D0-5C30-4A6F-506F54B07124}"/>
              </a:ext>
            </a:extLst>
          </p:cNvPr>
          <p:cNvGrpSpPr/>
          <p:nvPr/>
        </p:nvGrpSpPr>
        <p:grpSpPr>
          <a:xfrm>
            <a:off x="10250825" y="3427092"/>
            <a:ext cx="961844" cy="961844"/>
            <a:chOff x="3282950" y="1689100"/>
            <a:chExt cx="1371600" cy="137160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32074B7-5055-399D-A4AE-A1104E3499F6}"/>
                </a:ext>
              </a:extLst>
            </p:cNvPr>
            <p:cNvSpPr/>
            <p:nvPr/>
          </p:nvSpPr>
          <p:spPr>
            <a:xfrm>
              <a:off x="3282950" y="1689100"/>
              <a:ext cx="1371600" cy="137160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C2DD6A86-C952-C453-D0D6-ECA34B6DCED7}"/>
                </a:ext>
              </a:extLst>
            </p:cNvPr>
            <p:cNvSpPr/>
            <p:nvPr/>
          </p:nvSpPr>
          <p:spPr>
            <a:xfrm>
              <a:off x="3706811" y="1689100"/>
              <a:ext cx="547689" cy="501650"/>
            </a:xfrm>
            <a:prstGeom prst="triangl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C7BEC5FE-DAD5-FA0F-88AD-8A0014D1261F}"/>
                </a:ext>
              </a:extLst>
            </p:cNvPr>
            <p:cNvSpPr/>
            <p:nvPr/>
          </p:nvSpPr>
          <p:spPr>
            <a:xfrm>
              <a:off x="3409950" y="2266950"/>
              <a:ext cx="547689" cy="501650"/>
            </a:xfrm>
            <a:prstGeom prst="triangl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0D04A301-12DC-CAA7-64D2-E7C43DF7446F}"/>
                </a:ext>
              </a:extLst>
            </p:cNvPr>
            <p:cNvSpPr/>
            <p:nvPr/>
          </p:nvSpPr>
          <p:spPr>
            <a:xfrm>
              <a:off x="3998910" y="2260600"/>
              <a:ext cx="547689" cy="501650"/>
            </a:xfrm>
            <a:prstGeom prst="triangl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C90A3DD0-3E29-5DDE-B5E2-6054DE9AE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314" y="896969"/>
            <a:ext cx="703687" cy="887381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087708C9-D29F-DDD8-2031-EC5AC406CA77}"/>
              </a:ext>
            </a:extLst>
          </p:cNvPr>
          <p:cNvGrpSpPr/>
          <p:nvPr/>
        </p:nvGrpSpPr>
        <p:grpSpPr>
          <a:xfrm>
            <a:off x="265805" y="561579"/>
            <a:ext cx="1371600" cy="1371600"/>
            <a:chOff x="427081" y="263129"/>
            <a:chExt cx="1371600" cy="137160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74176EC-4ECD-1A8D-B8AD-9DB54DB18756}"/>
                </a:ext>
              </a:extLst>
            </p:cNvPr>
            <p:cNvSpPr/>
            <p:nvPr/>
          </p:nvSpPr>
          <p:spPr>
            <a:xfrm>
              <a:off x="427081" y="263129"/>
              <a:ext cx="1371600" cy="13716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Plaque 34">
              <a:extLst>
                <a:ext uri="{FF2B5EF4-FFF2-40B4-BE49-F238E27FC236}">
                  <a16:creationId xmlns:a16="http://schemas.microsoft.com/office/drawing/2014/main" id="{32808C6A-D00B-6106-24DD-7AB6BE774B8E}"/>
                </a:ext>
              </a:extLst>
            </p:cNvPr>
            <p:cNvSpPr/>
            <p:nvPr/>
          </p:nvSpPr>
          <p:spPr>
            <a:xfrm>
              <a:off x="573033" y="478473"/>
              <a:ext cx="1097280" cy="1097280"/>
            </a:xfrm>
            <a:prstGeom prst="plaque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DEA7A942-8890-2AAC-63E7-9BF5554FEFC9}"/>
              </a:ext>
            </a:extLst>
          </p:cNvPr>
          <p:cNvGrpSpPr/>
          <p:nvPr/>
        </p:nvGrpSpPr>
        <p:grpSpPr>
          <a:xfrm>
            <a:off x="1774744" y="561579"/>
            <a:ext cx="1371600" cy="1371600"/>
            <a:chOff x="427081" y="263129"/>
            <a:chExt cx="1371600" cy="1371600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14714752-E4A5-26ED-3C8E-83294F5509AE}"/>
                </a:ext>
              </a:extLst>
            </p:cNvPr>
            <p:cNvSpPr/>
            <p:nvPr/>
          </p:nvSpPr>
          <p:spPr>
            <a:xfrm>
              <a:off x="427081" y="263129"/>
              <a:ext cx="1371600" cy="13716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Plaque 60">
              <a:extLst>
                <a:ext uri="{FF2B5EF4-FFF2-40B4-BE49-F238E27FC236}">
                  <a16:creationId xmlns:a16="http://schemas.microsoft.com/office/drawing/2014/main" id="{394BA3E6-9E19-9F9B-57DA-95234356586E}"/>
                </a:ext>
              </a:extLst>
            </p:cNvPr>
            <p:cNvSpPr/>
            <p:nvPr/>
          </p:nvSpPr>
          <p:spPr>
            <a:xfrm>
              <a:off x="573033" y="478473"/>
              <a:ext cx="1097280" cy="1097280"/>
            </a:xfrm>
            <a:prstGeom prst="plaque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2E75E3D7-A70B-C907-CC6D-29D73D63C577}"/>
              </a:ext>
            </a:extLst>
          </p:cNvPr>
          <p:cNvGrpSpPr/>
          <p:nvPr/>
        </p:nvGrpSpPr>
        <p:grpSpPr>
          <a:xfrm>
            <a:off x="1996314" y="1042516"/>
            <a:ext cx="963261" cy="626255"/>
            <a:chOff x="648651" y="744066"/>
            <a:chExt cx="963261" cy="626255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6C8D67DB-46FD-1704-C0D8-276B5725887D}"/>
                </a:ext>
              </a:extLst>
            </p:cNvPr>
            <p:cNvSpPr/>
            <p:nvPr/>
          </p:nvSpPr>
          <p:spPr>
            <a:xfrm rot="209926">
              <a:off x="666143" y="770809"/>
              <a:ext cx="239261" cy="523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C0BE7C0D-4754-2FF7-89ED-F7EEF5677263}"/>
                </a:ext>
              </a:extLst>
            </p:cNvPr>
            <p:cNvSpPr/>
            <p:nvPr/>
          </p:nvSpPr>
          <p:spPr>
            <a:xfrm rot="2298692">
              <a:off x="937159" y="1175450"/>
              <a:ext cx="80573" cy="181646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BB2C1F20-39DD-E5C0-6216-064224E2D397}"/>
                </a:ext>
              </a:extLst>
            </p:cNvPr>
            <p:cNvSpPr/>
            <p:nvPr/>
          </p:nvSpPr>
          <p:spPr>
            <a:xfrm rot="19125484">
              <a:off x="895519" y="1010551"/>
              <a:ext cx="124644" cy="181646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35CBFBD6-BE5D-AD3B-14CA-B8163ECBA34E}"/>
                </a:ext>
              </a:extLst>
            </p:cNvPr>
            <p:cNvSpPr/>
            <p:nvPr/>
          </p:nvSpPr>
          <p:spPr>
            <a:xfrm rot="16340403">
              <a:off x="960709" y="1110544"/>
              <a:ext cx="127799" cy="127799"/>
            </a:xfrm>
            <a:prstGeom prst="ellipse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4C2C217D-1677-FF14-1925-03FDC0C0B4D2}"/>
                </a:ext>
              </a:extLst>
            </p:cNvPr>
            <p:cNvSpPr/>
            <p:nvPr/>
          </p:nvSpPr>
          <p:spPr>
            <a:xfrm rot="21559864">
              <a:off x="827784" y="1308483"/>
              <a:ext cx="176985" cy="61838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FE89511A-15B1-E55D-AFE7-72B827EAE297}"/>
                </a:ext>
              </a:extLst>
            </p:cNvPr>
            <p:cNvSpPr/>
            <p:nvPr/>
          </p:nvSpPr>
          <p:spPr>
            <a:xfrm>
              <a:off x="730780" y="884797"/>
              <a:ext cx="385680" cy="182447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2541D4B-6E6B-B928-A71E-B08D808BF098}"/>
                </a:ext>
              </a:extLst>
            </p:cNvPr>
            <p:cNvSpPr/>
            <p:nvPr/>
          </p:nvSpPr>
          <p:spPr>
            <a:xfrm rot="1347909">
              <a:off x="1129217" y="948909"/>
              <a:ext cx="127799" cy="101971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DC1F132F-1D16-74FF-4344-D7067A1D43A9}"/>
                </a:ext>
              </a:extLst>
            </p:cNvPr>
            <p:cNvSpPr/>
            <p:nvPr/>
          </p:nvSpPr>
          <p:spPr>
            <a:xfrm rot="16200000">
              <a:off x="1050684" y="904153"/>
              <a:ext cx="127799" cy="127799"/>
            </a:xfrm>
            <a:prstGeom prst="ellipse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1D753AA5-7D00-39DC-3F62-102773C138BE}"/>
                </a:ext>
              </a:extLst>
            </p:cNvPr>
            <p:cNvSpPr/>
            <p:nvPr/>
          </p:nvSpPr>
          <p:spPr>
            <a:xfrm rot="470651">
              <a:off x="1233938" y="976327"/>
              <a:ext cx="127799" cy="95167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D0490D8A-BB54-87B5-FBAE-8D49FA6FB878}"/>
                </a:ext>
              </a:extLst>
            </p:cNvPr>
            <p:cNvSpPr/>
            <p:nvPr/>
          </p:nvSpPr>
          <p:spPr>
            <a:xfrm rot="21265202">
              <a:off x="1317139" y="974084"/>
              <a:ext cx="127799" cy="75981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59936618-E9A8-6B09-A705-098026B1641B}"/>
                </a:ext>
              </a:extLst>
            </p:cNvPr>
            <p:cNvSpPr/>
            <p:nvPr/>
          </p:nvSpPr>
          <p:spPr>
            <a:xfrm rot="20266641">
              <a:off x="1391056" y="950213"/>
              <a:ext cx="127799" cy="71395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E1BC772E-B803-B031-69E2-01013AA023EA}"/>
                </a:ext>
              </a:extLst>
            </p:cNvPr>
            <p:cNvSpPr/>
            <p:nvPr/>
          </p:nvSpPr>
          <p:spPr>
            <a:xfrm rot="21118181">
              <a:off x="1466604" y="928247"/>
              <a:ext cx="145308" cy="61838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Plaque 74">
              <a:extLst>
                <a:ext uri="{FF2B5EF4-FFF2-40B4-BE49-F238E27FC236}">
                  <a16:creationId xmlns:a16="http://schemas.microsoft.com/office/drawing/2014/main" id="{0EBE46AE-E2C8-3B6B-35F2-CB0B30F61C86}"/>
                </a:ext>
              </a:extLst>
            </p:cNvPr>
            <p:cNvSpPr/>
            <p:nvPr/>
          </p:nvSpPr>
          <p:spPr>
            <a:xfrm rot="20943061">
              <a:off x="648651" y="892255"/>
              <a:ext cx="176184" cy="173439"/>
            </a:xfrm>
            <a:prstGeom prst="plaque">
              <a:avLst>
                <a:gd name="adj" fmla="val 25032"/>
              </a:avLst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9D4B0599-80DE-EABF-9FE4-A62DF41D7A99}"/>
                </a:ext>
              </a:extLst>
            </p:cNvPr>
            <p:cNvSpPr/>
            <p:nvPr/>
          </p:nvSpPr>
          <p:spPr>
            <a:xfrm rot="16200000">
              <a:off x="806291" y="940142"/>
              <a:ext cx="157066" cy="157066"/>
            </a:xfrm>
            <a:prstGeom prst="ellipse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: Diagonal Corners Snipped 76">
              <a:extLst>
                <a:ext uri="{FF2B5EF4-FFF2-40B4-BE49-F238E27FC236}">
                  <a16:creationId xmlns:a16="http://schemas.microsoft.com/office/drawing/2014/main" id="{021E0D86-BC24-C55D-88AA-3C41B9B7B2D6}"/>
                </a:ext>
              </a:extLst>
            </p:cNvPr>
            <p:cNvSpPr/>
            <p:nvPr/>
          </p:nvSpPr>
          <p:spPr>
            <a:xfrm flipH="1">
              <a:off x="820699" y="744066"/>
              <a:ext cx="229986" cy="123357"/>
            </a:xfrm>
            <a:prstGeom prst="snip2DiagRect">
              <a:avLst>
                <a:gd name="adj1" fmla="val 0"/>
                <a:gd name="adj2" fmla="val 50000"/>
              </a:avLst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B2890390-503C-D5A8-EC43-6C168A666691}"/>
              </a:ext>
            </a:extLst>
          </p:cNvPr>
          <p:cNvGrpSpPr/>
          <p:nvPr/>
        </p:nvGrpSpPr>
        <p:grpSpPr>
          <a:xfrm>
            <a:off x="3283683" y="561579"/>
            <a:ext cx="1371600" cy="1371600"/>
            <a:chOff x="427081" y="263129"/>
            <a:chExt cx="1371600" cy="1371600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830C43A6-41E0-62A4-BD0B-D14C98A2742E}"/>
                </a:ext>
              </a:extLst>
            </p:cNvPr>
            <p:cNvSpPr/>
            <p:nvPr/>
          </p:nvSpPr>
          <p:spPr>
            <a:xfrm>
              <a:off x="427081" y="263129"/>
              <a:ext cx="1371600" cy="13716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Plaque 79">
              <a:extLst>
                <a:ext uri="{FF2B5EF4-FFF2-40B4-BE49-F238E27FC236}">
                  <a16:creationId xmlns:a16="http://schemas.microsoft.com/office/drawing/2014/main" id="{1FB2D449-1D66-1624-2472-12B05274EAA2}"/>
                </a:ext>
              </a:extLst>
            </p:cNvPr>
            <p:cNvSpPr/>
            <p:nvPr/>
          </p:nvSpPr>
          <p:spPr>
            <a:xfrm>
              <a:off x="573033" y="478473"/>
              <a:ext cx="1097280" cy="1097280"/>
            </a:xfrm>
            <a:prstGeom prst="plaque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2CE8F478-2321-90BC-D24F-1F403E408287}"/>
              </a:ext>
            </a:extLst>
          </p:cNvPr>
          <p:cNvGrpSpPr/>
          <p:nvPr/>
        </p:nvGrpSpPr>
        <p:grpSpPr>
          <a:xfrm>
            <a:off x="3521060" y="981522"/>
            <a:ext cx="907668" cy="622697"/>
            <a:chOff x="2768462" y="1630604"/>
            <a:chExt cx="3099528" cy="2126402"/>
          </a:xfrm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B261C09D-CCF5-B178-2678-EEA171700145}"/>
                </a:ext>
              </a:extLst>
            </p:cNvPr>
            <p:cNvSpPr/>
            <p:nvPr/>
          </p:nvSpPr>
          <p:spPr>
            <a:xfrm>
              <a:off x="3951162" y="3217961"/>
              <a:ext cx="894382" cy="386255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B2465D73-F0D0-A956-0EF5-3A057A8A04D2}"/>
                </a:ext>
              </a:extLst>
            </p:cNvPr>
            <p:cNvSpPr/>
            <p:nvPr/>
          </p:nvSpPr>
          <p:spPr>
            <a:xfrm>
              <a:off x="3745275" y="2561897"/>
              <a:ext cx="1305472" cy="617557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DA803D24-3631-49E4-240C-746713F69A43}"/>
                </a:ext>
              </a:extLst>
            </p:cNvPr>
            <p:cNvSpPr/>
            <p:nvPr/>
          </p:nvSpPr>
          <p:spPr>
            <a:xfrm>
              <a:off x="3786206" y="1808785"/>
              <a:ext cx="248338" cy="464424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Plaque 84">
              <a:extLst>
                <a:ext uri="{FF2B5EF4-FFF2-40B4-BE49-F238E27FC236}">
                  <a16:creationId xmlns:a16="http://schemas.microsoft.com/office/drawing/2014/main" id="{678E60B8-6249-51C3-0843-E3E8F82B2204}"/>
                </a:ext>
              </a:extLst>
            </p:cNvPr>
            <p:cNvSpPr/>
            <p:nvPr/>
          </p:nvSpPr>
          <p:spPr>
            <a:xfrm>
              <a:off x="4136527" y="1630604"/>
              <a:ext cx="853168" cy="839875"/>
            </a:xfrm>
            <a:prstGeom prst="plaque">
              <a:avLst>
                <a:gd name="adj" fmla="val 25032"/>
              </a:avLst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2404115D-9564-754E-B57A-E2D653AEB6FA}"/>
                </a:ext>
              </a:extLst>
            </p:cNvPr>
            <p:cNvSpPr/>
            <p:nvPr/>
          </p:nvSpPr>
          <p:spPr>
            <a:xfrm rot="20548458">
              <a:off x="5595262" y="3142160"/>
              <a:ext cx="272728" cy="614846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F00F8EC1-4E31-B495-BD64-ECC8D7B60E65}"/>
                </a:ext>
              </a:extLst>
            </p:cNvPr>
            <p:cNvSpPr/>
            <p:nvPr/>
          </p:nvSpPr>
          <p:spPr>
            <a:xfrm rot="18038434">
              <a:off x="5084956" y="2698459"/>
              <a:ext cx="421902" cy="614846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74DBB9D4-9A60-7375-1825-FE12E296487C}"/>
                </a:ext>
              </a:extLst>
            </p:cNvPr>
            <p:cNvSpPr/>
            <p:nvPr/>
          </p:nvSpPr>
          <p:spPr>
            <a:xfrm rot="15253353">
              <a:off x="5371321" y="2954379"/>
              <a:ext cx="432581" cy="432581"/>
            </a:xfrm>
            <a:prstGeom prst="ellipse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30FDEDEF-317E-A6A1-84CB-A902333133B9}"/>
                </a:ext>
              </a:extLst>
            </p:cNvPr>
            <p:cNvSpPr/>
            <p:nvPr/>
          </p:nvSpPr>
          <p:spPr>
            <a:xfrm rot="15710661">
              <a:off x="4683975" y="2593993"/>
              <a:ext cx="531646" cy="531646"/>
            </a:xfrm>
            <a:prstGeom prst="ellipse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2E279596-F229-9267-73E9-9F70E87DAD03}"/>
                </a:ext>
              </a:extLst>
            </p:cNvPr>
            <p:cNvGrpSpPr/>
            <p:nvPr/>
          </p:nvGrpSpPr>
          <p:grpSpPr>
            <a:xfrm flipH="1">
              <a:off x="2768462" y="2618875"/>
              <a:ext cx="1199848" cy="1121157"/>
              <a:chOff x="4817477" y="2615266"/>
              <a:chExt cx="1199848" cy="1121157"/>
            </a:xfrm>
          </p:grpSpPr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8539937D-7168-52DD-4A71-E2E205BB2F9B}"/>
                  </a:ext>
                </a:extLst>
              </p:cNvPr>
              <p:cNvSpPr/>
              <p:nvPr/>
            </p:nvSpPr>
            <p:spPr>
              <a:xfrm rot="20354995">
                <a:off x="5744597" y="3121577"/>
                <a:ext cx="272728" cy="614846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68F7FA16-7EDC-415F-4EC4-504D3D4C69AC}"/>
                  </a:ext>
                </a:extLst>
              </p:cNvPr>
              <p:cNvSpPr/>
              <p:nvPr/>
            </p:nvSpPr>
            <p:spPr>
              <a:xfrm rot="17844971">
                <a:off x="5210024" y="2703085"/>
                <a:ext cx="421902" cy="614846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FA479874-BA41-7CB4-BA0D-BBAEC32B5A4D}"/>
                  </a:ext>
                </a:extLst>
              </p:cNvPr>
              <p:cNvSpPr/>
              <p:nvPr/>
            </p:nvSpPr>
            <p:spPr>
              <a:xfrm rot="15059890">
                <a:off x="5505196" y="2942338"/>
                <a:ext cx="432581" cy="432581"/>
              </a:xfrm>
              <a:prstGeom prst="ellipse">
                <a:avLst/>
              </a:prstGeom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92AE47F5-AA9A-0350-839F-6B4485C66FED}"/>
                  </a:ext>
                </a:extLst>
              </p:cNvPr>
              <p:cNvSpPr/>
              <p:nvPr/>
            </p:nvSpPr>
            <p:spPr>
              <a:xfrm rot="14919487">
                <a:off x="4817477" y="2615266"/>
                <a:ext cx="531646" cy="531646"/>
              </a:xfrm>
              <a:prstGeom prst="ellipse">
                <a:avLst/>
              </a:prstGeom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9DF6776C-C694-A0BD-43D5-603E5559659A}"/>
                </a:ext>
              </a:extLst>
            </p:cNvPr>
            <p:cNvSpPr/>
            <p:nvPr/>
          </p:nvSpPr>
          <p:spPr>
            <a:xfrm>
              <a:off x="3435885" y="1869791"/>
              <a:ext cx="248338" cy="33933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87C06D19-23BB-BD98-38DF-EB96AF04F425}"/>
              </a:ext>
            </a:extLst>
          </p:cNvPr>
          <p:cNvGrpSpPr/>
          <p:nvPr/>
        </p:nvGrpSpPr>
        <p:grpSpPr>
          <a:xfrm>
            <a:off x="1782882" y="2084445"/>
            <a:ext cx="1371600" cy="1371600"/>
            <a:chOff x="427081" y="263129"/>
            <a:chExt cx="1371600" cy="1371600"/>
          </a:xfrm>
        </p:grpSpPr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AEF10381-431C-6638-C921-12451A1C2BB8}"/>
                </a:ext>
              </a:extLst>
            </p:cNvPr>
            <p:cNvSpPr/>
            <p:nvPr/>
          </p:nvSpPr>
          <p:spPr>
            <a:xfrm>
              <a:off x="427081" y="263129"/>
              <a:ext cx="1371600" cy="13716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Plaque 97">
              <a:extLst>
                <a:ext uri="{FF2B5EF4-FFF2-40B4-BE49-F238E27FC236}">
                  <a16:creationId xmlns:a16="http://schemas.microsoft.com/office/drawing/2014/main" id="{721CCECA-4878-CD85-2A87-70481563EA44}"/>
                </a:ext>
              </a:extLst>
            </p:cNvPr>
            <p:cNvSpPr/>
            <p:nvPr/>
          </p:nvSpPr>
          <p:spPr>
            <a:xfrm>
              <a:off x="573033" y="478473"/>
              <a:ext cx="1097280" cy="1097280"/>
            </a:xfrm>
            <a:prstGeom prst="plaque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E2D7A8A2-8F40-C6E5-C837-1A4EEA777EAD}"/>
              </a:ext>
            </a:extLst>
          </p:cNvPr>
          <p:cNvGrpSpPr/>
          <p:nvPr/>
        </p:nvGrpSpPr>
        <p:grpSpPr>
          <a:xfrm>
            <a:off x="1953043" y="2348722"/>
            <a:ext cx="1034201" cy="950766"/>
            <a:chOff x="1086869" y="3336948"/>
            <a:chExt cx="1034201" cy="950766"/>
          </a:xfrm>
        </p:grpSpPr>
        <p:sp>
          <p:nvSpPr>
            <p:cNvPr id="4" name="Star: 4 Points 3">
              <a:extLst>
                <a:ext uri="{FF2B5EF4-FFF2-40B4-BE49-F238E27FC236}">
                  <a16:creationId xmlns:a16="http://schemas.microsoft.com/office/drawing/2014/main" id="{5ED583C2-8222-0641-D6DA-41D154409B65}"/>
                </a:ext>
              </a:extLst>
            </p:cNvPr>
            <p:cNvSpPr/>
            <p:nvPr/>
          </p:nvSpPr>
          <p:spPr>
            <a:xfrm>
              <a:off x="1086869" y="3360224"/>
              <a:ext cx="714588" cy="714588"/>
            </a:xfrm>
            <a:prstGeom prst="star4">
              <a:avLst>
                <a:gd name="adj" fmla="val 18269"/>
              </a:avLst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Star: 4 Points 99">
              <a:extLst>
                <a:ext uri="{FF2B5EF4-FFF2-40B4-BE49-F238E27FC236}">
                  <a16:creationId xmlns:a16="http://schemas.microsoft.com/office/drawing/2014/main" id="{4FF00EBA-474F-22E3-579F-CB3F93767AF0}"/>
                </a:ext>
              </a:extLst>
            </p:cNvPr>
            <p:cNvSpPr/>
            <p:nvPr/>
          </p:nvSpPr>
          <p:spPr>
            <a:xfrm>
              <a:off x="1615699" y="3782343"/>
              <a:ext cx="505371" cy="505371"/>
            </a:xfrm>
            <a:prstGeom prst="star4">
              <a:avLst>
                <a:gd name="adj" fmla="val 18269"/>
              </a:avLst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Star: 4 Points 100">
              <a:extLst>
                <a:ext uri="{FF2B5EF4-FFF2-40B4-BE49-F238E27FC236}">
                  <a16:creationId xmlns:a16="http://schemas.microsoft.com/office/drawing/2014/main" id="{3C0D3FD9-2CEC-3BD7-0F17-FE83F726A068}"/>
                </a:ext>
              </a:extLst>
            </p:cNvPr>
            <p:cNvSpPr/>
            <p:nvPr/>
          </p:nvSpPr>
          <p:spPr>
            <a:xfrm>
              <a:off x="1662807" y="3336948"/>
              <a:ext cx="269691" cy="258071"/>
            </a:xfrm>
            <a:prstGeom prst="star4">
              <a:avLst>
                <a:gd name="adj" fmla="val 18269"/>
              </a:avLst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F11DB8E8-EE35-3D49-409A-FC44766739AA}"/>
              </a:ext>
            </a:extLst>
          </p:cNvPr>
          <p:cNvGrpSpPr/>
          <p:nvPr/>
        </p:nvGrpSpPr>
        <p:grpSpPr>
          <a:xfrm>
            <a:off x="4812983" y="561579"/>
            <a:ext cx="1371600" cy="1371600"/>
            <a:chOff x="427081" y="263129"/>
            <a:chExt cx="1371600" cy="1371600"/>
          </a:xfrm>
        </p:grpSpPr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4B490ED9-FCA4-4573-99ED-442C37B5CEEF}"/>
                </a:ext>
              </a:extLst>
            </p:cNvPr>
            <p:cNvSpPr/>
            <p:nvPr/>
          </p:nvSpPr>
          <p:spPr>
            <a:xfrm>
              <a:off x="427081" y="263129"/>
              <a:ext cx="1371600" cy="13716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Plaque 102">
              <a:extLst>
                <a:ext uri="{FF2B5EF4-FFF2-40B4-BE49-F238E27FC236}">
                  <a16:creationId xmlns:a16="http://schemas.microsoft.com/office/drawing/2014/main" id="{8C56A696-8B73-72E8-0B33-501EF34C3DA0}"/>
                </a:ext>
              </a:extLst>
            </p:cNvPr>
            <p:cNvSpPr/>
            <p:nvPr/>
          </p:nvSpPr>
          <p:spPr>
            <a:xfrm>
              <a:off x="573033" y="478473"/>
              <a:ext cx="1097280" cy="1097280"/>
            </a:xfrm>
            <a:prstGeom prst="plaque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344850BE-B9B8-B88E-F156-006BB031DC56}"/>
              </a:ext>
            </a:extLst>
          </p:cNvPr>
          <p:cNvGrpSpPr/>
          <p:nvPr/>
        </p:nvGrpSpPr>
        <p:grpSpPr>
          <a:xfrm>
            <a:off x="5028480" y="893686"/>
            <a:ext cx="932742" cy="801763"/>
            <a:chOff x="3387725" y="1634730"/>
            <a:chExt cx="1466850" cy="1260870"/>
          </a:xfrm>
        </p:grpSpPr>
        <p:sp>
          <p:nvSpPr>
            <p:cNvPr id="105" name="Moon 104">
              <a:extLst>
                <a:ext uri="{FF2B5EF4-FFF2-40B4-BE49-F238E27FC236}">
                  <a16:creationId xmlns:a16="http://schemas.microsoft.com/office/drawing/2014/main" id="{5E4ABBEB-6C6C-B442-9BFC-B32F11B97771}"/>
                </a:ext>
              </a:extLst>
            </p:cNvPr>
            <p:cNvSpPr/>
            <p:nvPr/>
          </p:nvSpPr>
          <p:spPr>
            <a:xfrm rot="16200000">
              <a:off x="3873500" y="1651000"/>
              <a:ext cx="495300" cy="1466850"/>
            </a:xfrm>
            <a:prstGeom prst="moon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5548C35D-41BC-E62E-C3D1-8FCFE763691A}"/>
                </a:ext>
              </a:extLst>
            </p:cNvPr>
            <p:cNvSpPr/>
            <p:nvPr/>
          </p:nvSpPr>
          <p:spPr>
            <a:xfrm>
              <a:off x="3651250" y="2682875"/>
              <a:ext cx="939800" cy="212725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Moon 106">
              <a:extLst>
                <a:ext uri="{FF2B5EF4-FFF2-40B4-BE49-F238E27FC236}">
                  <a16:creationId xmlns:a16="http://schemas.microsoft.com/office/drawing/2014/main" id="{7ECF0F48-64CD-379B-838B-3DECE932618F}"/>
                </a:ext>
              </a:extLst>
            </p:cNvPr>
            <p:cNvSpPr/>
            <p:nvPr/>
          </p:nvSpPr>
          <p:spPr>
            <a:xfrm rot="5400000">
              <a:off x="4025900" y="1322786"/>
              <a:ext cx="190500" cy="814387"/>
            </a:xfrm>
            <a:prstGeom prst="moon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6680EE1B-8139-1873-5A63-D46F1DED7F99}"/>
                </a:ext>
              </a:extLst>
            </p:cNvPr>
            <p:cNvSpPr/>
            <p:nvPr/>
          </p:nvSpPr>
          <p:spPr>
            <a:xfrm rot="5400000">
              <a:off x="3919196" y="1788661"/>
              <a:ext cx="393192" cy="390129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Moon 108">
              <a:extLst>
                <a:ext uri="{FF2B5EF4-FFF2-40B4-BE49-F238E27FC236}">
                  <a16:creationId xmlns:a16="http://schemas.microsoft.com/office/drawing/2014/main" id="{5A80FCAA-ED70-CC7A-D67C-3DCF76DD8165}"/>
                </a:ext>
              </a:extLst>
            </p:cNvPr>
            <p:cNvSpPr/>
            <p:nvPr/>
          </p:nvSpPr>
          <p:spPr>
            <a:xfrm rot="5400000" flipH="1">
              <a:off x="4025901" y="1830278"/>
              <a:ext cx="190500" cy="814387"/>
            </a:xfrm>
            <a:prstGeom prst="moon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3565B637-E4BD-792D-8380-B415A9C87FB6}"/>
                </a:ext>
              </a:extLst>
            </p:cNvPr>
            <p:cNvSpPr/>
            <p:nvPr/>
          </p:nvSpPr>
          <p:spPr>
            <a:xfrm rot="5400000">
              <a:off x="3978632" y="1843842"/>
              <a:ext cx="274320" cy="27432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1" name="Picture 110">
            <a:extLst>
              <a:ext uri="{FF2B5EF4-FFF2-40B4-BE49-F238E27FC236}">
                <a16:creationId xmlns:a16="http://schemas.microsoft.com/office/drawing/2014/main" id="{79436266-120D-34F5-3032-FA2C90F74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418" y="1143969"/>
            <a:ext cx="433388" cy="444277"/>
          </a:xfrm>
          <a:prstGeom prst="rect">
            <a:avLst/>
          </a:prstGeom>
        </p:spPr>
      </p:pic>
      <p:grpSp>
        <p:nvGrpSpPr>
          <p:cNvPr id="112" name="Group 111">
            <a:extLst>
              <a:ext uri="{FF2B5EF4-FFF2-40B4-BE49-F238E27FC236}">
                <a16:creationId xmlns:a16="http://schemas.microsoft.com/office/drawing/2014/main" id="{BEF675C1-49FD-3043-DD0B-02D8BC581AA9}"/>
              </a:ext>
            </a:extLst>
          </p:cNvPr>
          <p:cNvGrpSpPr/>
          <p:nvPr/>
        </p:nvGrpSpPr>
        <p:grpSpPr>
          <a:xfrm>
            <a:off x="6316063" y="565221"/>
            <a:ext cx="1371600" cy="1371600"/>
            <a:chOff x="427081" y="263129"/>
            <a:chExt cx="1371600" cy="1371600"/>
          </a:xfrm>
        </p:grpSpPr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E0EA321F-0F29-9ACF-0936-8964356B8717}"/>
                </a:ext>
              </a:extLst>
            </p:cNvPr>
            <p:cNvSpPr/>
            <p:nvPr/>
          </p:nvSpPr>
          <p:spPr>
            <a:xfrm>
              <a:off x="427081" y="263129"/>
              <a:ext cx="1371600" cy="13716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Plaque 113">
              <a:extLst>
                <a:ext uri="{FF2B5EF4-FFF2-40B4-BE49-F238E27FC236}">
                  <a16:creationId xmlns:a16="http://schemas.microsoft.com/office/drawing/2014/main" id="{A0A1451F-7329-6283-78CF-101E83297B9D}"/>
                </a:ext>
              </a:extLst>
            </p:cNvPr>
            <p:cNvSpPr/>
            <p:nvPr/>
          </p:nvSpPr>
          <p:spPr>
            <a:xfrm>
              <a:off x="573033" y="478473"/>
              <a:ext cx="1097280" cy="1097280"/>
            </a:xfrm>
            <a:prstGeom prst="plaque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539B77C6-8303-82EE-0E34-097907BCE64D}"/>
              </a:ext>
            </a:extLst>
          </p:cNvPr>
          <p:cNvGrpSpPr/>
          <p:nvPr/>
        </p:nvGrpSpPr>
        <p:grpSpPr>
          <a:xfrm>
            <a:off x="6908156" y="838411"/>
            <a:ext cx="441325" cy="1012069"/>
            <a:chOff x="3248025" y="1009650"/>
            <a:chExt cx="1390650" cy="3189114"/>
          </a:xfrm>
        </p:grpSpPr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CCABD792-2FDA-7827-8E93-864D69CD76BD}"/>
                </a:ext>
              </a:extLst>
            </p:cNvPr>
            <p:cNvSpPr/>
            <p:nvPr/>
          </p:nvSpPr>
          <p:spPr>
            <a:xfrm>
              <a:off x="3549650" y="1009650"/>
              <a:ext cx="787400" cy="98425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: Rounded Corners 116">
              <a:extLst>
                <a:ext uri="{FF2B5EF4-FFF2-40B4-BE49-F238E27FC236}">
                  <a16:creationId xmlns:a16="http://schemas.microsoft.com/office/drawing/2014/main" id="{D3B1102E-ED8A-9E8A-036E-AEE12AD8CF5D}"/>
                </a:ext>
              </a:extLst>
            </p:cNvPr>
            <p:cNvSpPr/>
            <p:nvPr/>
          </p:nvSpPr>
          <p:spPr>
            <a:xfrm>
              <a:off x="3600450" y="2051050"/>
              <a:ext cx="692150" cy="292100"/>
            </a:xfrm>
            <a:prstGeom prst="round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705D1440-C936-92DD-520B-327151D33532}"/>
                </a:ext>
              </a:extLst>
            </p:cNvPr>
            <p:cNvGrpSpPr/>
            <p:nvPr/>
          </p:nvGrpSpPr>
          <p:grpSpPr>
            <a:xfrm>
              <a:off x="4282383" y="2120161"/>
              <a:ext cx="291335" cy="2073380"/>
              <a:chOff x="4282383" y="2120161"/>
              <a:chExt cx="291335" cy="2073380"/>
            </a:xfrm>
          </p:grpSpPr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EFC745F0-08C9-D4E6-BFF4-6C2618E0AF3F}"/>
                  </a:ext>
                </a:extLst>
              </p:cNvPr>
              <p:cNvSpPr/>
              <p:nvPr/>
            </p:nvSpPr>
            <p:spPr>
              <a:xfrm rot="3958351">
                <a:off x="3893446" y="2509098"/>
                <a:ext cx="996950" cy="21907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Isosceles Triangle 126">
                <a:extLst>
                  <a:ext uri="{FF2B5EF4-FFF2-40B4-BE49-F238E27FC236}">
                    <a16:creationId xmlns:a16="http://schemas.microsoft.com/office/drawing/2014/main" id="{45EE1AE7-D978-91D4-EC1B-BBB3E66D75DA}"/>
                  </a:ext>
                </a:extLst>
              </p:cNvPr>
              <p:cNvSpPr/>
              <p:nvPr/>
            </p:nvSpPr>
            <p:spPr>
              <a:xfrm rot="11268472">
                <a:off x="4421316" y="2942591"/>
                <a:ext cx="152402" cy="1250950"/>
              </a:xfrm>
              <a:prstGeom prst="triangl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99CA7249-E45C-C3D9-EA78-4EDA9C69BE00}"/>
                </a:ext>
              </a:extLst>
            </p:cNvPr>
            <p:cNvGrpSpPr/>
            <p:nvPr/>
          </p:nvGrpSpPr>
          <p:grpSpPr>
            <a:xfrm flipH="1">
              <a:off x="3309115" y="2124715"/>
              <a:ext cx="291335" cy="2073380"/>
              <a:chOff x="4282383" y="2120161"/>
              <a:chExt cx="291335" cy="2073380"/>
            </a:xfrm>
          </p:grpSpPr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48646A6F-8DFD-1D0E-A891-A4FE5EF75AAD}"/>
                  </a:ext>
                </a:extLst>
              </p:cNvPr>
              <p:cNvSpPr/>
              <p:nvPr/>
            </p:nvSpPr>
            <p:spPr>
              <a:xfrm rot="3958351">
                <a:off x="3893446" y="2509098"/>
                <a:ext cx="996950" cy="21907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Isosceles Triangle 124">
                <a:extLst>
                  <a:ext uri="{FF2B5EF4-FFF2-40B4-BE49-F238E27FC236}">
                    <a16:creationId xmlns:a16="http://schemas.microsoft.com/office/drawing/2014/main" id="{87BAEFD1-5B6A-FB9D-48E0-4051514343DF}"/>
                  </a:ext>
                </a:extLst>
              </p:cNvPr>
              <p:cNvSpPr/>
              <p:nvPr/>
            </p:nvSpPr>
            <p:spPr>
              <a:xfrm rot="11268472">
                <a:off x="4421316" y="2942591"/>
                <a:ext cx="152402" cy="1250950"/>
              </a:xfrm>
              <a:prstGeom prst="triangl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F39ABCC3-247B-DCB6-D696-2F3371B30E28}"/>
                </a:ext>
              </a:extLst>
            </p:cNvPr>
            <p:cNvSpPr/>
            <p:nvPr/>
          </p:nvSpPr>
          <p:spPr>
            <a:xfrm rot="5400000">
              <a:off x="3441937" y="2586038"/>
              <a:ext cx="996950" cy="219075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Isosceles Triangle 120">
              <a:extLst>
                <a:ext uri="{FF2B5EF4-FFF2-40B4-BE49-F238E27FC236}">
                  <a16:creationId xmlns:a16="http://schemas.microsoft.com/office/drawing/2014/main" id="{FF5FE758-D19C-43CE-63D7-A683DFCEE47A}"/>
                </a:ext>
              </a:extLst>
            </p:cNvPr>
            <p:cNvSpPr/>
            <p:nvPr/>
          </p:nvSpPr>
          <p:spPr>
            <a:xfrm rot="10800000">
              <a:off x="3869157" y="2947814"/>
              <a:ext cx="152402" cy="1250950"/>
            </a:xfrm>
            <a:prstGeom prst="triangl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5E3A751D-E390-B0CE-CE91-3372421EA670}"/>
                </a:ext>
              </a:extLst>
            </p:cNvPr>
            <p:cNvSpPr/>
            <p:nvPr/>
          </p:nvSpPr>
          <p:spPr>
            <a:xfrm>
              <a:off x="3248025" y="1227137"/>
              <a:ext cx="215900" cy="76676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6684F01C-868A-46F1-C59D-147B79A345FD}"/>
                </a:ext>
              </a:extLst>
            </p:cNvPr>
            <p:cNvSpPr/>
            <p:nvPr/>
          </p:nvSpPr>
          <p:spPr>
            <a:xfrm>
              <a:off x="4422775" y="1227136"/>
              <a:ext cx="215900" cy="76676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61FE4039-9F6C-0F3B-B9F5-4DFB51F1C2DD}"/>
              </a:ext>
            </a:extLst>
          </p:cNvPr>
          <p:cNvGrpSpPr/>
          <p:nvPr/>
        </p:nvGrpSpPr>
        <p:grpSpPr>
          <a:xfrm>
            <a:off x="8185405" y="850161"/>
            <a:ext cx="502920" cy="1014984"/>
            <a:chOff x="5380031" y="966102"/>
            <a:chExt cx="1727200" cy="3248141"/>
          </a:xfrm>
        </p:grpSpPr>
        <p:sp>
          <p:nvSpPr>
            <p:cNvPr id="129" name="Moon 128">
              <a:extLst>
                <a:ext uri="{FF2B5EF4-FFF2-40B4-BE49-F238E27FC236}">
                  <a16:creationId xmlns:a16="http://schemas.microsoft.com/office/drawing/2014/main" id="{8DDEF991-F11D-8A27-4175-D37941E0CB22}"/>
                </a:ext>
              </a:extLst>
            </p:cNvPr>
            <p:cNvSpPr/>
            <p:nvPr/>
          </p:nvSpPr>
          <p:spPr>
            <a:xfrm rot="19627358">
              <a:off x="5549196" y="966102"/>
              <a:ext cx="450850" cy="984250"/>
            </a:xfrm>
            <a:prstGeom prst="moon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Moon 129">
              <a:extLst>
                <a:ext uri="{FF2B5EF4-FFF2-40B4-BE49-F238E27FC236}">
                  <a16:creationId xmlns:a16="http://schemas.microsoft.com/office/drawing/2014/main" id="{C7B09D35-7F15-B3EC-FED3-3129F20C173D}"/>
                </a:ext>
              </a:extLst>
            </p:cNvPr>
            <p:cNvSpPr/>
            <p:nvPr/>
          </p:nvSpPr>
          <p:spPr>
            <a:xfrm rot="1972642" flipH="1">
              <a:off x="6518602" y="966104"/>
              <a:ext cx="450850" cy="984250"/>
            </a:xfrm>
            <a:prstGeom prst="moon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DC5E7395-5F99-9EA9-C394-AB96EEF0000A}"/>
                </a:ext>
              </a:extLst>
            </p:cNvPr>
            <p:cNvSpPr/>
            <p:nvPr/>
          </p:nvSpPr>
          <p:spPr>
            <a:xfrm>
              <a:off x="5852869" y="1025129"/>
              <a:ext cx="787400" cy="98425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DB435DA5-3DDB-1AC2-1654-04F749C61787}"/>
                </a:ext>
              </a:extLst>
            </p:cNvPr>
            <p:cNvGrpSpPr/>
            <p:nvPr/>
          </p:nvGrpSpPr>
          <p:grpSpPr>
            <a:xfrm>
              <a:off x="6585602" y="2135640"/>
              <a:ext cx="291335" cy="2073380"/>
              <a:chOff x="4282383" y="2120161"/>
              <a:chExt cx="291335" cy="2073380"/>
            </a:xfrm>
          </p:grpSpPr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2D8B5AB9-88C1-EF34-7A2C-039F754A5857}"/>
                  </a:ext>
                </a:extLst>
              </p:cNvPr>
              <p:cNvSpPr/>
              <p:nvPr/>
            </p:nvSpPr>
            <p:spPr>
              <a:xfrm rot="3958351">
                <a:off x="3893446" y="2509098"/>
                <a:ext cx="996950" cy="21907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" name="Isosceles Triangle 139">
                <a:extLst>
                  <a:ext uri="{FF2B5EF4-FFF2-40B4-BE49-F238E27FC236}">
                    <a16:creationId xmlns:a16="http://schemas.microsoft.com/office/drawing/2014/main" id="{52F91A51-5B0D-2458-CE0B-D24E9A7D5581}"/>
                  </a:ext>
                </a:extLst>
              </p:cNvPr>
              <p:cNvSpPr/>
              <p:nvPr/>
            </p:nvSpPr>
            <p:spPr>
              <a:xfrm rot="11268472">
                <a:off x="4421316" y="2942591"/>
                <a:ext cx="152402" cy="1250950"/>
              </a:xfrm>
              <a:prstGeom prst="triangl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E9B745D0-6FD1-62FE-D9B0-6E9D994400AF}"/>
                </a:ext>
              </a:extLst>
            </p:cNvPr>
            <p:cNvGrpSpPr/>
            <p:nvPr/>
          </p:nvGrpSpPr>
          <p:grpSpPr>
            <a:xfrm flipH="1">
              <a:off x="5612334" y="2140194"/>
              <a:ext cx="291335" cy="2073380"/>
              <a:chOff x="4282383" y="2120161"/>
              <a:chExt cx="291335" cy="2073380"/>
            </a:xfrm>
          </p:grpSpPr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3F3411FB-E562-047A-4276-7E00D086B6D3}"/>
                  </a:ext>
                </a:extLst>
              </p:cNvPr>
              <p:cNvSpPr/>
              <p:nvPr/>
            </p:nvSpPr>
            <p:spPr>
              <a:xfrm rot="3958351">
                <a:off x="3893446" y="2509098"/>
                <a:ext cx="996950" cy="21907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" name="Isosceles Triangle 137">
                <a:extLst>
                  <a:ext uri="{FF2B5EF4-FFF2-40B4-BE49-F238E27FC236}">
                    <a16:creationId xmlns:a16="http://schemas.microsoft.com/office/drawing/2014/main" id="{E0590651-B38F-9EA0-51A2-93AB851DACAD}"/>
                  </a:ext>
                </a:extLst>
              </p:cNvPr>
              <p:cNvSpPr/>
              <p:nvPr/>
            </p:nvSpPr>
            <p:spPr>
              <a:xfrm rot="11268472">
                <a:off x="4421316" y="2942591"/>
                <a:ext cx="152402" cy="1250950"/>
              </a:xfrm>
              <a:prstGeom prst="triangl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04FB4227-1C85-B0D9-4FC1-23BCB0028BA4}"/>
                </a:ext>
              </a:extLst>
            </p:cNvPr>
            <p:cNvSpPr/>
            <p:nvPr/>
          </p:nvSpPr>
          <p:spPr>
            <a:xfrm rot="5400000">
              <a:off x="5745156" y="2601517"/>
              <a:ext cx="996950" cy="219075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Isosceles Triangle 134">
              <a:extLst>
                <a:ext uri="{FF2B5EF4-FFF2-40B4-BE49-F238E27FC236}">
                  <a16:creationId xmlns:a16="http://schemas.microsoft.com/office/drawing/2014/main" id="{A668C68C-83EB-2D4C-1A77-115B8ADA7B91}"/>
                </a:ext>
              </a:extLst>
            </p:cNvPr>
            <p:cNvSpPr/>
            <p:nvPr/>
          </p:nvSpPr>
          <p:spPr>
            <a:xfrm rot="10800000">
              <a:off x="6172376" y="2963293"/>
              <a:ext cx="152402" cy="1250950"/>
            </a:xfrm>
            <a:prstGeom prst="triangl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Moon 135">
              <a:extLst>
                <a:ext uri="{FF2B5EF4-FFF2-40B4-BE49-F238E27FC236}">
                  <a16:creationId xmlns:a16="http://schemas.microsoft.com/office/drawing/2014/main" id="{4B78DC09-4993-05F0-89D8-43515C7EDD76}"/>
                </a:ext>
              </a:extLst>
            </p:cNvPr>
            <p:cNvSpPr/>
            <p:nvPr/>
          </p:nvSpPr>
          <p:spPr>
            <a:xfrm rot="16200000">
              <a:off x="6002331" y="1326503"/>
              <a:ext cx="482600" cy="1727200"/>
            </a:xfrm>
            <a:prstGeom prst="moon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1CCEF7B-5E54-1244-C1B1-926CDB930713}"/>
              </a:ext>
            </a:extLst>
          </p:cNvPr>
          <p:cNvGrpSpPr/>
          <p:nvPr/>
        </p:nvGrpSpPr>
        <p:grpSpPr>
          <a:xfrm>
            <a:off x="7833615" y="580700"/>
            <a:ext cx="1371600" cy="1371600"/>
            <a:chOff x="427081" y="263129"/>
            <a:chExt cx="1371600" cy="1371600"/>
          </a:xfrm>
        </p:grpSpPr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7E99B9E7-0D24-D05E-E503-BABA5320C10A}"/>
                </a:ext>
              </a:extLst>
            </p:cNvPr>
            <p:cNvSpPr/>
            <p:nvPr/>
          </p:nvSpPr>
          <p:spPr>
            <a:xfrm>
              <a:off x="427081" y="263129"/>
              <a:ext cx="1371600" cy="13716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Plaque 142">
              <a:extLst>
                <a:ext uri="{FF2B5EF4-FFF2-40B4-BE49-F238E27FC236}">
                  <a16:creationId xmlns:a16="http://schemas.microsoft.com/office/drawing/2014/main" id="{3EEA1C03-1FCF-F490-764A-9B0A86A049BC}"/>
                </a:ext>
              </a:extLst>
            </p:cNvPr>
            <p:cNvSpPr/>
            <p:nvPr/>
          </p:nvSpPr>
          <p:spPr>
            <a:xfrm>
              <a:off x="573033" y="478473"/>
              <a:ext cx="1097280" cy="1097280"/>
            </a:xfrm>
            <a:prstGeom prst="plaque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44" name="Picture 143">
            <a:extLst>
              <a:ext uri="{FF2B5EF4-FFF2-40B4-BE49-F238E27FC236}">
                <a16:creationId xmlns:a16="http://schemas.microsoft.com/office/drawing/2014/main" id="{C7E93A14-ECA2-44CE-2A0A-26C4B37814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5218" y="1115210"/>
            <a:ext cx="277209" cy="415814"/>
          </a:xfrm>
          <a:prstGeom prst="rect">
            <a:avLst/>
          </a:prstGeom>
        </p:spPr>
      </p:pic>
      <p:grpSp>
        <p:nvGrpSpPr>
          <p:cNvPr id="145" name="Group 144">
            <a:extLst>
              <a:ext uri="{FF2B5EF4-FFF2-40B4-BE49-F238E27FC236}">
                <a16:creationId xmlns:a16="http://schemas.microsoft.com/office/drawing/2014/main" id="{DBB0B142-B0B1-9AB0-A578-7503645128F2}"/>
              </a:ext>
            </a:extLst>
          </p:cNvPr>
          <p:cNvGrpSpPr/>
          <p:nvPr/>
        </p:nvGrpSpPr>
        <p:grpSpPr>
          <a:xfrm>
            <a:off x="9539183" y="811523"/>
            <a:ext cx="1027167" cy="1035721"/>
            <a:chOff x="4165279" y="376316"/>
            <a:chExt cx="4372510" cy="4408922"/>
          </a:xfrm>
        </p:grpSpPr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B4F1C6C6-B6B3-3951-8A2A-B125FDC763A1}"/>
                </a:ext>
              </a:extLst>
            </p:cNvPr>
            <p:cNvGrpSpPr/>
            <p:nvPr/>
          </p:nvGrpSpPr>
          <p:grpSpPr>
            <a:xfrm>
              <a:off x="5618932" y="1546108"/>
              <a:ext cx="1540121" cy="2162098"/>
              <a:chOff x="5452330" y="1708793"/>
              <a:chExt cx="1186621" cy="1665837"/>
            </a:xfrm>
          </p:grpSpPr>
          <p:sp>
            <p:nvSpPr>
              <p:cNvPr id="167" name="Isosceles Triangle 166">
                <a:extLst>
                  <a:ext uri="{FF2B5EF4-FFF2-40B4-BE49-F238E27FC236}">
                    <a16:creationId xmlns:a16="http://schemas.microsoft.com/office/drawing/2014/main" id="{77184497-6B7E-1444-A5CA-EA936053CBE6}"/>
                  </a:ext>
                </a:extLst>
              </p:cNvPr>
              <p:cNvSpPr/>
              <p:nvPr/>
            </p:nvSpPr>
            <p:spPr>
              <a:xfrm>
                <a:off x="5794991" y="1708793"/>
                <a:ext cx="501300" cy="440002"/>
              </a:xfrm>
              <a:prstGeom prst="triangl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8" name="Isosceles Triangle 167">
                <a:extLst>
                  <a:ext uri="{FF2B5EF4-FFF2-40B4-BE49-F238E27FC236}">
                    <a16:creationId xmlns:a16="http://schemas.microsoft.com/office/drawing/2014/main" id="{A485807E-27D8-4D66-1A94-3E2FD526D3EC}"/>
                  </a:ext>
                </a:extLst>
              </p:cNvPr>
              <p:cNvSpPr/>
              <p:nvPr/>
            </p:nvSpPr>
            <p:spPr>
              <a:xfrm rot="10800000">
                <a:off x="5794991" y="2236075"/>
                <a:ext cx="501300" cy="1138555"/>
              </a:xfrm>
              <a:prstGeom prst="triangl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7FD55D15-2BB7-955F-D820-D4D61FC0CF10}"/>
                  </a:ext>
                </a:extLst>
              </p:cNvPr>
              <p:cNvSpPr/>
              <p:nvPr/>
            </p:nvSpPr>
            <p:spPr>
              <a:xfrm rot="1172583">
                <a:off x="5452330" y="2155246"/>
                <a:ext cx="161133" cy="71166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Rectangle 169">
                <a:extLst>
                  <a:ext uri="{FF2B5EF4-FFF2-40B4-BE49-F238E27FC236}">
                    <a16:creationId xmlns:a16="http://schemas.microsoft.com/office/drawing/2014/main" id="{EBCBB169-2CFC-856A-AE60-53A760D9C6BE}"/>
                  </a:ext>
                </a:extLst>
              </p:cNvPr>
              <p:cNvSpPr/>
              <p:nvPr/>
            </p:nvSpPr>
            <p:spPr>
              <a:xfrm rot="20427417" flipH="1">
                <a:off x="6477818" y="2155248"/>
                <a:ext cx="161133" cy="71166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7" name="Group 146">
              <a:extLst>
                <a:ext uri="{FF2B5EF4-FFF2-40B4-BE49-F238E27FC236}">
                  <a16:creationId xmlns:a16="http://schemas.microsoft.com/office/drawing/2014/main" id="{64987AF0-3461-5A21-711E-4566429B1A75}"/>
                </a:ext>
              </a:extLst>
            </p:cNvPr>
            <p:cNvGrpSpPr/>
            <p:nvPr/>
          </p:nvGrpSpPr>
          <p:grpSpPr>
            <a:xfrm>
              <a:off x="5223090" y="376316"/>
              <a:ext cx="2327564" cy="1339103"/>
              <a:chOff x="5223090" y="758463"/>
              <a:chExt cx="2327564" cy="1339103"/>
            </a:xfrm>
          </p:grpSpPr>
          <p:pic>
            <p:nvPicPr>
              <p:cNvPr id="163" name="Picture 162">
                <a:extLst>
                  <a:ext uri="{FF2B5EF4-FFF2-40B4-BE49-F238E27FC236}">
                    <a16:creationId xmlns:a16="http://schemas.microsoft.com/office/drawing/2014/main" id="{E6E2D24E-9922-BB33-168F-F4B3BA27BAF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l="7265" t="2149" r="2137"/>
              <a:stretch/>
            </p:blipFill>
            <p:spPr>
              <a:xfrm rot="9499472">
                <a:off x="5791200" y="758463"/>
                <a:ext cx="501300" cy="1119886"/>
              </a:xfrm>
              <a:prstGeom prst="rect">
                <a:avLst/>
              </a:prstGeom>
            </p:spPr>
          </p:pic>
          <p:pic>
            <p:nvPicPr>
              <p:cNvPr id="164" name="Picture 163">
                <a:extLst>
                  <a:ext uri="{FF2B5EF4-FFF2-40B4-BE49-F238E27FC236}">
                    <a16:creationId xmlns:a16="http://schemas.microsoft.com/office/drawing/2014/main" id="{8BA8976D-786C-2F00-0C6F-4FD9BA40865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l="7265" t="2149" r="2137"/>
              <a:stretch/>
            </p:blipFill>
            <p:spPr>
              <a:xfrm rot="11335141">
                <a:off x="6459893" y="776279"/>
                <a:ext cx="501300" cy="1119886"/>
              </a:xfrm>
              <a:prstGeom prst="rect">
                <a:avLst/>
              </a:prstGeom>
            </p:spPr>
          </p:pic>
          <p:pic>
            <p:nvPicPr>
              <p:cNvPr id="165" name="Picture 164">
                <a:extLst>
                  <a:ext uri="{FF2B5EF4-FFF2-40B4-BE49-F238E27FC236}">
                    <a16:creationId xmlns:a16="http://schemas.microsoft.com/office/drawing/2014/main" id="{D3799764-8805-159B-12EF-6C6C9FAF5A7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l="7265" t="2149" r="2137"/>
              <a:stretch/>
            </p:blipFill>
            <p:spPr>
              <a:xfrm rot="9323264" flipH="1">
                <a:off x="5223090" y="977680"/>
                <a:ext cx="501300" cy="1119886"/>
              </a:xfrm>
              <a:prstGeom prst="rect">
                <a:avLst/>
              </a:prstGeom>
            </p:spPr>
          </p:pic>
          <p:pic>
            <p:nvPicPr>
              <p:cNvPr id="166" name="Picture 165">
                <a:extLst>
                  <a:ext uri="{FF2B5EF4-FFF2-40B4-BE49-F238E27FC236}">
                    <a16:creationId xmlns:a16="http://schemas.microsoft.com/office/drawing/2014/main" id="{85540936-B0B9-39A1-7E20-A5DB9117623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l="7265" t="2149" r="2137"/>
              <a:stretch/>
            </p:blipFill>
            <p:spPr>
              <a:xfrm rot="13424503" flipH="1">
                <a:off x="7049354" y="966826"/>
                <a:ext cx="501300" cy="1119886"/>
              </a:xfrm>
              <a:prstGeom prst="rect">
                <a:avLst/>
              </a:prstGeom>
            </p:spPr>
          </p:pic>
        </p:grp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AD3D8339-98CF-FF7C-59A6-78E7DCA3BED8}"/>
                </a:ext>
              </a:extLst>
            </p:cNvPr>
            <p:cNvGrpSpPr/>
            <p:nvPr/>
          </p:nvGrpSpPr>
          <p:grpSpPr>
            <a:xfrm rot="10800000">
              <a:off x="5212329" y="3446135"/>
              <a:ext cx="2327564" cy="1339103"/>
              <a:chOff x="5223090" y="758463"/>
              <a:chExt cx="2327564" cy="1339103"/>
            </a:xfrm>
          </p:grpSpPr>
          <p:pic>
            <p:nvPicPr>
              <p:cNvPr id="159" name="Picture 158">
                <a:extLst>
                  <a:ext uri="{FF2B5EF4-FFF2-40B4-BE49-F238E27FC236}">
                    <a16:creationId xmlns:a16="http://schemas.microsoft.com/office/drawing/2014/main" id="{9A69E514-2B3E-9F3B-9B10-CBEBF2D7FC7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l="7265" t="2149" r="2137"/>
              <a:stretch/>
            </p:blipFill>
            <p:spPr>
              <a:xfrm rot="9499472">
                <a:off x="5791200" y="758463"/>
                <a:ext cx="501300" cy="1119886"/>
              </a:xfrm>
              <a:prstGeom prst="rect">
                <a:avLst/>
              </a:prstGeom>
            </p:spPr>
          </p:pic>
          <p:pic>
            <p:nvPicPr>
              <p:cNvPr id="160" name="Picture 159">
                <a:extLst>
                  <a:ext uri="{FF2B5EF4-FFF2-40B4-BE49-F238E27FC236}">
                    <a16:creationId xmlns:a16="http://schemas.microsoft.com/office/drawing/2014/main" id="{969C04AB-92B7-3D62-580F-2A56B8E905F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l="7265" t="2149" r="2137"/>
              <a:stretch/>
            </p:blipFill>
            <p:spPr>
              <a:xfrm rot="11335141">
                <a:off x="6459893" y="776279"/>
                <a:ext cx="501300" cy="1119886"/>
              </a:xfrm>
              <a:prstGeom prst="rect">
                <a:avLst/>
              </a:prstGeom>
            </p:spPr>
          </p:pic>
          <p:pic>
            <p:nvPicPr>
              <p:cNvPr id="161" name="Picture 160">
                <a:extLst>
                  <a:ext uri="{FF2B5EF4-FFF2-40B4-BE49-F238E27FC236}">
                    <a16:creationId xmlns:a16="http://schemas.microsoft.com/office/drawing/2014/main" id="{08FF41A6-26AA-784D-C07D-A1DA628C17A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l="7265" t="2149" r="2137"/>
              <a:stretch/>
            </p:blipFill>
            <p:spPr>
              <a:xfrm rot="9323264" flipH="1">
                <a:off x="5223090" y="977680"/>
                <a:ext cx="501300" cy="1119886"/>
              </a:xfrm>
              <a:prstGeom prst="rect">
                <a:avLst/>
              </a:prstGeom>
            </p:spPr>
          </p:pic>
          <p:pic>
            <p:nvPicPr>
              <p:cNvPr id="162" name="Picture 161">
                <a:extLst>
                  <a:ext uri="{FF2B5EF4-FFF2-40B4-BE49-F238E27FC236}">
                    <a16:creationId xmlns:a16="http://schemas.microsoft.com/office/drawing/2014/main" id="{DE7FDF25-4BE1-F272-4C1A-4C1860B8BA9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l="7265" t="2149" r="2137"/>
              <a:stretch/>
            </p:blipFill>
            <p:spPr>
              <a:xfrm rot="13424503" flipH="1">
                <a:off x="7049354" y="966826"/>
                <a:ext cx="501300" cy="1119886"/>
              </a:xfrm>
              <a:prstGeom prst="rect">
                <a:avLst/>
              </a:prstGeom>
            </p:spPr>
          </p:pic>
        </p:grp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24F2669A-27A2-B41B-E16D-BAE52A2620ED}"/>
                </a:ext>
              </a:extLst>
            </p:cNvPr>
            <p:cNvGrpSpPr/>
            <p:nvPr/>
          </p:nvGrpSpPr>
          <p:grpSpPr>
            <a:xfrm rot="16367590">
              <a:off x="3671049" y="1904396"/>
              <a:ext cx="2327564" cy="1339103"/>
              <a:chOff x="5223090" y="758463"/>
              <a:chExt cx="2327564" cy="1339103"/>
            </a:xfrm>
          </p:grpSpPr>
          <p:pic>
            <p:nvPicPr>
              <p:cNvPr id="155" name="Picture 154">
                <a:extLst>
                  <a:ext uri="{FF2B5EF4-FFF2-40B4-BE49-F238E27FC236}">
                    <a16:creationId xmlns:a16="http://schemas.microsoft.com/office/drawing/2014/main" id="{48A1BEED-2797-183B-02B7-A6C29622C98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l="7265" t="2149" r="2137"/>
              <a:stretch/>
            </p:blipFill>
            <p:spPr>
              <a:xfrm rot="9499472">
                <a:off x="5791200" y="758463"/>
                <a:ext cx="501300" cy="1119886"/>
              </a:xfrm>
              <a:prstGeom prst="rect">
                <a:avLst/>
              </a:prstGeom>
            </p:spPr>
          </p:pic>
          <p:pic>
            <p:nvPicPr>
              <p:cNvPr id="156" name="Picture 155">
                <a:extLst>
                  <a:ext uri="{FF2B5EF4-FFF2-40B4-BE49-F238E27FC236}">
                    <a16:creationId xmlns:a16="http://schemas.microsoft.com/office/drawing/2014/main" id="{FCAA1D9B-2BE3-AFB6-C030-984D7845E00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l="7265" t="2149" r="2137"/>
              <a:stretch/>
            </p:blipFill>
            <p:spPr>
              <a:xfrm rot="11335141">
                <a:off x="6459893" y="776279"/>
                <a:ext cx="501300" cy="1119886"/>
              </a:xfrm>
              <a:prstGeom prst="rect">
                <a:avLst/>
              </a:prstGeom>
            </p:spPr>
          </p:pic>
          <p:pic>
            <p:nvPicPr>
              <p:cNvPr id="157" name="Picture 156">
                <a:extLst>
                  <a:ext uri="{FF2B5EF4-FFF2-40B4-BE49-F238E27FC236}">
                    <a16:creationId xmlns:a16="http://schemas.microsoft.com/office/drawing/2014/main" id="{A1C7CBAD-5FD9-D36C-E5BF-62B057C3A0F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l="7265" t="2149" r="2137"/>
              <a:stretch/>
            </p:blipFill>
            <p:spPr>
              <a:xfrm rot="9323264" flipH="1">
                <a:off x="5223090" y="977680"/>
                <a:ext cx="501300" cy="1119886"/>
              </a:xfrm>
              <a:prstGeom prst="rect">
                <a:avLst/>
              </a:prstGeom>
            </p:spPr>
          </p:pic>
          <p:pic>
            <p:nvPicPr>
              <p:cNvPr id="158" name="Picture 157">
                <a:extLst>
                  <a:ext uri="{FF2B5EF4-FFF2-40B4-BE49-F238E27FC236}">
                    <a16:creationId xmlns:a16="http://schemas.microsoft.com/office/drawing/2014/main" id="{3D37B3B9-EF90-D8EA-47A4-5CF6797268D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l="7265" t="2149" r="2137"/>
              <a:stretch/>
            </p:blipFill>
            <p:spPr>
              <a:xfrm rot="13424503" flipH="1">
                <a:off x="7049354" y="966826"/>
                <a:ext cx="501300" cy="1119886"/>
              </a:xfrm>
              <a:prstGeom prst="rect">
                <a:avLst/>
              </a:prstGeom>
            </p:spPr>
          </p:pic>
        </p:grpSp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9379E66C-653E-D856-F3DF-A33518A3DCB3}"/>
                </a:ext>
              </a:extLst>
            </p:cNvPr>
            <p:cNvGrpSpPr/>
            <p:nvPr/>
          </p:nvGrpSpPr>
          <p:grpSpPr>
            <a:xfrm rot="5400000">
              <a:off x="6704456" y="2000299"/>
              <a:ext cx="2327564" cy="1339103"/>
              <a:chOff x="5223090" y="758463"/>
              <a:chExt cx="2327564" cy="1339103"/>
            </a:xfrm>
          </p:grpSpPr>
          <p:pic>
            <p:nvPicPr>
              <p:cNvPr id="151" name="Picture 150">
                <a:extLst>
                  <a:ext uri="{FF2B5EF4-FFF2-40B4-BE49-F238E27FC236}">
                    <a16:creationId xmlns:a16="http://schemas.microsoft.com/office/drawing/2014/main" id="{89AA0170-CCB4-8528-4C37-16DA2701F13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l="7265" t="2149" r="2137"/>
              <a:stretch/>
            </p:blipFill>
            <p:spPr>
              <a:xfrm rot="9499472">
                <a:off x="5791200" y="758463"/>
                <a:ext cx="501300" cy="1119886"/>
              </a:xfrm>
              <a:prstGeom prst="rect">
                <a:avLst/>
              </a:prstGeom>
            </p:spPr>
          </p:pic>
          <p:pic>
            <p:nvPicPr>
              <p:cNvPr id="152" name="Picture 151">
                <a:extLst>
                  <a:ext uri="{FF2B5EF4-FFF2-40B4-BE49-F238E27FC236}">
                    <a16:creationId xmlns:a16="http://schemas.microsoft.com/office/drawing/2014/main" id="{E09E8C20-9267-B79E-DC18-D9C96C8ACDE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l="7265" t="2149" r="2137"/>
              <a:stretch/>
            </p:blipFill>
            <p:spPr>
              <a:xfrm rot="11335141">
                <a:off x="6459893" y="776279"/>
                <a:ext cx="501300" cy="1119886"/>
              </a:xfrm>
              <a:prstGeom prst="rect">
                <a:avLst/>
              </a:prstGeom>
            </p:spPr>
          </p:pic>
          <p:pic>
            <p:nvPicPr>
              <p:cNvPr id="153" name="Picture 152">
                <a:extLst>
                  <a:ext uri="{FF2B5EF4-FFF2-40B4-BE49-F238E27FC236}">
                    <a16:creationId xmlns:a16="http://schemas.microsoft.com/office/drawing/2014/main" id="{DCA90085-B0ED-7C6F-AA98-67586961E22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l="7265" t="2149" r="2137"/>
              <a:stretch/>
            </p:blipFill>
            <p:spPr>
              <a:xfrm rot="9323264" flipH="1">
                <a:off x="5223090" y="977680"/>
                <a:ext cx="501300" cy="1119886"/>
              </a:xfrm>
              <a:prstGeom prst="rect">
                <a:avLst/>
              </a:prstGeom>
            </p:spPr>
          </p:pic>
          <p:pic>
            <p:nvPicPr>
              <p:cNvPr id="154" name="Picture 153">
                <a:extLst>
                  <a:ext uri="{FF2B5EF4-FFF2-40B4-BE49-F238E27FC236}">
                    <a16:creationId xmlns:a16="http://schemas.microsoft.com/office/drawing/2014/main" id="{B57A8535-ECD3-455E-B1E1-AC71B9E2A84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l="7265" t="2149" r="2137"/>
              <a:stretch/>
            </p:blipFill>
            <p:spPr>
              <a:xfrm rot="13424503" flipH="1">
                <a:off x="7049354" y="966826"/>
                <a:ext cx="501300" cy="1119886"/>
              </a:xfrm>
              <a:prstGeom prst="rect">
                <a:avLst/>
              </a:prstGeom>
            </p:spPr>
          </p:pic>
        </p:grpSp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51292E69-46B4-6A7D-4379-5C53511BFD90}"/>
              </a:ext>
            </a:extLst>
          </p:cNvPr>
          <p:cNvGrpSpPr/>
          <p:nvPr/>
        </p:nvGrpSpPr>
        <p:grpSpPr>
          <a:xfrm>
            <a:off x="9358175" y="580700"/>
            <a:ext cx="1371600" cy="1371600"/>
            <a:chOff x="427081" y="263129"/>
            <a:chExt cx="1371600" cy="1371600"/>
          </a:xfrm>
        </p:grpSpPr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F88DE9E8-A6EE-5604-FBE1-A5854BCB701D}"/>
                </a:ext>
              </a:extLst>
            </p:cNvPr>
            <p:cNvSpPr/>
            <p:nvPr/>
          </p:nvSpPr>
          <p:spPr>
            <a:xfrm>
              <a:off x="427081" y="263129"/>
              <a:ext cx="1371600" cy="13716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Plaque 172">
              <a:extLst>
                <a:ext uri="{FF2B5EF4-FFF2-40B4-BE49-F238E27FC236}">
                  <a16:creationId xmlns:a16="http://schemas.microsoft.com/office/drawing/2014/main" id="{370ADBE4-6701-B452-B189-D65C68DF8CAB}"/>
                </a:ext>
              </a:extLst>
            </p:cNvPr>
            <p:cNvSpPr/>
            <p:nvPr/>
          </p:nvSpPr>
          <p:spPr>
            <a:xfrm>
              <a:off x="573033" y="478473"/>
              <a:ext cx="1097280" cy="1097280"/>
            </a:xfrm>
            <a:prstGeom prst="plaque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4EE1B358-D077-55B3-E3EF-3502D89D3061}"/>
              </a:ext>
            </a:extLst>
          </p:cNvPr>
          <p:cNvGrpSpPr/>
          <p:nvPr/>
        </p:nvGrpSpPr>
        <p:grpSpPr>
          <a:xfrm>
            <a:off x="3976821" y="3222214"/>
            <a:ext cx="1371600" cy="1371600"/>
            <a:chOff x="427081" y="263129"/>
            <a:chExt cx="1371600" cy="1371600"/>
          </a:xfrm>
        </p:grpSpPr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2362BCC9-676B-D0EA-55D6-0543234DFEA0}"/>
                </a:ext>
              </a:extLst>
            </p:cNvPr>
            <p:cNvSpPr/>
            <p:nvPr/>
          </p:nvSpPr>
          <p:spPr>
            <a:xfrm>
              <a:off x="427081" y="263129"/>
              <a:ext cx="1371600" cy="13716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Plaque 175">
              <a:extLst>
                <a:ext uri="{FF2B5EF4-FFF2-40B4-BE49-F238E27FC236}">
                  <a16:creationId xmlns:a16="http://schemas.microsoft.com/office/drawing/2014/main" id="{ACD354BE-71B9-452A-BFA9-F6E184C854CE}"/>
                </a:ext>
              </a:extLst>
            </p:cNvPr>
            <p:cNvSpPr/>
            <p:nvPr/>
          </p:nvSpPr>
          <p:spPr>
            <a:xfrm>
              <a:off x="573033" y="478473"/>
              <a:ext cx="1097280" cy="1097280"/>
            </a:xfrm>
            <a:prstGeom prst="plaque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BD7074B7-5CE6-3B9B-8197-F3D1B145AE2B}"/>
              </a:ext>
            </a:extLst>
          </p:cNvPr>
          <p:cNvGrpSpPr/>
          <p:nvPr/>
        </p:nvGrpSpPr>
        <p:grpSpPr>
          <a:xfrm>
            <a:off x="4347149" y="3740951"/>
            <a:ext cx="631137" cy="505972"/>
            <a:chOff x="5010218" y="2694841"/>
            <a:chExt cx="2523392" cy="2022962"/>
          </a:xfrm>
        </p:grpSpPr>
        <p:sp>
          <p:nvSpPr>
            <p:cNvPr id="184" name="Moon 183">
              <a:extLst>
                <a:ext uri="{FF2B5EF4-FFF2-40B4-BE49-F238E27FC236}">
                  <a16:creationId xmlns:a16="http://schemas.microsoft.com/office/drawing/2014/main" id="{3D7EBBA5-9CF3-1F53-BE6A-A1F6D6E86D40}"/>
                </a:ext>
              </a:extLst>
            </p:cNvPr>
            <p:cNvSpPr/>
            <p:nvPr/>
          </p:nvSpPr>
          <p:spPr>
            <a:xfrm rot="16200000">
              <a:off x="5683528" y="2021531"/>
              <a:ext cx="1176771" cy="2523392"/>
            </a:xfrm>
            <a:prstGeom prst="moon">
              <a:avLst>
                <a:gd name="adj" fmla="val 55230"/>
              </a:avLst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Isosceles Triangle 184">
              <a:extLst>
                <a:ext uri="{FF2B5EF4-FFF2-40B4-BE49-F238E27FC236}">
                  <a16:creationId xmlns:a16="http://schemas.microsoft.com/office/drawing/2014/main" id="{E887F0EA-0FFC-8F5C-AEEF-A8D613587A59}"/>
                </a:ext>
              </a:extLst>
            </p:cNvPr>
            <p:cNvSpPr/>
            <p:nvPr/>
          </p:nvSpPr>
          <p:spPr>
            <a:xfrm>
              <a:off x="6132701" y="2694841"/>
              <a:ext cx="278423" cy="1723292"/>
            </a:xfrm>
            <a:prstGeom prst="triangl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Moon 185">
              <a:extLst>
                <a:ext uri="{FF2B5EF4-FFF2-40B4-BE49-F238E27FC236}">
                  <a16:creationId xmlns:a16="http://schemas.microsoft.com/office/drawing/2014/main" id="{5930625C-DAA3-8CD7-47AC-1E199E590909}"/>
                </a:ext>
              </a:extLst>
            </p:cNvPr>
            <p:cNvSpPr/>
            <p:nvPr/>
          </p:nvSpPr>
          <p:spPr>
            <a:xfrm rot="5400000">
              <a:off x="5972241" y="3787285"/>
              <a:ext cx="599341" cy="1261696"/>
            </a:xfrm>
            <a:prstGeom prst="moon">
              <a:avLst>
                <a:gd name="adj" fmla="val 37626"/>
              </a:avLst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25396257-336E-7E85-B11C-1AE15822B1B2}"/>
                </a:ext>
              </a:extLst>
            </p:cNvPr>
            <p:cNvGrpSpPr/>
            <p:nvPr/>
          </p:nvGrpSpPr>
          <p:grpSpPr>
            <a:xfrm>
              <a:off x="5240214" y="3072211"/>
              <a:ext cx="862512" cy="587761"/>
              <a:chOff x="5240214" y="3072211"/>
              <a:chExt cx="862512" cy="587761"/>
            </a:xfrm>
          </p:grpSpPr>
          <p:sp>
            <p:nvSpPr>
              <p:cNvPr id="192" name="Oval 191">
                <a:extLst>
                  <a:ext uri="{FF2B5EF4-FFF2-40B4-BE49-F238E27FC236}">
                    <a16:creationId xmlns:a16="http://schemas.microsoft.com/office/drawing/2014/main" id="{0D78027D-2290-4C6B-F720-2C9B672D35E2}"/>
                  </a:ext>
                </a:extLst>
              </p:cNvPr>
              <p:cNvSpPr/>
              <p:nvPr/>
            </p:nvSpPr>
            <p:spPr>
              <a:xfrm>
                <a:off x="5475402" y="3233279"/>
                <a:ext cx="274320" cy="27432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3" name="Oval 192">
                <a:extLst>
                  <a:ext uri="{FF2B5EF4-FFF2-40B4-BE49-F238E27FC236}">
                    <a16:creationId xmlns:a16="http://schemas.microsoft.com/office/drawing/2014/main" id="{88DC8E7C-3845-A2B4-4868-F38A0F271863}"/>
                  </a:ext>
                </a:extLst>
              </p:cNvPr>
              <p:cNvSpPr/>
              <p:nvPr/>
            </p:nvSpPr>
            <p:spPr>
              <a:xfrm>
                <a:off x="5240214" y="3072211"/>
                <a:ext cx="228600" cy="2286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4" name="Oval 193">
                <a:extLst>
                  <a:ext uri="{FF2B5EF4-FFF2-40B4-BE49-F238E27FC236}">
                    <a16:creationId xmlns:a16="http://schemas.microsoft.com/office/drawing/2014/main" id="{5253FC48-0E0E-6FDD-036D-01053E164AEA}"/>
                  </a:ext>
                </a:extLst>
              </p:cNvPr>
              <p:cNvSpPr/>
              <p:nvPr/>
            </p:nvSpPr>
            <p:spPr>
              <a:xfrm>
                <a:off x="5782686" y="3339932"/>
                <a:ext cx="320040" cy="32004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B3CB005E-B57E-B712-DCAF-C02AB5711356}"/>
                </a:ext>
              </a:extLst>
            </p:cNvPr>
            <p:cNvGrpSpPr/>
            <p:nvPr/>
          </p:nvGrpSpPr>
          <p:grpSpPr>
            <a:xfrm flipH="1">
              <a:off x="6400433" y="3085350"/>
              <a:ext cx="862512" cy="587761"/>
              <a:chOff x="5240214" y="3072211"/>
              <a:chExt cx="862512" cy="587761"/>
            </a:xfrm>
          </p:grpSpPr>
          <p:sp>
            <p:nvSpPr>
              <p:cNvPr id="189" name="Oval 188">
                <a:extLst>
                  <a:ext uri="{FF2B5EF4-FFF2-40B4-BE49-F238E27FC236}">
                    <a16:creationId xmlns:a16="http://schemas.microsoft.com/office/drawing/2014/main" id="{43BCE9CA-BB0A-081B-CDF5-89A580CEB1FF}"/>
                  </a:ext>
                </a:extLst>
              </p:cNvPr>
              <p:cNvSpPr/>
              <p:nvPr/>
            </p:nvSpPr>
            <p:spPr>
              <a:xfrm>
                <a:off x="5475402" y="3233279"/>
                <a:ext cx="274320" cy="27432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0" name="Oval 189">
                <a:extLst>
                  <a:ext uri="{FF2B5EF4-FFF2-40B4-BE49-F238E27FC236}">
                    <a16:creationId xmlns:a16="http://schemas.microsoft.com/office/drawing/2014/main" id="{16CA2659-0B0C-FF9B-6901-1573BEE82289}"/>
                  </a:ext>
                </a:extLst>
              </p:cNvPr>
              <p:cNvSpPr/>
              <p:nvPr/>
            </p:nvSpPr>
            <p:spPr>
              <a:xfrm>
                <a:off x="5240214" y="3072211"/>
                <a:ext cx="228600" cy="2286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1" name="Oval 190">
                <a:extLst>
                  <a:ext uri="{FF2B5EF4-FFF2-40B4-BE49-F238E27FC236}">
                    <a16:creationId xmlns:a16="http://schemas.microsoft.com/office/drawing/2014/main" id="{F543D99B-8F36-DB1C-105C-440D1CE77738}"/>
                  </a:ext>
                </a:extLst>
              </p:cNvPr>
              <p:cNvSpPr/>
              <p:nvPr/>
            </p:nvSpPr>
            <p:spPr>
              <a:xfrm>
                <a:off x="5782686" y="3339932"/>
                <a:ext cx="320040" cy="32004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213" name="Picture 212">
            <a:extLst>
              <a:ext uri="{FF2B5EF4-FFF2-40B4-BE49-F238E27FC236}">
                <a16:creationId xmlns:a16="http://schemas.microsoft.com/office/drawing/2014/main" id="{EE5FF571-89E7-5E6B-2D2E-D1CD390888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930" y="2356416"/>
            <a:ext cx="863170" cy="863170"/>
          </a:xfrm>
          <a:prstGeom prst="rect">
            <a:avLst/>
          </a:prstGeom>
        </p:spPr>
      </p:pic>
      <p:grpSp>
        <p:nvGrpSpPr>
          <p:cNvPr id="214" name="Group 213">
            <a:extLst>
              <a:ext uri="{FF2B5EF4-FFF2-40B4-BE49-F238E27FC236}">
                <a16:creationId xmlns:a16="http://schemas.microsoft.com/office/drawing/2014/main" id="{E6F21B7C-5DF0-4DC1-A831-2C41078F1C72}"/>
              </a:ext>
            </a:extLst>
          </p:cNvPr>
          <p:cNvGrpSpPr/>
          <p:nvPr/>
        </p:nvGrpSpPr>
        <p:grpSpPr>
          <a:xfrm>
            <a:off x="280715" y="2053273"/>
            <a:ext cx="1371600" cy="1371600"/>
            <a:chOff x="427081" y="263129"/>
            <a:chExt cx="1371600" cy="1371600"/>
          </a:xfrm>
        </p:grpSpPr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2BE41859-02A8-315F-B94C-CCF4DC40AFF0}"/>
                </a:ext>
              </a:extLst>
            </p:cNvPr>
            <p:cNvSpPr/>
            <p:nvPr/>
          </p:nvSpPr>
          <p:spPr>
            <a:xfrm>
              <a:off x="427081" y="263129"/>
              <a:ext cx="1371600" cy="13716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" name="Plaque 215">
              <a:extLst>
                <a:ext uri="{FF2B5EF4-FFF2-40B4-BE49-F238E27FC236}">
                  <a16:creationId xmlns:a16="http://schemas.microsoft.com/office/drawing/2014/main" id="{BA192189-34F7-322C-2F68-0F71A48F7FF1}"/>
                </a:ext>
              </a:extLst>
            </p:cNvPr>
            <p:cNvSpPr/>
            <p:nvPr/>
          </p:nvSpPr>
          <p:spPr>
            <a:xfrm>
              <a:off x="573033" y="478473"/>
              <a:ext cx="1097280" cy="1097280"/>
            </a:xfrm>
            <a:prstGeom prst="plaque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95686D8E-383C-D9ED-BAC0-42EED20288FD}"/>
              </a:ext>
            </a:extLst>
          </p:cNvPr>
          <p:cNvGrpSpPr/>
          <p:nvPr/>
        </p:nvGrpSpPr>
        <p:grpSpPr>
          <a:xfrm>
            <a:off x="6943369" y="3239284"/>
            <a:ext cx="1371600" cy="1371600"/>
            <a:chOff x="427081" y="263129"/>
            <a:chExt cx="1371600" cy="1371600"/>
          </a:xfrm>
        </p:grpSpPr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6ED7D03B-F455-FE56-E7C7-020A6BCF893B}"/>
                </a:ext>
              </a:extLst>
            </p:cNvPr>
            <p:cNvSpPr/>
            <p:nvPr/>
          </p:nvSpPr>
          <p:spPr>
            <a:xfrm>
              <a:off x="427081" y="263129"/>
              <a:ext cx="1371600" cy="13716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" name="Plaque 218">
              <a:extLst>
                <a:ext uri="{FF2B5EF4-FFF2-40B4-BE49-F238E27FC236}">
                  <a16:creationId xmlns:a16="http://schemas.microsoft.com/office/drawing/2014/main" id="{00C194FF-0169-F91C-E8E8-DFD5D4D95A60}"/>
                </a:ext>
              </a:extLst>
            </p:cNvPr>
            <p:cNvSpPr/>
            <p:nvPr/>
          </p:nvSpPr>
          <p:spPr>
            <a:xfrm>
              <a:off x="573033" y="478473"/>
              <a:ext cx="1097280" cy="1097280"/>
            </a:xfrm>
            <a:prstGeom prst="plaque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568F0D71-4E5D-1C31-4520-DF408D27054B}"/>
              </a:ext>
            </a:extLst>
          </p:cNvPr>
          <p:cNvGrpSpPr/>
          <p:nvPr/>
        </p:nvGrpSpPr>
        <p:grpSpPr>
          <a:xfrm>
            <a:off x="5460586" y="3226447"/>
            <a:ext cx="1371600" cy="1371600"/>
            <a:chOff x="427081" y="263129"/>
            <a:chExt cx="1371600" cy="1371600"/>
          </a:xfrm>
        </p:grpSpPr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E9292DD4-3ECA-D21A-C931-02ADAA433F4A}"/>
                </a:ext>
              </a:extLst>
            </p:cNvPr>
            <p:cNvSpPr/>
            <p:nvPr/>
          </p:nvSpPr>
          <p:spPr>
            <a:xfrm>
              <a:off x="427081" y="263129"/>
              <a:ext cx="1371600" cy="13716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" name="Plaque 221">
              <a:extLst>
                <a:ext uri="{FF2B5EF4-FFF2-40B4-BE49-F238E27FC236}">
                  <a16:creationId xmlns:a16="http://schemas.microsoft.com/office/drawing/2014/main" id="{766062E0-76E1-9898-0C30-77C098FDD9E0}"/>
                </a:ext>
              </a:extLst>
            </p:cNvPr>
            <p:cNvSpPr/>
            <p:nvPr/>
          </p:nvSpPr>
          <p:spPr>
            <a:xfrm>
              <a:off x="573033" y="478473"/>
              <a:ext cx="1097280" cy="1097280"/>
            </a:xfrm>
            <a:prstGeom prst="plaque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39F7A655-268B-A4BE-6755-6866181E13E0}"/>
              </a:ext>
            </a:extLst>
          </p:cNvPr>
          <p:cNvGrpSpPr/>
          <p:nvPr/>
        </p:nvGrpSpPr>
        <p:grpSpPr>
          <a:xfrm rot="19097516">
            <a:off x="5850584" y="3543333"/>
            <a:ext cx="577458" cy="886118"/>
            <a:chOff x="5275383" y="2444259"/>
            <a:chExt cx="2101363" cy="3224576"/>
          </a:xfrm>
        </p:grpSpPr>
        <p:sp>
          <p:nvSpPr>
            <p:cNvPr id="224" name="Isosceles Triangle 223">
              <a:extLst>
                <a:ext uri="{FF2B5EF4-FFF2-40B4-BE49-F238E27FC236}">
                  <a16:creationId xmlns:a16="http://schemas.microsoft.com/office/drawing/2014/main" id="{E03E3617-0EC4-838F-9982-637DE7DB5ACB}"/>
                </a:ext>
              </a:extLst>
            </p:cNvPr>
            <p:cNvSpPr/>
            <p:nvPr/>
          </p:nvSpPr>
          <p:spPr>
            <a:xfrm rot="10800000">
              <a:off x="5653455" y="3974123"/>
              <a:ext cx="1345223" cy="474785"/>
            </a:xfrm>
            <a:prstGeom prst="triangle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" name="Isosceles Triangle 224">
              <a:extLst>
                <a:ext uri="{FF2B5EF4-FFF2-40B4-BE49-F238E27FC236}">
                  <a16:creationId xmlns:a16="http://schemas.microsoft.com/office/drawing/2014/main" id="{53182409-4F6F-5AA0-31A2-BAD7672A42AA}"/>
                </a:ext>
              </a:extLst>
            </p:cNvPr>
            <p:cNvSpPr/>
            <p:nvPr/>
          </p:nvSpPr>
          <p:spPr>
            <a:xfrm>
              <a:off x="5675434" y="2699238"/>
              <a:ext cx="219808" cy="1274885"/>
            </a:xfrm>
            <a:prstGeom prst="triangl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Isosceles Triangle 225">
              <a:extLst>
                <a:ext uri="{FF2B5EF4-FFF2-40B4-BE49-F238E27FC236}">
                  <a16:creationId xmlns:a16="http://schemas.microsoft.com/office/drawing/2014/main" id="{1AD9A557-5385-8141-1EBC-070FE0DD70D9}"/>
                </a:ext>
              </a:extLst>
            </p:cNvPr>
            <p:cNvSpPr/>
            <p:nvPr/>
          </p:nvSpPr>
          <p:spPr>
            <a:xfrm>
              <a:off x="6778870" y="2699237"/>
              <a:ext cx="219808" cy="1274885"/>
            </a:xfrm>
            <a:prstGeom prst="triangl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7" name="Isosceles Triangle 226">
              <a:extLst>
                <a:ext uri="{FF2B5EF4-FFF2-40B4-BE49-F238E27FC236}">
                  <a16:creationId xmlns:a16="http://schemas.microsoft.com/office/drawing/2014/main" id="{E4312685-F54F-DAF7-4795-00D2F756BA15}"/>
                </a:ext>
              </a:extLst>
            </p:cNvPr>
            <p:cNvSpPr/>
            <p:nvPr/>
          </p:nvSpPr>
          <p:spPr>
            <a:xfrm>
              <a:off x="6216162" y="2444259"/>
              <a:ext cx="219808" cy="1529863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8" name="Moon 227">
              <a:extLst>
                <a:ext uri="{FF2B5EF4-FFF2-40B4-BE49-F238E27FC236}">
                  <a16:creationId xmlns:a16="http://schemas.microsoft.com/office/drawing/2014/main" id="{5C3720B2-CD3B-F33B-4466-4F393F81067E}"/>
                </a:ext>
              </a:extLst>
            </p:cNvPr>
            <p:cNvSpPr/>
            <p:nvPr/>
          </p:nvSpPr>
          <p:spPr>
            <a:xfrm rot="5400000">
              <a:off x="6060099" y="4769824"/>
              <a:ext cx="531929" cy="1266094"/>
            </a:xfrm>
            <a:prstGeom prst="moon">
              <a:avLst>
                <a:gd name="adj" fmla="val 38235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" name="Isosceles Triangle 228">
              <a:extLst>
                <a:ext uri="{FF2B5EF4-FFF2-40B4-BE49-F238E27FC236}">
                  <a16:creationId xmlns:a16="http://schemas.microsoft.com/office/drawing/2014/main" id="{5664061B-71E2-0B43-3677-D5396B908D1D}"/>
                </a:ext>
              </a:extLst>
            </p:cNvPr>
            <p:cNvSpPr/>
            <p:nvPr/>
          </p:nvSpPr>
          <p:spPr>
            <a:xfrm rot="10800000">
              <a:off x="6000749" y="4211516"/>
              <a:ext cx="650633" cy="1424349"/>
            </a:xfrm>
            <a:prstGeom prst="triangl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0" name="Moon 229">
              <a:extLst>
                <a:ext uri="{FF2B5EF4-FFF2-40B4-BE49-F238E27FC236}">
                  <a16:creationId xmlns:a16="http://schemas.microsoft.com/office/drawing/2014/main" id="{A29BC6D3-6478-3744-E979-2AA74E5D1894}"/>
                </a:ext>
              </a:extLst>
            </p:cNvPr>
            <p:cNvSpPr/>
            <p:nvPr/>
          </p:nvSpPr>
          <p:spPr>
            <a:xfrm rot="5400000">
              <a:off x="6027126" y="3697166"/>
              <a:ext cx="597877" cy="2101363"/>
            </a:xfrm>
            <a:prstGeom prst="moon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9184543B-6D50-1B12-EE1B-7D21F16B95B9}"/>
              </a:ext>
            </a:extLst>
          </p:cNvPr>
          <p:cNvGrpSpPr/>
          <p:nvPr/>
        </p:nvGrpSpPr>
        <p:grpSpPr>
          <a:xfrm rot="19005849">
            <a:off x="7160581" y="3789066"/>
            <a:ext cx="1093057" cy="584571"/>
            <a:chOff x="5276797" y="2347914"/>
            <a:chExt cx="3125698" cy="1671636"/>
          </a:xfrm>
        </p:grpSpPr>
        <p:grpSp>
          <p:nvGrpSpPr>
            <p:cNvPr id="232" name="Group 231">
              <a:extLst>
                <a:ext uri="{FF2B5EF4-FFF2-40B4-BE49-F238E27FC236}">
                  <a16:creationId xmlns:a16="http://schemas.microsoft.com/office/drawing/2014/main" id="{168680D1-F4E5-737A-B3B9-DA9905341BCE}"/>
                </a:ext>
              </a:extLst>
            </p:cNvPr>
            <p:cNvGrpSpPr/>
            <p:nvPr/>
          </p:nvGrpSpPr>
          <p:grpSpPr>
            <a:xfrm>
              <a:off x="5276797" y="2537857"/>
              <a:ext cx="3125698" cy="1481693"/>
              <a:chOff x="5791718" y="2234167"/>
              <a:chExt cx="2790776" cy="1322929"/>
            </a:xfrm>
          </p:grpSpPr>
          <p:sp>
            <p:nvSpPr>
              <p:cNvPr id="234" name="Moon 233">
                <a:extLst>
                  <a:ext uri="{FF2B5EF4-FFF2-40B4-BE49-F238E27FC236}">
                    <a16:creationId xmlns:a16="http://schemas.microsoft.com/office/drawing/2014/main" id="{C6269848-7015-B304-9906-B1EF9BC09ED6}"/>
                  </a:ext>
                </a:extLst>
              </p:cNvPr>
              <p:cNvSpPr/>
              <p:nvPr/>
            </p:nvSpPr>
            <p:spPr>
              <a:xfrm rot="16200000" flipV="1">
                <a:off x="6751867" y="1274018"/>
                <a:ext cx="870477" cy="2790776"/>
              </a:xfrm>
              <a:prstGeom prst="moon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5" name="Moon 234">
                <a:extLst>
                  <a:ext uri="{FF2B5EF4-FFF2-40B4-BE49-F238E27FC236}">
                    <a16:creationId xmlns:a16="http://schemas.microsoft.com/office/drawing/2014/main" id="{8B95B3A9-A65E-870A-DC7F-C2D5BF8876BC}"/>
                  </a:ext>
                </a:extLst>
              </p:cNvPr>
              <p:cNvSpPr/>
              <p:nvPr/>
            </p:nvSpPr>
            <p:spPr>
              <a:xfrm rot="16200000" flipV="1">
                <a:off x="6921280" y="2626996"/>
                <a:ext cx="531649" cy="1328550"/>
              </a:xfrm>
              <a:prstGeom prst="moon">
                <a:avLst>
                  <a:gd name="adj" fmla="val 58361"/>
                </a:avLst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6" name="Trapezoid 235">
                <a:extLst>
                  <a:ext uri="{FF2B5EF4-FFF2-40B4-BE49-F238E27FC236}">
                    <a16:creationId xmlns:a16="http://schemas.microsoft.com/office/drawing/2014/main" id="{D3022ED0-9576-FF99-B453-725722F60C7C}"/>
                  </a:ext>
                </a:extLst>
              </p:cNvPr>
              <p:cNvSpPr/>
              <p:nvPr/>
            </p:nvSpPr>
            <p:spPr>
              <a:xfrm rot="10800000">
                <a:off x="6813018" y="2514600"/>
                <a:ext cx="748172" cy="1042496"/>
              </a:xfrm>
              <a:prstGeom prst="trapezoid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7" name="Oval 236">
                <a:extLst>
                  <a:ext uri="{FF2B5EF4-FFF2-40B4-BE49-F238E27FC236}">
                    <a16:creationId xmlns:a16="http://schemas.microsoft.com/office/drawing/2014/main" id="{111A998C-5D03-8566-A53E-9E32EBF19B58}"/>
                  </a:ext>
                </a:extLst>
              </p:cNvPr>
              <p:cNvSpPr/>
              <p:nvPr/>
            </p:nvSpPr>
            <p:spPr>
              <a:xfrm>
                <a:off x="6455154" y="2644988"/>
                <a:ext cx="351316" cy="351316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8" name="Oval 237">
                <a:extLst>
                  <a:ext uri="{FF2B5EF4-FFF2-40B4-BE49-F238E27FC236}">
                    <a16:creationId xmlns:a16="http://schemas.microsoft.com/office/drawing/2014/main" id="{D50DD21B-218F-A884-9A59-C16BBC9AC1C2}"/>
                  </a:ext>
                </a:extLst>
              </p:cNvPr>
              <p:cNvSpPr/>
              <p:nvPr/>
            </p:nvSpPr>
            <p:spPr>
              <a:xfrm>
                <a:off x="7037449" y="2674398"/>
                <a:ext cx="292763" cy="292763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9" name="Oval 238">
                <a:extLst>
                  <a:ext uri="{FF2B5EF4-FFF2-40B4-BE49-F238E27FC236}">
                    <a16:creationId xmlns:a16="http://schemas.microsoft.com/office/drawing/2014/main" id="{C2F8FB8E-3BF1-C420-71DA-DB75F1C0BB6E}"/>
                  </a:ext>
                </a:extLst>
              </p:cNvPr>
              <p:cNvSpPr/>
              <p:nvPr/>
            </p:nvSpPr>
            <p:spPr>
              <a:xfrm>
                <a:off x="7066725" y="2986895"/>
                <a:ext cx="234210" cy="234211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0" name="Oval 239">
                <a:extLst>
                  <a:ext uri="{FF2B5EF4-FFF2-40B4-BE49-F238E27FC236}">
                    <a16:creationId xmlns:a16="http://schemas.microsoft.com/office/drawing/2014/main" id="{E06EF195-44D3-0504-C5B6-C78B3783AB07}"/>
                  </a:ext>
                </a:extLst>
              </p:cNvPr>
              <p:cNvSpPr/>
              <p:nvPr/>
            </p:nvSpPr>
            <p:spPr>
              <a:xfrm>
                <a:off x="7096001" y="3257681"/>
                <a:ext cx="175658" cy="17565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1" name="Oval 240">
                <a:extLst>
                  <a:ext uri="{FF2B5EF4-FFF2-40B4-BE49-F238E27FC236}">
                    <a16:creationId xmlns:a16="http://schemas.microsoft.com/office/drawing/2014/main" id="{8694ADEF-2566-D99E-5C3F-DD1C07011A3C}"/>
                  </a:ext>
                </a:extLst>
              </p:cNvPr>
              <p:cNvSpPr/>
              <p:nvPr/>
            </p:nvSpPr>
            <p:spPr>
              <a:xfrm>
                <a:off x="7583919" y="2649938"/>
                <a:ext cx="351316" cy="351316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2" name="Oval 241">
                <a:extLst>
                  <a:ext uri="{FF2B5EF4-FFF2-40B4-BE49-F238E27FC236}">
                    <a16:creationId xmlns:a16="http://schemas.microsoft.com/office/drawing/2014/main" id="{C097A8D6-522F-6080-5BFC-EB9FF69A66EC}"/>
                  </a:ext>
                </a:extLst>
              </p:cNvPr>
              <p:cNvSpPr/>
              <p:nvPr/>
            </p:nvSpPr>
            <p:spPr>
              <a:xfrm>
                <a:off x="6163678" y="2575651"/>
                <a:ext cx="292763" cy="292763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3" name="Oval 242">
                <a:extLst>
                  <a:ext uri="{FF2B5EF4-FFF2-40B4-BE49-F238E27FC236}">
                    <a16:creationId xmlns:a16="http://schemas.microsoft.com/office/drawing/2014/main" id="{AAC22230-26C7-62A6-99A8-7D56C3DDB048}"/>
                  </a:ext>
                </a:extLst>
              </p:cNvPr>
              <p:cNvSpPr/>
              <p:nvPr/>
            </p:nvSpPr>
            <p:spPr>
              <a:xfrm>
                <a:off x="7935235" y="2563649"/>
                <a:ext cx="292763" cy="292763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4" name="Oval 243">
                <a:extLst>
                  <a:ext uri="{FF2B5EF4-FFF2-40B4-BE49-F238E27FC236}">
                    <a16:creationId xmlns:a16="http://schemas.microsoft.com/office/drawing/2014/main" id="{62E31A46-7FA6-E591-37F3-8E199F5801E8}"/>
                  </a:ext>
                </a:extLst>
              </p:cNvPr>
              <p:cNvSpPr/>
              <p:nvPr/>
            </p:nvSpPr>
            <p:spPr>
              <a:xfrm>
                <a:off x="5993280" y="2489527"/>
                <a:ext cx="175658" cy="17565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5" name="Oval 244">
                <a:extLst>
                  <a:ext uri="{FF2B5EF4-FFF2-40B4-BE49-F238E27FC236}">
                    <a16:creationId xmlns:a16="http://schemas.microsoft.com/office/drawing/2014/main" id="{AD7324C7-6528-16C0-4248-9582116B0D57}"/>
                  </a:ext>
                </a:extLst>
              </p:cNvPr>
              <p:cNvSpPr/>
              <p:nvPr/>
            </p:nvSpPr>
            <p:spPr>
              <a:xfrm>
                <a:off x="8203057" y="2470977"/>
                <a:ext cx="175658" cy="17565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33" name="Moon 232">
              <a:extLst>
                <a:ext uri="{FF2B5EF4-FFF2-40B4-BE49-F238E27FC236}">
                  <a16:creationId xmlns:a16="http://schemas.microsoft.com/office/drawing/2014/main" id="{4F331029-01BA-3E8B-4C6A-9419D97A6662}"/>
                </a:ext>
              </a:extLst>
            </p:cNvPr>
            <p:cNvSpPr/>
            <p:nvPr/>
          </p:nvSpPr>
          <p:spPr>
            <a:xfrm rot="16200000">
              <a:off x="6578719" y="2215251"/>
              <a:ext cx="528871" cy="794198"/>
            </a:xfrm>
            <a:prstGeom prst="moon">
              <a:avLst>
                <a:gd name="adj" fmla="val 37993"/>
              </a:avLst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35348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51">
            <a:extLst>
              <a:ext uri="{FF2B5EF4-FFF2-40B4-BE49-F238E27FC236}">
                <a16:creationId xmlns:a16="http://schemas.microsoft.com/office/drawing/2014/main" id="{D933A3CF-6B78-A803-B848-269E55B096F9}"/>
              </a:ext>
            </a:extLst>
          </p:cNvPr>
          <p:cNvGrpSpPr/>
          <p:nvPr/>
        </p:nvGrpSpPr>
        <p:grpSpPr>
          <a:xfrm rot="19612112">
            <a:off x="8012950" y="3974742"/>
            <a:ext cx="1147676" cy="521834"/>
            <a:chOff x="3722644" y="3927567"/>
            <a:chExt cx="2346446" cy="1066900"/>
          </a:xfrm>
        </p:grpSpPr>
        <p:pic>
          <p:nvPicPr>
            <p:cNvPr id="155" name="Picture 8" descr="31 Great Fire Wings Tattoo ideas | wings tattoo, wings, tattoos">
              <a:extLst>
                <a:ext uri="{FF2B5EF4-FFF2-40B4-BE49-F238E27FC236}">
                  <a16:creationId xmlns:a16="http://schemas.microsoft.com/office/drawing/2014/main" id="{F102135B-722C-D9A8-7A5B-C1F76A7140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22644" y="3927567"/>
              <a:ext cx="2346446" cy="10669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2C192A3F-BE70-0352-F945-B0D0A3948B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57437" y="4197944"/>
              <a:ext cx="476859" cy="702740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EFDFC9C-2C95-8A34-51ED-B845628AE7B0}"/>
              </a:ext>
            </a:extLst>
          </p:cNvPr>
          <p:cNvGrpSpPr/>
          <p:nvPr/>
        </p:nvGrpSpPr>
        <p:grpSpPr>
          <a:xfrm>
            <a:off x="430339" y="3970469"/>
            <a:ext cx="925451" cy="792020"/>
            <a:chOff x="3880388" y="4062238"/>
            <a:chExt cx="925451" cy="792020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CF220C7D-E4C1-410F-3F5F-7D27DECFBF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80388" y="4062238"/>
              <a:ext cx="286308" cy="618198"/>
            </a:xfrm>
            <a:prstGeom prst="rect">
              <a:avLst/>
            </a:prstGeom>
          </p:spPr>
        </p:pic>
        <p:pic>
          <p:nvPicPr>
            <p:cNvPr id="154" name="Picture 2" descr="Hydra vector Clipart Vector PNG , SVG, EPS, PSD, AI">
              <a:extLst>
                <a:ext uri="{FF2B5EF4-FFF2-40B4-BE49-F238E27FC236}">
                  <a16:creationId xmlns:a16="http://schemas.microsoft.com/office/drawing/2014/main" id="{069D64E5-F6FA-A5DA-D9A4-087706770B3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212" t="21635" r="26923" b="31570"/>
            <a:stretch/>
          </p:blipFill>
          <p:spPr bwMode="auto">
            <a:xfrm>
              <a:off x="4186165" y="4144671"/>
              <a:ext cx="619674" cy="7095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32" name="Picture 8" descr="Beetle Silhouette&quot; Images – Browse 9 Stock Photos, Vectors, and Video |  Adobe Stock">
            <a:extLst>
              <a:ext uri="{FF2B5EF4-FFF2-40B4-BE49-F238E27FC236}">
                <a16:creationId xmlns:a16="http://schemas.microsoft.com/office/drawing/2014/main" id="{7E11DBBF-E115-B3A8-B714-1CC45749C7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5" t="25279" r="3187" b="21918"/>
          <a:stretch/>
        </p:blipFill>
        <p:spPr bwMode="auto">
          <a:xfrm flipH="1">
            <a:off x="9594835" y="1059141"/>
            <a:ext cx="966593" cy="547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3" name="Group 62">
            <a:extLst>
              <a:ext uri="{FF2B5EF4-FFF2-40B4-BE49-F238E27FC236}">
                <a16:creationId xmlns:a16="http://schemas.microsoft.com/office/drawing/2014/main" id="{A8F5BCCA-1321-17B2-8D48-E5ADA812E19F}"/>
              </a:ext>
            </a:extLst>
          </p:cNvPr>
          <p:cNvGrpSpPr/>
          <p:nvPr/>
        </p:nvGrpSpPr>
        <p:grpSpPr>
          <a:xfrm>
            <a:off x="6632482" y="814349"/>
            <a:ext cx="746410" cy="865944"/>
            <a:chOff x="5532169" y="2563056"/>
            <a:chExt cx="746410" cy="865944"/>
          </a:xfrm>
        </p:grpSpPr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6D893962-239E-894F-4760-5B911B5DC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30784" y="2697473"/>
              <a:ext cx="447795" cy="731527"/>
            </a:xfrm>
            <a:prstGeom prst="rect">
              <a:avLst/>
            </a:prstGeom>
          </p:spPr>
        </p:pic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9EEEC0E0-3D61-A22E-D4C5-AEB777DF482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532169" y="2563056"/>
              <a:ext cx="277209" cy="415814"/>
            </a:xfrm>
            <a:prstGeom prst="rect">
              <a:avLst/>
            </a:prstGeom>
          </p:spPr>
        </p:pic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4055C052-6031-AF7B-FAB5-77365C0D352B}"/>
              </a:ext>
            </a:extLst>
          </p:cNvPr>
          <p:cNvGrpSpPr/>
          <p:nvPr/>
        </p:nvGrpSpPr>
        <p:grpSpPr>
          <a:xfrm>
            <a:off x="5074748" y="804586"/>
            <a:ext cx="815556" cy="897213"/>
            <a:chOff x="3387960" y="2733126"/>
            <a:chExt cx="1981651" cy="2180061"/>
          </a:xfrm>
        </p:grpSpPr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83E25006-2554-056F-D304-41AC0C47069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387960" y="3287236"/>
              <a:ext cx="1507907" cy="1625951"/>
            </a:xfrm>
            <a:prstGeom prst="rect">
              <a:avLst/>
            </a:prstGeom>
          </p:spPr>
        </p:pic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6B874961-EEBA-58BD-A038-5A7794DCD4C4}"/>
                </a:ext>
              </a:extLst>
            </p:cNvPr>
            <p:cNvSpPr/>
            <p:nvPr/>
          </p:nvSpPr>
          <p:spPr>
            <a:xfrm>
              <a:off x="4836194" y="2733126"/>
              <a:ext cx="342900" cy="3429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A67FB4D4-6D4F-1934-C84D-AF37AFD52781}"/>
                </a:ext>
              </a:extLst>
            </p:cNvPr>
            <p:cNvSpPr/>
            <p:nvPr/>
          </p:nvSpPr>
          <p:spPr>
            <a:xfrm>
              <a:off x="4645677" y="3057366"/>
              <a:ext cx="342900" cy="3429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70DC49B5-30B1-CBD7-66FA-33E959D57698}"/>
                </a:ext>
              </a:extLst>
            </p:cNvPr>
            <p:cNvSpPr/>
            <p:nvPr/>
          </p:nvSpPr>
          <p:spPr>
            <a:xfrm>
              <a:off x="5026711" y="3066696"/>
              <a:ext cx="342900" cy="3429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83CF1D5-9B6E-59A8-3970-F2618E7433B2}"/>
              </a:ext>
            </a:extLst>
          </p:cNvPr>
          <p:cNvSpPr txBox="1"/>
          <p:nvPr/>
        </p:nvSpPr>
        <p:spPr>
          <a:xfrm>
            <a:off x="188462" y="114301"/>
            <a:ext cx="1142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Mutaterra</a:t>
            </a:r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19B0BF4-19E8-C879-4D6D-A416F5751D15}"/>
              </a:ext>
            </a:extLst>
          </p:cNvPr>
          <p:cNvGrpSpPr/>
          <p:nvPr/>
        </p:nvGrpSpPr>
        <p:grpSpPr>
          <a:xfrm>
            <a:off x="213377" y="483633"/>
            <a:ext cx="1371600" cy="1371600"/>
            <a:chOff x="213377" y="483633"/>
            <a:chExt cx="1371600" cy="13716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2BE1DAE-2A68-120A-49AB-87612D1C00D1}"/>
                </a:ext>
              </a:extLst>
            </p:cNvPr>
            <p:cNvSpPr/>
            <p:nvPr/>
          </p:nvSpPr>
          <p:spPr>
            <a:xfrm>
              <a:off x="213377" y="483633"/>
              <a:ext cx="1371600" cy="13716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Hexagon 7">
              <a:extLst>
                <a:ext uri="{FF2B5EF4-FFF2-40B4-BE49-F238E27FC236}">
                  <a16:creationId xmlns:a16="http://schemas.microsoft.com/office/drawing/2014/main" id="{DC0EB717-9046-65D9-CEA9-DB3069A0EFEE}"/>
                </a:ext>
              </a:extLst>
            </p:cNvPr>
            <p:cNvSpPr/>
            <p:nvPr/>
          </p:nvSpPr>
          <p:spPr>
            <a:xfrm>
              <a:off x="304817" y="699533"/>
              <a:ext cx="1188720" cy="1097280"/>
            </a:xfrm>
            <a:prstGeom prst="hexagon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2596BC6-BB1C-3C2C-91B2-9292B8E22E13}"/>
              </a:ext>
            </a:extLst>
          </p:cNvPr>
          <p:cNvGrpSpPr/>
          <p:nvPr/>
        </p:nvGrpSpPr>
        <p:grpSpPr>
          <a:xfrm>
            <a:off x="1743727" y="483633"/>
            <a:ext cx="1371600" cy="1371600"/>
            <a:chOff x="213377" y="483633"/>
            <a:chExt cx="1371600" cy="13716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7311E1B-1EBF-F137-4B07-6EF0E3D0CDD3}"/>
                </a:ext>
              </a:extLst>
            </p:cNvPr>
            <p:cNvSpPr/>
            <p:nvPr/>
          </p:nvSpPr>
          <p:spPr>
            <a:xfrm>
              <a:off x="213377" y="483633"/>
              <a:ext cx="1371600" cy="13716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Hexagon 11">
              <a:extLst>
                <a:ext uri="{FF2B5EF4-FFF2-40B4-BE49-F238E27FC236}">
                  <a16:creationId xmlns:a16="http://schemas.microsoft.com/office/drawing/2014/main" id="{CA49C3D3-9A14-61F1-4CC4-96315282D076}"/>
                </a:ext>
              </a:extLst>
            </p:cNvPr>
            <p:cNvSpPr/>
            <p:nvPr/>
          </p:nvSpPr>
          <p:spPr>
            <a:xfrm>
              <a:off x="304817" y="699533"/>
              <a:ext cx="1188720" cy="1097280"/>
            </a:xfrm>
            <a:prstGeom prst="hexagon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F9B4B5-3A46-CA8B-FF04-4158FE223532}"/>
              </a:ext>
            </a:extLst>
          </p:cNvPr>
          <p:cNvGrpSpPr/>
          <p:nvPr/>
        </p:nvGrpSpPr>
        <p:grpSpPr>
          <a:xfrm>
            <a:off x="3274077" y="483633"/>
            <a:ext cx="1371600" cy="1371600"/>
            <a:chOff x="213377" y="483633"/>
            <a:chExt cx="1371600" cy="13716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4098545-29A7-1D98-A1B0-F1B6FD0C6904}"/>
                </a:ext>
              </a:extLst>
            </p:cNvPr>
            <p:cNvSpPr/>
            <p:nvPr/>
          </p:nvSpPr>
          <p:spPr>
            <a:xfrm>
              <a:off x="213377" y="483633"/>
              <a:ext cx="1371600" cy="13716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Hexagon 14">
              <a:extLst>
                <a:ext uri="{FF2B5EF4-FFF2-40B4-BE49-F238E27FC236}">
                  <a16:creationId xmlns:a16="http://schemas.microsoft.com/office/drawing/2014/main" id="{8929EF91-32AB-B15F-AADA-D16710F49F1B}"/>
                </a:ext>
              </a:extLst>
            </p:cNvPr>
            <p:cNvSpPr/>
            <p:nvPr/>
          </p:nvSpPr>
          <p:spPr>
            <a:xfrm>
              <a:off x="304817" y="699533"/>
              <a:ext cx="1188720" cy="1097280"/>
            </a:xfrm>
            <a:prstGeom prst="hexagon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532885F-6F12-8135-4578-95EBA79C07C4}"/>
              </a:ext>
            </a:extLst>
          </p:cNvPr>
          <p:cNvGrpSpPr/>
          <p:nvPr/>
        </p:nvGrpSpPr>
        <p:grpSpPr>
          <a:xfrm>
            <a:off x="4804427" y="483633"/>
            <a:ext cx="1371600" cy="1371600"/>
            <a:chOff x="213377" y="483633"/>
            <a:chExt cx="1371600" cy="137160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D8A759F-3329-564A-1529-5C6458F3A20D}"/>
                </a:ext>
              </a:extLst>
            </p:cNvPr>
            <p:cNvSpPr/>
            <p:nvPr/>
          </p:nvSpPr>
          <p:spPr>
            <a:xfrm>
              <a:off x="213377" y="483633"/>
              <a:ext cx="1371600" cy="13716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Hexagon 17">
              <a:extLst>
                <a:ext uri="{FF2B5EF4-FFF2-40B4-BE49-F238E27FC236}">
                  <a16:creationId xmlns:a16="http://schemas.microsoft.com/office/drawing/2014/main" id="{B55E2159-7EE7-1155-4C5D-13DA2B3679FA}"/>
                </a:ext>
              </a:extLst>
            </p:cNvPr>
            <p:cNvSpPr/>
            <p:nvPr/>
          </p:nvSpPr>
          <p:spPr>
            <a:xfrm>
              <a:off x="304817" y="699533"/>
              <a:ext cx="1188720" cy="1097280"/>
            </a:xfrm>
            <a:prstGeom prst="hexagon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A7E3F6C-1164-6DFD-FED0-B249B3D9FA2A}"/>
              </a:ext>
            </a:extLst>
          </p:cNvPr>
          <p:cNvGrpSpPr/>
          <p:nvPr/>
        </p:nvGrpSpPr>
        <p:grpSpPr>
          <a:xfrm>
            <a:off x="6334777" y="483633"/>
            <a:ext cx="1371600" cy="1371600"/>
            <a:chOff x="213377" y="483633"/>
            <a:chExt cx="1371600" cy="13716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2A14417-5DBD-176E-63C9-EEEA4B00B922}"/>
                </a:ext>
              </a:extLst>
            </p:cNvPr>
            <p:cNvSpPr/>
            <p:nvPr/>
          </p:nvSpPr>
          <p:spPr>
            <a:xfrm>
              <a:off x="213377" y="483633"/>
              <a:ext cx="1371600" cy="13716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Hexagon 20">
              <a:extLst>
                <a:ext uri="{FF2B5EF4-FFF2-40B4-BE49-F238E27FC236}">
                  <a16:creationId xmlns:a16="http://schemas.microsoft.com/office/drawing/2014/main" id="{B9288784-049B-2390-0241-5B6A0080F33F}"/>
                </a:ext>
              </a:extLst>
            </p:cNvPr>
            <p:cNvSpPr/>
            <p:nvPr/>
          </p:nvSpPr>
          <p:spPr>
            <a:xfrm>
              <a:off x="304817" y="699533"/>
              <a:ext cx="1188720" cy="1097280"/>
            </a:xfrm>
            <a:prstGeom prst="hexagon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F6E6F18-611A-8FF4-F8E2-D018A9EE5E71}"/>
              </a:ext>
            </a:extLst>
          </p:cNvPr>
          <p:cNvGrpSpPr/>
          <p:nvPr/>
        </p:nvGrpSpPr>
        <p:grpSpPr>
          <a:xfrm>
            <a:off x="7865127" y="483633"/>
            <a:ext cx="1371600" cy="1371600"/>
            <a:chOff x="213377" y="483633"/>
            <a:chExt cx="1371600" cy="13716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FD26E32-5C78-0F39-81DF-639669EDE935}"/>
                </a:ext>
              </a:extLst>
            </p:cNvPr>
            <p:cNvSpPr/>
            <p:nvPr/>
          </p:nvSpPr>
          <p:spPr>
            <a:xfrm>
              <a:off x="213377" y="483633"/>
              <a:ext cx="1371600" cy="13716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Hexagon 23">
              <a:extLst>
                <a:ext uri="{FF2B5EF4-FFF2-40B4-BE49-F238E27FC236}">
                  <a16:creationId xmlns:a16="http://schemas.microsoft.com/office/drawing/2014/main" id="{60A7C5B4-D3E2-CD9B-882D-65CEEBB146E4}"/>
                </a:ext>
              </a:extLst>
            </p:cNvPr>
            <p:cNvSpPr/>
            <p:nvPr/>
          </p:nvSpPr>
          <p:spPr>
            <a:xfrm>
              <a:off x="304817" y="699533"/>
              <a:ext cx="1188720" cy="1097280"/>
            </a:xfrm>
            <a:prstGeom prst="hexagon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F3B74B4-4720-FB4D-FA80-052B0C6589C6}"/>
              </a:ext>
            </a:extLst>
          </p:cNvPr>
          <p:cNvGrpSpPr/>
          <p:nvPr/>
        </p:nvGrpSpPr>
        <p:grpSpPr>
          <a:xfrm>
            <a:off x="391173" y="1003985"/>
            <a:ext cx="932183" cy="488375"/>
            <a:chOff x="3486187" y="2794899"/>
            <a:chExt cx="2243797" cy="940162"/>
          </a:xfrm>
        </p:grpSpPr>
        <p:sp>
          <p:nvSpPr>
            <p:cNvPr id="25" name="Isosceles Triangle 24">
              <a:extLst>
                <a:ext uri="{FF2B5EF4-FFF2-40B4-BE49-F238E27FC236}">
                  <a16:creationId xmlns:a16="http://schemas.microsoft.com/office/drawing/2014/main" id="{9D8DF379-0F34-6DC6-0445-C52427CEA471}"/>
                </a:ext>
              </a:extLst>
            </p:cNvPr>
            <p:cNvSpPr/>
            <p:nvPr/>
          </p:nvSpPr>
          <p:spPr>
            <a:xfrm rot="15424345">
              <a:off x="4343425" y="3060700"/>
              <a:ext cx="421623" cy="927100"/>
            </a:xfrm>
            <a:prstGeom prst="triangl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9EB09C2-0004-EF0A-311D-10C0954AC48B}"/>
                </a:ext>
              </a:extLst>
            </p:cNvPr>
            <p:cNvSpPr/>
            <p:nvPr/>
          </p:nvSpPr>
          <p:spPr>
            <a:xfrm rot="19070274">
              <a:off x="4403822" y="2794899"/>
              <a:ext cx="110327" cy="685800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52C181C-39A6-074A-7CEE-B04D50179457}"/>
                </a:ext>
              </a:extLst>
            </p:cNvPr>
            <p:cNvSpPr/>
            <p:nvPr/>
          </p:nvSpPr>
          <p:spPr>
            <a:xfrm rot="3561525">
              <a:off x="5159615" y="2991775"/>
              <a:ext cx="110327" cy="685800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Moon 27">
              <a:extLst>
                <a:ext uri="{FF2B5EF4-FFF2-40B4-BE49-F238E27FC236}">
                  <a16:creationId xmlns:a16="http://schemas.microsoft.com/office/drawing/2014/main" id="{62E2704E-7612-34D2-C026-FF2E34319A9C}"/>
                </a:ext>
              </a:extLst>
            </p:cNvPr>
            <p:cNvSpPr/>
            <p:nvPr/>
          </p:nvSpPr>
          <p:spPr>
            <a:xfrm rot="19499624" flipH="1">
              <a:off x="5426491" y="2997261"/>
              <a:ext cx="303493" cy="618348"/>
            </a:xfrm>
            <a:prstGeom prst="moon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Moon 28">
              <a:extLst>
                <a:ext uri="{FF2B5EF4-FFF2-40B4-BE49-F238E27FC236}">
                  <a16:creationId xmlns:a16="http://schemas.microsoft.com/office/drawing/2014/main" id="{045DD0C2-A0DE-22F4-2B5B-BAB8B21E7AC7}"/>
                </a:ext>
              </a:extLst>
            </p:cNvPr>
            <p:cNvSpPr/>
            <p:nvPr/>
          </p:nvSpPr>
          <p:spPr>
            <a:xfrm rot="14859337" flipH="1">
              <a:off x="3798186" y="2609338"/>
              <a:ext cx="303493" cy="927492"/>
            </a:xfrm>
            <a:prstGeom prst="moon">
              <a:avLst>
                <a:gd name="adj" fmla="val 30886"/>
              </a:avLst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8A6794A-C8F0-4518-6746-135B2D74E0BD}"/>
              </a:ext>
            </a:extLst>
          </p:cNvPr>
          <p:cNvGrpSpPr/>
          <p:nvPr/>
        </p:nvGrpSpPr>
        <p:grpSpPr>
          <a:xfrm>
            <a:off x="2024352" y="1186456"/>
            <a:ext cx="745097" cy="390360"/>
            <a:chOff x="3486187" y="2794899"/>
            <a:chExt cx="2243797" cy="940162"/>
          </a:xfrm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A02500EA-71B5-6B42-AEFA-9B5032B88D53}"/>
                </a:ext>
              </a:extLst>
            </p:cNvPr>
            <p:cNvSpPr/>
            <p:nvPr/>
          </p:nvSpPr>
          <p:spPr>
            <a:xfrm rot="15424345">
              <a:off x="4343425" y="3060700"/>
              <a:ext cx="421623" cy="927100"/>
            </a:xfrm>
            <a:prstGeom prst="triangl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C37D9B8-148B-F659-3B90-FCF4C909AB87}"/>
                </a:ext>
              </a:extLst>
            </p:cNvPr>
            <p:cNvSpPr/>
            <p:nvPr/>
          </p:nvSpPr>
          <p:spPr>
            <a:xfrm rot="19070274">
              <a:off x="4403822" y="2794899"/>
              <a:ext cx="110327" cy="685800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545B01B-A436-1165-9353-A6D1CD74E98D}"/>
                </a:ext>
              </a:extLst>
            </p:cNvPr>
            <p:cNvSpPr/>
            <p:nvPr/>
          </p:nvSpPr>
          <p:spPr>
            <a:xfrm rot="3561525">
              <a:off x="5159615" y="2991775"/>
              <a:ext cx="110327" cy="685800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Moon 34">
              <a:extLst>
                <a:ext uri="{FF2B5EF4-FFF2-40B4-BE49-F238E27FC236}">
                  <a16:creationId xmlns:a16="http://schemas.microsoft.com/office/drawing/2014/main" id="{2D457D10-3DB9-410B-DA44-A61A4FC053A6}"/>
                </a:ext>
              </a:extLst>
            </p:cNvPr>
            <p:cNvSpPr/>
            <p:nvPr/>
          </p:nvSpPr>
          <p:spPr>
            <a:xfrm rot="19499624" flipH="1">
              <a:off x="5426491" y="2997261"/>
              <a:ext cx="303493" cy="618348"/>
            </a:xfrm>
            <a:prstGeom prst="moon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Moon 35">
              <a:extLst>
                <a:ext uri="{FF2B5EF4-FFF2-40B4-BE49-F238E27FC236}">
                  <a16:creationId xmlns:a16="http://schemas.microsoft.com/office/drawing/2014/main" id="{72220385-95F3-7FC9-C196-D29815DE8A60}"/>
                </a:ext>
              </a:extLst>
            </p:cNvPr>
            <p:cNvSpPr/>
            <p:nvPr/>
          </p:nvSpPr>
          <p:spPr>
            <a:xfrm rot="14859337" flipH="1">
              <a:off x="3798186" y="2609338"/>
              <a:ext cx="303493" cy="927492"/>
            </a:xfrm>
            <a:prstGeom prst="moon">
              <a:avLst>
                <a:gd name="adj" fmla="val 30886"/>
              </a:avLst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Oval 36">
            <a:extLst>
              <a:ext uri="{FF2B5EF4-FFF2-40B4-BE49-F238E27FC236}">
                <a16:creationId xmlns:a16="http://schemas.microsoft.com/office/drawing/2014/main" id="{69A283FC-5D73-8568-4F11-D2DC8052E9AD}"/>
              </a:ext>
            </a:extLst>
          </p:cNvPr>
          <p:cNvSpPr/>
          <p:nvPr/>
        </p:nvSpPr>
        <p:spPr>
          <a:xfrm>
            <a:off x="2482373" y="775315"/>
            <a:ext cx="274320" cy="274320"/>
          </a:xfrm>
          <a:prstGeom prst="ellipse">
            <a:avLst/>
          </a:prstGeom>
          <a:noFill/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D89DC9B5-DCE9-A974-1734-4CC3DEA29F84}"/>
              </a:ext>
            </a:extLst>
          </p:cNvPr>
          <p:cNvGrpSpPr/>
          <p:nvPr/>
        </p:nvGrpSpPr>
        <p:grpSpPr>
          <a:xfrm>
            <a:off x="9395477" y="483633"/>
            <a:ext cx="1371600" cy="1371600"/>
            <a:chOff x="213377" y="483633"/>
            <a:chExt cx="1371600" cy="1371600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01F4E082-7B12-0743-A9A3-59ABDF0F9213}"/>
                </a:ext>
              </a:extLst>
            </p:cNvPr>
            <p:cNvSpPr/>
            <p:nvPr/>
          </p:nvSpPr>
          <p:spPr>
            <a:xfrm>
              <a:off x="213377" y="483633"/>
              <a:ext cx="1371600" cy="13716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>
              <a:extLst>
                <a:ext uri="{FF2B5EF4-FFF2-40B4-BE49-F238E27FC236}">
                  <a16:creationId xmlns:a16="http://schemas.microsoft.com/office/drawing/2014/main" id="{4F1F5C53-78A3-14AC-675D-12B0EBAA5639}"/>
                </a:ext>
              </a:extLst>
            </p:cNvPr>
            <p:cNvSpPr/>
            <p:nvPr/>
          </p:nvSpPr>
          <p:spPr>
            <a:xfrm>
              <a:off x="304817" y="699533"/>
              <a:ext cx="1188720" cy="1097280"/>
            </a:xfrm>
            <a:prstGeom prst="hexagon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3E91B4FB-A15F-4D9E-73C8-1D93521A20F1}"/>
              </a:ext>
            </a:extLst>
          </p:cNvPr>
          <p:cNvGrpSpPr/>
          <p:nvPr/>
        </p:nvGrpSpPr>
        <p:grpSpPr>
          <a:xfrm>
            <a:off x="8314675" y="760535"/>
            <a:ext cx="472503" cy="1008518"/>
            <a:chOff x="5490227" y="2483982"/>
            <a:chExt cx="987188" cy="2107068"/>
          </a:xfrm>
        </p:grpSpPr>
        <p:pic>
          <p:nvPicPr>
            <p:cNvPr id="72" name="Picture 10" descr="✓ flamethrower free vector eps, cdr, ai, svg vector illustration graphic art">
              <a:extLst>
                <a:ext uri="{FF2B5EF4-FFF2-40B4-BE49-F238E27FC236}">
                  <a16:creationId xmlns:a16="http://schemas.microsoft.com/office/drawing/2014/main" id="{1CB0CDD0-26B0-5B34-4DA2-E1F7C5AD8D2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258" b="25887"/>
            <a:stretch/>
          </p:blipFill>
          <p:spPr bwMode="auto">
            <a:xfrm rot="16200000">
              <a:off x="5260391" y="2815957"/>
              <a:ext cx="1358372" cy="6944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id="{A3901D76-CAB3-6866-C37C-16077D58B3E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b="41100"/>
            <a:stretch/>
          </p:blipFill>
          <p:spPr>
            <a:xfrm>
              <a:off x="5490227" y="3641166"/>
              <a:ext cx="987188" cy="949884"/>
            </a:xfrm>
            <a:prstGeom prst="rect">
              <a:avLst/>
            </a:prstGeom>
          </p:spPr>
        </p:pic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DADA5C28-21A4-9381-5B42-40F3AE703601}"/>
              </a:ext>
            </a:extLst>
          </p:cNvPr>
          <p:cNvGrpSpPr/>
          <p:nvPr/>
        </p:nvGrpSpPr>
        <p:grpSpPr>
          <a:xfrm>
            <a:off x="3682455" y="775315"/>
            <a:ext cx="554843" cy="953576"/>
            <a:chOff x="2557150" y="2405574"/>
            <a:chExt cx="836387" cy="1437449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BDABB5A0-5AF1-656E-7819-5ECC4D5CFEA2}"/>
                </a:ext>
              </a:extLst>
            </p:cNvPr>
            <p:cNvSpPr/>
            <p:nvPr/>
          </p:nvSpPr>
          <p:spPr>
            <a:xfrm>
              <a:off x="2753136" y="3211659"/>
              <a:ext cx="509948" cy="418886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2CFFEFEC-F9DC-FC6D-6FCC-B897A805C302}"/>
                </a:ext>
              </a:extLst>
            </p:cNvPr>
            <p:cNvSpPr/>
            <p:nvPr/>
          </p:nvSpPr>
          <p:spPr>
            <a:xfrm rot="20359977">
              <a:off x="2599198" y="3386703"/>
              <a:ext cx="270343" cy="287566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3E5F8C9-9D93-DEB5-1C7E-3A56E0CC65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41785" y="3530486"/>
              <a:ext cx="69805" cy="312537"/>
            </a:xfrm>
            <a:prstGeom prst="lin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D943A9DB-F17A-520D-B51A-5EFD3A9550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40024" y="3484845"/>
              <a:ext cx="20625" cy="358178"/>
            </a:xfrm>
            <a:prstGeom prst="lin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D98DA933-22A4-A7D9-B1AA-5C9329296AD2}"/>
                </a:ext>
              </a:extLst>
            </p:cNvPr>
            <p:cNvCxnSpPr>
              <a:cxnSpLocks/>
            </p:cNvCxnSpPr>
            <p:nvPr/>
          </p:nvCxnSpPr>
          <p:spPr>
            <a:xfrm>
              <a:off x="3165496" y="3512950"/>
              <a:ext cx="46580" cy="301968"/>
            </a:xfrm>
            <a:prstGeom prst="lin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77B0840E-A960-D140-FA3D-9888F6DCB47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557150" y="2405574"/>
              <a:ext cx="836387" cy="765806"/>
            </a:xfrm>
            <a:prstGeom prst="rect">
              <a:avLst/>
            </a:prstGeom>
          </p:spPr>
        </p:pic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AA3B4486-ADEA-E3BC-5DE4-EB84D7F25EFB}"/>
              </a:ext>
            </a:extLst>
          </p:cNvPr>
          <p:cNvGrpSpPr/>
          <p:nvPr/>
        </p:nvGrpSpPr>
        <p:grpSpPr>
          <a:xfrm>
            <a:off x="376374" y="2335682"/>
            <a:ext cx="934493" cy="875077"/>
            <a:chOff x="4722300" y="1944558"/>
            <a:chExt cx="934493" cy="875077"/>
          </a:xfrm>
        </p:grpSpPr>
        <p:pic>
          <p:nvPicPr>
            <p:cNvPr id="81" name="Picture 2" descr="Hydra vector Clipart Vector PNG , SVG, EPS, PSD, AI">
              <a:extLst>
                <a:ext uri="{FF2B5EF4-FFF2-40B4-BE49-F238E27FC236}">
                  <a16:creationId xmlns:a16="http://schemas.microsoft.com/office/drawing/2014/main" id="{50D29484-F547-063E-C4B9-167F6AD8A0B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212" t="21635" r="26923" b="31570"/>
            <a:stretch/>
          </p:blipFill>
          <p:spPr bwMode="auto">
            <a:xfrm>
              <a:off x="5037119" y="2110048"/>
              <a:ext cx="619674" cy="7095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ABF7A7D7-DF24-A861-5F55-8238CEE07B49}"/>
                </a:ext>
              </a:extLst>
            </p:cNvPr>
            <p:cNvGrpSpPr/>
            <p:nvPr/>
          </p:nvGrpSpPr>
          <p:grpSpPr>
            <a:xfrm rot="1941197">
              <a:off x="4722300" y="1944558"/>
              <a:ext cx="531164" cy="503494"/>
              <a:chOff x="6409710" y="756261"/>
              <a:chExt cx="2695643" cy="2555218"/>
            </a:xfrm>
          </p:grpSpPr>
          <p:pic>
            <p:nvPicPr>
              <p:cNvPr id="83" name="Picture 2" descr="Lance Icon #332107 - Free Icons Library">
                <a:extLst>
                  <a:ext uri="{FF2B5EF4-FFF2-40B4-BE49-F238E27FC236}">
                    <a16:creationId xmlns:a16="http://schemas.microsoft.com/office/drawing/2014/main" id="{D2FB5C2E-10CA-8282-052D-1FFAD1C9EA6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8882740">
                <a:off x="6774550" y="756261"/>
                <a:ext cx="1899003" cy="189900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4" name="Picture 2" descr="Lance Icon #332107 - Free Icons Library">
                <a:extLst>
                  <a:ext uri="{FF2B5EF4-FFF2-40B4-BE49-F238E27FC236}">
                    <a16:creationId xmlns:a16="http://schemas.microsoft.com/office/drawing/2014/main" id="{24E119AB-AE0E-E227-01AB-9B8E1F56F9B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8882740">
                <a:off x="7206350" y="1027415"/>
                <a:ext cx="1899003" cy="189900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5" name="Picture 2" descr="Lance Icon #332107 - Free Icons Library">
                <a:extLst>
                  <a:ext uri="{FF2B5EF4-FFF2-40B4-BE49-F238E27FC236}">
                    <a16:creationId xmlns:a16="http://schemas.microsoft.com/office/drawing/2014/main" id="{1E24ECBA-9834-C397-CF12-3A5C788E8EB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8882740">
                <a:off x="6409710" y="1412476"/>
                <a:ext cx="1899003" cy="189900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947DD18D-2EFC-CC2B-EA4B-9116EC096B0E}"/>
              </a:ext>
            </a:extLst>
          </p:cNvPr>
          <p:cNvGrpSpPr/>
          <p:nvPr/>
        </p:nvGrpSpPr>
        <p:grpSpPr>
          <a:xfrm>
            <a:off x="191761" y="1992864"/>
            <a:ext cx="1371600" cy="1371600"/>
            <a:chOff x="213377" y="483633"/>
            <a:chExt cx="1371600" cy="1371600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E397341A-5D88-BB72-6B24-0F0C2589CCA0}"/>
                </a:ext>
              </a:extLst>
            </p:cNvPr>
            <p:cNvSpPr/>
            <p:nvPr/>
          </p:nvSpPr>
          <p:spPr>
            <a:xfrm>
              <a:off x="213377" y="483633"/>
              <a:ext cx="1371600" cy="13716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Hexagon 87">
              <a:extLst>
                <a:ext uri="{FF2B5EF4-FFF2-40B4-BE49-F238E27FC236}">
                  <a16:creationId xmlns:a16="http://schemas.microsoft.com/office/drawing/2014/main" id="{33919CD6-C75E-69D7-6572-A892E563477E}"/>
                </a:ext>
              </a:extLst>
            </p:cNvPr>
            <p:cNvSpPr/>
            <p:nvPr/>
          </p:nvSpPr>
          <p:spPr>
            <a:xfrm>
              <a:off x="304817" y="699533"/>
              <a:ext cx="1188720" cy="1097280"/>
            </a:xfrm>
            <a:prstGeom prst="hexagon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06CF1EAE-C868-8E9F-764F-5DE114A460EC}"/>
              </a:ext>
            </a:extLst>
          </p:cNvPr>
          <p:cNvGrpSpPr/>
          <p:nvPr/>
        </p:nvGrpSpPr>
        <p:grpSpPr>
          <a:xfrm>
            <a:off x="1760211" y="1992864"/>
            <a:ext cx="1371600" cy="1371600"/>
            <a:chOff x="213377" y="483633"/>
            <a:chExt cx="1371600" cy="1371600"/>
          </a:xfrm>
        </p:grpSpPr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80C943E6-D0AE-C99E-289A-31E9B46F6A72}"/>
                </a:ext>
              </a:extLst>
            </p:cNvPr>
            <p:cNvSpPr/>
            <p:nvPr/>
          </p:nvSpPr>
          <p:spPr>
            <a:xfrm>
              <a:off x="213377" y="483633"/>
              <a:ext cx="1371600" cy="13716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Hexagon 90">
              <a:extLst>
                <a:ext uri="{FF2B5EF4-FFF2-40B4-BE49-F238E27FC236}">
                  <a16:creationId xmlns:a16="http://schemas.microsoft.com/office/drawing/2014/main" id="{A2C23FCF-AF71-59D9-F6E6-65D8F507C248}"/>
                </a:ext>
              </a:extLst>
            </p:cNvPr>
            <p:cNvSpPr/>
            <p:nvPr/>
          </p:nvSpPr>
          <p:spPr>
            <a:xfrm>
              <a:off x="304817" y="699533"/>
              <a:ext cx="1188720" cy="1097280"/>
            </a:xfrm>
            <a:prstGeom prst="hexagon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08171E85-1461-9A3E-E6CB-A8CDC6B1604B}"/>
              </a:ext>
            </a:extLst>
          </p:cNvPr>
          <p:cNvGrpSpPr/>
          <p:nvPr/>
        </p:nvGrpSpPr>
        <p:grpSpPr>
          <a:xfrm>
            <a:off x="188770" y="3606797"/>
            <a:ext cx="1371600" cy="1371600"/>
            <a:chOff x="213377" y="483633"/>
            <a:chExt cx="1371600" cy="1371600"/>
          </a:xfrm>
        </p:grpSpPr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04D35FB7-70DF-C8D8-57CF-0113C8C75B2D}"/>
                </a:ext>
              </a:extLst>
            </p:cNvPr>
            <p:cNvSpPr/>
            <p:nvPr/>
          </p:nvSpPr>
          <p:spPr>
            <a:xfrm>
              <a:off x="213377" y="483633"/>
              <a:ext cx="1371600" cy="13716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Hexagon 93">
              <a:extLst>
                <a:ext uri="{FF2B5EF4-FFF2-40B4-BE49-F238E27FC236}">
                  <a16:creationId xmlns:a16="http://schemas.microsoft.com/office/drawing/2014/main" id="{6665F7D2-46C1-9521-F5E0-E59ECF23146C}"/>
                </a:ext>
              </a:extLst>
            </p:cNvPr>
            <p:cNvSpPr/>
            <p:nvPr/>
          </p:nvSpPr>
          <p:spPr>
            <a:xfrm>
              <a:off x="304817" y="699533"/>
              <a:ext cx="1188720" cy="1097280"/>
            </a:xfrm>
            <a:prstGeom prst="hexagon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3ACFF0E3-EE75-33F0-BC05-D150F24B88AA}"/>
              </a:ext>
            </a:extLst>
          </p:cNvPr>
          <p:cNvGrpSpPr/>
          <p:nvPr/>
        </p:nvGrpSpPr>
        <p:grpSpPr>
          <a:xfrm>
            <a:off x="1760211" y="3606797"/>
            <a:ext cx="1371600" cy="1371600"/>
            <a:chOff x="213377" y="483633"/>
            <a:chExt cx="1371600" cy="1371600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53745321-0C83-CCAF-E6C1-D5AFCE566BE4}"/>
                </a:ext>
              </a:extLst>
            </p:cNvPr>
            <p:cNvSpPr/>
            <p:nvPr/>
          </p:nvSpPr>
          <p:spPr>
            <a:xfrm>
              <a:off x="213377" y="483633"/>
              <a:ext cx="1371600" cy="13716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>
              <a:extLst>
                <a:ext uri="{FF2B5EF4-FFF2-40B4-BE49-F238E27FC236}">
                  <a16:creationId xmlns:a16="http://schemas.microsoft.com/office/drawing/2014/main" id="{A9232A6D-CA56-BEB8-2BAF-0A81D270D487}"/>
                </a:ext>
              </a:extLst>
            </p:cNvPr>
            <p:cNvSpPr/>
            <p:nvPr/>
          </p:nvSpPr>
          <p:spPr>
            <a:xfrm>
              <a:off x="304817" y="699533"/>
              <a:ext cx="1188720" cy="1097280"/>
            </a:xfrm>
            <a:prstGeom prst="hexagon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FDBF5770-7B45-F385-3742-28E304929C10}"/>
              </a:ext>
            </a:extLst>
          </p:cNvPr>
          <p:cNvGrpSpPr/>
          <p:nvPr/>
        </p:nvGrpSpPr>
        <p:grpSpPr>
          <a:xfrm>
            <a:off x="2060921" y="2519939"/>
            <a:ext cx="770179" cy="474929"/>
            <a:chOff x="4366971" y="1518683"/>
            <a:chExt cx="1632818" cy="1006873"/>
          </a:xfrm>
        </p:grpSpPr>
        <p:sp>
          <p:nvSpPr>
            <p:cNvPr id="99" name="Moon 98">
              <a:extLst>
                <a:ext uri="{FF2B5EF4-FFF2-40B4-BE49-F238E27FC236}">
                  <a16:creationId xmlns:a16="http://schemas.microsoft.com/office/drawing/2014/main" id="{133502E2-A9F6-F9CF-C975-588533B801B2}"/>
                </a:ext>
              </a:extLst>
            </p:cNvPr>
            <p:cNvSpPr/>
            <p:nvPr/>
          </p:nvSpPr>
          <p:spPr>
            <a:xfrm rot="5400000">
              <a:off x="4929704" y="1543410"/>
              <a:ext cx="469900" cy="1494392"/>
            </a:xfrm>
            <a:prstGeom prst="moon">
              <a:avLst>
                <a:gd name="adj" fmla="val 87500"/>
              </a:avLst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424BF354-937B-4069-BBD5-08BAB2003875}"/>
                </a:ext>
              </a:extLst>
            </p:cNvPr>
            <p:cNvGrpSpPr/>
            <p:nvPr/>
          </p:nvGrpSpPr>
          <p:grpSpPr>
            <a:xfrm>
              <a:off x="4366971" y="1555986"/>
              <a:ext cx="574646" cy="861619"/>
              <a:chOff x="4398721" y="1536936"/>
              <a:chExt cx="574646" cy="861619"/>
            </a:xfrm>
          </p:grpSpPr>
          <p:sp>
            <p:nvSpPr>
              <p:cNvPr id="105" name="Isosceles Triangle 104">
                <a:extLst>
                  <a:ext uri="{FF2B5EF4-FFF2-40B4-BE49-F238E27FC236}">
                    <a16:creationId xmlns:a16="http://schemas.microsoft.com/office/drawing/2014/main" id="{09B474AA-63E0-2D2A-91BD-341F613184DA}"/>
                  </a:ext>
                </a:extLst>
              </p:cNvPr>
              <p:cNvSpPr/>
              <p:nvPr/>
            </p:nvSpPr>
            <p:spPr>
              <a:xfrm rot="19469091">
                <a:off x="4398721" y="1712755"/>
                <a:ext cx="230742" cy="685800"/>
              </a:xfrm>
              <a:prstGeom prst="triangl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Isosceles Triangle 105">
                <a:extLst>
                  <a:ext uri="{FF2B5EF4-FFF2-40B4-BE49-F238E27FC236}">
                    <a16:creationId xmlns:a16="http://schemas.microsoft.com/office/drawing/2014/main" id="{E44ABF4E-C5E5-D6EB-8789-FFE30F717BF4}"/>
                  </a:ext>
                </a:extLst>
              </p:cNvPr>
              <p:cNvSpPr/>
              <p:nvPr/>
            </p:nvSpPr>
            <p:spPr>
              <a:xfrm rot="20688119">
                <a:off x="4742625" y="1536936"/>
                <a:ext cx="230742" cy="685800"/>
              </a:xfrm>
              <a:prstGeom prst="triangl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B963DCF6-71B5-927F-9F04-F3242378767F}"/>
                </a:ext>
              </a:extLst>
            </p:cNvPr>
            <p:cNvGrpSpPr/>
            <p:nvPr/>
          </p:nvGrpSpPr>
          <p:grpSpPr>
            <a:xfrm flipH="1">
              <a:off x="5425143" y="1565156"/>
              <a:ext cx="574646" cy="861619"/>
              <a:chOff x="4551121" y="1689336"/>
              <a:chExt cx="574646" cy="861619"/>
            </a:xfrm>
          </p:grpSpPr>
          <p:sp>
            <p:nvSpPr>
              <p:cNvPr id="103" name="Isosceles Triangle 102">
                <a:extLst>
                  <a:ext uri="{FF2B5EF4-FFF2-40B4-BE49-F238E27FC236}">
                    <a16:creationId xmlns:a16="http://schemas.microsoft.com/office/drawing/2014/main" id="{205F67CA-7163-56E8-DBDF-47981FEB31C4}"/>
                  </a:ext>
                </a:extLst>
              </p:cNvPr>
              <p:cNvSpPr/>
              <p:nvPr/>
            </p:nvSpPr>
            <p:spPr>
              <a:xfrm rot="19469091">
                <a:off x="4551121" y="1865155"/>
                <a:ext cx="230742" cy="685800"/>
              </a:xfrm>
              <a:prstGeom prst="triangl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Isosceles Triangle 103">
                <a:extLst>
                  <a:ext uri="{FF2B5EF4-FFF2-40B4-BE49-F238E27FC236}">
                    <a16:creationId xmlns:a16="http://schemas.microsoft.com/office/drawing/2014/main" id="{0D075012-34C9-667B-2E5D-79B64A304100}"/>
                  </a:ext>
                </a:extLst>
              </p:cNvPr>
              <p:cNvSpPr/>
              <p:nvPr/>
            </p:nvSpPr>
            <p:spPr>
              <a:xfrm rot="20688119">
                <a:off x="4895025" y="1689336"/>
                <a:ext cx="230742" cy="685800"/>
              </a:xfrm>
              <a:prstGeom prst="triangl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2" name="Isosceles Triangle 101">
              <a:extLst>
                <a:ext uri="{FF2B5EF4-FFF2-40B4-BE49-F238E27FC236}">
                  <a16:creationId xmlns:a16="http://schemas.microsoft.com/office/drawing/2014/main" id="{F1DB5FBD-742E-2BD8-2E9C-D3C18EACECF6}"/>
                </a:ext>
              </a:extLst>
            </p:cNvPr>
            <p:cNvSpPr/>
            <p:nvPr/>
          </p:nvSpPr>
          <p:spPr>
            <a:xfrm flipH="1">
              <a:off x="5070860" y="1518683"/>
              <a:ext cx="230742" cy="685800"/>
            </a:xfrm>
            <a:prstGeom prst="triangl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8FD23CA3-C491-B1C3-F8B7-53B901341FD5}"/>
              </a:ext>
            </a:extLst>
          </p:cNvPr>
          <p:cNvGrpSpPr/>
          <p:nvPr/>
        </p:nvGrpSpPr>
        <p:grpSpPr>
          <a:xfrm>
            <a:off x="2094826" y="3931428"/>
            <a:ext cx="702370" cy="722337"/>
            <a:chOff x="6950179" y="209368"/>
            <a:chExt cx="2475607" cy="2545983"/>
          </a:xfrm>
        </p:grpSpPr>
        <p:sp>
          <p:nvSpPr>
            <p:cNvPr id="108" name="Moon 107">
              <a:extLst>
                <a:ext uri="{FF2B5EF4-FFF2-40B4-BE49-F238E27FC236}">
                  <a16:creationId xmlns:a16="http://schemas.microsoft.com/office/drawing/2014/main" id="{E8CD6C4D-DD7C-313C-26D8-E5ED7CCD9F63}"/>
                </a:ext>
              </a:extLst>
            </p:cNvPr>
            <p:cNvSpPr/>
            <p:nvPr/>
          </p:nvSpPr>
          <p:spPr>
            <a:xfrm rot="5400000">
              <a:off x="7798765" y="1128330"/>
              <a:ext cx="778435" cy="2475607"/>
            </a:xfrm>
            <a:prstGeom prst="moon">
              <a:avLst>
                <a:gd name="adj" fmla="val 87500"/>
              </a:avLst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5ACB9EB3-D072-A731-F2A6-21FC005F6E11}"/>
                </a:ext>
              </a:extLst>
            </p:cNvPr>
            <p:cNvGrpSpPr/>
            <p:nvPr/>
          </p:nvGrpSpPr>
          <p:grpSpPr>
            <a:xfrm>
              <a:off x="7048732" y="209368"/>
              <a:ext cx="2278499" cy="2002129"/>
              <a:chOff x="3753737" y="1365068"/>
              <a:chExt cx="2278499" cy="2002129"/>
            </a:xfrm>
          </p:grpSpPr>
          <p:sp>
            <p:nvSpPr>
              <p:cNvPr id="110" name="Isosceles Triangle 109">
                <a:extLst>
                  <a:ext uri="{FF2B5EF4-FFF2-40B4-BE49-F238E27FC236}">
                    <a16:creationId xmlns:a16="http://schemas.microsoft.com/office/drawing/2014/main" id="{8998A6A4-D158-BE60-C0D2-4FE90D0EEB54}"/>
                  </a:ext>
                </a:extLst>
              </p:cNvPr>
              <p:cNvSpPr/>
              <p:nvPr/>
            </p:nvSpPr>
            <p:spPr>
              <a:xfrm flipH="1">
                <a:off x="4555226" y="1365068"/>
                <a:ext cx="673630" cy="2002129"/>
              </a:xfrm>
              <a:prstGeom prst="triangl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31184E7C-818D-1038-12DB-BF16B792250E}"/>
                  </a:ext>
                </a:extLst>
              </p:cNvPr>
              <p:cNvGrpSpPr/>
              <p:nvPr/>
            </p:nvGrpSpPr>
            <p:grpSpPr>
              <a:xfrm>
                <a:off x="3753737" y="2018274"/>
                <a:ext cx="940920" cy="1047698"/>
                <a:chOff x="3753737" y="2018274"/>
                <a:chExt cx="940920" cy="1047698"/>
              </a:xfrm>
            </p:grpSpPr>
            <p:sp>
              <p:nvSpPr>
                <p:cNvPr id="116" name="Isosceles Triangle 115">
                  <a:extLst>
                    <a:ext uri="{FF2B5EF4-FFF2-40B4-BE49-F238E27FC236}">
                      <a16:creationId xmlns:a16="http://schemas.microsoft.com/office/drawing/2014/main" id="{BE254664-46DB-15BA-55A6-633CBC8DF6E2}"/>
                    </a:ext>
                  </a:extLst>
                </p:cNvPr>
                <p:cNvSpPr/>
                <p:nvPr/>
              </p:nvSpPr>
              <p:spPr>
                <a:xfrm rot="16779459">
                  <a:off x="4296631" y="1899647"/>
                  <a:ext cx="279400" cy="516653"/>
                </a:xfrm>
                <a:prstGeom prst="triangl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Isosceles Triangle 116">
                  <a:extLst>
                    <a:ext uri="{FF2B5EF4-FFF2-40B4-BE49-F238E27FC236}">
                      <a16:creationId xmlns:a16="http://schemas.microsoft.com/office/drawing/2014/main" id="{EB359D96-FAD5-DFC4-7C29-D80EB9D02AF1}"/>
                    </a:ext>
                  </a:extLst>
                </p:cNvPr>
                <p:cNvSpPr/>
                <p:nvPr/>
              </p:nvSpPr>
              <p:spPr>
                <a:xfrm rot="16779459">
                  <a:off x="4023093" y="2517216"/>
                  <a:ext cx="279400" cy="818112"/>
                </a:xfrm>
                <a:prstGeom prst="triangl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8" name="Isosceles Triangle 117">
                  <a:extLst>
                    <a:ext uri="{FF2B5EF4-FFF2-40B4-BE49-F238E27FC236}">
                      <a16:creationId xmlns:a16="http://schemas.microsoft.com/office/drawing/2014/main" id="{2555B9CA-BF14-96BC-5287-09CB362E1702}"/>
                    </a:ext>
                  </a:extLst>
                </p:cNvPr>
                <p:cNvSpPr/>
                <p:nvPr/>
              </p:nvSpPr>
              <p:spPr>
                <a:xfrm rot="16779459">
                  <a:off x="4169431" y="2180356"/>
                  <a:ext cx="279400" cy="656846"/>
                </a:xfrm>
                <a:prstGeom prst="triangl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2" name="Group 111">
                <a:extLst>
                  <a:ext uri="{FF2B5EF4-FFF2-40B4-BE49-F238E27FC236}">
                    <a16:creationId xmlns:a16="http://schemas.microsoft.com/office/drawing/2014/main" id="{975210B1-C581-916B-464E-7CB4EC58A7D6}"/>
                  </a:ext>
                </a:extLst>
              </p:cNvPr>
              <p:cNvGrpSpPr/>
              <p:nvPr/>
            </p:nvGrpSpPr>
            <p:grpSpPr>
              <a:xfrm flipH="1">
                <a:off x="5091316" y="2020148"/>
                <a:ext cx="940920" cy="1047698"/>
                <a:chOff x="3753737" y="2018274"/>
                <a:chExt cx="940920" cy="1047698"/>
              </a:xfrm>
            </p:grpSpPr>
            <p:sp>
              <p:nvSpPr>
                <p:cNvPr id="113" name="Isosceles Triangle 112">
                  <a:extLst>
                    <a:ext uri="{FF2B5EF4-FFF2-40B4-BE49-F238E27FC236}">
                      <a16:creationId xmlns:a16="http://schemas.microsoft.com/office/drawing/2014/main" id="{9689A571-4995-CC2B-997E-8FD391C20D27}"/>
                    </a:ext>
                  </a:extLst>
                </p:cNvPr>
                <p:cNvSpPr/>
                <p:nvPr/>
              </p:nvSpPr>
              <p:spPr>
                <a:xfrm rot="16779459">
                  <a:off x="4296631" y="1899647"/>
                  <a:ext cx="279400" cy="516653"/>
                </a:xfrm>
                <a:prstGeom prst="triangl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Isosceles Triangle 113">
                  <a:extLst>
                    <a:ext uri="{FF2B5EF4-FFF2-40B4-BE49-F238E27FC236}">
                      <a16:creationId xmlns:a16="http://schemas.microsoft.com/office/drawing/2014/main" id="{CDB90B00-58A9-8743-4722-6BD00B4A489D}"/>
                    </a:ext>
                  </a:extLst>
                </p:cNvPr>
                <p:cNvSpPr/>
                <p:nvPr/>
              </p:nvSpPr>
              <p:spPr>
                <a:xfrm rot="16779459">
                  <a:off x="4023093" y="2517216"/>
                  <a:ext cx="279400" cy="818112"/>
                </a:xfrm>
                <a:prstGeom prst="triangl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Isosceles Triangle 114">
                  <a:extLst>
                    <a:ext uri="{FF2B5EF4-FFF2-40B4-BE49-F238E27FC236}">
                      <a16:creationId xmlns:a16="http://schemas.microsoft.com/office/drawing/2014/main" id="{537522A5-45B2-AF42-ABE9-886D16420C79}"/>
                    </a:ext>
                  </a:extLst>
                </p:cNvPr>
                <p:cNvSpPr/>
                <p:nvPr/>
              </p:nvSpPr>
              <p:spPr>
                <a:xfrm rot="16779459">
                  <a:off x="4169431" y="2180356"/>
                  <a:ext cx="279400" cy="656846"/>
                </a:xfrm>
                <a:prstGeom prst="triangl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F44AC8A3-2066-D0D9-C90A-CF2EF0422C49}"/>
              </a:ext>
            </a:extLst>
          </p:cNvPr>
          <p:cNvGrpSpPr/>
          <p:nvPr/>
        </p:nvGrpSpPr>
        <p:grpSpPr>
          <a:xfrm>
            <a:off x="3462797" y="2482289"/>
            <a:ext cx="978554" cy="542441"/>
            <a:chOff x="3843947" y="2567111"/>
            <a:chExt cx="3176630" cy="1760897"/>
          </a:xfrm>
        </p:grpSpPr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2D670DB4-77B1-1903-1919-8B748E038185}"/>
                </a:ext>
              </a:extLst>
            </p:cNvPr>
            <p:cNvSpPr/>
            <p:nvPr/>
          </p:nvSpPr>
          <p:spPr>
            <a:xfrm rot="19070274">
              <a:off x="4957620" y="2708833"/>
              <a:ext cx="133896" cy="1040682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Moon 123">
              <a:extLst>
                <a:ext uri="{FF2B5EF4-FFF2-40B4-BE49-F238E27FC236}">
                  <a16:creationId xmlns:a16="http://schemas.microsoft.com/office/drawing/2014/main" id="{0E261B77-C996-4E2D-58C5-133013D718F9}"/>
                </a:ext>
              </a:extLst>
            </p:cNvPr>
            <p:cNvSpPr/>
            <p:nvPr/>
          </p:nvSpPr>
          <p:spPr>
            <a:xfrm rot="14859337" flipH="1">
              <a:off x="4176494" y="2568153"/>
              <a:ext cx="460542" cy="1125635"/>
            </a:xfrm>
            <a:prstGeom prst="moon">
              <a:avLst>
                <a:gd name="adj" fmla="val 30886"/>
              </a:avLst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7089BF40-5AF6-350F-50B9-102126547B44}"/>
                </a:ext>
              </a:extLst>
            </p:cNvPr>
            <p:cNvSpPr/>
            <p:nvPr/>
          </p:nvSpPr>
          <p:spPr>
            <a:xfrm>
              <a:off x="5014867" y="3364464"/>
              <a:ext cx="949737" cy="67601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13E2888A-EB23-7DE0-568C-4C1A187F68F7}"/>
                </a:ext>
              </a:extLst>
            </p:cNvPr>
            <p:cNvSpPr/>
            <p:nvPr/>
          </p:nvSpPr>
          <p:spPr>
            <a:xfrm rot="17187329">
              <a:off x="4926950" y="3006968"/>
              <a:ext cx="133896" cy="1040682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Moon 128">
              <a:extLst>
                <a:ext uri="{FF2B5EF4-FFF2-40B4-BE49-F238E27FC236}">
                  <a16:creationId xmlns:a16="http://schemas.microsoft.com/office/drawing/2014/main" id="{9215818D-C6E8-8007-00C5-4A371D632298}"/>
                </a:ext>
              </a:extLst>
            </p:cNvPr>
            <p:cNvSpPr/>
            <p:nvPr/>
          </p:nvSpPr>
          <p:spPr>
            <a:xfrm rot="12976392" flipH="1">
              <a:off x="4185063" y="3202373"/>
              <a:ext cx="460542" cy="1125635"/>
            </a:xfrm>
            <a:prstGeom prst="moon">
              <a:avLst>
                <a:gd name="adj" fmla="val 30886"/>
              </a:avLst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2C28F46A-1A47-F154-9CB5-39584A6A7A68}"/>
                </a:ext>
              </a:extLst>
            </p:cNvPr>
            <p:cNvSpPr/>
            <p:nvPr/>
          </p:nvSpPr>
          <p:spPr>
            <a:xfrm>
              <a:off x="5514216" y="2567111"/>
              <a:ext cx="1506361" cy="149719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9F7AE301-236B-C342-A907-B76DC7788780}"/>
                </a:ext>
              </a:extLst>
            </p:cNvPr>
            <p:cNvSpPr/>
            <p:nvPr/>
          </p:nvSpPr>
          <p:spPr>
            <a:xfrm>
              <a:off x="5729248" y="2754475"/>
              <a:ext cx="470712" cy="47071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41DB8E87-32E3-8531-4B68-0A4C294D3C9F}"/>
                </a:ext>
              </a:extLst>
            </p:cNvPr>
            <p:cNvSpPr/>
            <p:nvPr/>
          </p:nvSpPr>
          <p:spPr>
            <a:xfrm>
              <a:off x="6250473" y="2648688"/>
              <a:ext cx="470712" cy="47071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62D49306-297B-7613-D778-B56F3CB42952}"/>
                </a:ext>
              </a:extLst>
            </p:cNvPr>
            <p:cNvSpPr/>
            <p:nvPr/>
          </p:nvSpPr>
          <p:spPr>
            <a:xfrm>
              <a:off x="5602645" y="3268200"/>
              <a:ext cx="470712" cy="47071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0A36FA44-4448-3EF9-8C2A-BCFCBD1D92C0}"/>
                </a:ext>
              </a:extLst>
            </p:cNvPr>
            <p:cNvSpPr/>
            <p:nvPr/>
          </p:nvSpPr>
          <p:spPr>
            <a:xfrm>
              <a:off x="6068898" y="3119400"/>
              <a:ext cx="470712" cy="47071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B7909E33-1320-4CC8-3249-F1A10292484B}"/>
                </a:ext>
              </a:extLst>
            </p:cNvPr>
            <p:cNvSpPr/>
            <p:nvPr/>
          </p:nvSpPr>
          <p:spPr>
            <a:xfrm>
              <a:off x="6000900" y="3601371"/>
              <a:ext cx="470712" cy="47071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7F467C8E-8AC3-A582-F8DA-CBF672BC441E}"/>
                </a:ext>
              </a:extLst>
            </p:cNvPr>
            <p:cNvSpPr/>
            <p:nvPr/>
          </p:nvSpPr>
          <p:spPr>
            <a:xfrm>
              <a:off x="6513637" y="3270973"/>
              <a:ext cx="470712" cy="47071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1ADD6E77-8691-B123-63D2-E4DFEFD08CC9}"/>
              </a:ext>
            </a:extLst>
          </p:cNvPr>
          <p:cNvGrpSpPr/>
          <p:nvPr/>
        </p:nvGrpSpPr>
        <p:grpSpPr>
          <a:xfrm>
            <a:off x="3290221" y="1988287"/>
            <a:ext cx="1371600" cy="1371600"/>
            <a:chOff x="213377" y="483633"/>
            <a:chExt cx="1371600" cy="1371600"/>
          </a:xfrm>
        </p:grpSpPr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AB1A7D76-148B-D499-E32C-F48B00CAF76E}"/>
                </a:ext>
              </a:extLst>
            </p:cNvPr>
            <p:cNvSpPr/>
            <p:nvPr/>
          </p:nvSpPr>
          <p:spPr>
            <a:xfrm>
              <a:off x="213377" y="483633"/>
              <a:ext cx="1371600" cy="13716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Hexagon 139">
              <a:extLst>
                <a:ext uri="{FF2B5EF4-FFF2-40B4-BE49-F238E27FC236}">
                  <a16:creationId xmlns:a16="http://schemas.microsoft.com/office/drawing/2014/main" id="{CC5F603C-E71C-3E01-9781-5C82D89058F3}"/>
                </a:ext>
              </a:extLst>
            </p:cNvPr>
            <p:cNvSpPr/>
            <p:nvPr/>
          </p:nvSpPr>
          <p:spPr>
            <a:xfrm>
              <a:off x="304817" y="699533"/>
              <a:ext cx="1188720" cy="1097280"/>
            </a:xfrm>
            <a:prstGeom prst="hexagon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A1E0983-5EE2-C063-8CD5-37CE4C389D89}"/>
              </a:ext>
            </a:extLst>
          </p:cNvPr>
          <p:cNvGrpSpPr/>
          <p:nvPr/>
        </p:nvGrpSpPr>
        <p:grpSpPr>
          <a:xfrm>
            <a:off x="6632482" y="2364783"/>
            <a:ext cx="839398" cy="777453"/>
            <a:chOff x="4849013" y="3586270"/>
            <a:chExt cx="2288278" cy="2119411"/>
          </a:xfrm>
        </p:grpSpPr>
        <p:pic>
          <p:nvPicPr>
            <p:cNvPr id="130" name="Picture 4" descr="2,174 Hornet Vector Illustrations &amp; Clip Art - iStock">
              <a:extLst>
                <a:ext uri="{FF2B5EF4-FFF2-40B4-BE49-F238E27FC236}">
                  <a16:creationId xmlns:a16="http://schemas.microsoft.com/office/drawing/2014/main" id="{59FBF1C1-2654-16A1-7CAE-53DFE929408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6" t="14492" r="21220" b="15205"/>
            <a:stretch/>
          </p:blipFill>
          <p:spPr bwMode="auto">
            <a:xfrm>
              <a:off x="5890304" y="4193477"/>
              <a:ext cx="1246987" cy="15122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2,174 Hornet Vector Illustrations &amp; Clip Art - iStock">
              <a:extLst>
                <a:ext uri="{FF2B5EF4-FFF2-40B4-BE49-F238E27FC236}">
                  <a16:creationId xmlns:a16="http://schemas.microsoft.com/office/drawing/2014/main" id="{82AD6A72-157F-98D8-9F8A-103845F4848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6" t="14492" r="21220" b="15205"/>
            <a:stretch/>
          </p:blipFill>
          <p:spPr bwMode="auto">
            <a:xfrm>
              <a:off x="4849013" y="3586270"/>
              <a:ext cx="1246987" cy="15122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3124E93C-F26E-4555-A78C-34C494535F98}"/>
              </a:ext>
            </a:extLst>
          </p:cNvPr>
          <p:cNvGrpSpPr/>
          <p:nvPr/>
        </p:nvGrpSpPr>
        <p:grpSpPr>
          <a:xfrm>
            <a:off x="7882604" y="1981700"/>
            <a:ext cx="1371600" cy="1371600"/>
            <a:chOff x="213377" y="483633"/>
            <a:chExt cx="1371600" cy="1371600"/>
          </a:xfrm>
        </p:grpSpPr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9B02FBA8-AF22-BFFF-F279-50C288BBB3B5}"/>
                </a:ext>
              </a:extLst>
            </p:cNvPr>
            <p:cNvSpPr/>
            <p:nvPr/>
          </p:nvSpPr>
          <p:spPr>
            <a:xfrm>
              <a:off x="213377" y="483633"/>
              <a:ext cx="1371600" cy="13716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Hexagon 121">
              <a:extLst>
                <a:ext uri="{FF2B5EF4-FFF2-40B4-BE49-F238E27FC236}">
                  <a16:creationId xmlns:a16="http://schemas.microsoft.com/office/drawing/2014/main" id="{A0FD01F4-1CFF-7B63-C020-991B37E77A47}"/>
                </a:ext>
              </a:extLst>
            </p:cNvPr>
            <p:cNvSpPr/>
            <p:nvPr/>
          </p:nvSpPr>
          <p:spPr>
            <a:xfrm>
              <a:off x="304817" y="699533"/>
              <a:ext cx="1188720" cy="1097280"/>
            </a:xfrm>
            <a:prstGeom prst="hexagon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C4800E0D-229C-E4AF-A64D-34B087E1A0D7}"/>
              </a:ext>
            </a:extLst>
          </p:cNvPr>
          <p:cNvGrpSpPr/>
          <p:nvPr/>
        </p:nvGrpSpPr>
        <p:grpSpPr>
          <a:xfrm>
            <a:off x="6350920" y="1988287"/>
            <a:ext cx="1371600" cy="1371600"/>
            <a:chOff x="213377" y="483633"/>
            <a:chExt cx="1371600" cy="1371600"/>
          </a:xfrm>
        </p:grpSpPr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5DE99ECC-3F22-AFEB-4A58-2A964365DBB6}"/>
                </a:ext>
              </a:extLst>
            </p:cNvPr>
            <p:cNvSpPr/>
            <p:nvPr/>
          </p:nvSpPr>
          <p:spPr>
            <a:xfrm>
              <a:off x="213377" y="483633"/>
              <a:ext cx="1371600" cy="13716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Hexagon 125">
              <a:extLst>
                <a:ext uri="{FF2B5EF4-FFF2-40B4-BE49-F238E27FC236}">
                  <a16:creationId xmlns:a16="http://schemas.microsoft.com/office/drawing/2014/main" id="{D4E6D0C4-5C03-FFE5-DE93-4F4F9D40BE02}"/>
                </a:ext>
              </a:extLst>
            </p:cNvPr>
            <p:cNvSpPr/>
            <p:nvPr/>
          </p:nvSpPr>
          <p:spPr>
            <a:xfrm>
              <a:off x="304817" y="699533"/>
              <a:ext cx="1188720" cy="1097280"/>
            </a:xfrm>
            <a:prstGeom prst="hexagon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7" name="Oval 126">
            <a:extLst>
              <a:ext uri="{FF2B5EF4-FFF2-40B4-BE49-F238E27FC236}">
                <a16:creationId xmlns:a16="http://schemas.microsoft.com/office/drawing/2014/main" id="{349F0244-FD5B-B107-B2B8-4525635F5B05}"/>
              </a:ext>
            </a:extLst>
          </p:cNvPr>
          <p:cNvSpPr/>
          <p:nvPr/>
        </p:nvSpPr>
        <p:spPr>
          <a:xfrm>
            <a:off x="8602343" y="2258563"/>
            <a:ext cx="274320" cy="274320"/>
          </a:xfrm>
          <a:prstGeom prst="ellipse">
            <a:avLst/>
          </a:prstGeom>
          <a:noFill/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BE574DC-248A-FFB9-96C9-EF53C3DF0F0F}"/>
              </a:ext>
            </a:extLst>
          </p:cNvPr>
          <p:cNvGrpSpPr/>
          <p:nvPr/>
        </p:nvGrpSpPr>
        <p:grpSpPr>
          <a:xfrm>
            <a:off x="8190294" y="2540816"/>
            <a:ext cx="718148" cy="665151"/>
            <a:chOff x="4849013" y="3586270"/>
            <a:chExt cx="2288278" cy="2119411"/>
          </a:xfrm>
        </p:grpSpPr>
        <p:pic>
          <p:nvPicPr>
            <p:cNvPr id="142" name="Picture 4" descr="2,174 Hornet Vector Illustrations &amp; Clip Art - iStock">
              <a:extLst>
                <a:ext uri="{FF2B5EF4-FFF2-40B4-BE49-F238E27FC236}">
                  <a16:creationId xmlns:a16="http://schemas.microsoft.com/office/drawing/2014/main" id="{2D89EE44-A28A-E325-1E9C-BF02E713902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6" t="14492" r="21220" b="15205"/>
            <a:stretch/>
          </p:blipFill>
          <p:spPr bwMode="auto">
            <a:xfrm>
              <a:off x="5890304" y="4193477"/>
              <a:ext cx="1246987" cy="15122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3" name="Picture 4" descr="2,174 Hornet Vector Illustrations &amp; Clip Art - iStock">
              <a:extLst>
                <a:ext uri="{FF2B5EF4-FFF2-40B4-BE49-F238E27FC236}">
                  <a16:creationId xmlns:a16="http://schemas.microsoft.com/office/drawing/2014/main" id="{7FE556DE-49D4-F0F1-313F-2E056864D4F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6" t="14492" r="21220" b="15205"/>
            <a:stretch/>
          </p:blipFill>
          <p:spPr bwMode="auto">
            <a:xfrm>
              <a:off x="4849013" y="3586270"/>
              <a:ext cx="1246987" cy="15122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1D845641-42F5-D497-DD80-FBE72BE9A4F2}"/>
              </a:ext>
            </a:extLst>
          </p:cNvPr>
          <p:cNvGrpSpPr/>
          <p:nvPr/>
        </p:nvGrpSpPr>
        <p:grpSpPr>
          <a:xfrm>
            <a:off x="6675565" y="3730406"/>
            <a:ext cx="882536" cy="976400"/>
            <a:chOff x="4441351" y="3925688"/>
            <a:chExt cx="1326399" cy="1467471"/>
          </a:xfrm>
        </p:grpSpPr>
        <p:pic>
          <p:nvPicPr>
            <p:cNvPr id="1030" name="Picture 6" descr="Wasp Vector Illustration Royalty Free SVG, Cliparts, Vectors, And Stock  Illustration. Image 71871205.">
              <a:extLst>
                <a:ext uri="{FF2B5EF4-FFF2-40B4-BE49-F238E27FC236}">
                  <a16:creationId xmlns:a16="http://schemas.microsoft.com/office/drawing/2014/main" id="{B2E2DC90-4C2F-8C03-E789-24BA71A611B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41351" y="4105019"/>
              <a:ext cx="1238641" cy="12881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6" name="Picture 12" descr="Ninja dart Images, Stock Photos &amp; Vectors | Shutterstock">
              <a:extLst>
                <a:ext uri="{FF2B5EF4-FFF2-40B4-BE49-F238E27FC236}">
                  <a16:creationId xmlns:a16="http://schemas.microsoft.com/office/drawing/2014/main" id="{6CB2D1BA-B89E-F421-969F-56A0AC897A1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795" t="20882" r="20930" b="27689"/>
            <a:stretch/>
          </p:blipFill>
          <p:spPr bwMode="auto">
            <a:xfrm>
              <a:off x="5052457" y="3925688"/>
              <a:ext cx="447751" cy="4329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4" name="Picture 12" descr="Ninja dart Images, Stock Photos &amp; Vectors | Shutterstock">
              <a:extLst>
                <a:ext uri="{FF2B5EF4-FFF2-40B4-BE49-F238E27FC236}">
                  <a16:creationId xmlns:a16="http://schemas.microsoft.com/office/drawing/2014/main" id="{B3F339B1-4624-084E-5B5C-262A1C9A9AA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795" t="20882" r="20930" b="27689"/>
            <a:stretch/>
          </p:blipFill>
          <p:spPr bwMode="auto">
            <a:xfrm>
              <a:off x="5319999" y="4255917"/>
              <a:ext cx="447751" cy="4329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205449D7-389E-375A-4E81-92E4C0A1E6EE}"/>
              </a:ext>
            </a:extLst>
          </p:cNvPr>
          <p:cNvGrpSpPr/>
          <p:nvPr/>
        </p:nvGrpSpPr>
        <p:grpSpPr>
          <a:xfrm>
            <a:off x="6392197" y="3464634"/>
            <a:ext cx="1371600" cy="1371600"/>
            <a:chOff x="213377" y="483633"/>
            <a:chExt cx="1371600" cy="1371600"/>
          </a:xfrm>
        </p:grpSpPr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973001D4-7971-A689-5A6C-68ABC482D6CF}"/>
                </a:ext>
              </a:extLst>
            </p:cNvPr>
            <p:cNvSpPr/>
            <p:nvPr/>
          </p:nvSpPr>
          <p:spPr>
            <a:xfrm>
              <a:off x="213377" y="483633"/>
              <a:ext cx="1371600" cy="13716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Hexagon 146">
              <a:extLst>
                <a:ext uri="{FF2B5EF4-FFF2-40B4-BE49-F238E27FC236}">
                  <a16:creationId xmlns:a16="http://schemas.microsoft.com/office/drawing/2014/main" id="{E69CE70E-346C-9067-4883-6082AFE35EE3}"/>
                </a:ext>
              </a:extLst>
            </p:cNvPr>
            <p:cNvSpPr/>
            <p:nvPr/>
          </p:nvSpPr>
          <p:spPr>
            <a:xfrm>
              <a:off x="304817" y="699533"/>
              <a:ext cx="1188720" cy="1097280"/>
            </a:xfrm>
            <a:prstGeom prst="hexagon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7053A8E6-5A0B-D0B0-DACF-7ADD520558A9}"/>
              </a:ext>
            </a:extLst>
          </p:cNvPr>
          <p:cNvGrpSpPr/>
          <p:nvPr/>
        </p:nvGrpSpPr>
        <p:grpSpPr>
          <a:xfrm>
            <a:off x="7895166" y="3464634"/>
            <a:ext cx="1371600" cy="1371600"/>
            <a:chOff x="213377" y="483633"/>
            <a:chExt cx="1371600" cy="1371600"/>
          </a:xfrm>
        </p:grpSpPr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5E1A682F-AF5A-A55D-D64E-B749A5546E6B}"/>
                </a:ext>
              </a:extLst>
            </p:cNvPr>
            <p:cNvSpPr/>
            <p:nvPr/>
          </p:nvSpPr>
          <p:spPr>
            <a:xfrm>
              <a:off x="213377" y="483633"/>
              <a:ext cx="1371600" cy="13716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Hexagon 149">
              <a:extLst>
                <a:ext uri="{FF2B5EF4-FFF2-40B4-BE49-F238E27FC236}">
                  <a16:creationId xmlns:a16="http://schemas.microsoft.com/office/drawing/2014/main" id="{546C48F3-B069-4BF0-85D7-144EB2E0DDB9}"/>
                </a:ext>
              </a:extLst>
            </p:cNvPr>
            <p:cNvSpPr/>
            <p:nvPr/>
          </p:nvSpPr>
          <p:spPr>
            <a:xfrm>
              <a:off x="304817" y="699533"/>
              <a:ext cx="1188720" cy="1097280"/>
            </a:xfrm>
            <a:prstGeom prst="hexagon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38" name="Picture 14" descr="2,970 Queen Bee Stock Vector Illustration and Royalty Free Queen Bee Clipart">
            <a:extLst>
              <a:ext uri="{FF2B5EF4-FFF2-40B4-BE49-F238E27FC236}">
                <a16:creationId xmlns:a16="http://schemas.microsoft.com/office/drawing/2014/main" id="{A7144532-894F-75DF-AFA3-E51876921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5933" y="3698170"/>
            <a:ext cx="1019175" cy="1019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1" name="Group 150">
            <a:extLst>
              <a:ext uri="{FF2B5EF4-FFF2-40B4-BE49-F238E27FC236}">
                <a16:creationId xmlns:a16="http://schemas.microsoft.com/office/drawing/2014/main" id="{19347FAB-B11A-AE6A-BF87-3029D3EF3A39}"/>
              </a:ext>
            </a:extLst>
          </p:cNvPr>
          <p:cNvGrpSpPr/>
          <p:nvPr/>
        </p:nvGrpSpPr>
        <p:grpSpPr>
          <a:xfrm>
            <a:off x="9439721" y="3471120"/>
            <a:ext cx="1371600" cy="1371600"/>
            <a:chOff x="213377" y="483633"/>
            <a:chExt cx="1371600" cy="1371600"/>
          </a:xfrm>
        </p:grpSpPr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C342BE94-F4F1-C83B-BBC8-9650F33FC874}"/>
                </a:ext>
              </a:extLst>
            </p:cNvPr>
            <p:cNvSpPr/>
            <p:nvPr/>
          </p:nvSpPr>
          <p:spPr>
            <a:xfrm>
              <a:off x="213377" y="483633"/>
              <a:ext cx="1371600" cy="13716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Hexagon 152">
              <a:extLst>
                <a:ext uri="{FF2B5EF4-FFF2-40B4-BE49-F238E27FC236}">
                  <a16:creationId xmlns:a16="http://schemas.microsoft.com/office/drawing/2014/main" id="{235D4654-7B07-733D-D5C5-1C6D92B2A3FF}"/>
                </a:ext>
              </a:extLst>
            </p:cNvPr>
            <p:cNvSpPr/>
            <p:nvPr/>
          </p:nvSpPr>
          <p:spPr>
            <a:xfrm>
              <a:off x="304817" y="699533"/>
              <a:ext cx="1188720" cy="1097280"/>
            </a:xfrm>
            <a:prstGeom prst="hexagon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42906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7ADD8C86-1EC0-0486-9367-2651AF2409E1}"/>
              </a:ext>
            </a:extLst>
          </p:cNvPr>
          <p:cNvGrpSpPr/>
          <p:nvPr/>
        </p:nvGrpSpPr>
        <p:grpSpPr>
          <a:xfrm>
            <a:off x="434252" y="2026675"/>
            <a:ext cx="821134" cy="939833"/>
            <a:chOff x="4087416" y="1161299"/>
            <a:chExt cx="1198370" cy="1371600"/>
          </a:xfrm>
        </p:grpSpPr>
        <p:pic>
          <p:nvPicPr>
            <p:cNvPr id="87" name="Picture 10" descr="49 Ring Of Fire Silhouette Stock Photos, Pictures &amp;amp; Royalty-Free Images -  iStock">
              <a:extLst>
                <a:ext uri="{FF2B5EF4-FFF2-40B4-BE49-F238E27FC236}">
                  <a16:creationId xmlns:a16="http://schemas.microsoft.com/office/drawing/2014/main" id="{4E319C77-C9A7-5C3F-DEDC-E94BCE8A4C3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601" t="3260" r="8629" b="5100"/>
            <a:stretch/>
          </p:blipFill>
          <p:spPr bwMode="auto">
            <a:xfrm>
              <a:off x="4087416" y="1161299"/>
              <a:ext cx="1198370" cy="1371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6" name="Picture 2" descr="Hydra vector Clipart Vector PNG , SVG, EPS, PSD, AI">
              <a:extLst>
                <a:ext uri="{FF2B5EF4-FFF2-40B4-BE49-F238E27FC236}">
                  <a16:creationId xmlns:a16="http://schemas.microsoft.com/office/drawing/2014/main" id="{2B3DA827-9DA2-CD0F-A7DC-2342ACDC96A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212" t="21635" r="26923" b="31570"/>
            <a:stretch/>
          </p:blipFill>
          <p:spPr bwMode="auto">
            <a:xfrm>
              <a:off x="4425643" y="1661595"/>
              <a:ext cx="521915" cy="5976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958C3B7-012A-96A5-CECE-99AD8138FDBC}"/>
              </a:ext>
            </a:extLst>
          </p:cNvPr>
          <p:cNvGrpSpPr/>
          <p:nvPr/>
        </p:nvGrpSpPr>
        <p:grpSpPr>
          <a:xfrm>
            <a:off x="342912" y="489901"/>
            <a:ext cx="934493" cy="875077"/>
            <a:chOff x="4722300" y="1944558"/>
            <a:chExt cx="934493" cy="875077"/>
          </a:xfrm>
        </p:grpSpPr>
        <p:pic>
          <p:nvPicPr>
            <p:cNvPr id="2050" name="Picture 2" descr="Hydra vector Clipart Vector PNG , SVG, EPS, PSD, AI">
              <a:extLst>
                <a:ext uri="{FF2B5EF4-FFF2-40B4-BE49-F238E27FC236}">
                  <a16:creationId xmlns:a16="http://schemas.microsoft.com/office/drawing/2014/main" id="{94EFF81E-1DA7-DFFF-9BBF-4FE77C4C8FA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212" t="21635" r="26923" b="31570"/>
            <a:stretch/>
          </p:blipFill>
          <p:spPr bwMode="auto">
            <a:xfrm>
              <a:off x="5037119" y="2110048"/>
              <a:ext cx="619674" cy="7095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92ECD3EA-9FFA-E034-C57C-04105FF54E9D}"/>
                </a:ext>
              </a:extLst>
            </p:cNvPr>
            <p:cNvGrpSpPr/>
            <p:nvPr/>
          </p:nvGrpSpPr>
          <p:grpSpPr>
            <a:xfrm rot="1941197">
              <a:off x="4722300" y="1944558"/>
              <a:ext cx="531164" cy="503494"/>
              <a:chOff x="6409710" y="756261"/>
              <a:chExt cx="2695643" cy="2555218"/>
            </a:xfrm>
          </p:grpSpPr>
          <p:pic>
            <p:nvPicPr>
              <p:cNvPr id="83" name="Picture 2" descr="Lance Icon #332107 - Free Icons Library">
                <a:extLst>
                  <a:ext uri="{FF2B5EF4-FFF2-40B4-BE49-F238E27FC236}">
                    <a16:creationId xmlns:a16="http://schemas.microsoft.com/office/drawing/2014/main" id="{EB754034-34D5-5025-F26C-D5F4A3F9332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8882740">
                <a:off x="6774550" y="756261"/>
                <a:ext cx="1899003" cy="189900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4" name="Picture 2" descr="Lance Icon #332107 - Free Icons Library">
                <a:extLst>
                  <a:ext uri="{FF2B5EF4-FFF2-40B4-BE49-F238E27FC236}">
                    <a16:creationId xmlns:a16="http://schemas.microsoft.com/office/drawing/2014/main" id="{FBB82173-4388-1FB7-FF51-179D2A2FB03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8882740">
                <a:off x="7206350" y="1027415"/>
                <a:ext cx="1899003" cy="189900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5" name="Picture 2" descr="Lance Icon #332107 - Free Icons Library">
                <a:extLst>
                  <a:ext uri="{FF2B5EF4-FFF2-40B4-BE49-F238E27FC236}">
                    <a16:creationId xmlns:a16="http://schemas.microsoft.com/office/drawing/2014/main" id="{AB4D53AC-A50B-1211-239B-2BF7EE45832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8882740">
                <a:off x="6409710" y="1412476"/>
                <a:ext cx="1899003" cy="189900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D5A39ED-286D-3F33-BF59-7EB8458F8A92}"/>
              </a:ext>
            </a:extLst>
          </p:cNvPr>
          <p:cNvGrpSpPr/>
          <p:nvPr/>
        </p:nvGrpSpPr>
        <p:grpSpPr>
          <a:xfrm>
            <a:off x="158299" y="147083"/>
            <a:ext cx="1371600" cy="1371600"/>
            <a:chOff x="213377" y="483633"/>
            <a:chExt cx="1371600" cy="137160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F55E4EFD-A40A-C2EC-924D-ED00A08530B8}"/>
                </a:ext>
              </a:extLst>
            </p:cNvPr>
            <p:cNvSpPr/>
            <p:nvPr/>
          </p:nvSpPr>
          <p:spPr>
            <a:xfrm>
              <a:off x="213377" y="483633"/>
              <a:ext cx="1371600" cy="13716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Hexagon 42">
              <a:extLst>
                <a:ext uri="{FF2B5EF4-FFF2-40B4-BE49-F238E27FC236}">
                  <a16:creationId xmlns:a16="http://schemas.microsoft.com/office/drawing/2014/main" id="{A0E811B9-07C5-32B6-2099-B4B31077252E}"/>
                </a:ext>
              </a:extLst>
            </p:cNvPr>
            <p:cNvSpPr/>
            <p:nvPr/>
          </p:nvSpPr>
          <p:spPr>
            <a:xfrm>
              <a:off x="304817" y="699533"/>
              <a:ext cx="1188720" cy="1097280"/>
            </a:xfrm>
            <a:prstGeom prst="hexagon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752F04A-6491-0A7F-EE9C-62724EA95B0A}"/>
              </a:ext>
            </a:extLst>
          </p:cNvPr>
          <p:cNvGrpSpPr/>
          <p:nvPr/>
        </p:nvGrpSpPr>
        <p:grpSpPr>
          <a:xfrm>
            <a:off x="1726749" y="147083"/>
            <a:ext cx="1371600" cy="1371600"/>
            <a:chOff x="213377" y="483633"/>
            <a:chExt cx="1371600" cy="1371600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B58F6939-C302-91EC-F03E-95A2D7F1356B}"/>
                </a:ext>
              </a:extLst>
            </p:cNvPr>
            <p:cNvSpPr/>
            <p:nvPr/>
          </p:nvSpPr>
          <p:spPr>
            <a:xfrm>
              <a:off x="213377" y="483633"/>
              <a:ext cx="1371600" cy="13716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Hexagon 45">
              <a:extLst>
                <a:ext uri="{FF2B5EF4-FFF2-40B4-BE49-F238E27FC236}">
                  <a16:creationId xmlns:a16="http://schemas.microsoft.com/office/drawing/2014/main" id="{1C8B4954-50D7-11C0-E16F-8D286D1F98EC}"/>
                </a:ext>
              </a:extLst>
            </p:cNvPr>
            <p:cNvSpPr/>
            <p:nvPr/>
          </p:nvSpPr>
          <p:spPr>
            <a:xfrm>
              <a:off x="304817" y="699533"/>
              <a:ext cx="1188720" cy="1097280"/>
            </a:xfrm>
            <a:prstGeom prst="hexagon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EB71830-93DF-CF53-DB55-593B830D22FE}"/>
              </a:ext>
            </a:extLst>
          </p:cNvPr>
          <p:cNvGrpSpPr/>
          <p:nvPr/>
        </p:nvGrpSpPr>
        <p:grpSpPr>
          <a:xfrm>
            <a:off x="155308" y="1761016"/>
            <a:ext cx="1371600" cy="1371600"/>
            <a:chOff x="213377" y="483633"/>
            <a:chExt cx="1371600" cy="1371600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37DF4839-20A5-417F-9D2D-6BF2A2967771}"/>
                </a:ext>
              </a:extLst>
            </p:cNvPr>
            <p:cNvSpPr/>
            <p:nvPr/>
          </p:nvSpPr>
          <p:spPr>
            <a:xfrm>
              <a:off x="213377" y="483633"/>
              <a:ext cx="1371600" cy="13716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Hexagon 48">
              <a:extLst>
                <a:ext uri="{FF2B5EF4-FFF2-40B4-BE49-F238E27FC236}">
                  <a16:creationId xmlns:a16="http://schemas.microsoft.com/office/drawing/2014/main" id="{9B82B2E6-6D23-A605-72D7-A979E64A4B25}"/>
                </a:ext>
              </a:extLst>
            </p:cNvPr>
            <p:cNvSpPr/>
            <p:nvPr/>
          </p:nvSpPr>
          <p:spPr>
            <a:xfrm>
              <a:off x="304817" y="699533"/>
              <a:ext cx="1188720" cy="1097280"/>
            </a:xfrm>
            <a:prstGeom prst="hexagon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56DC93E-73FE-B018-8ACB-47F2B8FE8713}"/>
              </a:ext>
            </a:extLst>
          </p:cNvPr>
          <p:cNvGrpSpPr/>
          <p:nvPr/>
        </p:nvGrpSpPr>
        <p:grpSpPr>
          <a:xfrm>
            <a:off x="1726749" y="1761016"/>
            <a:ext cx="1371600" cy="1371600"/>
            <a:chOff x="213377" y="483633"/>
            <a:chExt cx="1371600" cy="1371600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6004BD89-ADEB-7630-DCB6-B4E7E4CB9277}"/>
                </a:ext>
              </a:extLst>
            </p:cNvPr>
            <p:cNvSpPr/>
            <p:nvPr/>
          </p:nvSpPr>
          <p:spPr>
            <a:xfrm>
              <a:off x="213377" y="483633"/>
              <a:ext cx="1371600" cy="13716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>
              <a:extLst>
                <a:ext uri="{FF2B5EF4-FFF2-40B4-BE49-F238E27FC236}">
                  <a16:creationId xmlns:a16="http://schemas.microsoft.com/office/drawing/2014/main" id="{5B14BEC1-982F-A175-A401-ECF83DE15DA6}"/>
                </a:ext>
              </a:extLst>
            </p:cNvPr>
            <p:cNvSpPr/>
            <p:nvPr/>
          </p:nvSpPr>
          <p:spPr>
            <a:xfrm>
              <a:off x="304817" y="699533"/>
              <a:ext cx="1188720" cy="1097280"/>
            </a:xfrm>
            <a:prstGeom prst="hexagon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2C5273B-50B4-FC83-555C-1B3528B39270}"/>
              </a:ext>
            </a:extLst>
          </p:cNvPr>
          <p:cNvGrpSpPr/>
          <p:nvPr/>
        </p:nvGrpSpPr>
        <p:grpSpPr>
          <a:xfrm>
            <a:off x="2027459" y="674158"/>
            <a:ext cx="770179" cy="474929"/>
            <a:chOff x="4366971" y="1518683"/>
            <a:chExt cx="1632818" cy="1006873"/>
          </a:xfrm>
        </p:grpSpPr>
        <p:sp>
          <p:nvSpPr>
            <p:cNvPr id="2" name="Moon 1">
              <a:extLst>
                <a:ext uri="{FF2B5EF4-FFF2-40B4-BE49-F238E27FC236}">
                  <a16:creationId xmlns:a16="http://schemas.microsoft.com/office/drawing/2014/main" id="{08ECC53F-5E6E-8B69-CDF4-912B085C321D}"/>
                </a:ext>
              </a:extLst>
            </p:cNvPr>
            <p:cNvSpPr/>
            <p:nvPr/>
          </p:nvSpPr>
          <p:spPr>
            <a:xfrm rot="5400000">
              <a:off x="4929704" y="1543410"/>
              <a:ext cx="469900" cy="1494392"/>
            </a:xfrm>
            <a:prstGeom prst="moon">
              <a:avLst>
                <a:gd name="adj" fmla="val 87500"/>
              </a:avLst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02A0808-8BD5-7741-531C-AA1473A5E492}"/>
                </a:ext>
              </a:extLst>
            </p:cNvPr>
            <p:cNvGrpSpPr/>
            <p:nvPr/>
          </p:nvGrpSpPr>
          <p:grpSpPr>
            <a:xfrm>
              <a:off x="4366971" y="1555986"/>
              <a:ext cx="574646" cy="861619"/>
              <a:chOff x="4398721" y="1536936"/>
              <a:chExt cx="574646" cy="861619"/>
            </a:xfrm>
          </p:grpSpPr>
          <p:sp>
            <p:nvSpPr>
              <p:cNvPr id="3" name="Isosceles Triangle 2">
                <a:extLst>
                  <a:ext uri="{FF2B5EF4-FFF2-40B4-BE49-F238E27FC236}">
                    <a16:creationId xmlns:a16="http://schemas.microsoft.com/office/drawing/2014/main" id="{00C67651-4505-D6D3-2680-A84D04E20557}"/>
                  </a:ext>
                </a:extLst>
              </p:cNvPr>
              <p:cNvSpPr/>
              <p:nvPr/>
            </p:nvSpPr>
            <p:spPr>
              <a:xfrm rot="19469091">
                <a:off x="4398721" y="1712755"/>
                <a:ext cx="230742" cy="685800"/>
              </a:xfrm>
              <a:prstGeom prst="triangl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Isosceles Triangle 52">
                <a:extLst>
                  <a:ext uri="{FF2B5EF4-FFF2-40B4-BE49-F238E27FC236}">
                    <a16:creationId xmlns:a16="http://schemas.microsoft.com/office/drawing/2014/main" id="{6F8DC6CF-8AB5-1FBC-E0B8-2F278F920794}"/>
                  </a:ext>
                </a:extLst>
              </p:cNvPr>
              <p:cNvSpPr/>
              <p:nvPr/>
            </p:nvSpPr>
            <p:spPr>
              <a:xfrm rot="20688119">
                <a:off x="4742625" y="1536936"/>
                <a:ext cx="230742" cy="685800"/>
              </a:xfrm>
              <a:prstGeom prst="triangl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635E474-09FB-9B18-BD4C-C98699FB2699}"/>
                </a:ext>
              </a:extLst>
            </p:cNvPr>
            <p:cNvGrpSpPr/>
            <p:nvPr/>
          </p:nvGrpSpPr>
          <p:grpSpPr>
            <a:xfrm flipH="1">
              <a:off x="5425143" y="1565156"/>
              <a:ext cx="574646" cy="861619"/>
              <a:chOff x="4551121" y="1689336"/>
              <a:chExt cx="574646" cy="861619"/>
            </a:xfrm>
          </p:grpSpPr>
          <p:sp>
            <p:nvSpPr>
              <p:cNvPr id="54" name="Isosceles Triangle 53">
                <a:extLst>
                  <a:ext uri="{FF2B5EF4-FFF2-40B4-BE49-F238E27FC236}">
                    <a16:creationId xmlns:a16="http://schemas.microsoft.com/office/drawing/2014/main" id="{5CB0FEAA-F819-2A9A-855A-ED481D102344}"/>
                  </a:ext>
                </a:extLst>
              </p:cNvPr>
              <p:cNvSpPr/>
              <p:nvPr/>
            </p:nvSpPr>
            <p:spPr>
              <a:xfrm rot="19469091">
                <a:off x="4551121" y="1865155"/>
                <a:ext cx="230742" cy="685800"/>
              </a:xfrm>
              <a:prstGeom prst="triangl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Isosceles Triangle 56">
                <a:extLst>
                  <a:ext uri="{FF2B5EF4-FFF2-40B4-BE49-F238E27FC236}">
                    <a16:creationId xmlns:a16="http://schemas.microsoft.com/office/drawing/2014/main" id="{3A57F9DB-377F-E6CA-F2A8-D0651786CC7E}"/>
                  </a:ext>
                </a:extLst>
              </p:cNvPr>
              <p:cNvSpPr/>
              <p:nvPr/>
            </p:nvSpPr>
            <p:spPr>
              <a:xfrm rot="20688119">
                <a:off x="4895025" y="1689336"/>
                <a:ext cx="230742" cy="685800"/>
              </a:xfrm>
              <a:prstGeom prst="triangl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8" name="Isosceles Triangle 57">
              <a:extLst>
                <a:ext uri="{FF2B5EF4-FFF2-40B4-BE49-F238E27FC236}">
                  <a16:creationId xmlns:a16="http://schemas.microsoft.com/office/drawing/2014/main" id="{EBB9CF00-E48C-0C71-6A17-6F28FC063EC3}"/>
                </a:ext>
              </a:extLst>
            </p:cNvPr>
            <p:cNvSpPr/>
            <p:nvPr/>
          </p:nvSpPr>
          <p:spPr>
            <a:xfrm flipH="1">
              <a:off x="5070860" y="1518683"/>
              <a:ext cx="230742" cy="685800"/>
            </a:xfrm>
            <a:prstGeom prst="triangl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EE2ECEA-A29F-CFB1-C1E5-D247BC7384E3}"/>
              </a:ext>
            </a:extLst>
          </p:cNvPr>
          <p:cNvGrpSpPr/>
          <p:nvPr/>
        </p:nvGrpSpPr>
        <p:grpSpPr>
          <a:xfrm>
            <a:off x="2061364" y="2085647"/>
            <a:ext cx="702370" cy="722337"/>
            <a:chOff x="6950179" y="209368"/>
            <a:chExt cx="2475607" cy="2545983"/>
          </a:xfrm>
        </p:grpSpPr>
        <p:sp>
          <p:nvSpPr>
            <p:cNvPr id="62" name="Moon 61">
              <a:extLst>
                <a:ext uri="{FF2B5EF4-FFF2-40B4-BE49-F238E27FC236}">
                  <a16:creationId xmlns:a16="http://schemas.microsoft.com/office/drawing/2014/main" id="{64E6FE43-93A5-7BAF-08EC-AA55FA77B202}"/>
                </a:ext>
              </a:extLst>
            </p:cNvPr>
            <p:cNvSpPr/>
            <p:nvPr/>
          </p:nvSpPr>
          <p:spPr>
            <a:xfrm rot="5400000">
              <a:off x="7798765" y="1128330"/>
              <a:ext cx="778435" cy="2475607"/>
            </a:xfrm>
            <a:prstGeom prst="moon">
              <a:avLst>
                <a:gd name="adj" fmla="val 87500"/>
              </a:avLst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ECD90FE6-F4D1-4A2B-A7E0-A5FDF114AD87}"/>
                </a:ext>
              </a:extLst>
            </p:cNvPr>
            <p:cNvGrpSpPr/>
            <p:nvPr/>
          </p:nvGrpSpPr>
          <p:grpSpPr>
            <a:xfrm>
              <a:off x="7048732" y="209368"/>
              <a:ext cx="2278499" cy="2002129"/>
              <a:chOff x="3753737" y="1365068"/>
              <a:chExt cx="2278499" cy="2002129"/>
            </a:xfrm>
          </p:grpSpPr>
          <p:sp>
            <p:nvSpPr>
              <p:cNvPr id="72" name="Isosceles Triangle 71">
                <a:extLst>
                  <a:ext uri="{FF2B5EF4-FFF2-40B4-BE49-F238E27FC236}">
                    <a16:creationId xmlns:a16="http://schemas.microsoft.com/office/drawing/2014/main" id="{63B3A113-D7DE-91F2-E0D5-EF8E4378C029}"/>
                  </a:ext>
                </a:extLst>
              </p:cNvPr>
              <p:cNvSpPr/>
              <p:nvPr/>
            </p:nvSpPr>
            <p:spPr>
              <a:xfrm flipH="1">
                <a:off x="4555226" y="1365068"/>
                <a:ext cx="673630" cy="2002129"/>
              </a:xfrm>
              <a:prstGeom prst="triangl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D8FE397E-EC7B-3858-294C-5EFA291A7BCC}"/>
                  </a:ext>
                </a:extLst>
              </p:cNvPr>
              <p:cNvGrpSpPr/>
              <p:nvPr/>
            </p:nvGrpSpPr>
            <p:grpSpPr>
              <a:xfrm>
                <a:off x="3753737" y="2018274"/>
                <a:ext cx="940920" cy="1047698"/>
                <a:chOff x="3753737" y="2018274"/>
                <a:chExt cx="940920" cy="1047698"/>
              </a:xfrm>
            </p:grpSpPr>
            <p:sp>
              <p:nvSpPr>
                <p:cNvPr id="9" name="Isosceles Triangle 8">
                  <a:extLst>
                    <a:ext uri="{FF2B5EF4-FFF2-40B4-BE49-F238E27FC236}">
                      <a16:creationId xmlns:a16="http://schemas.microsoft.com/office/drawing/2014/main" id="{23F555E3-07C8-F3DC-7DD5-1D0B0F067C25}"/>
                    </a:ext>
                  </a:extLst>
                </p:cNvPr>
                <p:cNvSpPr/>
                <p:nvPr/>
              </p:nvSpPr>
              <p:spPr>
                <a:xfrm rot="16779459">
                  <a:off x="4296631" y="1899647"/>
                  <a:ext cx="279400" cy="516653"/>
                </a:xfrm>
                <a:prstGeom prst="triangl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7" name="Isosceles Triangle 76">
                  <a:extLst>
                    <a:ext uri="{FF2B5EF4-FFF2-40B4-BE49-F238E27FC236}">
                      <a16:creationId xmlns:a16="http://schemas.microsoft.com/office/drawing/2014/main" id="{E242016F-BDD3-A029-6029-E1A43842079B}"/>
                    </a:ext>
                  </a:extLst>
                </p:cNvPr>
                <p:cNvSpPr/>
                <p:nvPr/>
              </p:nvSpPr>
              <p:spPr>
                <a:xfrm rot="16779459">
                  <a:off x="4023093" y="2517216"/>
                  <a:ext cx="279400" cy="818112"/>
                </a:xfrm>
                <a:prstGeom prst="triangl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8" name="Isosceles Triangle 77">
                  <a:extLst>
                    <a:ext uri="{FF2B5EF4-FFF2-40B4-BE49-F238E27FC236}">
                      <a16:creationId xmlns:a16="http://schemas.microsoft.com/office/drawing/2014/main" id="{03DF0BD2-01C8-A8C6-B268-3A3E989E56EA}"/>
                    </a:ext>
                  </a:extLst>
                </p:cNvPr>
                <p:cNvSpPr/>
                <p:nvPr/>
              </p:nvSpPr>
              <p:spPr>
                <a:xfrm rot="16779459">
                  <a:off x="4169431" y="2180356"/>
                  <a:ext cx="279400" cy="656846"/>
                </a:xfrm>
                <a:prstGeom prst="triangl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9" name="Group 78">
                <a:extLst>
                  <a:ext uri="{FF2B5EF4-FFF2-40B4-BE49-F238E27FC236}">
                    <a16:creationId xmlns:a16="http://schemas.microsoft.com/office/drawing/2014/main" id="{C47F9B93-DF24-BFD1-7735-D49A3DD6027E}"/>
                  </a:ext>
                </a:extLst>
              </p:cNvPr>
              <p:cNvGrpSpPr/>
              <p:nvPr/>
            </p:nvGrpSpPr>
            <p:grpSpPr>
              <a:xfrm flipH="1">
                <a:off x="5091316" y="2020148"/>
                <a:ext cx="940920" cy="1047698"/>
                <a:chOff x="3753737" y="2018274"/>
                <a:chExt cx="940920" cy="1047698"/>
              </a:xfrm>
            </p:grpSpPr>
            <p:sp>
              <p:nvSpPr>
                <p:cNvPr id="80" name="Isosceles Triangle 79">
                  <a:extLst>
                    <a:ext uri="{FF2B5EF4-FFF2-40B4-BE49-F238E27FC236}">
                      <a16:creationId xmlns:a16="http://schemas.microsoft.com/office/drawing/2014/main" id="{F2A09009-AB80-5CB8-A07E-DA0730F93C99}"/>
                    </a:ext>
                  </a:extLst>
                </p:cNvPr>
                <p:cNvSpPr/>
                <p:nvPr/>
              </p:nvSpPr>
              <p:spPr>
                <a:xfrm rot="16779459">
                  <a:off x="4296631" y="1899647"/>
                  <a:ext cx="279400" cy="516653"/>
                </a:xfrm>
                <a:prstGeom prst="triangl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Isosceles Triangle 80">
                  <a:extLst>
                    <a:ext uri="{FF2B5EF4-FFF2-40B4-BE49-F238E27FC236}">
                      <a16:creationId xmlns:a16="http://schemas.microsoft.com/office/drawing/2014/main" id="{7B9A6244-DE16-017A-0905-737888810438}"/>
                    </a:ext>
                  </a:extLst>
                </p:cNvPr>
                <p:cNvSpPr/>
                <p:nvPr/>
              </p:nvSpPr>
              <p:spPr>
                <a:xfrm rot="16779459">
                  <a:off x="4023093" y="2517216"/>
                  <a:ext cx="279400" cy="818112"/>
                </a:xfrm>
                <a:prstGeom prst="triangl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Isosceles Triangle 81">
                  <a:extLst>
                    <a:ext uri="{FF2B5EF4-FFF2-40B4-BE49-F238E27FC236}">
                      <a16:creationId xmlns:a16="http://schemas.microsoft.com/office/drawing/2014/main" id="{2E9244AD-F24C-77C5-7E3C-A2F56161DAE9}"/>
                    </a:ext>
                  </a:extLst>
                </p:cNvPr>
                <p:cNvSpPr/>
                <p:nvPr/>
              </p:nvSpPr>
              <p:spPr>
                <a:xfrm rot="16779459">
                  <a:off x="4169431" y="2180356"/>
                  <a:ext cx="279400" cy="656846"/>
                </a:xfrm>
                <a:prstGeom prst="triangl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440763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1575</TotalTime>
  <Words>4</Words>
  <Application>Microsoft Office PowerPoint</Application>
  <PresentationFormat>Widescreen</PresentationFormat>
  <Paragraphs>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AlexLiu.HUST@gmail.com</dc:creator>
  <cp:lastModifiedBy>AlexLiu.HUST@gmail.com</cp:lastModifiedBy>
  <cp:revision>126</cp:revision>
  <dcterms:created xsi:type="dcterms:W3CDTF">2022-01-10T19:03:27Z</dcterms:created>
  <dcterms:modified xsi:type="dcterms:W3CDTF">2022-06-14T23:34:32Z</dcterms:modified>
</cp:coreProperties>
</file>