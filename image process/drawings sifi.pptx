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108" y="-1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13" Type="http://schemas.openxmlformats.org/officeDocument/2006/relationships/image" Target="../media/image22.png"/><Relationship Id="rId3" Type="http://schemas.openxmlformats.org/officeDocument/2006/relationships/image" Target="../media/image14.jpeg"/><Relationship Id="rId7" Type="http://schemas.openxmlformats.org/officeDocument/2006/relationships/image" Target="../media/image18.jpeg"/><Relationship Id="rId12" Type="http://schemas.openxmlformats.org/officeDocument/2006/relationships/image" Target="../media/image4.jpeg"/><Relationship Id="rId17" Type="http://schemas.openxmlformats.org/officeDocument/2006/relationships/image" Target="../media/image26.jpeg"/><Relationship Id="rId2" Type="http://schemas.openxmlformats.org/officeDocument/2006/relationships/image" Target="../media/image13.jpeg"/><Relationship Id="rId16" Type="http://schemas.openxmlformats.org/officeDocument/2006/relationships/image" Target="../media/image2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1.png"/><Relationship Id="rId5" Type="http://schemas.openxmlformats.org/officeDocument/2006/relationships/image" Target="../media/image16.png"/><Relationship Id="rId15" Type="http://schemas.openxmlformats.org/officeDocument/2006/relationships/image" Target="../media/image24.jpeg"/><Relationship Id="rId10" Type="http://schemas.openxmlformats.org/officeDocument/2006/relationships/image" Target="../media/image7.png"/><Relationship Id="rId4" Type="http://schemas.openxmlformats.org/officeDocument/2006/relationships/image" Target="../media/image15.jpeg"/><Relationship Id="rId9" Type="http://schemas.openxmlformats.org/officeDocument/2006/relationships/image" Target="../media/image20.png"/><Relationship Id="rId1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Two Scythes Crossed Stock Vector (Royalty Free) 440071630 | Shutterstock">
            <a:extLst>
              <a:ext uri="{FF2B5EF4-FFF2-40B4-BE49-F238E27FC236}">
                <a16:creationId xmlns:a16="http://schemas.microsoft.com/office/drawing/2014/main" id="{5EEB49C1-DB24-82B0-4A24-0F9B78C551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75"/>
          <a:stretch/>
        </p:blipFill>
        <p:spPr bwMode="auto">
          <a:xfrm>
            <a:off x="3438352" y="994846"/>
            <a:ext cx="808502" cy="63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605" y="923977"/>
            <a:ext cx="277209" cy="415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7019056" y="4251971"/>
            <a:ext cx="741738" cy="928816"/>
            <a:chOff x="2736559" y="1271400"/>
            <a:chExt cx="1887829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03172" y="2703909"/>
              <a:ext cx="1174749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8" y="1537760"/>
              <a:ext cx="469900" cy="317897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6692699" y="3946045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27" y="890153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101818" y="554763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610757" y="554763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843969C-84CC-84E8-55E9-C5613CA3ED92}"/>
              </a:ext>
            </a:extLst>
          </p:cNvPr>
          <p:cNvGrpSpPr/>
          <p:nvPr/>
        </p:nvGrpSpPr>
        <p:grpSpPr>
          <a:xfrm>
            <a:off x="1868231" y="996975"/>
            <a:ext cx="887099" cy="758582"/>
            <a:chOff x="3633466" y="2399571"/>
            <a:chExt cx="1377143" cy="1177631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3683689" y="2448215"/>
              <a:ext cx="435206" cy="951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4158251" y="3222739"/>
              <a:ext cx="146559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4082509" y="2922795"/>
              <a:ext cx="226723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4201087" y="3104678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3959302" y="3464721"/>
              <a:ext cx="321929" cy="1124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3782855" y="2694053"/>
              <a:ext cx="701537" cy="3318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4526706" y="2794535"/>
              <a:ext cx="132102" cy="10540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4364748" y="2729261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4703650" y="2854045"/>
              <a:ext cx="132102" cy="983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4878507" y="2861483"/>
              <a:ext cx="132102" cy="7853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3633466" y="2707619"/>
              <a:ext cx="320472" cy="31547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3938769" y="2808131"/>
              <a:ext cx="285697" cy="285697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3964821" y="2399571"/>
              <a:ext cx="418336" cy="224381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4737676" y="550875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4975053" y="970818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618895" y="2077629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789056" y="2341906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6266976" y="550875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6482473" y="882982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114" y="942708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7770056" y="554517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8362149" y="827707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9562352" y="834300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9248849" y="556798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10913644" y="795917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10732636" y="565094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280715" y="3936618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651043" y="4455355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943" y="2349600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116728" y="2046457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5206386" y="3948828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1764480" y="3940851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2154478" y="4257737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5423598" y="4498610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F5B4EC1-259E-F326-8537-AEA962D1D33A}"/>
              </a:ext>
            </a:extLst>
          </p:cNvPr>
          <p:cNvGrpSpPr/>
          <p:nvPr/>
        </p:nvGrpSpPr>
        <p:grpSpPr>
          <a:xfrm>
            <a:off x="8178797" y="3937410"/>
            <a:ext cx="1371600" cy="1371600"/>
            <a:chOff x="427081" y="263129"/>
            <a:chExt cx="1371600" cy="1371600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8CEDA50-61F0-CF72-1260-59ADC2A9326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Plaque 196">
              <a:extLst>
                <a:ext uri="{FF2B5EF4-FFF2-40B4-BE49-F238E27FC236}">
                  <a16:creationId xmlns:a16="http://schemas.microsoft.com/office/drawing/2014/main" id="{82C70602-E460-393B-9878-38430C24AD16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193A70C2-9665-D76B-1AE2-B41DB7F9141F}"/>
              </a:ext>
            </a:extLst>
          </p:cNvPr>
          <p:cNvGrpSpPr/>
          <p:nvPr/>
        </p:nvGrpSpPr>
        <p:grpSpPr>
          <a:xfrm>
            <a:off x="8551020" y="4251971"/>
            <a:ext cx="625640" cy="825748"/>
            <a:chOff x="5200606" y="948929"/>
            <a:chExt cx="895394" cy="1181783"/>
          </a:xfrm>
        </p:grpSpPr>
        <p:sp>
          <p:nvSpPr>
            <p:cNvPr id="204" name="Isosceles Triangle 203">
              <a:extLst>
                <a:ext uri="{FF2B5EF4-FFF2-40B4-BE49-F238E27FC236}">
                  <a16:creationId xmlns:a16="http://schemas.microsoft.com/office/drawing/2014/main" id="{89427A9A-54E6-F795-237A-D115541B06D0}"/>
                </a:ext>
              </a:extLst>
            </p:cNvPr>
            <p:cNvSpPr/>
            <p:nvPr/>
          </p:nvSpPr>
          <p:spPr>
            <a:xfrm>
              <a:off x="5448300" y="948929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B48E1623-CE3A-F72D-7B9F-0C07FF4B307A}"/>
                </a:ext>
              </a:extLst>
            </p:cNvPr>
            <p:cNvSpPr/>
            <p:nvPr/>
          </p:nvSpPr>
          <p:spPr>
            <a:xfrm>
              <a:off x="5200606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Isosceles Triangle 205">
              <a:extLst>
                <a:ext uri="{FF2B5EF4-FFF2-40B4-BE49-F238E27FC236}">
                  <a16:creationId xmlns:a16="http://schemas.microsoft.com/office/drawing/2014/main" id="{F4F6E9D9-F70F-4815-9849-71406CAADFFE}"/>
                </a:ext>
              </a:extLst>
            </p:cNvPr>
            <p:cNvSpPr/>
            <p:nvPr/>
          </p:nvSpPr>
          <p:spPr>
            <a:xfrm>
              <a:off x="5689600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C27C3161-EE2B-E926-40F5-6CEF2B1CCD25}"/>
              </a:ext>
            </a:extLst>
          </p:cNvPr>
          <p:cNvGrpSpPr/>
          <p:nvPr/>
        </p:nvGrpSpPr>
        <p:grpSpPr>
          <a:xfrm>
            <a:off x="3151872" y="554517"/>
            <a:ext cx="1371600" cy="1371600"/>
            <a:chOff x="427081" y="263129"/>
            <a:chExt cx="1371600" cy="1371600"/>
          </a:xfrm>
        </p:grpSpPr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B0352E4F-3937-F367-BE78-1961355DDB8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Plaque 199">
              <a:extLst>
                <a:ext uri="{FF2B5EF4-FFF2-40B4-BE49-F238E27FC236}">
                  <a16:creationId xmlns:a16="http://schemas.microsoft.com/office/drawing/2014/main" id="{A6992163-211E-24E4-C4E9-CC0F5CDA2E2C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 descr="Hurricane Whirlwind Icon, Simple Style Stock Vector - Illustration of  round, rotate: 138334440">
            <a:extLst>
              <a:ext uri="{FF2B5EF4-FFF2-40B4-BE49-F238E27FC236}">
                <a16:creationId xmlns:a16="http://schemas.microsoft.com/office/drawing/2014/main" id="{D433DD36-30FD-E560-1C31-E0CB247B2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9116" y="2385205"/>
            <a:ext cx="867112" cy="867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A88068-98B9-EBAB-8365-2C8641F9AD34}"/>
              </a:ext>
            </a:extLst>
          </p:cNvPr>
          <p:cNvGrpSpPr/>
          <p:nvPr/>
        </p:nvGrpSpPr>
        <p:grpSpPr>
          <a:xfrm>
            <a:off x="3138981" y="2046457"/>
            <a:ext cx="1371600" cy="1371600"/>
            <a:chOff x="427081" y="263129"/>
            <a:chExt cx="1371600" cy="137160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8ED69E74-C7C4-C81A-9280-23B788A3D57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Plaque 206">
              <a:extLst>
                <a:ext uri="{FF2B5EF4-FFF2-40B4-BE49-F238E27FC236}">
                  <a16:creationId xmlns:a16="http://schemas.microsoft.com/office/drawing/2014/main" id="{08D5817D-30EF-C8D3-C0AF-69D48CE68E7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686D48F-2AD2-DB72-EBBA-41CDE87CFC6F}"/>
              </a:ext>
            </a:extLst>
          </p:cNvPr>
          <p:cNvGrpSpPr/>
          <p:nvPr/>
        </p:nvGrpSpPr>
        <p:grpSpPr>
          <a:xfrm>
            <a:off x="4724400" y="2057400"/>
            <a:ext cx="1371600" cy="1371600"/>
            <a:chOff x="427081" y="263129"/>
            <a:chExt cx="1371600" cy="1371600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15C43CB9-C8D4-3758-E755-C9C0750F4CB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Plaque 209">
              <a:extLst>
                <a:ext uri="{FF2B5EF4-FFF2-40B4-BE49-F238E27FC236}">
                  <a16:creationId xmlns:a16="http://schemas.microsoft.com/office/drawing/2014/main" id="{7A31BDB1-E228-231A-CA61-A0EB8F69D8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6" name="Rectangle 245">
            <a:extLst>
              <a:ext uri="{FF2B5EF4-FFF2-40B4-BE49-F238E27FC236}">
                <a16:creationId xmlns:a16="http://schemas.microsoft.com/office/drawing/2014/main" id="{A9D2B4D2-1DC6-DCFF-F114-915D22B087C6}"/>
              </a:ext>
            </a:extLst>
          </p:cNvPr>
          <p:cNvSpPr/>
          <p:nvPr/>
        </p:nvSpPr>
        <p:spPr>
          <a:xfrm>
            <a:off x="5247828" y="2750063"/>
            <a:ext cx="382295" cy="18084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oon 4">
            <a:extLst>
              <a:ext uri="{FF2B5EF4-FFF2-40B4-BE49-F238E27FC236}">
                <a16:creationId xmlns:a16="http://schemas.microsoft.com/office/drawing/2014/main" id="{E81F8F6B-0795-4223-CD26-5B0D29C304D9}"/>
              </a:ext>
            </a:extLst>
          </p:cNvPr>
          <p:cNvSpPr/>
          <p:nvPr/>
        </p:nvSpPr>
        <p:spPr>
          <a:xfrm rot="16200000">
            <a:off x="5322507" y="2410561"/>
            <a:ext cx="225518" cy="639153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Plaque 247">
            <a:extLst>
              <a:ext uri="{FF2B5EF4-FFF2-40B4-BE49-F238E27FC236}">
                <a16:creationId xmlns:a16="http://schemas.microsoft.com/office/drawing/2014/main" id="{32F6EA85-059A-D914-93FF-6E504195ACCC}"/>
              </a:ext>
            </a:extLst>
          </p:cNvPr>
          <p:cNvSpPr/>
          <p:nvPr/>
        </p:nvSpPr>
        <p:spPr>
          <a:xfrm>
            <a:off x="5303581" y="2445247"/>
            <a:ext cx="249842" cy="245950"/>
          </a:xfrm>
          <a:prstGeom prst="plaque">
            <a:avLst>
              <a:gd name="adj" fmla="val 25032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8E6517F9-8BB8-1DB3-1695-7C8DC74B8579}"/>
              </a:ext>
            </a:extLst>
          </p:cNvPr>
          <p:cNvSpPr/>
          <p:nvPr/>
        </p:nvSpPr>
        <p:spPr>
          <a:xfrm rot="20548458">
            <a:off x="5789579" y="2919988"/>
            <a:ext cx="79866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F164FDA-E130-0486-85A1-1652AF9DAE52}"/>
              </a:ext>
            </a:extLst>
          </p:cNvPr>
          <p:cNvSpPr/>
          <p:nvPr/>
        </p:nvSpPr>
        <p:spPr>
          <a:xfrm rot="18038434">
            <a:off x="5640141" y="2790054"/>
            <a:ext cx="123550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EC96BB1F-5A6B-394B-EE2C-43699EC756CB}"/>
              </a:ext>
            </a:extLst>
          </p:cNvPr>
          <p:cNvSpPr/>
          <p:nvPr/>
        </p:nvSpPr>
        <p:spPr>
          <a:xfrm rot="15253353">
            <a:off x="5724000" y="2864998"/>
            <a:ext cx="126677" cy="126677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D2D99199-AB48-DC40-6E5E-1BB6888D76D6}"/>
              </a:ext>
            </a:extLst>
          </p:cNvPr>
          <p:cNvSpPr/>
          <p:nvPr/>
        </p:nvSpPr>
        <p:spPr>
          <a:xfrm rot="15710661">
            <a:off x="5522717" y="2759462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6C288316-C804-4D62-85D5-810DD4B7397A}"/>
              </a:ext>
            </a:extLst>
          </p:cNvPr>
          <p:cNvSpPr/>
          <p:nvPr/>
        </p:nvSpPr>
        <p:spPr>
          <a:xfrm rot="9902273">
            <a:off x="5339720" y="28825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Isosceles Triangle 260">
            <a:extLst>
              <a:ext uri="{FF2B5EF4-FFF2-40B4-BE49-F238E27FC236}">
                <a16:creationId xmlns:a16="http://schemas.microsoft.com/office/drawing/2014/main" id="{139D0D0D-7BE6-7AD9-D260-9F7CB2BF1305}"/>
              </a:ext>
            </a:extLst>
          </p:cNvPr>
          <p:cNvSpPr/>
          <p:nvPr/>
        </p:nvSpPr>
        <p:spPr>
          <a:xfrm rot="11728105">
            <a:off x="5441944" y="28573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Moon 259">
            <a:extLst>
              <a:ext uri="{FF2B5EF4-FFF2-40B4-BE49-F238E27FC236}">
                <a16:creationId xmlns:a16="http://schemas.microsoft.com/office/drawing/2014/main" id="{9AAE7158-0340-2224-DB77-8ED00EC30F03}"/>
              </a:ext>
            </a:extLst>
          </p:cNvPr>
          <p:cNvSpPr/>
          <p:nvPr/>
        </p:nvSpPr>
        <p:spPr>
          <a:xfrm rot="16200000">
            <a:off x="5371726" y="2320444"/>
            <a:ext cx="107415" cy="438067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B90CCC7F-3213-6A7C-D277-70F8AA7B943F}"/>
              </a:ext>
            </a:extLst>
          </p:cNvPr>
          <p:cNvGrpSpPr/>
          <p:nvPr/>
        </p:nvGrpSpPr>
        <p:grpSpPr>
          <a:xfrm flipH="1">
            <a:off x="4961777" y="2766749"/>
            <a:ext cx="351364" cy="328320"/>
            <a:chOff x="4817477" y="2615266"/>
            <a:chExt cx="1199848" cy="1121157"/>
          </a:xfrm>
        </p:grpSpPr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FDDE2963-226B-F41F-C20E-0E0E92F559CE}"/>
                </a:ext>
              </a:extLst>
            </p:cNvPr>
            <p:cNvSpPr/>
            <p:nvPr/>
          </p:nvSpPr>
          <p:spPr>
            <a:xfrm rot="20354995">
              <a:off x="5744597" y="3121577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7B224B-3A0C-0305-56E1-4C4D1BF102C4}"/>
                </a:ext>
              </a:extLst>
            </p:cNvPr>
            <p:cNvSpPr/>
            <p:nvPr/>
          </p:nvSpPr>
          <p:spPr>
            <a:xfrm rot="17844971">
              <a:off x="5210024" y="2703085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D8D2FF83-BA8F-EF41-F763-382B76E4A507}"/>
                </a:ext>
              </a:extLst>
            </p:cNvPr>
            <p:cNvSpPr/>
            <p:nvPr/>
          </p:nvSpPr>
          <p:spPr>
            <a:xfrm rot="15059890">
              <a:off x="5505196" y="2942338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86246630-4CC5-8630-BA3C-B81661563106}"/>
                </a:ext>
              </a:extLst>
            </p:cNvPr>
            <p:cNvSpPr/>
            <p:nvPr/>
          </p:nvSpPr>
          <p:spPr>
            <a:xfrm rot="14919487">
              <a:off x="4817477" y="2615266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9" name="Oval 258">
            <a:extLst>
              <a:ext uri="{FF2B5EF4-FFF2-40B4-BE49-F238E27FC236}">
                <a16:creationId xmlns:a16="http://schemas.microsoft.com/office/drawing/2014/main" id="{821C0924-FD7E-8DB6-E7F3-4647126BE52B}"/>
              </a:ext>
            </a:extLst>
          </p:cNvPr>
          <p:cNvSpPr/>
          <p:nvPr/>
        </p:nvSpPr>
        <p:spPr>
          <a:xfrm rot="15710661">
            <a:off x="5353888" y="2486908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953CDACB-134E-3C1E-0880-5716AD066371}"/>
              </a:ext>
            </a:extLst>
          </p:cNvPr>
          <p:cNvGrpSpPr/>
          <p:nvPr/>
        </p:nvGrpSpPr>
        <p:grpSpPr>
          <a:xfrm>
            <a:off x="3281749" y="3930902"/>
            <a:ext cx="1371600" cy="1371600"/>
            <a:chOff x="427081" y="263129"/>
            <a:chExt cx="1371600" cy="1371600"/>
          </a:xfrm>
        </p:grpSpPr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CCC1C368-B806-5BCF-BD52-EC36336B8CC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Plaque 261">
              <a:extLst>
                <a:ext uri="{FF2B5EF4-FFF2-40B4-BE49-F238E27FC236}">
                  <a16:creationId xmlns:a16="http://schemas.microsoft.com/office/drawing/2014/main" id="{2CFF0DC0-9461-90F0-9713-652C7A05E4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64" name="Isosceles Triangle 263">
            <a:extLst>
              <a:ext uri="{FF2B5EF4-FFF2-40B4-BE49-F238E27FC236}">
                <a16:creationId xmlns:a16="http://schemas.microsoft.com/office/drawing/2014/main" id="{9D8847C5-09C0-792F-2B80-CE06471366BE}"/>
              </a:ext>
            </a:extLst>
          </p:cNvPr>
          <p:cNvSpPr/>
          <p:nvPr/>
        </p:nvSpPr>
        <p:spPr>
          <a:xfrm rot="8297516">
            <a:off x="3803975" y="4657403"/>
            <a:ext cx="369669" cy="130472"/>
          </a:xfrm>
          <a:prstGeom prst="triangl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" name="Moon 267">
            <a:extLst>
              <a:ext uri="{FF2B5EF4-FFF2-40B4-BE49-F238E27FC236}">
                <a16:creationId xmlns:a16="http://schemas.microsoft.com/office/drawing/2014/main" id="{0FAC873F-DA71-7F33-2186-48ACF959FBA9}"/>
              </a:ext>
            </a:extLst>
          </p:cNvPr>
          <p:cNvSpPr/>
          <p:nvPr/>
        </p:nvSpPr>
        <p:spPr>
          <a:xfrm rot="2897516">
            <a:off x="4133544" y="4793085"/>
            <a:ext cx="146175" cy="347925"/>
          </a:xfrm>
          <a:prstGeom prst="moon">
            <a:avLst>
              <a:gd name="adj" fmla="val 3823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Isosceles Triangle 268">
            <a:extLst>
              <a:ext uri="{FF2B5EF4-FFF2-40B4-BE49-F238E27FC236}">
                <a16:creationId xmlns:a16="http://schemas.microsoft.com/office/drawing/2014/main" id="{603ACF85-7424-8575-844C-806BE1688B8C}"/>
              </a:ext>
            </a:extLst>
          </p:cNvPr>
          <p:cNvSpPr/>
          <p:nvPr/>
        </p:nvSpPr>
        <p:spPr>
          <a:xfrm rot="8297516">
            <a:off x="4029623" y="4673036"/>
            <a:ext cx="178795" cy="39141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" name="Moon 269">
            <a:extLst>
              <a:ext uri="{FF2B5EF4-FFF2-40B4-BE49-F238E27FC236}">
                <a16:creationId xmlns:a16="http://schemas.microsoft.com/office/drawing/2014/main" id="{65069A6A-8E05-8F7F-A320-FD4A15253A4F}"/>
              </a:ext>
            </a:extLst>
          </p:cNvPr>
          <p:cNvSpPr/>
          <p:nvPr/>
        </p:nvSpPr>
        <p:spPr>
          <a:xfrm rot="2897516">
            <a:off x="4004721" y="4543939"/>
            <a:ext cx="164297" cy="577458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C1E4148-D86C-92E0-9BBF-C677587D5461}"/>
              </a:ext>
            </a:extLst>
          </p:cNvPr>
          <p:cNvGrpSpPr/>
          <p:nvPr/>
        </p:nvGrpSpPr>
        <p:grpSpPr>
          <a:xfrm rot="13765039">
            <a:off x="3562641" y="4298678"/>
            <a:ext cx="289303" cy="284833"/>
            <a:chOff x="4736891" y="4170522"/>
            <a:chExt cx="289303" cy="284833"/>
          </a:xfrm>
        </p:grpSpPr>
        <p:sp>
          <p:nvSpPr>
            <p:cNvPr id="8" name="Moon 7">
              <a:extLst>
                <a:ext uri="{FF2B5EF4-FFF2-40B4-BE49-F238E27FC236}">
                  <a16:creationId xmlns:a16="http://schemas.microsoft.com/office/drawing/2014/main" id="{4E7BDCCB-6FBF-842B-FF73-E555B0866166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Sun 8">
              <a:extLst>
                <a:ext uri="{FF2B5EF4-FFF2-40B4-BE49-F238E27FC236}">
                  <a16:creationId xmlns:a16="http://schemas.microsoft.com/office/drawing/2014/main" id="{3D490005-0727-5FAC-2B82-A10FC34A8C83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8F23EC0E-A67E-4965-45D4-965FB47BC5F4}"/>
              </a:ext>
            </a:extLst>
          </p:cNvPr>
          <p:cNvGrpSpPr/>
          <p:nvPr/>
        </p:nvGrpSpPr>
        <p:grpSpPr>
          <a:xfrm rot="13765039">
            <a:off x="3649709" y="4607337"/>
            <a:ext cx="163982" cy="161448"/>
            <a:chOff x="4736891" y="4170522"/>
            <a:chExt cx="289303" cy="284833"/>
          </a:xfrm>
        </p:grpSpPr>
        <p:sp>
          <p:nvSpPr>
            <p:cNvPr id="283" name="Moon 282">
              <a:extLst>
                <a:ext uri="{FF2B5EF4-FFF2-40B4-BE49-F238E27FC236}">
                  <a16:creationId xmlns:a16="http://schemas.microsoft.com/office/drawing/2014/main" id="{993458AF-FF89-826E-FF1C-0B68AFDD29AF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Sun 283">
              <a:extLst>
                <a:ext uri="{FF2B5EF4-FFF2-40B4-BE49-F238E27FC236}">
                  <a16:creationId xmlns:a16="http://schemas.microsoft.com/office/drawing/2014/main" id="{8D4E6FC3-656E-1844-02A2-E13B72B2FDB7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A9440B89-2CBC-ECAF-6672-3DEDEE6D2FBB}"/>
              </a:ext>
            </a:extLst>
          </p:cNvPr>
          <p:cNvGrpSpPr/>
          <p:nvPr/>
        </p:nvGrpSpPr>
        <p:grpSpPr>
          <a:xfrm rot="13765039">
            <a:off x="3872945" y="4412802"/>
            <a:ext cx="163982" cy="161448"/>
            <a:chOff x="4736891" y="4170522"/>
            <a:chExt cx="289303" cy="284833"/>
          </a:xfrm>
        </p:grpSpPr>
        <p:sp>
          <p:nvSpPr>
            <p:cNvPr id="286" name="Moon 285">
              <a:extLst>
                <a:ext uri="{FF2B5EF4-FFF2-40B4-BE49-F238E27FC236}">
                  <a16:creationId xmlns:a16="http://schemas.microsoft.com/office/drawing/2014/main" id="{561EFF2D-3E54-0097-03AB-086997B71018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Sun 286">
              <a:extLst>
                <a:ext uri="{FF2B5EF4-FFF2-40B4-BE49-F238E27FC236}">
                  <a16:creationId xmlns:a16="http://schemas.microsoft.com/office/drawing/2014/main" id="{09850323-6E76-EDF4-70B7-B161EF76E64A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933A3CF-6B78-A803-B848-269E55B096F9}"/>
              </a:ext>
            </a:extLst>
          </p:cNvPr>
          <p:cNvGrpSpPr/>
          <p:nvPr/>
        </p:nvGrpSpPr>
        <p:grpSpPr>
          <a:xfrm rot="19612112">
            <a:off x="8012950" y="3974742"/>
            <a:ext cx="1147676" cy="521834"/>
            <a:chOff x="3722644" y="3927567"/>
            <a:chExt cx="2346446" cy="1066900"/>
          </a:xfrm>
        </p:grpSpPr>
        <p:pic>
          <p:nvPicPr>
            <p:cNvPr id="155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F102135B-722C-D9A8-7A5B-C1F76A7140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C192A3F-BE70-0352-F945-B0D0A3948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CF1EAE-C868-8E9F-764F-5DE114A460EC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213377" y="483633"/>
            <a:chExt cx="1371600" cy="13716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0C943E6-D0AE-C99E-289A-31E9B46F6A7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Hexagon 90">
              <a:extLst>
                <a:ext uri="{FF2B5EF4-FFF2-40B4-BE49-F238E27FC236}">
                  <a16:creationId xmlns:a16="http://schemas.microsoft.com/office/drawing/2014/main" id="{A2C23FCF-AF71-59D9-F6E6-65D8F507C24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ACFF0E3-EE75-33F0-BC05-D150F24B88AA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213377" y="483633"/>
            <a:chExt cx="1371600" cy="13716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3745321-0C83-CCAF-E6C1-D5AFCE566BE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>
              <a:extLst>
                <a:ext uri="{FF2B5EF4-FFF2-40B4-BE49-F238E27FC236}">
                  <a16:creationId xmlns:a16="http://schemas.microsoft.com/office/drawing/2014/main" id="{A9232A6D-CA56-BEB8-2BAF-0A81D270D48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DBF5770-7B45-F385-3742-28E304929C10}"/>
              </a:ext>
            </a:extLst>
          </p:cNvPr>
          <p:cNvGrpSpPr/>
          <p:nvPr/>
        </p:nvGrpSpPr>
        <p:grpSpPr>
          <a:xfrm>
            <a:off x="2060921" y="2519939"/>
            <a:ext cx="770179" cy="474929"/>
            <a:chOff x="4366971" y="1518683"/>
            <a:chExt cx="1632818" cy="1006873"/>
          </a:xfrm>
        </p:grpSpPr>
        <p:sp>
          <p:nvSpPr>
            <p:cNvPr id="99" name="Moon 98">
              <a:extLst>
                <a:ext uri="{FF2B5EF4-FFF2-40B4-BE49-F238E27FC236}">
                  <a16:creationId xmlns:a16="http://schemas.microsoft.com/office/drawing/2014/main" id="{133502E2-A9F6-F9CF-C975-588533B801B2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24BF354-937B-4069-BBD5-08BAB2003875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09B474AA-63E0-2D2A-91BD-341F613184DA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E44ABF4E-C5E5-D6EB-8789-FFE30F717BF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963DCF6-71B5-927F-9F04-F3242378767F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205F67CA-7163-56E8-DBDF-47981FEB31C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0D075012-34C9-667B-2E5D-79B64A304100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F1DB5FBD-742E-2BD8-2E9C-D3C18EACECF6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FD23CA3-C491-B1C3-F8B7-53B901341FD5}"/>
              </a:ext>
            </a:extLst>
          </p:cNvPr>
          <p:cNvGrpSpPr/>
          <p:nvPr/>
        </p:nvGrpSpPr>
        <p:grpSpPr>
          <a:xfrm>
            <a:off x="2094826" y="3931428"/>
            <a:ext cx="702370" cy="722337"/>
            <a:chOff x="6950179" y="209368"/>
            <a:chExt cx="2475607" cy="2545983"/>
          </a:xfrm>
        </p:grpSpPr>
        <p:sp>
          <p:nvSpPr>
            <p:cNvPr id="108" name="Moon 107">
              <a:extLst>
                <a:ext uri="{FF2B5EF4-FFF2-40B4-BE49-F238E27FC236}">
                  <a16:creationId xmlns:a16="http://schemas.microsoft.com/office/drawing/2014/main" id="{E8CD6C4D-DD7C-313C-26D8-E5ED7CCD9F63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ACB9EB3-D072-A731-F2A6-21FC005F6E11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998A6A4-D158-BE60-C0D2-4FE90D0EEB54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1184E7C-818D-1038-12DB-BF16B792250E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6" name="Isosceles Triangle 115">
                  <a:extLst>
                    <a:ext uri="{FF2B5EF4-FFF2-40B4-BE49-F238E27FC236}">
                      <a16:creationId xmlns:a16="http://schemas.microsoft.com/office/drawing/2014/main" id="{BE254664-46DB-15BA-55A6-633CBC8DF6E2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B359D96-FAD5-DFC4-7C29-D80EB9D02AF1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2555B9CA-BF14-96BC-5287-09CB362E1702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975210B1-C581-916B-464E-7CB4EC58A7D6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9689A571-4995-CC2B-997E-8FD391C20D27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CDB90B00-58A9-8743-4722-6BD00B4A489D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537522A5-45B2-AF42-ABE9-886D16420C7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7053A8E6-5A0B-D0B0-DACF-7ADD520558A9}"/>
              </a:ext>
            </a:extLst>
          </p:cNvPr>
          <p:cNvGrpSpPr/>
          <p:nvPr/>
        </p:nvGrpSpPr>
        <p:grpSpPr>
          <a:xfrm>
            <a:off x="7895166" y="3464634"/>
            <a:ext cx="1371600" cy="1371600"/>
            <a:chOff x="213377" y="483633"/>
            <a:chExt cx="1371600" cy="13716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5E1A682F-AF5A-A55D-D64E-B749A5546E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Hexagon 149">
              <a:extLst>
                <a:ext uri="{FF2B5EF4-FFF2-40B4-BE49-F238E27FC236}">
                  <a16:creationId xmlns:a16="http://schemas.microsoft.com/office/drawing/2014/main" id="{546C48F3-B069-4BF0-85D7-144EB2E0DDB9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AAA08AF-49E9-532D-06DD-E0AC18A30215}"/>
              </a:ext>
            </a:extLst>
          </p:cNvPr>
          <p:cNvGrpSpPr/>
          <p:nvPr/>
        </p:nvGrpSpPr>
        <p:grpSpPr>
          <a:xfrm>
            <a:off x="9773710" y="2248932"/>
            <a:ext cx="718107" cy="1009156"/>
            <a:chOff x="4749318" y="4046015"/>
            <a:chExt cx="718107" cy="1009156"/>
          </a:xfrm>
        </p:grpSpPr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F2E6589B-FD4F-D20F-4ED7-6CD011F3A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12582" y="4046015"/>
              <a:ext cx="554843" cy="508021"/>
            </a:xfrm>
            <a:prstGeom prst="rect">
              <a:avLst/>
            </a:prstGeom>
          </p:spPr>
        </p:pic>
        <p:pic>
          <p:nvPicPr>
            <p:cNvPr id="15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CC8B72D1-F6D9-0D6A-160F-6747604DA2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749318" y="4500457"/>
              <a:ext cx="457426" cy="554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3878E5-98CF-4B37-B8F2-CDF8BD9D1855}"/>
              </a:ext>
            </a:extLst>
          </p:cNvPr>
          <p:cNvGrpSpPr/>
          <p:nvPr/>
        </p:nvGrpSpPr>
        <p:grpSpPr>
          <a:xfrm>
            <a:off x="9400072" y="1989758"/>
            <a:ext cx="1371600" cy="1371600"/>
            <a:chOff x="213377" y="483633"/>
            <a:chExt cx="1371600" cy="13716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E0D51FF4-706D-F88A-6972-348AAEF50E3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Hexagon 161">
              <a:extLst>
                <a:ext uri="{FF2B5EF4-FFF2-40B4-BE49-F238E27FC236}">
                  <a16:creationId xmlns:a16="http://schemas.microsoft.com/office/drawing/2014/main" id="{4CFE4FAE-EEF3-BC9D-0EC4-488B22A1B82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2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370FBE31-2C2B-072C-17C4-98A57B6C62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2021789" y="1071799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3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63B319A1-CB94-4D78-6F32-4C992119D4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86648" y="95358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4" name="Group 183">
            <a:extLst>
              <a:ext uri="{FF2B5EF4-FFF2-40B4-BE49-F238E27FC236}">
                <a16:creationId xmlns:a16="http://schemas.microsoft.com/office/drawing/2014/main" id="{D08785AA-049A-E35D-7677-0DE280185D26}"/>
              </a:ext>
            </a:extLst>
          </p:cNvPr>
          <p:cNvGrpSpPr/>
          <p:nvPr/>
        </p:nvGrpSpPr>
        <p:grpSpPr>
          <a:xfrm>
            <a:off x="190521" y="483925"/>
            <a:ext cx="1371600" cy="1371600"/>
            <a:chOff x="213377" y="483633"/>
            <a:chExt cx="1371600" cy="1371600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99EB7BD1-F331-67CB-EE86-C8D17FA7283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Hexagon 185">
              <a:extLst>
                <a:ext uri="{FF2B5EF4-FFF2-40B4-BE49-F238E27FC236}">
                  <a16:creationId xmlns:a16="http://schemas.microsoft.com/office/drawing/2014/main" id="{399D832C-29ED-5787-9267-E2C4B335EA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B884438-1724-1F3E-9439-729088AE6E7F}"/>
              </a:ext>
            </a:extLst>
          </p:cNvPr>
          <p:cNvGrpSpPr/>
          <p:nvPr/>
        </p:nvGrpSpPr>
        <p:grpSpPr>
          <a:xfrm>
            <a:off x="1758971" y="483925"/>
            <a:ext cx="1371600" cy="1371600"/>
            <a:chOff x="213377" y="483633"/>
            <a:chExt cx="1371600" cy="1371600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C64075E-44EB-F541-BFE3-486E724D8B2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Hexagon 188">
              <a:extLst>
                <a:ext uri="{FF2B5EF4-FFF2-40B4-BE49-F238E27FC236}">
                  <a16:creationId xmlns:a16="http://schemas.microsoft.com/office/drawing/2014/main" id="{A136FF86-0EDD-AA35-1569-6E2E238405D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5B744C1-3F97-3361-5767-E8B23A924C93}"/>
              </a:ext>
            </a:extLst>
          </p:cNvPr>
          <p:cNvGrpSpPr/>
          <p:nvPr/>
        </p:nvGrpSpPr>
        <p:grpSpPr>
          <a:xfrm>
            <a:off x="3256350" y="1996684"/>
            <a:ext cx="1371600" cy="1371600"/>
            <a:chOff x="213377" y="483633"/>
            <a:chExt cx="1371600" cy="1371600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1ED8573-461F-2C74-88FF-123D089B6809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Hexagon 191">
              <a:extLst>
                <a:ext uri="{FF2B5EF4-FFF2-40B4-BE49-F238E27FC236}">
                  <a16:creationId xmlns:a16="http://schemas.microsoft.com/office/drawing/2014/main" id="{F05056AB-2BC1-C48A-B9BA-CB74B99F36D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3" name="Oval 192">
            <a:extLst>
              <a:ext uri="{FF2B5EF4-FFF2-40B4-BE49-F238E27FC236}">
                <a16:creationId xmlns:a16="http://schemas.microsoft.com/office/drawing/2014/main" id="{CB81F4B8-19B1-508B-3D93-7E60DD0952EE}"/>
              </a:ext>
            </a:extLst>
          </p:cNvPr>
          <p:cNvSpPr/>
          <p:nvPr/>
        </p:nvSpPr>
        <p:spPr>
          <a:xfrm>
            <a:off x="2495429" y="762907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FB9D6BC-10E5-1B0F-A869-5DA13FF53D2C}"/>
              </a:ext>
            </a:extLst>
          </p:cNvPr>
          <p:cNvGrpSpPr/>
          <p:nvPr/>
        </p:nvGrpSpPr>
        <p:grpSpPr>
          <a:xfrm>
            <a:off x="3487571" y="2513919"/>
            <a:ext cx="937313" cy="494610"/>
            <a:chOff x="5859312" y="3132616"/>
            <a:chExt cx="2744937" cy="1448473"/>
          </a:xfrm>
        </p:grpSpPr>
        <p:pic>
          <p:nvPicPr>
            <p:cNvPr id="19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E25AB92B-9C5F-0ED0-D17C-71DE59BB03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F88D65D9-26E5-EFDD-2CAF-02783F1EE94D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279ACDB3-F2A9-CB49-27A7-3062B4523659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69ACC9E1-1CFF-E907-7313-39FAA9B49A5C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E0E054E9-6FAD-CB71-9836-5FA6BCD1ECE1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D119F509-070D-E953-4877-C69D28AC2098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0EFFF907-F551-5B60-FEAB-18AAE92B6DE0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7FC05068-E64F-4C6F-2428-E9B8836A78EE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FEB7BE71-F5CD-3B23-E300-BF119543D23D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C595E614-21C8-AF74-3CA3-2615FCDE53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1989567" y="73495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87471417-172C-894A-4863-F4044117D8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54426" y="616745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A39ED-286D-3F33-BF59-7EB8458F8A9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213377" y="483633"/>
            <a:chExt cx="1371600" cy="1371600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55E4EFD-A40A-C2EC-924D-ED00A08530B8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A0E811B9-07C5-32B6-2099-B4B31077252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2F04A-6491-0A7F-EE9C-62724EA95B0A}"/>
              </a:ext>
            </a:extLst>
          </p:cNvPr>
          <p:cNvGrpSpPr/>
          <p:nvPr/>
        </p:nvGrpSpPr>
        <p:grpSpPr>
          <a:xfrm>
            <a:off x="1726749" y="147083"/>
            <a:ext cx="1371600" cy="1371600"/>
            <a:chOff x="213377" y="483633"/>
            <a:chExt cx="1371600" cy="1371600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58F6939-C302-91EC-F03E-95A2D7F135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Hexagon 45">
              <a:extLst>
                <a:ext uri="{FF2B5EF4-FFF2-40B4-BE49-F238E27FC236}">
                  <a16:creationId xmlns:a16="http://schemas.microsoft.com/office/drawing/2014/main" id="{1C8B4954-50D7-11C0-E16F-8D286D1F98E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EB71830-93DF-CF53-DB55-593B830D22FE}"/>
              </a:ext>
            </a:extLst>
          </p:cNvPr>
          <p:cNvGrpSpPr/>
          <p:nvPr/>
        </p:nvGrpSpPr>
        <p:grpSpPr>
          <a:xfrm>
            <a:off x="155308" y="1761016"/>
            <a:ext cx="1371600" cy="1371600"/>
            <a:chOff x="213377" y="483633"/>
            <a:chExt cx="1371600" cy="13716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7DF4839-20A5-417F-9D2D-6BF2A296777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Hexagon 48">
              <a:extLst>
                <a:ext uri="{FF2B5EF4-FFF2-40B4-BE49-F238E27FC236}">
                  <a16:creationId xmlns:a16="http://schemas.microsoft.com/office/drawing/2014/main" id="{9B82B2E6-6D23-A605-72D7-A979E64A4B25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Oval 58">
            <a:extLst>
              <a:ext uri="{FF2B5EF4-FFF2-40B4-BE49-F238E27FC236}">
                <a16:creationId xmlns:a16="http://schemas.microsoft.com/office/drawing/2014/main" id="{CE0C1045-95B9-B34D-F506-8E4C2423EACB}"/>
              </a:ext>
            </a:extLst>
          </p:cNvPr>
          <p:cNvSpPr/>
          <p:nvPr/>
        </p:nvSpPr>
        <p:spPr>
          <a:xfrm>
            <a:off x="2463207" y="426065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B761432-0775-79F4-A904-E9331B8B82C8}"/>
              </a:ext>
            </a:extLst>
          </p:cNvPr>
          <p:cNvGrpSpPr/>
          <p:nvPr/>
        </p:nvGrpSpPr>
        <p:grpSpPr>
          <a:xfrm>
            <a:off x="386529" y="2278251"/>
            <a:ext cx="937313" cy="494610"/>
            <a:chOff x="5859312" y="3132616"/>
            <a:chExt cx="2744937" cy="1448473"/>
          </a:xfrm>
        </p:grpSpPr>
        <p:pic>
          <p:nvPicPr>
            <p:cNvPr id="76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76560993-1BD9-E9B5-08D9-D356C6EFF5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E7FC87A-A61B-F304-4BD1-ADB0637EEDDF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33FD0B9D-5801-6787-FA23-237D7A58FBAB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27A0E8A-CAB5-EE07-E027-3E55F30036BD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1521476B-94ED-432D-EDD4-966B65548717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8B25A08-CF58-68C0-8248-B18772D9DEDD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1CE04FA-F909-696F-6A2C-1BA46445C662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2E316E24-A7B9-0A9E-E561-44BC8C4539E7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04F7C8DA-D6CE-34C1-6ADA-8411D50F206B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1742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137</cp:revision>
  <dcterms:created xsi:type="dcterms:W3CDTF">2022-01-10T19:03:27Z</dcterms:created>
  <dcterms:modified xsi:type="dcterms:W3CDTF">2022-06-20T02:35:12Z</dcterms:modified>
</cp:coreProperties>
</file>