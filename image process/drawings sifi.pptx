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1332" y="-16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6/24/2022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5.pn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4.jpeg"/><Relationship Id="rId17" Type="http://schemas.openxmlformats.org/officeDocument/2006/relationships/image" Target="../media/image29.jpeg"/><Relationship Id="rId2" Type="http://schemas.openxmlformats.org/officeDocument/2006/relationships/image" Target="../media/image16.jpeg"/><Relationship Id="rId16" Type="http://schemas.openxmlformats.org/officeDocument/2006/relationships/image" Target="../media/image2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5" Type="http://schemas.openxmlformats.org/officeDocument/2006/relationships/image" Target="../media/image27.jpeg"/><Relationship Id="rId10" Type="http://schemas.openxmlformats.org/officeDocument/2006/relationships/image" Target="../media/image8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Relationship Id="rId14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82" name="Picture 2" descr="Apache helicopter | Stock vector | Colourbox">
            <a:extLst>
              <a:ext uri="{FF2B5EF4-FFF2-40B4-BE49-F238E27FC236}">
                <a16:creationId xmlns:a16="http://schemas.microsoft.com/office/drawing/2014/main" id="{C2DF8D61-4337-5458-818A-2158BC02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58473">
            <a:off x="3845270" y="4089744"/>
            <a:ext cx="841728" cy="655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44689B5-EC73-57FD-5184-0121E6688C9F}"/>
              </a:ext>
            </a:extLst>
          </p:cNvPr>
          <p:cNvGrpSpPr/>
          <p:nvPr/>
        </p:nvGrpSpPr>
        <p:grpSpPr>
          <a:xfrm>
            <a:off x="3580335" y="3896688"/>
            <a:ext cx="1371600" cy="1371600"/>
            <a:chOff x="1298501" y="962272"/>
            <a:chExt cx="1371600" cy="1371600"/>
          </a:xfrm>
        </p:grpSpPr>
        <p:sp>
          <p:nvSpPr>
            <p:cNvPr id="384" name="Rectangle 383">
              <a:extLst>
                <a:ext uri="{FF2B5EF4-FFF2-40B4-BE49-F238E27FC236}">
                  <a16:creationId xmlns:a16="http://schemas.microsoft.com/office/drawing/2014/main" id="{FE3BBA60-C1E2-A7A2-757B-CE332EF2F26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Arrow: Pentagon 384">
              <a:extLst>
                <a:ext uri="{FF2B5EF4-FFF2-40B4-BE49-F238E27FC236}">
                  <a16:creationId xmlns:a16="http://schemas.microsoft.com/office/drawing/2014/main" id="{404C6780-37D4-CE10-0EFA-6FB3A3A5D7E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535718-ED7C-8F2D-D975-8C3231CCBB84}"/>
              </a:ext>
            </a:extLst>
          </p:cNvPr>
          <p:cNvGrpSpPr/>
          <p:nvPr/>
        </p:nvGrpSpPr>
        <p:grpSpPr>
          <a:xfrm>
            <a:off x="4501055" y="563225"/>
            <a:ext cx="1371600" cy="1371600"/>
            <a:chOff x="1298501" y="962272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B6D15A-D3E6-2C30-C75B-9FDA374FEA8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row: Pentagon 25">
              <a:extLst>
                <a:ext uri="{FF2B5EF4-FFF2-40B4-BE49-F238E27FC236}">
                  <a16:creationId xmlns:a16="http://schemas.microsoft.com/office/drawing/2014/main" id="{62B76B23-3C28-9CE4-3EA8-5EB675CD4D76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EEF1C40-1B7D-94FA-B3E3-94B28D44E455}"/>
              </a:ext>
            </a:extLst>
          </p:cNvPr>
          <p:cNvGrpSpPr/>
          <p:nvPr/>
        </p:nvGrpSpPr>
        <p:grpSpPr>
          <a:xfrm>
            <a:off x="4916659" y="832883"/>
            <a:ext cx="540391" cy="669728"/>
            <a:chOff x="6777984" y="514985"/>
            <a:chExt cx="1202128" cy="1489844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12D53AB-A653-57D1-449A-6E7A0666BA83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747A2AE-F9EF-EB2F-D027-6480E63A760A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A8DE4B8-D9A8-CEB2-5B44-B724728DDE73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20519C3-F503-9607-A082-FA73E8C5EA9D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22D5FF9-4220-5722-C319-403405B75EAC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5AE754A-0E3D-0155-62F4-F8C1163984E8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AA77E2D-05F1-FE7E-0F56-E00AE36B04FD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7D977B9A-EBF1-24EB-9776-B84F4D27CB3B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A0F577-B5A6-3C49-C66D-27D734897534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1618E09-041C-A851-0FEC-2E5A540507B0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87FFA6A-0FF0-433D-8457-076DBA37C326}"/>
              </a:ext>
            </a:extLst>
          </p:cNvPr>
          <p:cNvGrpSpPr/>
          <p:nvPr/>
        </p:nvGrpSpPr>
        <p:grpSpPr>
          <a:xfrm>
            <a:off x="6009815" y="563225"/>
            <a:ext cx="1371600" cy="1371600"/>
            <a:chOff x="1298501" y="962272"/>
            <a:chExt cx="1371600" cy="1371600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07EE464-6DCB-3660-FE02-6E1D25FDF631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Arrow: Pentagon 49">
              <a:extLst>
                <a:ext uri="{FF2B5EF4-FFF2-40B4-BE49-F238E27FC236}">
                  <a16:creationId xmlns:a16="http://schemas.microsoft.com/office/drawing/2014/main" id="{426854CE-1909-3006-1555-F45D22AB82A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4A187E-51B8-2D47-B12B-620834B1810D}"/>
              </a:ext>
            </a:extLst>
          </p:cNvPr>
          <p:cNvGrpSpPr/>
          <p:nvPr/>
        </p:nvGrpSpPr>
        <p:grpSpPr>
          <a:xfrm>
            <a:off x="6307127" y="1055234"/>
            <a:ext cx="655875" cy="365799"/>
            <a:chOff x="5515272" y="2726651"/>
            <a:chExt cx="1361777" cy="759499"/>
          </a:xfrm>
        </p:grpSpPr>
        <p:sp>
          <p:nvSpPr>
            <p:cNvPr id="9" name="Moon 8">
              <a:extLst>
                <a:ext uri="{FF2B5EF4-FFF2-40B4-BE49-F238E27FC236}">
                  <a16:creationId xmlns:a16="http://schemas.microsoft.com/office/drawing/2014/main" id="{A072D82F-C39E-1E97-87FE-2315F3FF696C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8FF8826-A2C7-9ED9-10EE-191C9DF4A89E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609DF1-DACA-E36E-9C51-768967DFA931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EC5FC43-10CE-425C-2B05-B0FDAA948E3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1757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141</cp:revision>
  <dcterms:created xsi:type="dcterms:W3CDTF">2022-01-10T19:03:27Z</dcterms:created>
  <dcterms:modified xsi:type="dcterms:W3CDTF">2022-06-24T22:06:33Z</dcterms:modified>
</cp:coreProperties>
</file>