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611C9ED2-34B1-652C-46AE-EF6035935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5155">
            <a:off x="2293315" y="662456"/>
            <a:ext cx="551005" cy="906820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E6D5F2B4-CC15-2413-E222-F40E8932B52E}"/>
              </a:ext>
            </a:extLst>
          </p:cNvPr>
          <p:cNvGrpSpPr/>
          <p:nvPr/>
        </p:nvGrpSpPr>
        <p:grpSpPr>
          <a:xfrm>
            <a:off x="608089" y="493952"/>
            <a:ext cx="1027167" cy="1035721"/>
            <a:chOff x="4165279" y="376316"/>
            <a:chExt cx="4372510" cy="4408922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00E8C98-AB38-E16B-E603-41C7A4CC6A24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2" name="Isosceles Triangle 1">
                <a:extLst>
                  <a:ext uri="{FF2B5EF4-FFF2-40B4-BE49-F238E27FC236}">
                    <a16:creationId xmlns:a16="http://schemas.microsoft.com/office/drawing/2014/main" id="{64834EAC-F76B-ADEA-3CD4-205D2CBC638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6AA7D6DD-0D31-13D6-8AA1-5DE532DB6F3D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5E4FBE9-446A-A891-35DC-490EF525306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4509484-877F-4AC3-2064-FAE3DA3BFD62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C6A0B7A-C9DA-21AE-0EA2-662956AA2572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6C4E511F-2CE1-6C42-C5DF-0CF42D13AAF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76" name="Picture 75">
                <a:extLst>
                  <a:ext uri="{FF2B5EF4-FFF2-40B4-BE49-F238E27FC236}">
                    <a16:creationId xmlns:a16="http://schemas.microsoft.com/office/drawing/2014/main" id="{F4985C61-0B7A-DD00-D291-D2A339C87F7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01C3493D-A7F6-7A3C-562A-7944049AB6F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A371ADE2-AB8E-450C-C726-0BFE20FA3A2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BCDCAAAD-9B8E-CA71-0085-48CF26E405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5742BE29-CEBF-34A9-715C-44003FAF2AF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81" name="Picture 80">
                <a:extLst>
                  <a:ext uri="{FF2B5EF4-FFF2-40B4-BE49-F238E27FC236}">
                    <a16:creationId xmlns:a16="http://schemas.microsoft.com/office/drawing/2014/main" id="{EBF05BCA-59FD-E14C-25C9-ABFF697BB19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9EB53265-F1D0-58A5-73B0-6D94B5905AF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83" name="Picture 82">
                <a:extLst>
                  <a:ext uri="{FF2B5EF4-FFF2-40B4-BE49-F238E27FC236}">
                    <a16:creationId xmlns:a16="http://schemas.microsoft.com/office/drawing/2014/main" id="{680E964E-CEE1-1EFF-5185-C0B4782BC12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FA22BA67-F0E7-33B1-9C63-A4BB9E5B0831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4C16ACBF-B81A-6C1A-16F3-B566ABD3E75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86" name="Picture 85">
                <a:extLst>
                  <a:ext uri="{FF2B5EF4-FFF2-40B4-BE49-F238E27FC236}">
                    <a16:creationId xmlns:a16="http://schemas.microsoft.com/office/drawing/2014/main" id="{AA831C4D-C844-073B-90BD-EAC348AE5FE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330FE7B5-2CBD-164D-648F-9AFDB5E2DDC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88" name="Picture 87">
                <a:extLst>
                  <a:ext uri="{FF2B5EF4-FFF2-40B4-BE49-F238E27FC236}">
                    <a16:creationId xmlns:a16="http://schemas.microsoft.com/office/drawing/2014/main" id="{9D840451-CF6B-5B63-AE0E-D6A19467266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EF045B2-0948-65B1-3362-7DB766FFBBE7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F04C856E-A956-D0A5-EDBC-8D14833F86D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7363800B-F2BB-4F5F-FE92-1CFB48C58F4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1AD0E70B-066F-9828-19B3-5877D64FA2F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77EA80CC-02E2-AA59-B36E-6C332D55C1F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246E687-0EF4-4F45-FA5D-C56722D7831E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427081" y="263129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Plaque 9">
              <a:extLst>
                <a:ext uri="{FF2B5EF4-FFF2-40B4-BE49-F238E27FC236}">
                  <a16:creationId xmlns:a16="http://schemas.microsoft.com/office/drawing/2014/main" id="{547A9B6C-82B4-6187-4C4A-2C056096AE99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DA4668C-A6C9-9F29-1BEE-74169349C720}"/>
              </a:ext>
            </a:extLst>
          </p:cNvPr>
          <p:cNvGrpSpPr/>
          <p:nvPr/>
        </p:nvGrpSpPr>
        <p:grpSpPr>
          <a:xfrm>
            <a:off x="1944633" y="278608"/>
            <a:ext cx="1371600" cy="1371600"/>
            <a:chOff x="427081" y="263129"/>
            <a:chExt cx="1371600" cy="137160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0E49F26-BC07-08BD-7B2E-1FB683E489E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Plaque 64">
              <a:extLst>
                <a:ext uri="{FF2B5EF4-FFF2-40B4-BE49-F238E27FC236}">
                  <a16:creationId xmlns:a16="http://schemas.microsoft.com/office/drawing/2014/main" id="{15C63D43-8589-2F16-9341-F86DC4EE75BF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1482</TotalTime>
  <Words>3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112</cp:revision>
  <dcterms:created xsi:type="dcterms:W3CDTF">2022-01-10T19:03:27Z</dcterms:created>
  <dcterms:modified xsi:type="dcterms:W3CDTF">2022-06-05T01:15:52Z</dcterms:modified>
</cp:coreProperties>
</file>