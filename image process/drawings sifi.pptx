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108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13" Type="http://schemas.openxmlformats.org/officeDocument/2006/relationships/image" Target="../media/image20.png"/><Relationship Id="rId3" Type="http://schemas.openxmlformats.org/officeDocument/2006/relationships/image" Target="../media/image12.jpeg"/><Relationship Id="rId7" Type="http://schemas.openxmlformats.org/officeDocument/2006/relationships/image" Target="../media/image16.jpeg"/><Relationship Id="rId12" Type="http://schemas.openxmlformats.org/officeDocument/2006/relationships/image" Target="../media/image4.jpeg"/><Relationship Id="rId17" Type="http://schemas.openxmlformats.org/officeDocument/2006/relationships/image" Target="../media/image24.jpeg"/><Relationship Id="rId2" Type="http://schemas.openxmlformats.org/officeDocument/2006/relationships/image" Target="../media/image11.jpeg"/><Relationship Id="rId16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5" Type="http://schemas.openxmlformats.org/officeDocument/2006/relationships/image" Target="../media/image22.jpeg"/><Relationship Id="rId10" Type="http://schemas.openxmlformats.org/officeDocument/2006/relationships/image" Target="../media/image6.png"/><Relationship Id="rId4" Type="http://schemas.openxmlformats.org/officeDocument/2006/relationships/image" Target="../media/image13.jpeg"/><Relationship Id="rId9" Type="http://schemas.openxmlformats.org/officeDocument/2006/relationships/image" Target="../media/image18.pn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612" y="934681"/>
            <a:ext cx="277209" cy="415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9116388" y="3515455"/>
            <a:ext cx="741738" cy="928816"/>
            <a:chOff x="2736559" y="1271400"/>
            <a:chExt cx="1887829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03172" y="2703909"/>
              <a:ext cx="1174749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8" y="1537760"/>
              <a:ext cx="469900" cy="317897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8790031" y="3209529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314" y="896969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265805" y="561579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774744" y="561579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E75E3D7-A70B-C907-CC6D-29D73D63C577}"/>
              </a:ext>
            </a:extLst>
          </p:cNvPr>
          <p:cNvGrpSpPr/>
          <p:nvPr/>
        </p:nvGrpSpPr>
        <p:grpSpPr>
          <a:xfrm>
            <a:off x="1996314" y="1042516"/>
            <a:ext cx="963261" cy="626255"/>
            <a:chOff x="648651" y="744066"/>
            <a:chExt cx="963261" cy="62625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666143" y="770809"/>
              <a:ext cx="239261" cy="523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937159" y="1175450"/>
              <a:ext cx="80573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895519" y="1010551"/>
              <a:ext cx="124644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960709" y="1110544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827784" y="1308483"/>
              <a:ext cx="176985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730780" y="884797"/>
              <a:ext cx="385680" cy="1824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1129217" y="948909"/>
              <a:ext cx="127799" cy="1019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1050684" y="904153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1233938" y="976327"/>
              <a:ext cx="127799" cy="951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1317139" y="974084"/>
              <a:ext cx="127799" cy="759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9936618-E9A8-6B09-A705-098026B1641B}"/>
                </a:ext>
              </a:extLst>
            </p:cNvPr>
            <p:cNvSpPr/>
            <p:nvPr/>
          </p:nvSpPr>
          <p:spPr>
            <a:xfrm rot="20266641">
              <a:off x="1391056" y="950213"/>
              <a:ext cx="127799" cy="7139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1BC772E-B803-B031-69E2-01013AA023EA}"/>
                </a:ext>
              </a:extLst>
            </p:cNvPr>
            <p:cNvSpPr/>
            <p:nvPr/>
          </p:nvSpPr>
          <p:spPr>
            <a:xfrm rot="21118181">
              <a:off x="1466604" y="928247"/>
              <a:ext cx="145308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648651" y="892255"/>
              <a:ext cx="176184" cy="17343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806291" y="940142"/>
              <a:ext cx="157066" cy="15706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820699" y="744066"/>
              <a:ext cx="229986" cy="123357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3283683" y="561579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3521060" y="981522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782882" y="2084445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953043" y="2348722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4812983" y="561579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5028480" y="893686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2121" y="953412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6316063" y="565221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6908156" y="838411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8108359" y="845004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7794856" y="567502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9539183" y="811523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9358175" y="580700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3976821" y="3222214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4347149" y="3740951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30" y="2356416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280715" y="2053273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6943369" y="3239284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5460586" y="3226447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5850584" y="3543333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7160581" y="3789066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F5B4EC1-259E-F326-8537-AEA962D1D33A}"/>
              </a:ext>
            </a:extLst>
          </p:cNvPr>
          <p:cNvGrpSpPr/>
          <p:nvPr/>
        </p:nvGrpSpPr>
        <p:grpSpPr>
          <a:xfrm>
            <a:off x="10276129" y="3200894"/>
            <a:ext cx="1371600" cy="1371600"/>
            <a:chOff x="427081" y="263129"/>
            <a:chExt cx="1371600" cy="1371600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8CEDA50-61F0-CF72-1260-59ADC2A9326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Plaque 196">
              <a:extLst>
                <a:ext uri="{FF2B5EF4-FFF2-40B4-BE49-F238E27FC236}">
                  <a16:creationId xmlns:a16="http://schemas.microsoft.com/office/drawing/2014/main" id="{82C70602-E460-393B-9878-38430C24AD16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193A70C2-9665-D76B-1AE2-B41DB7F9141F}"/>
              </a:ext>
            </a:extLst>
          </p:cNvPr>
          <p:cNvGrpSpPr/>
          <p:nvPr/>
        </p:nvGrpSpPr>
        <p:grpSpPr>
          <a:xfrm>
            <a:off x="10648352" y="3515455"/>
            <a:ext cx="625640" cy="825748"/>
            <a:chOff x="5200606" y="948929"/>
            <a:chExt cx="895394" cy="1181783"/>
          </a:xfrm>
        </p:grpSpPr>
        <p:sp>
          <p:nvSpPr>
            <p:cNvPr id="204" name="Isosceles Triangle 203">
              <a:extLst>
                <a:ext uri="{FF2B5EF4-FFF2-40B4-BE49-F238E27FC236}">
                  <a16:creationId xmlns:a16="http://schemas.microsoft.com/office/drawing/2014/main" id="{89427A9A-54E6-F795-237A-D115541B06D0}"/>
                </a:ext>
              </a:extLst>
            </p:cNvPr>
            <p:cNvSpPr/>
            <p:nvPr/>
          </p:nvSpPr>
          <p:spPr>
            <a:xfrm>
              <a:off x="5448300" y="948929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B48E1623-CE3A-F72D-7B9F-0C07FF4B307A}"/>
                </a:ext>
              </a:extLst>
            </p:cNvPr>
            <p:cNvSpPr/>
            <p:nvPr/>
          </p:nvSpPr>
          <p:spPr>
            <a:xfrm>
              <a:off x="5200606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Isosceles Triangle 205">
              <a:extLst>
                <a:ext uri="{FF2B5EF4-FFF2-40B4-BE49-F238E27FC236}">
                  <a16:creationId xmlns:a16="http://schemas.microsoft.com/office/drawing/2014/main" id="{F4F6E9D9-F70F-4815-9849-71406CAADFFE}"/>
                </a:ext>
              </a:extLst>
            </p:cNvPr>
            <p:cNvSpPr/>
            <p:nvPr/>
          </p:nvSpPr>
          <p:spPr>
            <a:xfrm>
              <a:off x="5689600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933A3CF-6B78-A803-B848-269E55B096F9}"/>
              </a:ext>
            </a:extLst>
          </p:cNvPr>
          <p:cNvGrpSpPr/>
          <p:nvPr/>
        </p:nvGrpSpPr>
        <p:grpSpPr>
          <a:xfrm rot="19612112">
            <a:off x="8012950" y="3974742"/>
            <a:ext cx="1147676" cy="521834"/>
            <a:chOff x="3722644" y="3927567"/>
            <a:chExt cx="2346446" cy="1066900"/>
          </a:xfrm>
        </p:grpSpPr>
        <p:pic>
          <p:nvPicPr>
            <p:cNvPr id="155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F102135B-722C-D9A8-7A5B-C1F76A7140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C192A3F-BE70-0352-F945-B0D0A3948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CF1EAE-C868-8E9F-764F-5DE114A460EC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213377" y="483633"/>
            <a:chExt cx="1371600" cy="13716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0C943E6-D0AE-C99E-289A-31E9B46F6A7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Hexagon 90">
              <a:extLst>
                <a:ext uri="{FF2B5EF4-FFF2-40B4-BE49-F238E27FC236}">
                  <a16:creationId xmlns:a16="http://schemas.microsoft.com/office/drawing/2014/main" id="{A2C23FCF-AF71-59D9-F6E6-65D8F507C24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ACFF0E3-EE75-33F0-BC05-D150F24B88AA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213377" y="483633"/>
            <a:chExt cx="1371600" cy="13716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3745321-0C83-CCAF-E6C1-D5AFCE566BE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>
              <a:extLst>
                <a:ext uri="{FF2B5EF4-FFF2-40B4-BE49-F238E27FC236}">
                  <a16:creationId xmlns:a16="http://schemas.microsoft.com/office/drawing/2014/main" id="{A9232A6D-CA56-BEB8-2BAF-0A81D270D48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DBF5770-7B45-F385-3742-28E304929C10}"/>
              </a:ext>
            </a:extLst>
          </p:cNvPr>
          <p:cNvGrpSpPr/>
          <p:nvPr/>
        </p:nvGrpSpPr>
        <p:grpSpPr>
          <a:xfrm>
            <a:off x="2060921" y="2519939"/>
            <a:ext cx="770179" cy="474929"/>
            <a:chOff x="4366971" y="1518683"/>
            <a:chExt cx="1632818" cy="1006873"/>
          </a:xfrm>
        </p:grpSpPr>
        <p:sp>
          <p:nvSpPr>
            <p:cNvPr id="99" name="Moon 98">
              <a:extLst>
                <a:ext uri="{FF2B5EF4-FFF2-40B4-BE49-F238E27FC236}">
                  <a16:creationId xmlns:a16="http://schemas.microsoft.com/office/drawing/2014/main" id="{133502E2-A9F6-F9CF-C975-588533B801B2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24BF354-937B-4069-BBD5-08BAB2003875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09B474AA-63E0-2D2A-91BD-341F613184DA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E44ABF4E-C5E5-D6EB-8789-FFE30F717BF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963DCF6-71B5-927F-9F04-F3242378767F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205F67CA-7163-56E8-DBDF-47981FEB31C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0D075012-34C9-667B-2E5D-79B64A304100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F1DB5FBD-742E-2BD8-2E9C-D3C18EACECF6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FD23CA3-C491-B1C3-F8B7-53B901341FD5}"/>
              </a:ext>
            </a:extLst>
          </p:cNvPr>
          <p:cNvGrpSpPr/>
          <p:nvPr/>
        </p:nvGrpSpPr>
        <p:grpSpPr>
          <a:xfrm>
            <a:off x="2094826" y="3931428"/>
            <a:ext cx="702370" cy="722337"/>
            <a:chOff x="6950179" y="209368"/>
            <a:chExt cx="2475607" cy="2545983"/>
          </a:xfrm>
        </p:grpSpPr>
        <p:sp>
          <p:nvSpPr>
            <p:cNvPr id="108" name="Moon 107">
              <a:extLst>
                <a:ext uri="{FF2B5EF4-FFF2-40B4-BE49-F238E27FC236}">
                  <a16:creationId xmlns:a16="http://schemas.microsoft.com/office/drawing/2014/main" id="{E8CD6C4D-DD7C-313C-26D8-E5ED7CCD9F63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ACB9EB3-D072-A731-F2A6-21FC005F6E11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998A6A4-D158-BE60-C0D2-4FE90D0EEB54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1184E7C-818D-1038-12DB-BF16B792250E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6" name="Isosceles Triangle 115">
                  <a:extLst>
                    <a:ext uri="{FF2B5EF4-FFF2-40B4-BE49-F238E27FC236}">
                      <a16:creationId xmlns:a16="http://schemas.microsoft.com/office/drawing/2014/main" id="{BE254664-46DB-15BA-55A6-633CBC8DF6E2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B359D96-FAD5-DFC4-7C29-D80EB9D02AF1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2555B9CA-BF14-96BC-5287-09CB362E1702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975210B1-C581-916B-464E-7CB4EC58A7D6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9689A571-4995-CC2B-997E-8FD391C20D27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CDB90B00-58A9-8743-4722-6BD00B4A489D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537522A5-45B2-AF42-ABE9-886D16420C7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7053A8E6-5A0B-D0B0-DACF-7ADD520558A9}"/>
              </a:ext>
            </a:extLst>
          </p:cNvPr>
          <p:cNvGrpSpPr/>
          <p:nvPr/>
        </p:nvGrpSpPr>
        <p:grpSpPr>
          <a:xfrm>
            <a:off x="7895166" y="3464634"/>
            <a:ext cx="1371600" cy="1371600"/>
            <a:chOff x="213377" y="483633"/>
            <a:chExt cx="1371600" cy="13716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5E1A682F-AF5A-A55D-D64E-B749A5546E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Hexagon 149">
              <a:extLst>
                <a:ext uri="{FF2B5EF4-FFF2-40B4-BE49-F238E27FC236}">
                  <a16:creationId xmlns:a16="http://schemas.microsoft.com/office/drawing/2014/main" id="{546C48F3-B069-4BF0-85D7-144EB2E0DDB9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AAA08AF-49E9-532D-06DD-E0AC18A30215}"/>
              </a:ext>
            </a:extLst>
          </p:cNvPr>
          <p:cNvGrpSpPr/>
          <p:nvPr/>
        </p:nvGrpSpPr>
        <p:grpSpPr>
          <a:xfrm>
            <a:off x="9773710" y="2248932"/>
            <a:ext cx="718107" cy="1009156"/>
            <a:chOff x="4749318" y="4046015"/>
            <a:chExt cx="718107" cy="1009156"/>
          </a:xfrm>
        </p:grpSpPr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F2E6589B-FD4F-D20F-4ED7-6CD011F3A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12582" y="4046015"/>
              <a:ext cx="554843" cy="508021"/>
            </a:xfrm>
            <a:prstGeom prst="rect">
              <a:avLst/>
            </a:prstGeom>
          </p:spPr>
        </p:pic>
        <p:pic>
          <p:nvPicPr>
            <p:cNvPr id="15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CC8B72D1-F6D9-0D6A-160F-6747604DA2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749318" y="4500457"/>
              <a:ext cx="457426" cy="554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3878E5-98CF-4B37-B8F2-CDF8BD9D1855}"/>
              </a:ext>
            </a:extLst>
          </p:cNvPr>
          <p:cNvGrpSpPr/>
          <p:nvPr/>
        </p:nvGrpSpPr>
        <p:grpSpPr>
          <a:xfrm>
            <a:off x="9400072" y="1989758"/>
            <a:ext cx="1371600" cy="1371600"/>
            <a:chOff x="213377" y="483633"/>
            <a:chExt cx="1371600" cy="13716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E0D51FF4-706D-F88A-6972-348AAEF50E3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Hexagon 161">
              <a:extLst>
                <a:ext uri="{FF2B5EF4-FFF2-40B4-BE49-F238E27FC236}">
                  <a16:creationId xmlns:a16="http://schemas.microsoft.com/office/drawing/2014/main" id="{4CFE4FAE-EEF3-BC9D-0EC4-488B22A1B82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2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370FBE31-2C2B-072C-17C4-98A57B6C62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2021789" y="1071799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3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63B319A1-CB94-4D78-6F32-4C992119D4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86648" y="95358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4" name="Group 183">
            <a:extLst>
              <a:ext uri="{FF2B5EF4-FFF2-40B4-BE49-F238E27FC236}">
                <a16:creationId xmlns:a16="http://schemas.microsoft.com/office/drawing/2014/main" id="{D08785AA-049A-E35D-7677-0DE280185D26}"/>
              </a:ext>
            </a:extLst>
          </p:cNvPr>
          <p:cNvGrpSpPr/>
          <p:nvPr/>
        </p:nvGrpSpPr>
        <p:grpSpPr>
          <a:xfrm>
            <a:off x="190521" y="483925"/>
            <a:ext cx="1371600" cy="1371600"/>
            <a:chOff x="213377" y="483633"/>
            <a:chExt cx="1371600" cy="1371600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99EB7BD1-F331-67CB-EE86-C8D17FA7283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Hexagon 185">
              <a:extLst>
                <a:ext uri="{FF2B5EF4-FFF2-40B4-BE49-F238E27FC236}">
                  <a16:creationId xmlns:a16="http://schemas.microsoft.com/office/drawing/2014/main" id="{399D832C-29ED-5787-9267-E2C4B335EA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B884438-1724-1F3E-9439-729088AE6E7F}"/>
              </a:ext>
            </a:extLst>
          </p:cNvPr>
          <p:cNvGrpSpPr/>
          <p:nvPr/>
        </p:nvGrpSpPr>
        <p:grpSpPr>
          <a:xfrm>
            <a:off x="1758971" y="483925"/>
            <a:ext cx="1371600" cy="1371600"/>
            <a:chOff x="213377" y="483633"/>
            <a:chExt cx="1371600" cy="1371600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C64075E-44EB-F541-BFE3-486E724D8B2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Hexagon 188">
              <a:extLst>
                <a:ext uri="{FF2B5EF4-FFF2-40B4-BE49-F238E27FC236}">
                  <a16:creationId xmlns:a16="http://schemas.microsoft.com/office/drawing/2014/main" id="{A136FF86-0EDD-AA35-1569-6E2E238405D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5B744C1-3F97-3361-5767-E8B23A924C93}"/>
              </a:ext>
            </a:extLst>
          </p:cNvPr>
          <p:cNvGrpSpPr/>
          <p:nvPr/>
        </p:nvGrpSpPr>
        <p:grpSpPr>
          <a:xfrm>
            <a:off x="3256350" y="1996684"/>
            <a:ext cx="1371600" cy="1371600"/>
            <a:chOff x="213377" y="483633"/>
            <a:chExt cx="1371600" cy="1371600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1ED8573-461F-2C74-88FF-123D089B6809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Hexagon 191">
              <a:extLst>
                <a:ext uri="{FF2B5EF4-FFF2-40B4-BE49-F238E27FC236}">
                  <a16:creationId xmlns:a16="http://schemas.microsoft.com/office/drawing/2014/main" id="{F05056AB-2BC1-C48A-B9BA-CB74B99F36D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3" name="Oval 192">
            <a:extLst>
              <a:ext uri="{FF2B5EF4-FFF2-40B4-BE49-F238E27FC236}">
                <a16:creationId xmlns:a16="http://schemas.microsoft.com/office/drawing/2014/main" id="{CB81F4B8-19B1-508B-3D93-7E60DD0952EE}"/>
              </a:ext>
            </a:extLst>
          </p:cNvPr>
          <p:cNvSpPr/>
          <p:nvPr/>
        </p:nvSpPr>
        <p:spPr>
          <a:xfrm>
            <a:off x="2495429" y="762907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FB9D6BC-10E5-1B0F-A869-5DA13FF53D2C}"/>
              </a:ext>
            </a:extLst>
          </p:cNvPr>
          <p:cNvGrpSpPr/>
          <p:nvPr/>
        </p:nvGrpSpPr>
        <p:grpSpPr>
          <a:xfrm>
            <a:off x="3487571" y="2513919"/>
            <a:ext cx="937313" cy="494610"/>
            <a:chOff x="5859312" y="3132616"/>
            <a:chExt cx="2744937" cy="1448473"/>
          </a:xfrm>
        </p:grpSpPr>
        <p:pic>
          <p:nvPicPr>
            <p:cNvPr id="19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E25AB92B-9C5F-0ED0-D17C-71DE59BB03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F88D65D9-26E5-EFDD-2CAF-02783F1EE94D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279ACDB3-F2A9-CB49-27A7-3062B4523659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69ACC9E1-1CFF-E907-7313-39FAA9B49A5C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E0E054E9-6FAD-CB71-9836-5FA6BCD1ECE1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D119F509-070D-E953-4877-C69D28AC2098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0EFFF907-F551-5B60-FEAB-18AAE92B6DE0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7FC05068-E64F-4C6F-2428-E9B8836A78EE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FEB7BE71-F5CD-3B23-E300-BF119543D23D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C595E614-21C8-AF74-3CA3-2615FCDE53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1989567" y="73495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87471417-172C-894A-4863-F4044117D8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54426" y="616745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A39ED-286D-3F33-BF59-7EB8458F8A9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213377" y="483633"/>
            <a:chExt cx="1371600" cy="1371600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55E4EFD-A40A-C2EC-924D-ED00A08530B8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A0E811B9-07C5-32B6-2099-B4B31077252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2F04A-6491-0A7F-EE9C-62724EA95B0A}"/>
              </a:ext>
            </a:extLst>
          </p:cNvPr>
          <p:cNvGrpSpPr/>
          <p:nvPr/>
        </p:nvGrpSpPr>
        <p:grpSpPr>
          <a:xfrm>
            <a:off x="1726749" y="147083"/>
            <a:ext cx="1371600" cy="1371600"/>
            <a:chOff x="213377" y="483633"/>
            <a:chExt cx="1371600" cy="1371600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58F6939-C302-91EC-F03E-95A2D7F135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Hexagon 45">
              <a:extLst>
                <a:ext uri="{FF2B5EF4-FFF2-40B4-BE49-F238E27FC236}">
                  <a16:creationId xmlns:a16="http://schemas.microsoft.com/office/drawing/2014/main" id="{1C8B4954-50D7-11C0-E16F-8D286D1F98E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EB71830-93DF-CF53-DB55-593B830D22FE}"/>
              </a:ext>
            </a:extLst>
          </p:cNvPr>
          <p:cNvGrpSpPr/>
          <p:nvPr/>
        </p:nvGrpSpPr>
        <p:grpSpPr>
          <a:xfrm>
            <a:off x="155308" y="1761016"/>
            <a:ext cx="1371600" cy="1371600"/>
            <a:chOff x="213377" y="483633"/>
            <a:chExt cx="1371600" cy="13716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7DF4839-20A5-417F-9D2D-6BF2A296777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Hexagon 48">
              <a:extLst>
                <a:ext uri="{FF2B5EF4-FFF2-40B4-BE49-F238E27FC236}">
                  <a16:creationId xmlns:a16="http://schemas.microsoft.com/office/drawing/2014/main" id="{9B82B2E6-6D23-A605-72D7-A979E64A4B25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Oval 58">
            <a:extLst>
              <a:ext uri="{FF2B5EF4-FFF2-40B4-BE49-F238E27FC236}">
                <a16:creationId xmlns:a16="http://schemas.microsoft.com/office/drawing/2014/main" id="{CE0C1045-95B9-B34D-F506-8E4C2423EACB}"/>
              </a:ext>
            </a:extLst>
          </p:cNvPr>
          <p:cNvSpPr/>
          <p:nvPr/>
        </p:nvSpPr>
        <p:spPr>
          <a:xfrm>
            <a:off x="2463207" y="426065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B761432-0775-79F4-A904-E9331B8B82C8}"/>
              </a:ext>
            </a:extLst>
          </p:cNvPr>
          <p:cNvGrpSpPr/>
          <p:nvPr/>
        </p:nvGrpSpPr>
        <p:grpSpPr>
          <a:xfrm>
            <a:off x="386529" y="2278251"/>
            <a:ext cx="937313" cy="494610"/>
            <a:chOff x="5859312" y="3132616"/>
            <a:chExt cx="2744937" cy="1448473"/>
          </a:xfrm>
        </p:grpSpPr>
        <p:pic>
          <p:nvPicPr>
            <p:cNvPr id="76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76560993-1BD9-E9B5-08D9-D356C6EFF5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E7FC87A-A61B-F304-4BD1-ADB0637EEDDF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33FD0B9D-5801-6787-FA23-237D7A58FBAB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27A0E8A-CAB5-EE07-E027-3E55F30036BD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1521476B-94ED-432D-EDD4-966B65548717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8B25A08-CF58-68C0-8248-B18772D9DEDD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1CE04FA-F909-696F-6A2C-1BA46445C662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2E316E24-A7B9-0A9E-E561-44BC8C4539E7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04F7C8DA-D6CE-34C1-6ADA-8411D50F206B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1702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132</cp:revision>
  <dcterms:created xsi:type="dcterms:W3CDTF">2022-01-10T19:03:27Z</dcterms:created>
  <dcterms:modified xsi:type="dcterms:W3CDTF">2022-06-20T01:29:34Z</dcterms:modified>
</cp:coreProperties>
</file>