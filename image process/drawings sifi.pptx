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70" r:id="rId2"/>
    <p:sldId id="269" r:id="rId3"/>
    <p:sldId id="271" r:id="rId4"/>
    <p:sldId id="272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7" autoAdjust="0"/>
    <p:restoredTop sz="96196" autoAdjust="0"/>
  </p:normalViewPr>
  <p:slideViewPr>
    <p:cSldViewPr snapToGrid="0">
      <p:cViewPr>
        <p:scale>
          <a:sx n="150" d="100"/>
          <a:sy n="150" d="100"/>
        </p:scale>
        <p:origin x="108" y="-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6/3/2022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6/3/2022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6/3/2022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6/3/2022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6/3/2022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E803D97-58CA-C5CE-FF96-6A9CAFBBCB67}"/>
              </a:ext>
            </a:extLst>
          </p:cNvPr>
          <p:cNvGrpSpPr/>
          <p:nvPr/>
        </p:nvGrpSpPr>
        <p:grpSpPr>
          <a:xfrm rot="18281155">
            <a:off x="7254805" y="979341"/>
            <a:ext cx="798272" cy="618243"/>
            <a:chOff x="2872601" y="2994794"/>
            <a:chExt cx="1027992" cy="796156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729086-5C71-6361-C16D-5DEAE76C9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B4905D3-D0AA-169C-04F4-B04BAAD74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DA6716B-4FA7-009D-D4F6-3387086DC36B}"/>
              </a:ext>
            </a:extLst>
          </p:cNvPr>
          <p:cNvGrpSpPr/>
          <p:nvPr/>
        </p:nvGrpSpPr>
        <p:grpSpPr>
          <a:xfrm rot="18281155">
            <a:off x="5658220" y="1060133"/>
            <a:ext cx="798272" cy="618243"/>
            <a:chOff x="2872601" y="2994794"/>
            <a:chExt cx="1027992" cy="796156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8773827-9251-7315-B052-950ED0F00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A6A7720-E51F-6F5E-38C4-C3895067C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87C16FC-F965-36D4-7295-90DA8E2DC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187274">
            <a:off x="607245" y="1224757"/>
            <a:ext cx="845384" cy="32593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0C4A41-DB02-B4A8-2D26-0C00618A4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679361">
            <a:off x="2184047" y="1154657"/>
            <a:ext cx="845384" cy="325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74DD9-15BD-C513-9DA5-A7B736094032}"/>
              </a:ext>
            </a:extLst>
          </p:cNvPr>
          <p:cNvSpPr txBox="1"/>
          <p:nvPr/>
        </p:nvSpPr>
        <p:spPr>
          <a:xfrm>
            <a:off x="188462" y="114301"/>
            <a:ext cx="139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Terran Union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9C9620-D18B-37AB-311F-06F0FDADD5F4}"/>
              </a:ext>
            </a:extLst>
          </p:cNvPr>
          <p:cNvGrpSpPr/>
          <p:nvPr/>
        </p:nvGrpSpPr>
        <p:grpSpPr>
          <a:xfrm>
            <a:off x="288851" y="701923"/>
            <a:ext cx="1371600" cy="1371600"/>
            <a:chOff x="1298501" y="962272"/>
            <a:chExt cx="1371600" cy="13716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D14691-7020-90D3-EEEE-208E6A9E1E25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2BFF5655-1C97-413E-93C3-E792D0BD425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DF882D7-FD94-8663-C568-FD34DD880E68}"/>
              </a:ext>
            </a:extLst>
          </p:cNvPr>
          <p:cNvGrpSpPr/>
          <p:nvPr/>
        </p:nvGrpSpPr>
        <p:grpSpPr>
          <a:xfrm>
            <a:off x="1946201" y="701923"/>
            <a:ext cx="1371600" cy="1371600"/>
            <a:chOff x="3013001" y="962272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C6C23E-65F6-BDC6-A042-B0405690E17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Pentagon 14">
              <a:extLst>
                <a:ext uri="{FF2B5EF4-FFF2-40B4-BE49-F238E27FC236}">
                  <a16:creationId xmlns:a16="http://schemas.microsoft.com/office/drawing/2014/main" id="{002C3E7A-F795-FC4D-F51B-BEA313442DB6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3BD548-B2C1-A7CB-FDA8-9436A7D00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98759">
            <a:off x="2800450" y="1173411"/>
            <a:ext cx="231012" cy="428625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DAF249A-18AA-115C-FD3B-DF3D63C26214}"/>
              </a:ext>
            </a:extLst>
          </p:cNvPr>
          <p:cNvGrpSpPr/>
          <p:nvPr/>
        </p:nvGrpSpPr>
        <p:grpSpPr>
          <a:xfrm>
            <a:off x="5354914" y="701923"/>
            <a:ext cx="1371600" cy="1371600"/>
            <a:chOff x="1298501" y="962272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F14B6D-2F91-4A7B-E71A-5246A34CBE5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Pentagon 34">
              <a:extLst>
                <a:ext uri="{FF2B5EF4-FFF2-40B4-BE49-F238E27FC236}">
                  <a16:creationId xmlns:a16="http://schemas.microsoft.com/office/drawing/2014/main" id="{B9F09BAA-0710-5E8A-64E9-933B0D3E7A3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E65C3A8-3CB1-1AE3-D0AA-7ED30DEDA40C}"/>
              </a:ext>
            </a:extLst>
          </p:cNvPr>
          <p:cNvGrpSpPr/>
          <p:nvPr/>
        </p:nvGrpSpPr>
        <p:grpSpPr>
          <a:xfrm>
            <a:off x="7060096" y="701923"/>
            <a:ext cx="1371600" cy="1371600"/>
            <a:chOff x="1298501" y="962272"/>
            <a:chExt cx="1371600" cy="13716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5D60E82-E844-1E8C-BE17-51A211B92440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row: Pentagon 46">
              <a:extLst>
                <a:ext uri="{FF2B5EF4-FFF2-40B4-BE49-F238E27FC236}">
                  <a16:creationId xmlns:a16="http://schemas.microsoft.com/office/drawing/2014/main" id="{7344CDBF-182D-6C97-DCEE-D03CC98991C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633402F-79B7-4442-053A-B5D9C78B0DA3}"/>
              </a:ext>
            </a:extLst>
          </p:cNvPr>
          <p:cNvGrpSpPr/>
          <p:nvPr/>
        </p:nvGrpSpPr>
        <p:grpSpPr>
          <a:xfrm rot="12732701">
            <a:off x="7945096" y="1196688"/>
            <a:ext cx="224894" cy="458529"/>
            <a:chOff x="1671579" y="3879426"/>
            <a:chExt cx="609600" cy="89678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DF5F3D-64D6-D38E-F4D9-44B3C123F85E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EAC6479-5E86-B9EB-2051-390528B4CD74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E9CA0DC2-51A9-3A96-380C-45E9AF44045C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612C13-E65A-1BF4-220A-B95B7C8B432C}"/>
              </a:ext>
            </a:extLst>
          </p:cNvPr>
          <p:cNvGrpSpPr/>
          <p:nvPr/>
        </p:nvGrpSpPr>
        <p:grpSpPr>
          <a:xfrm>
            <a:off x="8624771" y="708988"/>
            <a:ext cx="1371600" cy="1371600"/>
            <a:chOff x="1298501" y="962272"/>
            <a:chExt cx="1371600" cy="13716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96982E5-EB41-00A9-D855-5B0D3069485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row: Pentagon 59">
              <a:extLst>
                <a:ext uri="{FF2B5EF4-FFF2-40B4-BE49-F238E27FC236}">
                  <a16:creationId xmlns:a16="http://schemas.microsoft.com/office/drawing/2014/main" id="{E064532C-DB0E-1696-3F53-8781A0E3FC4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428A0E-4B93-43FF-D439-CC200BCB3A62}"/>
              </a:ext>
            </a:extLst>
          </p:cNvPr>
          <p:cNvGrpSpPr/>
          <p:nvPr/>
        </p:nvGrpSpPr>
        <p:grpSpPr>
          <a:xfrm>
            <a:off x="8903003" y="1044270"/>
            <a:ext cx="838600" cy="496432"/>
            <a:chOff x="2784071" y="2614136"/>
            <a:chExt cx="1814967" cy="1074420"/>
          </a:xfrm>
        </p:grpSpPr>
        <p:pic>
          <p:nvPicPr>
            <p:cNvPr id="6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D89A136-7947-5EA4-087B-525EA56A15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Flowchart: Terminator 68">
              <a:extLst>
                <a:ext uri="{FF2B5EF4-FFF2-40B4-BE49-F238E27FC236}">
                  <a16:creationId xmlns:a16="http://schemas.microsoft.com/office/drawing/2014/main" id="{ABF2E6AA-9031-8190-E4B3-84021C802E9D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59F74F4-D5AC-CFE2-9635-72335E3AB0E5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33D06A7-D4AC-60EB-EDEC-0B4ED6A9309B}"/>
              </a:ext>
            </a:extLst>
          </p:cNvPr>
          <p:cNvGrpSpPr/>
          <p:nvPr/>
        </p:nvGrpSpPr>
        <p:grpSpPr>
          <a:xfrm>
            <a:off x="288851" y="2344428"/>
            <a:ext cx="1371600" cy="1371600"/>
            <a:chOff x="1298501" y="962272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11B4380-93C9-FD85-43DC-55B66DD8B93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row: Pentagon 55">
              <a:extLst>
                <a:ext uri="{FF2B5EF4-FFF2-40B4-BE49-F238E27FC236}">
                  <a16:creationId xmlns:a16="http://schemas.microsoft.com/office/drawing/2014/main" id="{69494819-3406-2A4D-EF83-56A8776C2B3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C833C10-7674-EC40-E33F-75ED425961A7}"/>
              </a:ext>
            </a:extLst>
          </p:cNvPr>
          <p:cNvGrpSpPr/>
          <p:nvPr/>
        </p:nvGrpSpPr>
        <p:grpSpPr>
          <a:xfrm>
            <a:off x="1932508" y="2363708"/>
            <a:ext cx="1371600" cy="1371600"/>
            <a:chOff x="1298501" y="962272"/>
            <a:chExt cx="1371600" cy="13716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7824BFD-C83B-465F-5BD4-21990C4F9864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row: Pentagon 72">
              <a:extLst>
                <a:ext uri="{FF2B5EF4-FFF2-40B4-BE49-F238E27FC236}">
                  <a16:creationId xmlns:a16="http://schemas.microsoft.com/office/drawing/2014/main" id="{A56DDCC6-1985-DCA7-5075-AFA1EB6F18BF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6529C7-BD63-34D3-3DA9-925D7CEBE411}"/>
              </a:ext>
            </a:extLst>
          </p:cNvPr>
          <p:cNvGrpSpPr/>
          <p:nvPr/>
        </p:nvGrpSpPr>
        <p:grpSpPr>
          <a:xfrm>
            <a:off x="2237121" y="2668316"/>
            <a:ext cx="734679" cy="570741"/>
            <a:chOff x="3963164" y="2835484"/>
            <a:chExt cx="2853844" cy="221702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93856F5-3634-C9B5-EFC9-73AF4776B617}"/>
                </a:ext>
              </a:extLst>
            </p:cNvPr>
            <p:cNvSpPr/>
            <p:nvPr/>
          </p:nvSpPr>
          <p:spPr>
            <a:xfrm rot="1055718">
              <a:off x="4582285" y="3162023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989FCA92-CE59-D6FE-B73D-256A70B76678}"/>
                </a:ext>
              </a:extLst>
            </p:cNvPr>
            <p:cNvSpPr/>
            <p:nvPr/>
          </p:nvSpPr>
          <p:spPr>
            <a:xfrm rot="1055718">
              <a:off x="4694332" y="2835484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764B709-9FD7-CA85-FAEB-FB0F2901AE6C}"/>
                </a:ext>
              </a:extLst>
            </p:cNvPr>
            <p:cNvSpPr/>
            <p:nvPr/>
          </p:nvSpPr>
          <p:spPr>
            <a:xfrm>
              <a:off x="4850425" y="3961029"/>
              <a:ext cx="1283298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41D24A-3F02-F2F0-8C03-88E8C08B6213}"/>
                </a:ext>
              </a:extLst>
            </p:cNvPr>
            <p:cNvSpPr/>
            <p:nvPr/>
          </p:nvSpPr>
          <p:spPr>
            <a:xfrm rot="18924703">
              <a:off x="3963164" y="4335004"/>
              <a:ext cx="1158941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E2152AA-3C94-76A3-D1D4-0A39BA49CFD9}"/>
                </a:ext>
              </a:extLst>
            </p:cNvPr>
            <p:cNvSpPr/>
            <p:nvPr/>
          </p:nvSpPr>
          <p:spPr>
            <a:xfrm rot="1008643">
              <a:off x="4826487" y="2983559"/>
              <a:ext cx="1636099" cy="76797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0CC5102-166D-958B-3C66-EA701819A973}"/>
                </a:ext>
              </a:extLst>
            </p:cNvPr>
            <p:cNvSpPr/>
            <p:nvPr/>
          </p:nvSpPr>
          <p:spPr>
            <a:xfrm>
              <a:off x="5140729" y="3463205"/>
              <a:ext cx="732429" cy="732429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F419E0D-92BA-AD7A-9BA6-3399A8AC2850}"/>
                </a:ext>
              </a:extLst>
            </p:cNvPr>
            <p:cNvSpPr/>
            <p:nvPr/>
          </p:nvSpPr>
          <p:spPr>
            <a:xfrm rot="13813249">
              <a:off x="5832989" y="4327545"/>
              <a:ext cx="107698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E870F70-6BBF-80AD-B268-2E0CDBB43CF7}"/>
                </a:ext>
              </a:extLst>
            </p:cNvPr>
            <p:cNvSpPr/>
            <p:nvPr/>
          </p:nvSpPr>
          <p:spPr>
            <a:xfrm>
              <a:off x="4030141" y="4789719"/>
              <a:ext cx="278686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27AC77B-4A30-9B61-0967-0BF92910858A}"/>
                </a:ext>
              </a:extLst>
            </p:cNvPr>
            <p:cNvSpPr/>
            <p:nvPr/>
          </p:nvSpPr>
          <p:spPr>
            <a:xfrm>
              <a:off x="4404383" y="4493559"/>
              <a:ext cx="2134298" cy="42419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9A3566D-1629-2C22-9E43-0F4DE705AC25}"/>
              </a:ext>
            </a:extLst>
          </p:cNvPr>
          <p:cNvGrpSpPr/>
          <p:nvPr/>
        </p:nvGrpSpPr>
        <p:grpSpPr>
          <a:xfrm>
            <a:off x="7301804" y="2323847"/>
            <a:ext cx="1371600" cy="1371600"/>
            <a:chOff x="1298501" y="962272"/>
            <a:chExt cx="1371600" cy="1371600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F7B07215-B73E-02D4-A645-099D9383BC2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Pentagon 75">
              <a:extLst>
                <a:ext uri="{FF2B5EF4-FFF2-40B4-BE49-F238E27FC236}">
                  <a16:creationId xmlns:a16="http://schemas.microsoft.com/office/drawing/2014/main" id="{48E48966-DF97-9227-4540-4F04F4074879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7874424-F3E6-4DD5-644D-6A01163CAF52}"/>
              </a:ext>
            </a:extLst>
          </p:cNvPr>
          <p:cNvGrpSpPr/>
          <p:nvPr/>
        </p:nvGrpSpPr>
        <p:grpSpPr>
          <a:xfrm>
            <a:off x="5501888" y="2334539"/>
            <a:ext cx="1371600" cy="1371600"/>
            <a:chOff x="1298501" y="962272"/>
            <a:chExt cx="1371600" cy="13716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9E670AD-237F-00A5-D034-00E0CBA9138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Arrow: Pentagon 92">
              <a:extLst>
                <a:ext uri="{FF2B5EF4-FFF2-40B4-BE49-F238E27FC236}">
                  <a16:creationId xmlns:a16="http://schemas.microsoft.com/office/drawing/2014/main" id="{FC3CA9B0-AA90-F9B7-5756-C7C7B51501CD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6E9F2E9-D176-EC59-49A2-1538F5F15087}"/>
              </a:ext>
            </a:extLst>
          </p:cNvPr>
          <p:cNvGrpSpPr/>
          <p:nvPr/>
        </p:nvGrpSpPr>
        <p:grpSpPr>
          <a:xfrm>
            <a:off x="5810450" y="2626955"/>
            <a:ext cx="751454" cy="786767"/>
            <a:chOff x="6040716" y="3618841"/>
            <a:chExt cx="1681241" cy="176024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525506-5C41-530A-5072-901820A1DEF0}"/>
                </a:ext>
              </a:extLst>
            </p:cNvPr>
            <p:cNvSpPr/>
            <p:nvPr/>
          </p:nvSpPr>
          <p:spPr>
            <a:xfrm>
              <a:off x="6691796" y="3969386"/>
              <a:ext cx="368300" cy="9010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80277AF4-3680-D9B9-BADA-5CC148DA7968}"/>
                </a:ext>
              </a:extLst>
            </p:cNvPr>
            <p:cNvSpPr/>
            <p:nvPr/>
          </p:nvSpPr>
          <p:spPr>
            <a:xfrm rot="16200000">
              <a:off x="6076644" y="4078872"/>
              <a:ext cx="578486" cy="650341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6B74FBF8-5F3F-D00B-02FB-D02A6D39DF76}"/>
                </a:ext>
              </a:extLst>
            </p:cNvPr>
            <p:cNvSpPr/>
            <p:nvPr/>
          </p:nvSpPr>
          <p:spPr>
            <a:xfrm rot="5400000">
              <a:off x="7107544" y="4078873"/>
              <a:ext cx="578486" cy="650341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488B5BD-8800-7897-DBB6-84A0FA96CE19}"/>
                </a:ext>
              </a:extLst>
            </p:cNvPr>
            <p:cNvSpPr/>
            <p:nvPr/>
          </p:nvSpPr>
          <p:spPr>
            <a:xfrm flipH="1">
              <a:off x="6365887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9D26BB4-E9FB-0949-0C9D-19EA25DBA09F}"/>
                </a:ext>
              </a:extLst>
            </p:cNvPr>
            <p:cNvSpPr/>
            <p:nvPr/>
          </p:nvSpPr>
          <p:spPr>
            <a:xfrm flipH="1">
              <a:off x="7242441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E602DA07-1A8B-C8C6-DF73-FCC30F0C53E6}"/>
                </a:ext>
              </a:extLst>
            </p:cNvPr>
            <p:cNvSpPr/>
            <p:nvPr/>
          </p:nvSpPr>
          <p:spPr>
            <a:xfrm rot="16200000">
              <a:off x="6358657" y="4692435"/>
              <a:ext cx="305395" cy="343329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BF08896D-4EFB-F816-2889-693D6E218FAC}"/>
                </a:ext>
              </a:extLst>
            </p:cNvPr>
            <p:cNvSpPr/>
            <p:nvPr/>
          </p:nvSpPr>
          <p:spPr>
            <a:xfrm rot="5400000">
              <a:off x="7091281" y="4684621"/>
              <a:ext cx="305395" cy="343329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9011F1F-FCF6-906D-5334-E5E66D22E708}"/>
                </a:ext>
              </a:extLst>
            </p:cNvPr>
            <p:cNvSpPr/>
            <p:nvPr/>
          </p:nvSpPr>
          <p:spPr>
            <a:xfrm>
              <a:off x="6706982" y="3618841"/>
              <a:ext cx="343752" cy="662989"/>
            </a:xfrm>
            <a:prstGeom prst="ellipse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D752626A-3CC5-596D-E573-EA101928B4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531665" y="5045074"/>
              <a:ext cx="495527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82F9DF4-E223-21A7-2710-72DE3207A7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741219" y="5048691"/>
              <a:ext cx="488292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A5DB47-B0C0-C137-8EDF-52CD29954C6E}"/>
              </a:ext>
            </a:extLst>
          </p:cNvPr>
          <p:cNvGrpSpPr/>
          <p:nvPr/>
        </p:nvGrpSpPr>
        <p:grpSpPr>
          <a:xfrm>
            <a:off x="7681460" y="2581361"/>
            <a:ext cx="593235" cy="821087"/>
            <a:chOff x="6193586" y="3746905"/>
            <a:chExt cx="921277" cy="1275123"/>
          </a:xfrm>
        </p:grpSpPr>
        <p:sp>
          <p:nvSpPr>
            <p:cNvPr id="32" name="Rectangle: Single Corner Snipped 31">
              <a:extLst>
                <a:ext uri="{FF2B5EF4-FFF2-40B4-BE49-F238E27FC236}">
                  <a16:creationId xmlns:a16="http://schemas.microsoft.com/office/drawing/2014/main" id="{68F8EF67-2FF2-6C5F-590D-C40FC9D392F1}"/>
                </a:ext>
              </a:extLst>
            </p:cNvPr>
            <p:cNvSpPr/>
            <p:nvPr/>
          </p:nvSpPr>
          <p:spPr>
            <a:xfrm>
              <a:off x="6538681" y="3755636"/>
              <a:ext cx="260394" cy="316864"/>
            </a:xfrm>
            <a:prstGeom prst="snip1Rect">
              <a:avLst>
                <a:gd name="adj" fmla="val 50000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B938E3A-C640-C369-FE53-ACDF1EADAF0F}"/>
                </a:ext>
              </a:extLst>
            </p:cNvPr>
            <p:cNvSpPr/>
            <p:nvPr/>
          </p:nvSpPr>
          <p:spPr>
            <a:xfrm>
              <a:off x="6369050" y="3746905"/>
              <a:ext cx="169631" cy="4697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E9FB670-E5BD-ABCA-7047-992A3E47D045}"/>
                </a:ext>
              </a:extLst>
            </p:cNvPr>
            <p:cNvSpPr/>
            <p:nvPr/>
          </p:nvSpPr>
          <p:spPr>
            <a:xfrm>
              <a:off x="6550706" y="4061528"/>
              <a:ext cx="308882" cy="1574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3659F2DB-3F08-7970-9D91-9D2112870EB7}"/>
                </a:ext>
              </a:extLst>
            </p:cNvPr>
            <p:cNvSpPr/>
            <p:nvPr/>
          </p:nvSpPr>
          <p:spPr>
            <a:xfrm rot="10800000">
              <a:off x="6369050" y="4218989"/>
              <a:ext cx="495300" cy="280955"/>
            </a:xfrm>
            <a:prstGeom prst="trapezoid">
              <a:avLst>
                <a:gd name="adj" fmla="val 37024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5CB3DC-51B2-CF93-88EF-FC4B8C0F65C7}"/>
                </a:ext>
              </a:extLst>
            </p:cNvPr>
            <p:cNvSpPr/>
            <p:nvPr/>
          </p:nvSpPr>
          <p:spPr>
            <a:xfrm rot="1482887">
              <a:off x="6442180" y="4447886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A1DFA55-ECEE-49B5-A0F7-0D58B0240288}"/>
                </a:ext>
              </a:extLst>
            </p:cNvPr>
            <p:cNvSpPr/>
            <p:nvPr/>
          </p:nvSpPr>
          <p:spPr>
            <a:xfrm rot="20319735">
              <a:off x="6442337" y="4723422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C318C26-117D-75C6-61DC-2AFA5A44AD91}"/>
                </a:ext>
              </a:extLst>
            </p:cNvPr>
            <p:cNvSpPr/>
            <p:nvPr/>
          </p:nvSpPr>
          <p:spPr>
            <a:xfrm>
              <a:off x="6355698" y="4623287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CCB6BEB-F810-A60F-6C6E-40BD15147ACE}"/>
                </a:ext>
              </a:extLst>
            </p:cNvPr>
            <p:cNvSpPr/>
            <p:nvPr/>
          </p:nvSpPr>
          <p:spPr>
            <a:xfrm rot="16200000">
              <a:off x="6540753" y="4856603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E7DCA41-759E-41B5-DDCF-61ADE87956CD}"/>
                </a:ext>
              </a:extLst>
            </p:cNvPr>
            <p:cNvSpPr/>
            <p:nvPr/>
          </p:nvSpPr>
          <p:spPr>
            <a:xfrm>
              <a:off x="6193586" y="3938199"/>
              <a:ext cx="248139" cy="469703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44FE5062-B1BA-8845-0134-8A4AD0D0928D}"/>
                </a:ext>
              </a:extLst>
            </p:cNvPr>
            <p:cNvSpPr/>
            <p:nvPr/>
          </p:nvSpPr>
          <p:spPr>
            <a:xfrm rot="20865084">
              <a:off x="6655914" y="4431120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A412327-582A-EC61-8644-EE4A73C3C7E2}"/>
                </a:ext>
              </a:extLst>
            </p:cNvPr>
            <p:cNvSpPr/>
            <p:nvPr/>
          </p:nvSpPr>
          <p:spPr>
            <a:xfrm rot="20319735">
              <a:off x="6735351" y="4662179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EE5B81C1-6AE8-6539-31B3-4C20E8E96C9F}"/>
                </a:ext>
              </a:extLst>
            </p:cNvPr>
            <p:cNvSpPr/>
            <p:nvPr/>
          </p:nvSpPr>
          <p:spPr>
            <a:xfrm>
              <a:off x="6648712" y="456204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F1D2CBE8-AFE5-6710-50E7-B43774CA3304}"/>
                </a:ext>
              </a:extLst>
            </p:cNvPr>
            <p:cNvSpPr/>
            <p:nvPr/>
          </p:nvSpPr>
          <p:spPr>
            <a:xfrm rot="16200000">
              <a:off x="6833767" y="4795360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18E60AFC-9842-8770-9834-EA4E9069D747}"/>
                </a:ext>
              </a:extLst>
            </p:cNvPr>
            <p:cNvSpPr/>
            <p:nvPr/>
          </p:nvSpPr>
          <p:spPr>
            <a:xfrm>
              <a:off x="6469336" y="4368968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FBBF719-2D2A-060D-BAF2-930DE67E0131}"/>
                </a:ext>
              </a:extLst>
            </p:cNvPr>
            <p:cNvSpPr/>
            <p:nvPr/>
          </p:nvSpPr>
          <p:spPr>
            <a:xfrm rot="16200000">
              <a:off x="6773408" y="3933535"/>
              <a:ext cx="127714" cy="555196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8F820221-B769-B990-6D16-24BECEB4FDCD}"/>
                </a:ext>
              </a:extLst>
            </p:cNvPr>
            <p:cNvSpPr/>
            <p:nvPr/>
          </p:nvSpPr>
          <p:spPr>
            <a:xfrm>
              <a:off x="6408768" y="412441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E4F355CD-33EC-FC41-0CF7-E97F02B96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99765">
            <a:off x="3899527" y="1255157"/>
            <a:ext cx="845384" cy="325931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F7965F-F7AD-BFF3-3071-D96E64CFC2A6}"/>
              </a:ext>
            </a:extLst>
          </p:cNvPr>
          <p:cNvGrpSpPr/>
          <p:nvPr/>
        </p:nvGrpSpPr>
        <p:grpSpPr>
          <a:xfrm>
            <a:off x="3630394" y="698542"/>
            <a:ext cx="1371600" cy="1371600"/>
            <a:chOff x="3013001" y="962272"/>
            <a:chExt cx="1371600" cy="137160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9B9BB0-4043-AE10-3398-829459DB49E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Arrow: Pentagon 116">
              <a:extLst>
                <a:ext uri="{FF2B5EF4-FFF2-40B4-BE49-F238E27FC236}">
                  <a16:creationId xmlns:a16="http://schemas.microsoft.com/office/drawing/2014/main" id="{3F7ACEA5-A2BB-9C04-36E6-2739CD532A3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8" name="Picture 117">
            <a:extLst>
              <a:ext uri="{FF2B5EF4-FFF2-40B4-BE49-F238E27FC236}">
                <a16:creationId xmlns:a16="http://schemas.microsoft.com/office/drawing/2014/main" id="{B1BB7B2F-2EE3-AE44-8B48-2F4977966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019" y="1022872"/>
            <a:ext cx="389965" cy="723550"/>
          </a:xfrm>
          <a:prstGeom prst="rect">
            <a:avLst/>
          </a:prstGeom>
        </p:spPr>
      </p:pic>
      <p:grpSp>
        <p:nvGrpSpPr>
          <p:cNvPr id="119" name="Group 118">
            <a:extLst>
              <a:ext uri="{FF2B5EF4-FFF2-40B4-BE49-F238E27FC236}">
                <a16:creationId xmlns:a16="http://schemas.microsoft.com/office/drawing/2014/main" id="{DF0AD139-7D4F-87A3-84BB-5E81AD338E55}"/>
              </a:ext>
            </a:extLst>
          </p:cNvPr>
          <p:cNvGrpSpPr/>
          <p:nvPr/>
        </p:nvGrpSpPr>
        <p:grpSpPr>
          <a:xfrm>
            <a:off x="9006986" y="2280558"/>
            <a:ext cx="1371600" cy="1371600"/>
            <a:chOff x="1298501" y="962272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354C89E-1D4E-258A-042E-29122936360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row: Pentagon 120">
              <a:extLst>
                <a:ext uri="{FF2B5EF4-FFF2-40B4-BE49-F238E27FC236}">
                  <a16:creationId xmlns:a16="http://schemas.microsoft.com/office/drawing/2014/main" id="{9F8B5E05-E2FF-7BF7-AC51-C9D399D83DF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EEE75188-60A5-59C8-3F37-C14A27256FE0}"/>
              </a:ext>
            </a:extLst>
          </p:cNvPr>
          <p:cNvGrpSpPr/>
          <p:nvPr/>
        </p:nvGrpSpPr>
        <p:grpSpPr>
          <a:xfrm>
            <a:off x="10582728" y="2266212"/>
            <a:ext cx="1371600" cy="1371600"/>
            <a:chOff x="1298501" y="962272"/>
            <a:chExt cx="1371600" cy="1371600"/>
          </a:xfrm>
        </p:grpSpPr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65093C6E-42DB-F820-4D70-AC36960B1F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Arrow: Pentagon 141">
              <a:extLst>
                <a:ext uri="{FF2B5EF4-FFF2-40B4-BE49-F238E27FC236}">
                  <a16:creationId xmlns:a16="http://schemas.microsoft.com/office/drawing/2014/main" id="{6C2DB26D-0C0A-BDB5-3207-531A6F583A5B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2936139-D6CC-8137-9728-15E58A43BC0B}"/>
              </a:ext>
            </a:extLst>
          </p:cNvPr>
          <p:cNvGrpSpPr/>
          <p:nvPr/>
        </p:nvGrpSpPr>
        <p:grpSpPr>
          <a:xfrm>
            <a:off x="9338706" y="2537647"/>
            <a:ext cx="695460" cy="653691"/>
            <a:chOff x="6203315" y="3923025"/>
            <a:chExt cx="969301" cy="911086"/>
          </a:xfrm>
        </p:grpSpPr>
        <p:sp>
          <p:nvSpPr>
            <p:cNvPr id="8" name="Flowchart: Manual Operation 7">
              <a:extLst>
                <a:ext uri="{FF2B5EF4-FFF2-40B4-BE49-F238E27FC236}">
                  <a16:creationId xmlns:a16="http://schemas.microsoft.com/office/drawing/2014/main" id="{A61E8A9C-304C-0A01-ACF5-43B0D1099B06}"/>
                </a:ext>
              </a:extLst>
            </p:cNvPr>
            <p:cNvSpPr/>
            <p:nvPr/>
          </p:nvSpPr>
          <p:spPr>
            <a:xfrm flipV="1">
              <a:off x="6362626" y="4024689"/>
              <a:ext cx="659305" cy="21163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F7B5E0D-2701-4BA0-8966-2FA53A6A2DE2}"/>
                </a:ext>
              </a:extLst>
            </p:cNvPr>
            <p:cNvSpPr/>
            <p:nvPr/>
          </p:nvSpPr>
          <p:spPr>
            <a:xfrm>
              <a:off x="6568843" y="4236326"/>
              <a:ext cx="246871" cy="3802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DD7A8A0E-5B2D-B1D8-E0C4-6657920BCD0B}"/>
                </a:ext>
              </a:extLst>
            </p:cNvPr>
            <p:cNvSpPr/>
            <p:nvPr/>
          </p:nvSpPr>
          <p:spPr>
            <a:xfrm>
              <a:off x="6312622" y="4552470"/>
              <a:ext cx="759312" cy="21163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20B772A0-EE86-FC48-4614-D9411366F41F}"/>
                </a:ext>
              </a:extLst>
            </p:cNvPr>
            <p:cNvSpPr/>
            <p:nvPr/>
          </p:nvSpPr>
          <p:spPr>
            <a:xfrm rot="16200000">
              <a:off x="6070609" y="4570249"/>
              <a:ext cx="396568" cy="131155"/>
            </a:xfrm>
            <a:prstGeom prst="rightArrow">
              <a:avLst>
                <a:gd name="adj1" fmla="val 50000"/>
                <a:gd name="adj2" fmla="val 86364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Arrow: Right 143">
              <a:extLst>
                <a:ext uri="{FF2B5EF4-FFF2-40B4-BE49-F238E27FC236}">
                  <a16:creationId xmlns:a16="http://schemas.microsoft.com/office/drawing/2014/main" id="{28D76120-8513-27A5-74E7-FBFE710C0F9C}"/>
                </a:ext>
              </a:extLst>
            </p:cNvPr>
            <p:cNvSpPr/>
            <p:nvPr/>
          </p:nvSpPr>
          <p:spPr>
            <a:xfrm rot="16200000">
              <a:off x="6908755" y="4570249"/>
              <a:ext cx="396568" cy="131155"/>
            </a:xfrm>
            <a:prstGeom prst="rightArrow">
              <a:avLst>
                <a:gd name="adj1" fmla="val 50000"/>
                <a:gd name="adj2" fmla="val 88636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E0B53FB-F03F-DD43-E4F8-E25FB5C323E1}"/>
                </a:ext>
              </a:extLst>
            </p:cNvPr>
            <p:cNvSpPr/>
            <p:nvPr/>
          </p:nvSpPr>
          <p:spPr>
            <a:xfrm>
              <a:off x="6519185" y="3923938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AB8412D2-B92C-3A42-A00B-09C2F1650CF3}"/>
                </a:ext>
              </a:extLst>
            </p:cNvPr>
            <p:cNvSpPr/>
            <p:nvPr/>
          </p:nvSpPr>
          <p:spPr>
            <a:xfrm>
              <a:off x="6807792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7C2C007-7D6D-123A-834E-63E90CBF40A4}"/>
                </a:ext>
              </a:extLst>
            </p:cNvPr>
            <p:cNvSpPr/>
            <p:nvPr/>
          </p:nvSpPr>
          <p:spPr>
            <a:xfrm>
              <a:off x="6609497" y="3923025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F4B20DE1-8AED-BA07-EAFA-B79C5F6BCE00}"/>
                </a:ext>
              </a:extLst>
            </p:cNvPr>
            <p:cNvSpPr/>
            <p:nvPr/>
          </p:nvSpPr>
          <p:spPr>
            <a:xfrm>
              <a:off x="6717479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5F4EF3F8-9FAC-DDD5-C352-12E84666F7EC}"/>
                </a:ext>
              </a:extLst>
            </p:cNvPr>
            <p:cNvGrpSpPr/>
            <p:nvPr/>
          </p:nvGrpSpPr>
          <p:grpSpPr>
            <a:xfrm rot="19228888">
              <a:off x="6412508" y="4086562"/>
              <a:ext cx="63146" cy="127118"/>
              <a:chOff x="3806073" y="5091415"/>
              <a:chExt cx="134521" cy="2708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DB0F5B4D-44C6-AEBE-498A-AF13FA350F22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D4369AD4-5C41-0CD4-D16D-357494BC8017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7FB8B696-A362-52A5-91C0-08273FA7264B}"/>
                </a:ext>
              </a:extLst>
            </p:cNvPr>
            <p:cNvGrpSpPr/>
            <p:nvPr/>
          </p:nvGrpSpPr>
          <p:grpSpPr>
            <a:xfrm rot="9885821">
              <a:off x="6899501" y="4141179"/>
              <a:ext cx="63146" cy="127118"/>
              <a:chOff x="3806073" y="5091415"/>
              <a:chExt cx="134521" cy="27080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DCC8B0F7-6EA2-931C-67B1-B6CA0F37A455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4B8F82CA-5B60-BDB0-946E-1511D54BF0E1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297666-1C19-B1DD-61D0-355E78196577}"/>
                </a:ext>
              </a:extLst>
            </p:cNvPr>
            <p:cNvGrpSpPr/>
            <p:nvPr/>
          </p:nvGrpSpPr>
          <p:grpSpPr>
            <a:xfrm>
              <a:off x="6516621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C1EBE51B-2770-18C0-F754-216BFC45FA7E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B136242D-5BF0-3770-D90B-336E131D580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D648BB79-3D62-01D4-F46E-BD644F4773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DEA97903-35ED-F71B-58FC-785D0734276B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96A3BA40-2070-7975-9D74-B847C68B052B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97656C80-2962-2F3F-1D98-82C58FEBA5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ADF5D849-BF7C-6CEE-15EC-6B09AAD86883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DA97347C-E6D2-88EA-1247-6AC1D9930434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Oval 164">
                  <a:extLst>
                    <a:ext uri="{FF2B5EF4-FFF2-40B4-BE49-F238E27FC236}">
                      <a16:creationId xmlns:a16="http://schemas.microsoft.com/office/drawing/2014/main" id="{38A338BA-2FE0-9289-8DCE-4323F7688DBA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17BFAE85-2300-3CD2-1825-1240EA8CC507}"/>
                </a:ext>
              </a:extLst>
            </p:cNvPr>
            <p:cNvGrpSpPr/>
            <p:nvPr/>
          </p:nvGrpSpPr>
          <p:grpSpPr>
            <a:xfrm rot="10800000">
              <a:off x="6737076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67" name="Group 166">
                <a:extLst>
                  <a:ext uri="{FF2B5EF4-FFF2-40B4-BE49-F238E27FC236}">
                    <a16:creationId xmlns:a16="http://schemas.microsoft.com/office/drawing/2014/main" id="{9DE1D039-AD7B-D768-10E7-377DD3E80D82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47E941E4-76A4-4447-EBC6-399248A57C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ABD99C11-71D8-76B9-76DE-47AC1DF65D0E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9121FB87-82D3-4986-9054-E2DF1BD379F8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BF6AA037-5A97-392F-0DB0-A12785750577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23529BD5-1D07-891A-EAAD-4C3FD95CA141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E6ECEB7A-2965-C06C-63D9-3474D23CD188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37E8714C-E82F-FC7E-58B4-D082F953CF98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FA240AC5-A275-6E2F-6EE2-F7780841D76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0F72E5F3-1ECD-92E4-BA89-45EF20385377}"/>
              </a:ext>
            </a:extLst>
          </p:cNvPr>
          <p:cNvGrpSpPr/>
          <p:nvPr/>
        </p:nvGrpSpPr>
        <p:grpSpPr>
          <a:xfrm>
            <a:off x="10990969" y="2514419"/>
            <a:ext cx="545684" cy="748114"/>
            <a:chOff x="6712366" y="4633331"/>
            <a:chExt cx="545684" cy="748114"/>
          </a:xfrm>
        </p:grpSpPr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2BADC1B8-A9A2-F803-DBA0-DE982375543A}"/>
                </a:ext>
              </a:extLst>
            </p:cNvPr>
            <p:cNvGrpSpPr/>
            <p:nvPr/>
          </p:nvGrpSpPr>
          <p:grpSpPr>
            <a:xfrm>
              <a:off x="6712366" y="4868535"/>
              <a:ext cx="545684" cy="512910"/>
              <a:chOff x="6203315" y="3923025"/>
              <a:chExt cx="969301" cy="911086"/>
            </a:xfrm>
          </p:grpSpPr>
          <p:sp>
            <p:nvSpPr>
              <p:cNvPr id="179" name="Flowchart: Manual Operation 178">
                <a:extLst>
                  <a:ext uri="{FF2B5EF4-FFF2-40B4-BE49-F238E27FC236}">
                    <a16:creationId xmlns:a16="http://schemas.microsoft.com/office/drawing/2014/main" id="{1D226BC2-A0DE-C6B5-F608-0C62082B7622}"/>
                  </a:ext>
                </a:extLst>
              </p:cNvPr>
              <p:cNvSpPr/>
              <p:nvPr/>
            </p:nvSpPr>
            <p:spPr>
              <a:xfrm flipV="1">
                <a:off x="6362626" y="4024689"/>
                <a:ext cx="659305" cy="211637"/>
              </a:xfrm>
              <a:prstGeom prst="flowChartManualOperati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94C314E8-2052-8B00-A7C9-6078E0065975}"/>
                  </a:ext>
                </a:extLst>
              </p:cNvPr>
              <p:cNvSpPr/>
              <p:nvPr/>
            </p:nvSpPr>
            <p:spPr>
              <a:xfrm>
                <a:off x="6568843" y="4236326"/>
                <a:ext cx="246871" cy="38020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9246D572-005B-536B-87FC-C72D73291DA6}"/>
                  </a:ext>
                </a:extLst>
              </p:cNvPr>
              <p:cNvSpPr/>
              <p:nvPr/>
            </p:nvSpPr>
            <p:spPr>
              <a:xfrm>
                <a:off x="6312622" y="4552470"/>
                <a:ext cx="759312" cy="211637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Arrow: Right 181">
                <a:extLst>
                  <a:ext uri="{FF2B5EF4-FFF2-40B4-BE49-F238E27FC236}">
                    <a16:creationId xmlns:a16="http://schemas.microsoft.com/office/drawing/2014/main" id="{5708BA10-C33A-2F1B-296A-582BC4633CA2}"/>
                  </a:ext>
                </a:extLst>
              </p:cNvPr>
              <p:cNvSpPr/>
              <p:nvPr/>
            </p:nvSpPr>
            <p:spPr>
              <a:xfrm rot="16200000">
                <a:off x="6070609" y="4570249"/>
                <a:ext cx="396568" cy="131155"/>
              </a:xfrm>
              <a:prstGeom prst="rightArrow">
                <a:avLst>
                  <a:gd name="adj1" fmla="val 50000"/>
                  <a:gd name="adj2" fmla="val 86364"/>
                </a:avLst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Arrow: Right 182">
                <a:extLst>
                  <a:ext uri="{FF2B5EF4-FFF2-40B4-BE49-F238E27FC236}">
                    <a16:creationId xmlns:a16="http://schemas.microsoft.com/office/drawing/2014/main" id="{D299453C-17E5-B9C7-A455-47CA24EFC20D}"/>
                  </a:ext>
                </a:extLst>
              </p:cNvPr>
              <p:cNvSpPr/>
              <p:nvPr/>
            </p:nvSpPr>
            <p:spPr>
              <a:xfrm rot="16200000">
                <a:off x="6908755" y="4570249"/>
                <a:ext cx="396568" cy="131155"/>
              </a:xfrm>
              <a:prstGeom prst="rightArrow">
                <a:avLst>
                  <a:gd name="adj1" fmla="val 50000"/>
                  <a:gd name="adj2" fmla="val 88636"/>
                </a:avLst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4C485F57-0E4F-E604-0423-42685F050D8E}"/>
                  </a:ext>
                </a:extLst>
              </p:cNvPr>
              <p:cNvSpPr/>
              <p:nvPr/>
            </p:nvSpPr>
            <p:spPr>
              <a:xfrm>
                <a:off x="6519185" y="3923938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7EA63DA4-AB0D-3526-F0B9-8140892348B1}"/>
                  </a:ext>
                </a:extLst>
              </p:cNvPr>
              <p:cNvSpPr/>
              <p:nvPr/>
            </p:nvSpPr>
            <p:spPr>
              <a:xfrm>
                <a:off x="6807792" y="3923574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07A2080F-99E9-04BA-A6C5-B692986B776F}"/>
                  </a:ext>
                </a:extLst>
              </p:cNvPr>
              <p:cNvSpPr/>
              <p:nvPr/>
            </p:nvSpPr>
            <p:spPr>
              <a:xfrm>
                <a:off x="6609497" y="3923025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B48D2C8B-47B7-AE77-2790-411B85881597}"/>
                  </a:ext>
                </a:extLst>
              </p:cNvPr>
              <p:cNvSpPr/>
              <p:nvPr/>
            </p:nvSpPr>
            <p:spPr>
              <a:xfrm>
                <a:off x="6717479" y="3923574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8" name="Group 187">
                <a:extLst>
                  <a:ext uri="{FF2B5EF4-FFF2-40B4-BE49-F238E27FC236}">
                    <a16:creationId xmlns:a16="http://schemas.microsoft.com/office/drawing/2014/main" id="{59A42A4B-4294-DC58-8721-78F4A400D82C}"/>
                  </a:ext>
                </a:extLst>
              </p:cNvPr>
              <p:cNvGrpSpPr/>
              <p:nvPr/>
            </p:nvGrpSpPr>
            <p:grpSpPr>
              <a:xfrm rot="19228888">
                <a:off x="6412508" y="4086562"/>
                <a:ext cx="63146" cy="127118"/>
                <a:chOff x="3806073" y="5091415"/>
                <a:chExt cx="134521" cy="270800"/>
              </a:xfrm>
            </p:grpSpPr>
            <p:sp>
              <p:nvSpPr>
                <p:cNvPr id="212" name="Rectangle 211">
                  <a:extLst>
                    <a:ext uri="{FF2B5EF4-FFF2-40B4-BE49-F238E27FC236}">
                      <a16:creationId xmlns:a16="http://schemas.microsoft.com/office/drawing/2014/main" id="{35895EFF-B567-0122-1340-B496266BB1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Oval 212">
                  <a:extLst>
                    <a:ext uri="{FF2B5EF4-FFF2-40B4-BE49-F238E27FC236}">
                      <a16:creationId xmlns:a16="http://schemas.microsoft.com/office/drawing/2014/main" id="{AD8B4816-1544-E660-39D7-F816AC56B7CF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9" name="Group 188">
                <a:extLst>
                  <a:ext uri="{FF2B5EF4-FFF2-40B4-BE49-F238E27FC236}">
                    <a16:creationId xmlns:a16="http://schemas.microsoft.com/office/drawing/2014/main" id="{C497452D-0247-0ABF-D73F-6274DA1CDA7E}"/>
                  </a:ext>
                </a:extLst>
              </p:cNvPr>
              <p:cNvGrpSpPr/>
              <p:nvPr/>
            </p:nvGrpSpPr>
            <p:grpSpPr>
              <a:xfrm rot="9885821">
                <a:off x="6899501" y="4141179"/>
                <a:ext cx="63146" cy="127118"/>
                <a:chOff x="3806073" y="5091415"/>
                <a:chExt cx="134521" cy="270800"/>
              </a:xfrm>
            </p:grpSpPr>
            <p:sp>
              <p:nvSpPr>
                <p:cNvPr id="210" name="Rectangle 209">
                  <a:extLst>
                    <a:ext uri="{FF2B5EF4-FFF2-40B4-BE49-F238E27FC236}">
                      <a16:creationId xmlns:a16="http://schemas.microsoft.com/office/drawing/2014/main" id="{3CE5AB49-53B2-F5C0-85F1-FF10D8A9E5E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" name="Oval 210">
                  <a:extLst>
                    <a:ext uri="{FF2B5EF4-FFF2-40B4-BE49-F238E27FC236}">
                      <a16:creationId xmlns:a16="http://schemas.microsoft.com/office/drawing/2014/main" id="{9D8291B2-39AC-EAF9-AFF0-1A56B12FAD7D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0" name="Group 189">
                <a:extLst>
                  <a:ext uri="{FF2B5EF4-FFF2-40B4-BE49-F238E27FC236}">
                    <a16:creationId xmlns:a16="http://schemas.microsoft.com/office/drawing/2014/main" id="{9A4087CF-6F6B-9E44-3151-B5D82EC9070E}"/>
                  </a:ext>
                </a:extLst>
              </p:cNvPr>
              <p:cNvGrpSpPr/>
              <p:nvPr/>
            </p:nvGrpSpPr>
            <p:grpSpPr>
              <a:xfrm>
                <a:off x="6516621" y="4264787"/>
                <a:ext cx="128268" cy="237544"/>
                <a:chOff x="4478105" y="5493295"/>
                <a:chExt cx="273251" cy="506041"/>
              </a:xfrm>
            </p:grpSpPr>
            <p:grpSp>
              <p:nvGrpSpPr>
                <p:cNvPr id="201" name="Group 200">
                  <a:extLst>
                    <a:ext uri="{FF2B5EF4-FFF2-40B4-BE49-F238E27FC236}">
                      <a16:creationId xmlns:a16="http://schemas.microsoft.com/office/drawing/2014/main" id="{C085FE73-3E72-7223-6E66-1B4474760FDD}"/>
                    </a:ext>
                  </a:extLst>
                </p:cNvPr>
                <p:cNvGrpSpPr/>
                <p:nvPr/>
              </p:nvGrpSpPr>
              <p:grpSpPr>
                <a:xfrm rot="16200000">
                  <a:off x="4548695" y="542515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8" name="Rectangle 207">
                    <a:extLst>
                      <a:ext uri="{FF2B5EF4-FFF2-40B4-BE49-F238E27FC236}">
                        <a16:creationId xmlns:a16="http://schemas.microsoft.com/office/drawing/2014/main" id="{F39F72CF-6E48-1DE8-37F0-76057E996684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9" name="Oval 208">
                    <a:extLst>
                      <a:ext uri="{FF2B5EF4-FFF2-40B4-BE49-F238E27FC236}">
                        <a16:creationId xmlns:a16="http://schemas.microsoft.com/office/drawing/2014/main" id="{4A3BC783-4C6A-D165-C243-2EEF25685875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2" name="Group 201">
                  <a:extLst>
                    <a:ext uri="{FF2B5EF4-FFF2-40B4-BE49-F238E27FC236}">
                      <a16:creationId xmlns:a16="http://schemas.microsoft.com/office/drawing/2014/main" id="{0DA0FAC8-EDF7-5082-2AB1-252B9E9D83FE}"/>
                    </a:ext>
                  </a:extLst>
                </p:cNvPr>
                <p:cNvGrpSpPr/>
                <p:nvPr/>
              </p:nvGrpSpPr>
              <p:grpSpPr>
                <a:xfrm rot="16200000">
                  <a:off x="4546244" y="5613978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6" name="Rectangle 205">
                    <a:extLst>
                      <a:ext uri="{FF2B5EF4-FFF2-40B4-BE49-F238E27FC236}">
                        <a16:creationId xmlns:a16="http://schemas.microsoft.com/office/drawing/2014/main" id="{47700E71-AE76-13B9-F9A2-BABA59C69D74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Oval 206">
                    <a:extLst>
                      <a:ext uri="{FF2B5EF4-FFF2-40B4-BE49-F238E27FC236}">
                        <a16:creationId xmlns:a16="http://schemas.microsoft.com/office/drawing/2014/main" id="{7E2EA210-0C89-6C78-F2B7-E37B75190AAD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3" name="Group 202">
                  <a:extLst>
                    <a:ext uri="{FF2B5EF4-FFF2-40B4-BE49-F238E27FC236}">
                      <a16:creationId xmlns:a16="http://schemas.microsoft.com/office/drawing/2014/main" id="{2F24C10C-5FAB-0E98-D5D9-5C6E01940E06}"/>
                    </a:ext>
                  </a:extLst>
                </p:cNvPr>
                <p:cNvGrpSpPr/>
                <p:nvPr/>
              </p:nvGrpSpPr>
              <p:grpSpPr>
                <a:xfrm rot="16200000">
                  <a:off x="4547465" y="579667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4" name="Rectangle 203">
                    <a:extLst>
                      <a:ext uri="{FF2B5EF4-FFF2-40B4-BE49-F238E27FC236}">
                        <a16:creationId xmlns:a16="http://schemas.microsoft.com/office/drawing/2014/main" id="{1B944315-46AD-5DB0-1030-B9FBD34BFC51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5" name="Oval 204">
                    <a:extLst>
                      <a:ext uri="{FF2B5EF4-FFF2-40B4-BE49-F238E27FC236}">
                        <a16:creationId xmlns:a16="http://schemas.microsoft.com/office/drawing/2014/main" id="{B344B3A7-3840-7E02-5398-2CCACD182DF2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91" name="Group 190">
                <a:extLst>
                  <a:ext uri="{FF2B5EF4-FFF2-40B4-BE49-F238E27FC236}">
                    <a16:creationId xmlns:a16="http://schemas.microsoft.com/office/drawing/2014/main" id="{68AA5CF4-A07D-6FF1-279C-5FA5DB7E28C3}"/>
                  </a:ext>
                </a:extLst>
              </p:cNvPr>
              <p:cNvGrpSpPr/>
              <p:nvPr/>
            </p:nvGrpSpPr>
            <p:grpSpPr>
              <a:xfrm rot="10800000">
                <a:off x="6737076" y="4264787"/>
                <a:ext cx="128268" cy="237544"/>
                <a:chOff x="4478105" y="5493295"/>
                <a:chExt cx="273251" cy="506041"/>
              </a:xfrm>
            </p:grpSpPr>
            <p:grpSp>
              <p:nvGrpSpPr>
                <p:cNvPr id="192" name="Group 191">
                  <a:extLst>
                    <a:ext uri="{FF2B5EF4-FFF2-40B4-BE49-F238E27FC236}">
                      <a16:creationId xmlns:a16="http://schemas.microsoft.com/office/drawing/2014/main" id="{CAEBEDBE-7E58-4328-CFE5-7BD653D577A3}"/>
                    </a:ext>
                  </a:extLst>
                </p:cNvPr>
                <p:cNvGrpSpPr/>
                <p:nvPr/>
              </p:nvGrpSpPr>
              <p:grpSpPr>
                <a:xfrm rot="16200000">
                  <a:off x="4548695" y="542515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9" name="Rectangle 198">
                    <a:extLst>
                      <a:ext uri="{FF2B5EF4-FFF2-40B4-BE49-F238E27FC236}">
                        <a16:creationId xmlns:a16="http://schemas.microsoft.com/office/drawing/2014/main" id="{24B240A6-DAA6-6A18-32BF-F6C94F5AD21F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0" name="Oval 199">
                    <a:extLst>
                      <a:ext uri="{FF2B5EF4-FFF2-40B4-BE49-F238E27FC236}">
                        <a16:creationId xmlns:a16="http://schemas.microsoft.com/office/drawing/2014/main" id="{F9152D01-FA9E-A017-C325-C59E42C7CC82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93" name="Group 192">
                  <a:extLst>
                    <a:ext uri="{FF2B5EF4-FFF2-40B4-BE49-F238E27FC236}">
                      <a16:creationId xmlns:a16="http://schemas.microsoft.com/office/drawing/2014/main" id="{596CB9C6-04BE-B329-5601-6D538ABA60DF}"/>
                    </a:ext>
                  </a:extLst>
                </p:cNvPr>
                <p:cNvGrpSpPr/>
                <p:nvPr/>
              </p:nvGrpSpPr>
              <p:grpSpPr>
                <a:xfrm rot="16200000">
                  <a:off x="4546244" y="5613978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7" name="Rectangle 196">
                    <a:extLst>
                      <a:ext uri="{FF2B5EF4-FFF2-40B4-BE49-F238E27FC236}">
                        <a16:creationId xmlns:a16="http://schemas.microsoft.com/office/drawing/2014/main" id="{FBB3AC41-D555-AC51-3B25-F76AA79F57C2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8" name="Oval 197">
                    <a:extLst>
                      <a:ext uri="{FF2B5EF4-FFF2-40B4-BE49-F238E27FC236}">
                        <a16:creationId xmlns:a16="http://schemas.microsoft.com/office/drawing/2014/main" id="{D839E029-79E5-A778-9E9C-EE43E4753871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94" name="Group 193">
                  <a:extLst>
                    <a:ext uri="{FF2B5EF4-FFF2-40B4-BE49-F238E27FC236}">
                      <a16:creationId xmlns:a16="http://schemas.microsoft.com/office/drawing/2014/main" id="{62F24E20-9F6D-3743-4DF5-CD6940680C96}"/>
                    </a:ext>
                  </a:extLst>
                </p:cNvPr>
                <p:cNvGrpSpPr/>
                <p:nvPr/>
              </p:nvGrpSpPr>
              <p:grpSpPr>
                <a:xfrm rot="16200000">
                  <a:off x="4547465" y="579667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5" name="Rectangle 194">
                    <a:extLst>
                      <a:ext uri="{FF2B5EF4-FFF2-40B4-BE49-F238E27FC236}">
                        <a16:creationId xmlns:a16="http://schemas.microsoft.com/office/drawing/2014/main" id="{7C4E32F6-F9CD-21ED-093A-44DD55C7374C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6" name="Oval 195">
                    <a:extLst>
                      <a:ext uri="{FF2B5EF4-FFF2-40B4-BE49-F238E27FC236}">
                        <a16:creationId xmlns:a16="http://schemas.microsoft.com/office/drawing/2014/main" id="{9C40F1D9-7508-1051-4DB3-73095F0A763F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pic>
          <p:nvPicPr>
            <p:cNvPr id="21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FE09F289-A7EC-6C7C-4347-265F25E6A8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777150" y="4688831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398F3904-BFBC-32CB-2F8C-C0FB0F3C9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866743" y="4689239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A036B8B-4427-8F7D-5041-DA91FDE810D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953265" y="4689742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73D65585-8AD4-6D7D-96E4-EDD6BC6CEA17}"/>
              </a:ext>
            </a:extLst>
          </p:cNvPr>
          <p:cNvGrpSpPr/>
          <p:nvPr/>
        </p:nvGrpSpPr>
        <p:grpSpPr>
          <a:xfrm>
            <a:off x="1949236" y="3920973"/>
            <a:ext cx="1371600" cy="1371600"/>
            <a:chOff x="1298501" y="962272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051DFFF-0181-80A9-FD8F-62674A5FC00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Arrow: Pentagon 218">
              <a:extLst>
                <a:ext uri="{FF2B5EF4-FFF2-40B4-BE49-F238E27FC236}">
                  <a16:creationId xmlns:a16="http://schemas.microsoft.com/office/drawing/2014/main" id="{5DE2B1CD-B2C1-32A8-657C-5C7CD06AC184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54B7541C-5D5B-0823-2E54-BF04BB442495}"/>
              </a:ext>
            </a:extLst>
          </p:cNvPr>
          <p:cNvGrpSpPr/>
          <p:nvPr/>
        </p:nvGrpSpPr>
        <p:grpSpPr>
          <a:xfrm>
            <a:off x="3602940" y="2373802"/>
            <a:ext cx="1371600" cy="1371600"/>
            <a:chOff x="1298501" y="962272"/>
            <a:chExt cx="1371600" cy="1371600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59DB8B9E-6203-4E61-E28B-FFD7439C698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Arrow: Pentagon 231">
              <a:extLst>
                <a:ext uri="{FF2B5EF4-FFF2-40B4-BE49-F238E27FC236}">
                  <a16:creationId xmlns:a16="http://schemas.microsoft.com/office/drawing/2014/main" id="{97399673-55C5-10A5-89B3-157447746B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D63DCA80-A1AB-1451-98D3-23CC452D7F86}"/>
              </a:ext>
            </a:extLst>
          </p:cNvPr>
          <p:cNvGrpSpPr/>
          <p:nvPr/>
        </p:nvGrpSpPr>
        <p:grpSpPr>
          <a:xfrm>
            <a:off x="545575" y="2705896"/>
            <a:ext cx="813727" cy="477825"/>
            <a:chOff x="3243145" y="3555274"/>
            <a:chExt cx="2506443" cy="1471797"/>
          </a:xfrm>
        </p:grpSpPr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4966A395-E81D-582C-E5E4-B2FB3189EAC5}"/>
                </a:ext>
              </a:extLst>
            </p:cNvPr>
            <p:cNvSpPr/>
            <p:nvPr/>
          </p:nvSpPr>
          <p:spPr>
            <a:xfrm>
              <a:off x="4030141" y="3924300"/>
              <a:ext cx="1461933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CA456A52-2AC2-3747-6724-36B527D0A43A}"/>
                </a:ext>
              </a:extLst>
            </p:cNvPr>
            <p:cNvSpPr/>
            <p:nvPr/>
          </p:nvSpPr>
          <p:spPr>
            <a:xfrm rot="19876836">
              <a:off x="3243145" y="4120769"/>
              <a:ext cx="868127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218F8C97-14C6-E60A-1AAF-12D9DCC92A03}"/>
                </a:ext>
              </a:extLst>
            </p:cNvPr>
            <p:cNvSpPr/>
            <p:nvPr/>
          </p:nvSpPr>
          <p:spPr>
            <a:xfrm rot="3856563">
              <a:off x="5233990" y="4136800"/>
              <a:ext cx="595421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EF2D768E-63D4-B322-8F7B-300B96B16237}"/>
                </a:ext>
              </a:extLst>
            </p:cNvPr>
            <p:cNvSpPr/>
            <p:nvPr/>
          </p:nvSpPr>
          <p:spPr>
            <a:xfrm>
              <a:off x="3249245" y="4339553"/>
              <a:ext cx="2500343" cy="41319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2BDD05E2-2ED2-F3AE-E3F7-7A1A181DC882}"/>
                </a:ext>
              </a:extLst>
            </p:cNvPr>
            <p:cNvSpPr/>
            <p:nvPr/>
          </p:nvSpPr>
          <p:spPr>
            <a:xfrm>
              <a:off x="3458569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748B9DC6-9FA4-B827-380F-5E6129403DC5}"/>
                </a:ext>
              </a:extLst>
            </p:cNvPr>
            <p:cNvSpPr/>
            <p:nvPr/>
          </p:nvSpPr>
          <p:spPr>
            <a:xfrm>
              <a:off x="445240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B3633E32-01FE-2F41-F77F-733DF79F4DE7}"/>
                </a:ext>
              </a:extLst>
            </p:cNvPr>
            <p:cNvSpPr/>
            <p:nvPr/>
          </p:nvSpPr>
          <p:spPr>
            <a:xfrm>
              <a:off x="511452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: Single Corner Snipped 240">
              <a:extLst>
                <a:ext uri="{FF2B5EF4-FFF2-40B4-BE49-F238E27FC236}">
                  <a16:creationId xmlns:a16="http://schemas.microsoft.com/office/drawing/2014/main" id="{D3126DB3-589C-E48C-0345-D05CD2DDBEFC}"/>
                </a:ext>
              </a:extLst>
            </p:cNvPr>
            <p:cNvSpPr/>
            <p:nvPr/>
          </p:nvSpPr>
          <p:spPr>
            <a:xfrm flipH="1">
              <a:off x="4640463" y="3577354"/>
              <a:ext cx="714451" cy="453971"/>
            </a:xfrm>
            <a:prstGeom prst="snip1Rect">
              <a:avLst>
                <a:gd name="adj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3EA2DDEF-185A-5273-F13C-21061309BE90}"/>
                </a:ext>
              </a:extLst>
            </p:cNvPr>
            <p:cNvSpPr/>
            <p:nvPr/>
          </p:nvSpPr>
          <p:spPr>
            <a:xfrm rot="410055">
              <a:off x="3616764" y="3555274"/>
              <a:ext cx="1218169" cy="1340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412FC9C9-F802-4905-42B9-9E223C7612E1}"/>
              </a:ext>
            </a:extLst>
          </p:cNvPr>
          <p:cNvGrpSpPr/>
          <p:nvPr/>
        </p:nvGrpSpPr>
        <p:grpSpPr>
          <a:xfrm>
            <a:off x="2141994" y="4331502"/>
            <a:ext cx="966865" cy="392898"/>
            <a:chOff x="3601772" y="4451726"/>
            <a:chExt cx="3281623" cy="133353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50FA32-7454-8AF9-D971-182E6210E10A}"/>
                </a:ext>
              </a:extLst>
            </p:cNvPr>
            <p:cNvSpPr/>
            <p:nvPr/>
          </p:nvSpPr>
          <p:spPr>
            <a:xfrm>
              <a:off x="4582588" y="4974563"/>
              <a:ext cx="2211912" cy="1574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B93E239A-F119-3369-0DDC-592BEB424E23}"/>
                </a:ext>
              </a:extLst>
            </p:cNvPr>
            <p:cNvSpPr/>
            <p:nvPr/>
          </p:nvSpPr>
          <p:spPr>
            <a:xfrm rot="19876836">
              <a:off x="4019901" y="5117543"/>
              <a:ext cx="64858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B626BBA-5DC2-1467-AD1B-F8963004BC93}"/>
                </a:ext>
              </a:extLst>
            </p:cNvPr>
            <p:cNvSpPr/>
            <p:nvPr/>
          </p:nvSpPr>
          <p:spPr>
            <a:xfrm rot="5400000">
              <a:off x="6587441" y="5120427"/>
              <a:ext cx="44484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2DF78D4-E5B7-E8DF-49A3-0D2515BE0FA8}"/>
                </a:ext>
              </a:extLst>
            </p:cNvPr>
            <p:cNvSpPr/>
            <p:nvPr/>
          </p:nvSpPr>
          <p:spPr>
            <a:xfrm>
              <a:off x="4024459" y="5281271"/>
              <a:ext cx="2770041" cy="2991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CC7D1D9-04C2-0E4E-EBC4-E994A13EF0FD}"/>
                </a:ext>
              </a:extLst>
            </p:cNvPr>
            <p:cNvSpPr/>
            <p:nvPr/>
          </p:nvSpPr>
          <p:spPr>
            <a:xfrm rot="186132">
              <a:off x="3601772" y="4682629"/>
              <a:ext cx="1535179" cy="13003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DEADF15-5BE4-F23B-0535-1FE5C5DBE168}"/>
                </a:ext>
              </a:extLst>
            </p:cNvPr>
            <p:cNvGrpSpPr/>
            <p:nvPr/>
          </p:nvGrpSpPr>
          <p:grpSpPr>
            <a:xfrm>
              <a:off x="4242218" y="5466180"/>
              <a:ext cx="2361782" cy="319076"/>
              <a:chOff x="3740100" y="5833335"/>
              <a:chExt cx="2361782" cy="319076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05038E1-13DA-DD3A-19D0-B7C2FD53436C}"/>
                  </a:ext>
                </a:extLst>
              </p:cNvPr>
              <p:cNvSpPr/>
              <p:nvPr/>
            </p:nvSpPr>
            <p:spPr>
              <a:xfrm>
                <a:off x="374010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CCF48D29-BF3A-FA92-9C5C-194068FD4906}"/>
                  </a:ext>
                </a:extLst>
              </p:cNvPr>
              <p:cNvSpPr/>
              <p:nvPr/>
            </p:nvSpPr>
            <p:spPr>
              <a:xfrm>
                <a:off x="408047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6B3F4BA-F128-4DE6-12BF-05C51911410E}"/>
                  </a:ext>
                </a:extLst>
              </p:cNvPr>
              <p:cNvSpPr/>
              <p:nvPr/>
            </p:nvSpPr>
            <p:spPr>
              <a:xfrm>
                <a:off x="4424551" y="583968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134AA2AB-DA0F-4C93-78BE-EBB0239E665C}"/>
                  </a:ext>
                </a:extLst>
              </p:cNvPr>
              <p:cNvSpPr/>
              <p:nvPr/>
            </p:nvSpPr>
            <p:spPr>
              <a:xfrm>
                <a:off x="476849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5BC390FB-327C-71BF-AF99-ECD04898B7CD}"/>
                  </a:ext>
                </a:extLst>
              </p:cNvPr>
              <p:cNvSpPr/>
              <p:nvPr/>
            </p:nvSpPr>
            <p:spPr>
              <a:xfrm>
                <a:off x="510886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61C6E043-DC84-B64A-D161-108B942E8D1F}"/>
                  </a:ext>
                </a:extLst>
              </p:cNvPr>
              <p:cNvSpPr/>
              <p:nvPr/>
            </p:nvSpPr>
            <p:spPr>
              <a:xfrm>
                <a:off x="5452947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5B355303-3E24-B2A4-5292-A10AB65A4357}"/>
                  </a:ext>
                </a:extLst>
              </p:cNvPr>
              <p:cNvSpPr/>
              <p:nvPr/>
            </p:nvSpPr>
            <p:spPr>
              <a:xfrm>
                <a:off x="5793181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0AE9775-A99B-B0A1-AF89-DA167DF2CAD2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>
              <a:off x="4114791" y="5567798"/>
              <a:ext cx="172635" cy="17225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8BF7D14A-1B57-9565-1A5C-49051E221739}"/>
                </a:ext>
              </a:extLst>
            </p:cNvPr>
            <p:cNvCxnSpPr>
              <a:cxnSpLocks/>
              <a:endCxn id="246" idx="5"/>
            </p:cNvCxnSpPr>
            <p:nvPr/>
          </p:nvCxnSpPr>
          <p:spPr>
            <a:xfrm flipH="1">
              <a:off x="6558792" y="5552395"/>
              <a:ext cx="188066" cy="17727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5104C116-4C86-5112-4FB7-B5B918094B06}"/>
                </a:ext>
              </a:extLst>
            </p:cNvPr>
            <p:cNvCxnSpPr>
              <a:cxnSpLocks/>
              <a:stCxn id="4" idx="4"/>
              <a:endCxn id="246" idx="4"/>
            </p:cNvCxnSpPr>
            <p:nvPr/>
          </p:nvCxnSpPr>
          <p:spPr>
            <a:xfrm flipV="1">
              <a:off x="4396569" y="5774881"/>
              <a:ext cx="2053081" cy="1037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CD3AE514-3E86-DAC8-A788-031593DC4D42}"/>
                </a:ext>
              </a:extLst>
            </p:cNvPr>
            <p:cNvSpPr/>
            <p:nvPr/>
          </p:nvSpPr>
          <p:spPr>
            <a:xfrm>
              <a:off x="6151287" y="4840975"/>
              <a:ext cx="658573" cy="1297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: Diagonal Corners Snipped 256">
              <a:extLst>
                <a:ext uri="{FF2B5EF4-FFF2-40B4-BE49-F238E27FC236}">
                  <a16:creationId xmlns:a16="http://schemas.microsoft.com/office/drawing/2014/main" id="{D4CE2AD4-E1A2-A5A7-C562-F844908F0A9C}"/>
                </a:ext>
              </a:extLst>
            </p:cNvPr>
            <p:cNvSpPr/>
            <p:nvPr/>
          </p:nvSpPr>
          <p:spPr>
            <a:xfrm flipH="1">
              <a:off x="5066506" y="4556178"/>
              <a:ext cx="1121182" cy="408902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5A02BCDC-A567-B30B-A197-532484CFDFAD}"/>
                </a:ext>
              </a:extLst>
            </p:cNvPr>
            <p:cNvSpPr/>
            <p:nvPr/>
          </p:nvSpPr>
          <p:spPr>
            <a:xfrm flipV="1">
              <a:off x="5563360" y="4451726"/>
              <a:ext cx="304591" cy="1846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1306C07-16C0-1841-EA03-0C767DF0FB2E}"/>
              </a:ext>
            </a:extLst>
          </p:cNvPr>
          <p:cNvGrpSpPr/>
          <p:nvPr/>
        </p:nvGrpSpPr>
        <p:grpSpPr>
          <a:xfrm>
            <a:off x="3871474" y="2776533"/>
            <a:ext cx="845486" cy="477307"/>
            <a:chOff x="4659448" y="4555528"/>
            <a:chExt cx="2627133" cy="1483110"/>
          </a:xfrm>
        </p:grpSpPr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728C5550-C08C-1FE8-5F9C-56A6758930B2}"/>
                </a:ext>
              </a:extLst>
            </p:cNvPr>
            <p:cNvSpPr/>
            <p:nvPr/>
          </p:nvSpPr>
          <p:spPr>
            <a:xfrm rot="5400000">
              <a:off x="5751679" y="5719840"/>
              <a:ext cx="479177" cy="1584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94DFC689-2815-709F-5354-951666FEEA89}"/>
                </a:ext>
              </a:extLst>
            </p:cNvPr>
            <p:cNvSpPr/>
            <p:nvPr/>
          </p:nvSpPr>
          <p:spPr>
            <a:xfrm>
              <a:off x="5060159" y="5159351"/>
              <a:ext cx="1813329" cy="3643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7DE3E07E-6F88-D7C7-5774-0639B1C36CC8}"/>
                </a:ext>
              </a:extLst>
            </p:cNvPr>
            <p:cNvSpPr/>
            <p:nvPr/>
          </p:nvSpPr>
          <p:spPr>
            <a:xfrm rot="2166242">
              <a:off x="4751161" y="4555528"/>
              <a:ext cx="1182977" cy="25863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5F7D6332-7DF3-942E-71A2-2C451417323C}"/>
                </a:ext>
              </a:extLst>
            </p:cNvPr>
            <p:cNvSpPr/>
            <p:nvPr/>
          </p:nvSpPr>
          <p:spPr>
            <a:xfrm>
              <a:off x="5822884" y="5193142"/>
              <a:ext cx="332529" cy="332528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15FE362E-16DB-DF20-30A6-50134C49D1E0}"/>
                </a:ext>
              </a:extLst>
            </p:cNvPr>
            <p:cNvSpPr/>
            <p:nvPr/>
          </p:nvSpPr>
          <p:spPr>
            <a:xfrm>
              <a:off x="5381441" y="5903668"/>
              <a:ext cx="1180464" cy="1331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: Diagonal Corners Snipped 270">
              <a:extLst>
                <a:ext uri="{FF2B5EF4-FFF2-40B4-BE49-F238E27FC236}">
                  <a16:creationId xmlns:a16="http://schemas.microsoft.com/office/drawing/2014/main" id="{8E7BEDCA-5235-24F2-F506-E5488359A099}"/>
                </a:ext>
              </a:extLst>
            </p:cNvPr>
            <p:cNvSpPr/>
            <p:nvPr/>
          </p:nvSpPr>
          <p:spPr>
            <a:xfrm flipH="1">
              <a:off x="5418936" y="4716003"/>
              <a:ext cx="1207722" cy="440464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 271">
              <a:extLst>
                <a:ext uri="{FF2B5EF4-FFF2-40B4-BE49-F238E27FC236}">
                  <a16:creationId xmlns:a16="http://schemas.microsoft.com/office/drawing/2014/main" id="{7732F83C-059E-C185-23F5-85EE335E5CFA}"/>
                </a:ext>
              </a:extLst>
            </p:cNvPr>
            <p:cNvSpPr/>
            <p:nvPr/>
          </p:nvSpPr>
          <p:spPr>
            <a:xfrm flipV="1">
              <a:off x="5954140" y="4603489"/>
              <a:ext cx="328101" cy="1989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10B13C61-AA0F-501F-9FD5-4EB1B78B306D}"/>
                </a:ext>
              </a:extLst>
            </p:cNvPr>
            <p:cNvGrpSpPr/>
            <p:nvPr/>
          </p:nvGrpSpPr>
          <p:grpSpPr>
            <a:xfrm rot="19255016">
              <a:off x="4659448" y="5423823"/>
              <a:ext cx="1069810" cy="380153"/>
              <a:chOff x="4116150" y="5982552"/>
              <a:chExt cx="1069810" cy="380153"/>
            </a:xfrm>
          </p:grpSpPr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9CC3C03B-E326-8FDA-29B5-2AF44A121D16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73" name="Oval 272">
                  <a:extLst>
                    <a:ext uri="{FF2B5EF4-FFF2-40B4-BE49-F238E27FC236}">
                      <a16:creationId xmlns:a16="http://schemas.microsoft.com/office/drawing/2014/main" id="{36DA3A98-800E-F65F-092D-77D6E7802A9D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4" name="Oval 273">
                  <a:extLst>
                    <a:ext uri="{FF2B5EF4-FFF2-40B4-BE49-F238E27FC236}">
                      <a16:creationId xmlns:a16="http://schemas.microsoft.com/office/drawing/2014/main" id="{FE07EE94-275D-F204-A8FF-6AF2D5139B06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5" name="Oval 274">
                  <a:extLst>
                    <a:ext uri="{FF2B5EF4-FFF2-40B4-BE49-F238E27FC236}">
                      <a16:creationId xmlns:a16="http://schemas.microsoft.com/office/drawing/2014/main" id="{5A78EAC2-6D9D-1099-2587-388FED95588D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A1FAC428-6B15-036C-5ACB-26997E3CBDF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AFC3361D-439D-947B-E34C-54A107D393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FB342D53-760C-C44C-C7E0-F4BB253D815C}"/>
                </a:ext>
              </a:extLst>
            </p:cNvPr>
            <p:cNvGrpSpPr/>
            <p:nvPr/>
          </p:nvGrpSpPr>
          <p:grpSpPr>
            <a:xfrm rot="2482018">
              <a:off x="6216771" y="5418867"/>
              <a:ext cx="1069810" cy="380153"/>
              <a:chOff x="4116150" y="5982552"/>
              <a:chExt cx="1069810" cy="380153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AD95AEC1-A405-E1F0-A806-732662E66EE1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90" name="Oval 289">
                  <a:extLst>
                    <a:ext uri="{FF2B5EF4-FFF2-40B4-BE49-F238E27FC236}">
                      <a16:creationId xmlns:a16="http://schemas.microsoft.com/office/drawing/2014/main" id="{19C1A2E8-8301-899A-5309-D3AB5CEFD387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1" name="Oval 290">
                  <a:extLst>
                    <a:ext uri="{FF2B5EF4-FFF2-40B4-BE49-F238E27FC236}">
                      <a16:creationId xmlns:a16="http://schemas.microsoft.com/office/drawing/2014/main" id="{034C010C-8455-40D0-5B1C-A3EF917726CB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2" name="Oval 291">
                  <a:extLst>
                    <a:ext uri="{FF2B5EF4-FFF2-40B4-BE49-F238E27FC236}">
                      <a16:creationId xmlns:a16="http://schemas.microsoft.com/office/drawing/2014/main" id="{86726C07-4ABB-BB42-BB8B-1AB65D1F5E63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8" name="Straight Connector 287">
                <a:extLst>
                  <a:ext uri="{FF2B5EF4-FFF2-40B4-BE49-F238E27FC236}">
                    <a16:creationId xmlns:a16="http://schemas.microsoft.com/office/drawing/2014/main" id="{A120FABB-F09A-9D0F-362E-D965C3E419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9" name="Straight Connector 288">
                <a:extLst>
                  <a:ext uri="{FF2B5EF4-FFF2-40B4-BE49-F238E27FC236}">
                    <a16:creationId xmlns:a16="http://schemas.microsoft.com/office/drawing/2014/main" id="{A1AE601A-6B55-E9B1-39FE-31D194574F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0AB430C4-5CA3-E8C5-7445-44B7AEECD2BA}"/>
                </a:ext>
              </a:extLst>
            </p:cNvPr>
            <p:cNvSpPr/>
            <p:nvPr/>
          </p:nvSpPr>
          <p:spPr>
            <a:xfrm flipV="1">
              <a:off x="5629800" y="5522452"/>
              <a:ext cx="722936" cy="2317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C851C60E-CCB9-A3AF-5A3E-62E60306C062}"/>
              </a:ext>
            </a:extLst>
          </p:cNvPr>
          <p:cNvGrpSpPr/>
          <p:nvPr/>
        </p:nvGrpSpPr>
        <p:grpSpPr>
          <a:xfrm>
            <a:off x="10256872" y="701097"/>
            <a:ext cx="1371600" cy="1371600"/>
            <a:chOff x="3013001" y="962272"/>
            <a:chExt cx="1371600" cy="1371600"/>
          </a:xfrm>
        </p:grpSpPr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BD88254-F937-93F1-2608-CBD5CA21CF3E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Arrow: Pentagon 251">
              <a:extLst>
                <a:ext uri="{FF2B5EF4-FFF2-40B4-BE49-F238E27FC236}">
                  <a16:creationId xmlns:a16="http://schemas.microsoft.com/office/drawing/2014/main" id="{988CEB82-DF14-DE21-16B8-C8515FF740D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53" name="Picture 252">
            <a:extLst>
              <a:ext uri="{FF2B5EF4-FFF2-40B4-BE49-F238E27FC236}">
                <a16:creationId xmlns:a16="http://schemas.microsoft.com/office/drawing/2014/main" id="{A8DC34FC-59C4-1319-EE7E-37D0562251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7001" y="1032486"/>
            <a:ext cx="338613" cy="628271"/>
          </a:xfrm>
          <a:prstGeom prst="rect">
            <a:avLst/>
          </a:prstGeom>
        </p:spPr>
      </p:pic>
      <p:sp>
        <p:nvSpPr>
          <p:cNvPr id="5" name="Cross 4">
            <a:extLst>
              <a:ext uri="{FF2B5EF4-FFF2-40B4-BE49-F238E27FC236}">
                <a16:creationId xmlns:a16="http://schemas.microsoft.com/office/drawing/2014/main" id="{59F54C3C-14D2-AD9F-10CF-D2304ADA04A1}"/>
              </a:ext>
            </a:extLst>
          </p:cNvPr>
          <p:cNvSpPr/>
          <p:nvPr/>
        </p:nvSpPr>
        <p:spPr>
          <a:xfrm>
            <a:off x="10680061" y="1295821"/>
            <a:ext cx="272493" cy="259333"/>
          </a:xfrm>
          <a:prstGeom prst="plus">
            <a:avLst>
              <a:gd name="adj" fmla="val 376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4" name="Cross 253">
            <a:extLst>
              <a:ext uri="{FF2B5EF4-FFF2-40B4-BE49-F238E27FC236}">
                <a16:creationId xmlns:a16="http://schemas.microsoft.com/office/drawing/2014/main" id="{E841D905-7976-7923-F988-285BE76911A9}"/>
              </a:ext>
            </a:extLst>
          </p:cNvPr>
          <p:cNvSpPr/>
          <p:nvPr/>
        </p:nvSpPr>
        <p:spPr>
          <a:xfrm>
            <a:off x="11050268" y="1107327"/>
            <a:ext cx="277271" cy="26388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Cross 254">
            <a:extLst>
              <a:ext uri="{FF2B5EF4-FFF2-40B4-BE49-F238E27FC236}">
                <a16:creationId xmlns:a16="http://schemas.microsoft.com/office/drawing/2014/main" id="{A1322E07-F2E5-F36D-E23D-A96676A7349C}"/>
              </a:ext>
            </a:extLst>
          </p:cNvPr>
          <p:cNvSpPr/>
          <p:nvPr/>
        </p:nvSpPr>
        <p:spPr>
          <a:xfrm>
            <a:off x="11224400" y="965859"/>
            <a:ext cx="185026" cy="17609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01D886-F432-9D9A-95DE-FC0DC2A60C80}"/>
              </a:ext>
            </a:extLst>
          </p:cNvPr>
          <p:cNvGrpSpPr/>
          <p:nvPr/>
        </p:nvGrpSpPr>
        <p:grpSpPr>
          <a:xfrm>
            <a:off x="276319" y="3873161"/>
            <a:ext cx="1371600" cy="1371600"/>
            <a:chOff x="1298501" y="962272"/>
            <a:chExt cx="1371600" cy="1371600"/>
          </a:xfrm>
        </p:grpSpPr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D30FD016-BB25-7A32-2652-A9FF9D8DC553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Arrow: Pentagon 260">
              <a:extLst>
                <a:ext uri="{FF2B5EF4-FFF2-40B4-BE49-F238E27FC236}">
                  <a16:creationId xmlns:a16="http://schemas.microsoft.com/office/drawing/2014/main" id="{9405F366-7245-6797-3504-EB6CF3A592E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C924142B-2477-7F93-4C56-FDEF7DCF4512}"/>
              </a:ext>
            </a:extLst>
          </p:cNvPr>
          <p:cNvGrpSpPr/>
          <p:nvPr/>
        </p:nvGrpSpPr>
        <p:grpSpPr>
          <a:xfrm>
            <a:off x="470204" y="4148195"/>
            <a:ext cx="993353" cy="544465"/>
            <a:chOff x="1112881" y="2132730"/>
            <a:chExt cx="4624120" cy="2534519"/>
          </a:xfrm>
        </p:grpSpPr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0CC141D4-2270-F35F-5153-3BF903698E1E}"/>
                </a:ext>
              </a:extLst>
            </p:cNvPr>
            <p:cNvSpPr/>
            <p:nvPr/>
          </p:nvSpPr>
          <p:spPr>
            <a:xfrm>
              <a:off x="2388719" y="3228341"/>
              <a:ext cx="603258" cy="3822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05E2719-B557-A9B1-67CA-D1F2349C0E4A}"/>
                </a:ext>
              </a:extLst>
            </p:cNvPr>
            <p:cNvSpPr/>
            <p:nvPr/>
          </p:nvSpPr>
          <p:spPr>
            <a:xfrm>
              <a:off x="3790968" y="3074799"/>
              <a:ext cx="603258" cy="51755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75E358FC-6C5C-EA77-9736-2A35A1008374}"/>
                </a:ext>
              </a:extLst>
            </p:cNvPr>
            <p:cNvSpPr/>
            <p:nvPr/>
          </p:nvSpPr>
          <p:spPr>
            <a:xfrm>
              <a:off x="1112882" y="4097572"/>
              <a:ext cx="4624119" cy="20979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58ED7578-240C-2F4F-A07C-F5FA7E4F39F7}"/>
                </a:ext>
              </a:extLst>
            </p:cNvPr>
            <p:cNvSpPr/>
            <p:nvPr/>
          </p:nvSpPr>
          <p:spPr>
            <a:xfrm>
              <a:off x="1336750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9DF951D5-1E3D-8745-4B43-B63C04621F33}"/>
                </a:ext>
              </a:extLst>
            </p:cNvPr>
            <p:cNvSpPr/>
            <p:nvPr/>
          </p:nvSpPr>
          <p:spPr>
            <a:xfrm>
              <a:off x="1934725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0C436EB0-A819-9F73-9275-92133C59AAD0}"/>
                </a:ext>
              </a:extLst>
            </p:cNvPr>
            <p:cNvSpPr/>
            <p:nvPr/>
          </p:nvSpPr>
          <p:spPr>
            <a:xfrm>
              <a:off x="2539220" y="411784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08791281-1926-4E24-698F-9B757F2FB435}"/>
                </a:ext>
              </a:extLst>
            </p:cNvPr>
            <p:cNvCxnSpPr>
              <a:cxnSpLocks/>
              <a:endCxn id="269" idx="3"/>
            </p:cNvCxnSpPr>
            <p:nvPr/>
          </p:nvCxnSpPr>
          <p:spPr>
            <a:xfrm>
              <a:off x="1112881" y="4285210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D314C23E-1D49-1556-932A-7B6A0AC4DA6D}"/>
                </a:ext>
              </a:extLst>
            </p:cNvPr>
            <p:cNvCxnSpPr>
              <a:cxnSpLocks/>
              <a:stCxn id="269" idx="4"/>
              <a:endCxn id="278" idx="4"/>
            </p:cNvCxnSpPr>
            <p:nvPr/>
          </p:nvCxnSpPr>
          <p:spPr>
            <a:xfrm flipV="1">
              <a:off x="1607919" y="4660179"/>
              <a:ext cx="1202470" cy="707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B1E43D47-023F-36A9-D4FA-C70086578C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58206" y="4302993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CC54FAF6-790C-966F-D5F5-B99BBB75B354}"/>
                </a:ext>
              </a:extLst>
            </p:cNvPr>
            <p:cNvSpPr/>
            <p:nvPr/>
          </p:nvSpPr>
          <p:spPr>
            <a:xfrm>
              <a:off x="3741451" y="4113757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Oval 294">
              <a:extLst>
                <a:ext uri="{FF2B5EF4-FFF2-40B4-BE49-F238E27FC236}">
                  <a16:creationId xmlns:a16="http://schemas.microsoft.com/office/drawing/2014/main" id="{EBADE11E-42E4-B826-9012-35E31F4FF50B}"/>
                </a:ext>
              </a:extLst>
            </p:cNvPr>
            <p:cNvSpPr/>
            <p:nvPr/>
          </p:nvSpPr>
          <p:spPr>
            <a:xfrm>
              <a:off x="4345946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D450C50A-0C57-3FFC-B402-3E1BC8E047C2}"/>
                </a:ext>
              </a:extLst>
            </p:cNvPr>
            <p:cNvSpPr/>
            <p:nvPr/>
          </p:nvSpPr>
          <p:spPr>
            <a:xfrm>
              <a:off x="4943683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12352B1B-B694-40CD-0647-FCEF8EC5AD57}"/>
                </a:ext>
              </a:extLst>
            </p:cNvPr>
            <p:cNvCxnSpPr>
              <a:cxnSpLocks/>
              <a:endCxn id="296" idx="5"/>
            </p:cNvCxnSpPr>
            <p:nvPr/>
          </p:nvCxnSpPr>
          <p:spPr>
            <a:xfrm flipH="1">
              <a:off x="5406598" y="4258150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9DA3C39A-A82C-9753-7212-5B0709A3B22B}"/>
                </a:ext>
              </a:extLst>
            </p:cNvPr>
            <p:cNvCxnSpPr>
              <a:cxnSpLocks/>
              <a:endCxn id="296" idx="4"/>
            </p:cNvCxnSpPr>
            <p:nvPr/>
          </p:nvCxnSpPr>
          <p:spPr>
            <a:xfrm flipV="1">
              <a:off x="4012620" y="4649022"/>
              <a:ext cx="1202233" cy="9113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5413C517-16B0-6ED0-A753-FB8EFFC742C0}"/>
                </a:ext>
              </a:extLst>
            </p:cNvPr>
            <p:cNvCxnSpPr>
              <a:cxnSpLocks/>
            </p:cNvCxnSpPr>
            <p:nvPr/>
          </p:nvCxnSpPr>
          <p:spPr>
            <a:xfrm>
              <a:off x="3506106" y="4284567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0" name="Flowchart: Manual Operation 299">
              <a:extLst>
                <a:ext uri="{FF2B5EF4-FFF2-40B4-BE49-F238E27FC236}">
                  <a16:creationId xmlns:a16="http://schemas.microsoft.com/office/drawing/2014/main" id="{D19AA0B0-DA2C-894C-E93C-87BDE34E12A2}"/>
                </a:ext>
              </a:extLst>
            </p:cNvPr>
            <p:cNvSpPr/>
            <p:nvPr/>
          </p:nvSpPr>
          <p:spPr>
            <a:xfrm flipV="1">
              <a:off x="1134231" y="3601472"/>
              <a:ext cx="4550621" cy="49125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ectangle: Diagonal Corners Snipped 300">
              <a:extLst>
                <a:ext uri="{FF2B5EF4-FFF2-40B4-BE49-F238E27FC236}">
                  <a16:creationId xmlns:a16="http://schemas.microsoft.com/office/drawing/2014/main" id="{CB4397A6-E7DE-07A0-DB5D-F106011C4155}"/>
                </a:ext>
              </a:extLst>
            </p:cNvPr>
            <p:cNvSpPr/>
            <p:nvPr/>
          </p:nvSpPr>
          <p:spPr>
            <a:xfrm flipH="1">
              <a:off x="2626623" y="2680611"/>
              <a:ext cx="1772041" cy="920861"/>
            </a:xfrm>
            <a:prstGeom prst="snip2DiagRect">
              <a:avLst>
                <a:gd name="adj1" fmla="val 30574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Rectangle 301">
              <a:extLst>
                <a:ext uri="{FF2B5EF4-FFF2-40B4-BE49-F238E27FC236}">
                  <a16:creationId xmlns:a16="http://schemas.microsoft.com/office/drawing/2014/main" id="{6BDB6A47-143B-2929-DC4A-955F1C9163F8}"/>
                </a:ext>
              </a:extLst>
            </p:cNvPr>
            <p:cNvSpPr/>
            <p:nvPr/>
          </p:nvSpPr>
          <p:spPr>
            <a:xfrm rot="341191" flipV="1">
              <a:off x="2296485" y="2931809"/>
              <a:ext cx="997910" cy="385699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3" name="Group 302">
              <a:extLst>
                <a:ext uri="{FF2B5EF4-FFF2-40B4-BE49-F238E27FC236}">
                  <a16:creationId xmlns:a16="http://schemas.microsoft.com/office/drawing/2014/main" id="{E9433B4B-D17D-64BB-B133-6B386088E940}"/>
                </a:ext>
              </a:extLst>
            </p:cNvPr>
            <p:cNvGrpSpPr/>
            <p:nvPr/>
          </p:nvGrpSpPr>
          <p:grpSpPr>
            <a:xfrm rot="341191">
              <a:off x="1783891" y="2897223"/>
              <a:ext cx="521569" cy="306556"/>
              <a:chOff x="363258" y="2301051"/>
              <a:chExt cx="933450" cy="548640"/>
            </a:xfrm>
          </p:grpSpPr>
          <p:sp>
            <p:nvSpPr>
              <p:cNvPr id="310" name="Rectangle 309">
                <a:extLst>
                  <a:ext uri="{FF2B5EF4-FFF2-40B4-BE49-F238E27FC236}">
                    <a16:creationId xmlns:a16="http://schemas.microsoft.com/office/drawing/2014/main" id="{526E92CD-84C6-10C0-0ADD-36C229A3118A}"/>
                  </a:ext>
                </a:extLst>
              </p:cNvPr>
              <p:cNvSpPr/>
              <p:nvPr/>
            </p:nvSpPr>
            <p:spPr>
              <a:xfrm>
                <a:off x="372783" y="2301051"/>
                <a:ext cx="914400" cy="548640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11" name="Straight Connector 310">
                <a:extLst>
                  <a:ext uri="{FF2B5EF4-FFF2-40B4-BE49-F238E27FC236}">
                    <a16:creationId xmlns:a16="http://schemas.microsoft.com/office/drawing/2014/main" id="{789A247D-0509-1C8F-72FB-0E613C932D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483931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2" name="Straight Connector 311">
                <a:extLst>
                  <a:ext uri="{FF2B5EF4-FFF2-40B4-BE49-F238E27FC236}">
                    <a16:creationId xmlns:a16="http://schemas.microsoft.com/office/drawing/2014/main" id="{35816EF3-DD1A-8688-5AA3-7920113507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676534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FCE75F68-88A3-07CF-8229-D3EA79B79B96}"/>
                </a:ext>
              </a:extLst>
            </p:cNvPr>
            <p:cNvSpPr/>
            <p:nvPr/>
          </p:nvSpPr>
          <p:spPr>
            <a:xfrm rot="5741191">
              <a:off x="1890431" y="2996241"/>
              <a:ext cx="446574" cy="1082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4E425E0C-6ABA-23B6-F8FF-18FB78709888}"/>
                </a:ext>
              </a:extLst>
            </p:cNvPr>
            <p:cNvSpPr/>
            <p:nvPr/>
          </p:nvSpPr>
          <p:spPr>
            <a:xfrm>
              <a:off x="3204283" y="2984314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A8CA2931-5320-F694-EAA1-FD2F584890A9}"/>
                </a:ext>
              </a:extLst>
            </p:cNvPr>
            <p:cNvSpPr/>
            <p:nvPr/>
          </p:nvSpPr>
          <p:spPr>
            <a:xfrm rot="1567635">
              <a:off x="3702502" y="2314402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DADDB354-C4CB-0534-62A4-898AF92256D8}"/>
                </a:ext>
              </a:extLst>
            </p:cNvPr>
            <p:cNvSpPr/>
            <p:nvPr/>
          </p:nvSpPr>
          <p:spPr>
            <a:xfrm rot="1567635">
              <a:off x="3796955" y="2132730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Rectangle 307">
              <a:extLst>
                <a:ext uri="{FF2B5EF4-FFF2-40B4-BE49-F238E27FC236}">
                  <a16:creationId xmlns:a16="http://schemas.microsoft.com/office/drawing/2014/main" id="{5C45FAAD-E9E0-AB0A-827B-0885186901BF}"/>
                </a:ext>
              </a:extLst>
            </p:cNvPr>
            <p:cNvSpPr/>
            <p:nvPr/>
          </p:nvSpPr>
          <p:spPr>
            <a:xfrm rot="1520560">
              <a:off x="3834331" y="2283297"/>
              <a:ext cx="970386" cy="4554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69BC6F36-D2D0-3B45-C8EE-9C546CBA11E7}"/>
                </a:ext>
              </a:extLst>
            </p:cNvPr>
            <p:cNvSpPr/>
            <p:nvPr/>
          </p:nvSpPr>
          <p:spPr>
            <a:xfrm rot="511917">
              <a:off x="3980972" y="2552639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F60BF70D-4541-E619-77CA-869A5DFBFD6F}"/>
              </a:ext>
            </a:extLst>
          </p:cNvPr>
          <p:cNvGrpSpPr/>
          <p:nvPr/>
        </p:nvGrpSpPr>
        <p:grpSpPr>
          <a:xfrm>
            <a:off x="3586655" y="3952065"/>
            <a:ext cx="1371600" cy="1371600"/>
            <a:chOff x="1298501" y="962272"/>
            <a:chExt cx="1371600" cy="1371600"/>
          </a:xfrm>
        </p:grpSpPr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5BB1C7F4-DD07-87C7-8EEC-ECA813D66FD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Arrow: Pentagon 317">
              <a:extLst>
                <a:ext uri="{FF2B5EF4-FFF2-40B4-BE49-F238E27FC236}">
                  <a16:creationId xmlns:a16="http://schemas.microsoft.com/office/drawing/2014/main" id="{D77226D2-7D91-71A7-FFE2-CF1918DC17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E25D332D-EB93-80E6-B702-019112BF178E}"/>
              </a:ext>
            </a:extLst>
          </p:cNvPr>
          <p:cNvGrpSpPr/>
          <p:nvPr/>
        </p:nvGrpSpPr>
        <p:grpSpPr>
          <a:xfrm>
            <a:off x="3843598" y="4223525"/>
            <a:ext cx="870414" cy="803280"/>
            <a:chOff x="2841994" y="930562"/>
            <a:chExt cx="3529486" cy="3257264"/>
          </a:xfrm>
        </p:grpSpPr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85B12C62-ADBA-DDB9-AC76-430E72EAD4F8}"/>
                </a:ext>
              </a:extLst>
            </p:cNvPr>
            <p:cNvSpPr/>
            <p:nvPr/>
          </p:nvSpPr>
          <p:spPr>
            <a:xfrm>
              <a:off x="4305300" y="930562"/>
              <a:ext cx="590550" cy="3181350"/>
            </a:xfrm>
            <a:prstGeom prst="ellipse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Isosceles Triangle 320">
              <a:extLst>
                <a:ext uri="{FF2B5EF4-FFF2-40B4-BE49-F238E27FC236}">
                  <a16:creationId xmlns:a16="http://schemas.microsoft.com/office/drawing/2014/main" id="{5F17EBD1-A0DE-D2AA-1F38-E7D0DE10B186}"/>
                </a:ext>
              </a:extLst>
            </p:cNvPr>
            <p:cNvSpPr/>
            <p:nvPr/>
          </p:nvSpPr>
          <p:spPr>
            <a:xfrm rot="15097803">
              <a:off x="3816522" y="3530601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Isosceles Triangle 321">
              <a:extLst>
                <a:ext uri="{FF2B5EF4-FFF2-40B4-BE49-F238E27FC236}">
                  <a16:creationId xmlns:a16="http://schemas.microsoft.com/office/drawing/2014/main" id="{8C714315-EE69-66F0-541A-EF5DD3EBD261}"/>
                </a:ext>
              </a:extLst>
            </p:cNvPr>
            <p:cNvSpPr/>
            <p:nvPr/>
          </p:nvSpPr>
          <p:spPr>
            <a:xfrm rot="6456753">
              <a:off x="4789963" y="3527597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3" name="Group 322">
              <a:extLst>
                <a:ext uri="{FF2B5EF4-FFF2-40B4-BE49-F238E27FC236}">
                  <a16:creationId xmlns:a16="http://schemas.microsoft.com/office/drawing/2014/main" id="{489FCEB9-6581-0E22-6109-EEBBABAA705A}"/>
                </a:ext>
              </a:extLst>
            </p:cNvPr>
            <p:cNvGrpSpPr/>
            <p:nvPr/>
          </p:nvGrpSpPr>
          <p:grpSpPr>
            <a:xfrm>
              <a:off x="2841994" y="1514299"/>
              <a:ext cx="1562063" cy="1372483"/>
              <a:chOff x="2841994" y="1514299"/>
              <a:chExt cx="1562063" cy="1372483"/>
            </a:xfrm>
          </p:grpSpPr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977D2C1C-FF87-596D-3AB2-64083F8571DD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2" name="Rectangle 331">
                <a:extLst>
                  <a:ext uri="{FF2B5EF4-FFF2-40B4-BE49-F238E27FC236}">
                    <a16:creationId xmlns:a16="http://schemas.microsoft.com/office/drawing/2014/main" id="{62137CB9-7201-79C3-3084-6CB5C9587369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3" name="Trapezoid 332">
                <a:extLst>
                  <a:ext uri="{FF2B5EF4-FFF2-40B4-BE49-F238E27FC236}">
                    <a16:creationId xmlns:a16="http://schemas.microsoft.com/office/drawing/2014/main" id="{6FA67849-F3A4-D169-FBD0-2987BE6B9DA3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4" name="Isosceles Triangle 333">
                <a:extLst>
                  <a:ext uri="{FF2B5EF4-FFF2-40B4-BE49-F238E27FC236}">
                    <a16:creationId xmlns:a16="http://schemas.microsoft.com/office/drawing/2014/main" id="{F875D4DC-7385-1E3A-92DE-9B40A84E4BD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5" name="Oval 334">
                <a:extLst>
                  <a:ext uri="{FF2B5EF4-FFF2-40B4-BE49-F238E27FC236}">
                    <a16:creationId xmlns:a16="http://schemas.microsoft.com/office/drawing/2014/main" id="{C7DDC445-B33C-8CB5-68CE-C55C65096E7A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4" name="Trapezoid 323">
              <a:extLst>
                <a:ext uri="{FF2B5EF4-FFF2-40B4-BE49-F238E27FC236}">
                  <a16:creationId xmlns:a16="http://schemas.microsoft.com/office/drawing/2014/main" id="{D4781322-EF42-0A95-0672-83C3F93E7A17}"/>
                </a:ext>
              </a:extLst>
            </p:cNvPr>
            <p:cNvSpPr/>
            <p:nvPr/>
          </p:nvSpPr>
          <p:spPr>
            <a:xfrm>
              <a:off x="4391733" y="1120756"/>
              <a:ext cx="417684" cy="428229"/>
            </a:xfrm>
            <a:prstGeom prst="trapezoi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5" name="Group 324">
              <a:extLst>
                <a:ext uri="{FF2B5EF4-FFF2-40B4-BE49-F238E27FC236}">
                  <a16:creationId xmlns:a16="http://schemas.microsoft.com/office/drawing/2014/main" id="{5DF009FB-EF3B-77E6-2E7E-99F4B2FD04F4}"/>
                </a:ext>
              </a:extLst>
            </p:cNvPr>
            <p:cNvGrpSpPr/>
            <p:nvPr/>
          </p:nvGrpSpPr>
          <p:grpSpPr>
            <a:xfrm flipH="1">
              <a:off x="4809417" y="1514012"/>
              <a:ext cx="1562063" cy="1372483"/>
              <a:chOff x="2841994" y="1514299"/>
              <a:chExt cx="1562063" cy="1372483"/>
            </a:xfrm>
          </p:grpSpPr>
          <p:sp>
            <p:nvSpPr>
              <p:cNvPr id="326" name="Rectangle 325">
                <a:extLst>
                  <a:ext uri="{FF2B5EF4-FFF2-40B4-BE49-F238E27FC236}">
                    <a16:creationId xmlns:a16="http://schemas.microsoft.com/office/drawing/2014/main" id="{CE9A6C7A-7F94-4551-0B54-77AE8C822945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7" name="Rectangle 326">
                <a:extLst>
                  <a:ext uri="{FF2B5EF4-FFF2-40B4-BE49-F238E27FC236}">
                    <a16:creationId xmlns:a16="http://schemas.microsoft.com/office/drawing/2014/main" id="{7461F050-8672-4098-9A68-50D6750708BB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8" name="Trapezoid 327">
                <a:extLst>
                  <a:ext uri="{FF2B5EF4-FFF2-40B4-BE49-F238E27FC236}">
                    <a16:creationId xmlns:a16="http://schemas.microsoft.com/office/drawing/2014/main" id="{BB5AB281-6ACA-E753-6DB4-32918352C272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9" name="Isosceles Triangle 328">
                <a:extLst>
                  <a:ext uri="{FF2B5EF4-FFF2-40B4-BE49-F238E27FC236}">
                    <a16:creationId xmlns:a16="http://schemas.microsoft.com/office/drawing/2014/main" id="{7D7AC445-6078-CB06-53BE-27E528AABA2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0" name="Oval 329">
                <a:extLst>
                  <a:ext uri="{FF2B5EF4-FFF2-40B4-BE49-F238E27FC236}">
                    <a16:creationId xmlns:a16="http://schemas.microsoft.com/office/drawing/2014/main" id="{9C876087-7DB7-C733-8899-D07F6D9A07C1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4B513A1D-2CCC-EF6A-93BC-E0617E3D96F5}"/>
              </a:ext>
            </a:extLst>
          </p:cNvPr>
          <p:cNvGrpSpPr/>
          <p:nvPr/>
        </p:nvGrpSpPr>
        <p:grpSpPr>
          <a:xfrm>
            <a:off x="5304150" y="3827635"/>
            <a:ext cx="1143909" cy="1520774"/>
            <a:chOff x="3363817" y="813583"/>
            <a:chExt cx="2044395" cy="2717927"/>
          </a:xfrm>
        </p:grpSpPr>
        <p:sp>
          <p:nvSpPr>
            <p:cNvPr id="314" name="Diamond 313">
              <a:extLst>
                <a:ext uri="{FF2B5EF4-FFF2-40B4-BE49-F238E27FC236}">
                  <a16:creationId xmlns:a16="http://schemas.microsoft.com/office/drawing/2014/main" id="{7A672C02-9737-5135-5BA6-1AF03FF3762D}"/>
                </a:ext>
              </a:extLst>
            </p:cNvPr>
            <p:cNvSpPr/>
            <p:nvPr/>
          </p:nvSpPr>
          <p:spPr>
            <a:xfrm>
              <a:off x="3975100" y="1439970"/>
              <a:ext cx="816608" cy="1449279"/>
            </a:xfrm>
            <a:prstGeom prst="diamon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4A1AD818-C367-9D21-7F04-D309CB3408B0}"/>
                </a:ext>
              </a:extLst>
            </p:cNvPr>
            <p:cNvGrpSpPr/>
            <p:nvPr/>
          </p:nvGrpSpPr>
          <p:grpSpPr>
            <a:xfrm>
              <a:off x="3363817" y="813583"/>
              <a:ext cx="935545" cy="2708402"/>
              <a:chOff x="3363817" y="813583"/>
              <a:chExt cx="935545" cy="2708402"/>
            </a:xfrm>
          </p:grpSpPr>
          <p:sp>
            <p:nvSpPr>
              <p:cNvPr id="344" name="Oval 343">
                <a:extLst>
                  <a:ext uri="{FF2B5EF4-FFF2-40B4-BE49-F238E27FC236}">
                    <a16:creationId xmlns:a16="http://schemas.microsoft.com/office/drawing/2014/main" id="{A39745CB-08C6-1697-B7E5-574690AAE96B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" name="Oval 344">
                <a:extLst>
                  <a:ext uri="{FF2B5EF4-FFF2-40B4-BE49-F238E27FC236}">
                    <a16:creationId xmlns:a16="http://schemas.microsoft.com/office/drawing/2014/main" id="{30334C54-BAC3-39A0-9D89-09DC125581C0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E8149E00-3552-BEC3-8D28-7397C814E243}"/>
                </a:ext>
              </a:extLst>
            </p:cNvPr>
            <p:cNvGrpSpPr/>
            <p:nvPr/>
          </p:nvGrpSpPr>
          <p:grpSpPr>
            <a:xfrm flipH="1">
              <a:off x="4472667" y="823108"/>
              <a:ext cx="935545" cy="2708402"/>
              <a:chOff x="3363817" y="813583"/>
              <a:chExt cx="935545" cy="2708402"/>
            </a:xfrm>
          </p:grpSpPr>
          <p:sp>
            <p:nvSpPr>
              <p:cNvPr id="342" name="Oval 341">
                <a:extLst>
                  <a:ext uri="{FF2B5EF4-FFF2-40B4-BE49-F238E27FC236}">
                    <a16:creationId xmlns:a16="http://schemas.microsoft.com/office/drawing/2014/main" id="{85EF25FD-C6A2-2A37-0976-FC12EAFCDEF6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" name="Oval 342">
                <a:extLst>
                  <a:ext uri="{FF2B5EF4-FFF2-40B4-BE49-F238E27FC236}">
                    <a16:creationId xmlns:a16="http://schemas.microsoft.com/office/drawing/2014/main" id="{15A388CC-FA78-6A13-CF9E-4C283C272804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70A353CF-583C-F469-D83F-694B20FC2505}"/>
                </a:ext>
              </a:extLst>
            </p:cNvPr>
            <p:cNvSpPr/>
            <p:nvPr/>
          </p:nvSpPr>
          <p:spPr>
            <a:xfrm>
              <a:off x="3683000" y="2068915"/>
              <a:ext cx="1397000" cy="279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783DD2F9-A0D2-9A30-B40B-28E4C4B25B57}"/>
                </a:ext>
              </a:extLst>
            </p:cNvPr>
            <p:cNvSpPr/>
            <p:nvPr/>
          </p:nvSpPr>
          <p:spPr>
            <a:xfrm>
              <a:off x="3756163" y="1876629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2E533B33-5B76-1638-3440-B4995CC510A7}"/>
                </a:ext>
              </a:extLst>
            </p:cNvPr>
            <p:cNvSpPr/>
            <p:nvPr/>
          </p:nvSpPr>
          <p:spPr>
            <a:xfrm>
              <a:off x="4823219" y="1861841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" name="Cross 339">
              <a:extLst>
                <a:ext uri="{FF2B5EF4-FFF2-40B4-BE49-F238E27FC236}">
                  <a16:creationId xmlns:a16="http://schemas.microsoft.com/office/drawing/2014/main" id="{279329A5-23D7-552E-2E7F-2F9A6C57923E}"/>
                </a:ext>
              </a:extLst>
            </p:cNvPr>
            <p:cNvSpPr/>
            <p:nvPr/>
          </p:nvSpPr>
          <p:spPr>
            <a:xfrm>
              <a:off x="4610101" y="1555630"/>
              <a:ext cx="277271" cy="26388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1" name="Cross 340">
              <a:extLst>
                <a:ext uri="{FF2B5EF4-FFF2-40B4-BE49-F238E27FC236}">
                  <a16:creationId xmlns:a16="http://schemas.microsoft.com/office/drawing/2014/main" id="{ED1DAF97-8F33-5282-959F-454BD2C6C5E0}"/>
                </a:ext>
              </a:extLst>
            </p:cNvPr>
            <p:cNvSpPr/>
            <p:nvPr/>
          </p:nvSpPr>
          <p:spPr>
            <a:xfrm>
              <a:off x="4784233" y="1414162"/>
              <a:ext cx="185026" cy="17609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A87E1107-DACA-E244-17C7-C4B29E932667}"/>
              </a:ext>
            </a:extLst>
          </p:cNvPr>
          <p:cNvGrpSpPr/>
          <p:nvPr/>
        </p:nvGrpSpPr>
        <p:grpSpPr>
          <a:xfrm>
            <a:off x="5190305" y="3897729"/>
            <a:ext cx="1371600" cy="1371600"/>
            <a:chOff x="1298501" y="962272"/>
            <a:chExt cx="1371600" cy="1371600"/>
          </a:xfrm>
        </p:grpSpPr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B2AF726B-211F-464E-2DB1-FDEC9CE261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8" name="Arrow: Pentagon 347">
              <a:extLst>
                <a:ext uri="{FF2B5EF4-FFF2-40B4-BE49-F238E27FC236}">
                  <a16:creationId xmlns:a16="http://schemas.microsoft.com/office/drawing/2014/main" id="{980D8276-CE82-A926-2594-431EC68E9E6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FA54B203-559E-CC5F-7B15-F1613B87A630}"/>
              </a:ext>
            </a:extLst>
          </p:cNvPr>
          <p:cNvGrpSpPr/>
          <p:nvPr/>
        </p:nvGrpSpPr>
        <p:grpSpPr>
          <a:xfrm>
            <a:off x="6777598" y="3883442"/>
            <a:ext cx="1371600" cy="1371600"/>
            <a:chOff x="1298501" y="962272"/>
            <a:chExt cx="1371600" cy="1371600"/>
          </a:xfrm>
        </p:grpSpPr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51B3470A-F1D5-ABD7-63F4-8DE2475ED1F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1" name="Arrow: Pentagon 350">
              <a:extLst>
                <a:ext uri="{FF2B5EF4-FFF2-40B4-BE49-F238E27FC236}">
                  <a16:creationId xmlns:a16="http://schemas.microsoft.com/office/drawing/2014/main" id="{1FF83E73-E8BC-235B-310D-CC6CFD180A6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60" name="Picture 2" descr="Sniper rifle vector Images, Stock Photos &amp; Vectors | Shutterstock">
            <a:extLst>
              <a:ext uri="{FF2B5EF4-FFF2-40B4-BE49-F238E27FC236}">
                <a16:creationId xmlns:a16="http://schemas.microsoft.com/office/drawing/2014/main" id="{B4CF7F24-532F-72B1-793F-E57155EF7B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" t="13333" r="2963" b="12143"/>
          <a:stretch/>
        </p:blipFill>
        <p:spPr bwMode="auto">
          <a:xfrm rot="1675474" flipH="1">
            <a:off x="8471739" y="4374492"/>
            <a:ext cx="1046633" cy="342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61" name="Group 360">
            <a:extLst>
              <a:ext uri="{FF2B5EF4-FFF2-40B4-BE49-F238E27FC236}">
                <a16:creationId xmlns:a16="http://schemas.microsoft.com/office/drawing/2014/main" id="{30166513-C7A2-6888-F33C-D462D55D75FE}"/>
              </a:ext>
            </a:extLst>
          </p:cNvPr>
          <p:cNvGrpSpPr/>
          <p:nvPr/>
        </p:nvGrpSpPr>
        <p:grpSpPr>
          <a:xfrm>
            <a:off x="8351685" y="3959505"/>
            <a:ext cx="1371600" cy="1371600"/>
            <a:chOff x="1298501" y="962272"/>
            <a:chExt cx="1371600" cy="1371600"/>
          </a:xfrm>
        </p:grpSpPr>
        <p:sp>
          <p:nvSpPr>
            <p:cNvPr id="362" name="Rectangle 361">
              <a:extLst>
                <a:ext uri="{FF2B5EF4-FFF2-40B4-BE49-F238E27FC236}">
                  <a16:creationId xmlns:a16="http://schemas.microsoft.com/office/drawing/2014/main" id="{768123B9-3E7F-EF9A-147D-57B21696125C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" name="Arrow: Pentagon 362">
              <a:extLst>
                <a:ext uri="{FF2B5EF4-FFF2-40B4-BE49-F238E27FC236}">
                  <a16:creationId xmlns:a16="http://schemas.microsoft.com/office/drawing/2014/main" id="{C7E9948F-0BB1-566D-8EF2-3BA5D3005B15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AEC83E13-CFEB-66EB-8317-FC342E162DC9}"/>
              </a:ext>
            </a:extLst>
          </p:cNvPr>
          <p:cNvGrpSpPr/>
          <p:nvPr/>
        </p:nvGrpSpPr>
        <p:grpSpPr>
          <a:xfrm>
            <a:off x="7060096" y="4202711"/>
            <a:ext cx="794436" cy="794436"/>
            <a:chOff x="6791479" y="4800533"/>
            <a:chExt cx="514930" cy="514930"/>
          </a:xfrm>
        </p:grpSpPr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30EF48A3-5B08-11AA-0084-02FDDB66A024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9ACE968B-343C-F2EC-6056-037742F8AD6C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: Rounded Corners 366">
              <a:extLst>
                <a:ext uri="{FF2B5EF4-FFF2-40B4-BE49-F238E27FC236}">
                  <a16:creationId xmlns:a16="http://schemas.microsoft.com/office/drawing/2014/main" id="{F7475214-9BED-C97F-EDE6-2DBE904021E1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: Rounded Corners 367">
              <a:extLst>
                <a:ext uri="{FF2B5EF4-FFF2-40B4-BE49-F238E27FC236}">
                  <a16:creationId xmlns:a16="http://schemas.microsoft.com/office/drawing/2014/main" id="{55F32FB3-2597-26CE-2278-7EA2AE28C745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602761F3-63EE-3F11-D7BC-1B997EDC2CDF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70" name="Rectangle: Rounded Corners 369">
                <a:extLst>
                  <a:ext uri="{FF2B5EF4-FFF2-40B4-BE49-F238E27FC236}">
                    <a16:creationId xmlns:a16="http://schemas.microsoft.com/office/drawing/2014/main" id="{4A801049-1FE7-4BF3-4737-0145267EB8D0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" name="Rectangle: Rounded Corners 370">
                <a:extLst>
                  <a:ext uri="{FF2B5EF4-FFF2-40B4-BE49-F238E27FC236}">
                    <a16:creationId xmlns:a16="http://schemas.microsoft.com/office/drawing/2014/main" id="{D2DC7F5D-B1A7-FFEA-ED36-56BFCE066180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7975261B-F0A3-A2C2-C8FD-5C0E9453C925}"/>
              </a:ext>
            </a:extLst>
          </p:cNvPr>
          <p:cNvGrpSpPr/>
          <p:nvPr/>
        </p:nvGrpSpPr>
        <p:grpSpPr>
          <a:xfrm>
            <a:off x="8833936" y="4658676"/>
            <a:ext cx="390985" cy="390985"/>
            <a:chOff x="6791479" y="4800533"/>
            <a:chExt cx="514930" cy="514930"/>
          </a:xfrm>
        </p:grpSpPr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9F96B78D-50C4-CF68-90D2-1E54B57DCDE0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38C76F8A-2AAA-EA1F-9CE8-48FA18DE6D68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Rectangle: Rounded Corners 354">
              <a:extLst>
                <a:ext uri="{FF2B5EF4-FFF2-40B4-BE49-F238E27FC236}">
                  <a16:creationId xmlns:a16="http://schemas.microsoft.com/office/drawing/2014/main" id="{C53B2A92-99B0-21DE-121E-F35844E82C88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Rectangle: Rounded Corners 355">
              <a:extLst>
                <a:ext uri="{FF2B5EF4-FFF2-40B4-BE49-F238E27FC236}">
                  <a16:creationId xmlns:a16="http://schemas.microsoft.com/office/drawing/2014/main" id="{65B4F66E-E337-04A4-DAED-68C243536C04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7" name="Group 356">
              <a:extLst>
                <a:ext uri="{FF2B5EF4-FFF2-40B4-BE49-F238E27FC236}">
                  <a16:creationId xmlns:a16="http://schemas.microsoft.com/office/drawing/2014/main" id="{195A7780-E781-2BA1-860F-FCA60B830359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58" name="Rectangle: Rounded Corners 357">
                <a:extLst>
                  <a:ext uri="{FF2B5EF4-FFF2-40B4-BE49-F238E27FC236}">
                    <a16:creationId xmlns:a16="http://schemas.microsoft.com/office/drawing/2014/main" id="{665C9D39-F57C-7D67-285D-44E28976F8C4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9" name="Rectangle: Rounded Corners 358">
                <a:extLst>
                  <a:ext uri="{FF2B5EF4-FFF2-40B4-BE49-F238E27FC236}">
                    <a16:creationId xmlns:a16="http://schemas.microsoft.com/office/drawing/2014/main" id="{58A05DA4-8278-E679-F59F-D271FA8CB18E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22907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18272C8C-2A25-6D98-5B2D-3C5E6038863B}"/>
              </a:ext>
            </a:extLst>
          </p:cNvPr>
          <p:cNvGrpSpPr/>
          <p:nvPr/>
        </p:nvGrpSpPr>
        <p:grpSpPr>
          <a:xfrm>
            <a:off x="427081" y="263129"/>
            <a:ext cx="1371600" cy="1371600"/>
            <a:chOff x="1298501" y="962272"/>
            <a:chExt cx="1371600" cy="13716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E0FFCD0-5558-89A0-77DB-F44B92440DBF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Arrow: Pentagon 15">
              <a:extLst>
                <a:ext uri="{FF2B5EF4-FFF2-40B4-BE49-F238E27FC236}">
                  <a16:creationId xmlns:a16="http://schemas.microsoft.com/office/drawing/2014/main" id="{021E595E-CA0D-FED6-142F-636BD408FA81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21825E4F-8AC5-9352-030D-A0FC544E2896}"/>
              </a:ext>
            </a:extLst>
          </p:cNvPr>
          <p:cNvGrpSpPr/>
          <p:nvPr/>
        </p:nvGrpSpPr>
        <p:grpSpPr>
          <a:xfrm>
            <a:off x="884599" y="574669"/>
            <a:ext cx="620351" cy="783524"/>
            <a:chOff x="2752725" y="1271400"/>
            <a:chExt cx="1871663" cy="2363975"/>
          </a:xfrm>
        </p:grpSpPr>
        <p:sp>
          <p:nvSpPr>
            <p:cNvPr id="2" name="Trapezoid 1">
              <a:extLst>
                <a:ext uri="{FF2B5EF4-FFF2-40B4-BE49-F238E27FC236}">
                  <a16:creationId xmlns:a16="http://schemas.microsoft.com/office/drawing/2014/main" id="{8C470383-045C-5411-C2D2-BC7BABE266C3}"/>
                </a:ext>
              </a:extLst>
            </p:cNvPr>
            <p:cNvSpPr/>
            <p:nvPr/>
          </p:nvSpPr>
          <p:spPr>
            <a:xfrm rot="16200000">
              <a:off x="2319338" y="2703909"/>
              <a:ext cx="1174750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rapezoid 6">
              <a:extLst>
                <a:ext uri="{FF2B5EF4-FFF2-40B4-BE49-F238E27FC236}">
                  <a16:creationId xmlns:a16="http://schemas.microsoft.com/office/drawing/2014/main" id="{814BED74-62B9-52F3-28FB-B1E64ED96C57}"/>
                </a:ext>
              </a:extLst>
            </p:cNvPr>
            <p:cNvSpPr/>
            <p:nvPr/>
          </p:nvSpPr>
          <p:spPr>
            <a:xfrm rot="5400000">
              <a:off x="3405188" y="2703909"/>
              <a:ext cx="1174750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FF762E7-0063-A587-799C-0A081E04260B}"/>
                </a:ext>
              </a:extLst>
            </p:cNvPr>
            <p:cNvSpPr/>
            <p:nvPr/>
          </p:nvSpPr>
          <p:spPr>
            <a:xfrm>
              <a:off x="3133725" y="1952625"/>
              <a:ext cx="631825" cy="16827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rapezoid 3">
              <a:extLst>
                <a:ext uri="{FF2B5EF4-FFF2-40B4-BE49-F238E27FC236}">
                  <a16:creationId xmlns:a16="http://schemas.microsoft.com/office/drawing/2014/main" id="{BF0CD330-77FD-17E8-E1D2-DBD54C605016}"/>
                </a:ext>
              </a:extLst>
            </p:cNvPr>
            <p:cNvSpPr/>
            <p:nvPr/>
          </p:nvSpPr>
          <p:spPr>
            <a:xfrm>
              <a:off x="3214687" y="1634729"/>
              <a:ext cx="469900" cy="317896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C5365B3-642A-F8CF-7278-3789509BB57E}"/>
                </a:ext>
              </a:extLst>
            </p:cNvPr>
            <p:cNvGrpSpPr/>
            <p:nvPr/>
          </p:nvGrpSpPr>
          <p:grpSpPr>
            <a:xfrm>
              <a:off x="3992563" y="1271400"/>
              <a:ext cx="631825" cy="833912"/>
              <a:chOff x="5200606" y="948929"/>
              <a:chExt cx="895394" cy="1181783"/>
            </a:xfrm>
          </p:grpSpPr>
          <p:sp>
            <p:nvSpPr>
              <p:cNvPr id="5" name="Isosceles Triangle 4">
                <a:extLst>
                  <a:ext uri="{FF2B5EF4-FFF2-40B4-BE49-F238E27FC236}">
                    <a16:creationId xmlns:a16="http://schemas.microsoft.com/office/drawing/2014/main" id="{238DF57D-4C2E-FB8A-5DA3-DBF004C45A08}"/>
                  </a:ext>
                </a:extLst>
              </p:cNvPr>
              <p:cNvSpPr/>
              <p:nvPr/>
            </p:nvSpPr>
            <p:spPr>
              <a:xfrm>
                <a:off x="5448300" y="948929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Isosceles Triangle 10">
                <a:extLst>
                  <a:ext uri="{FF2B5EF4-FFF2-40B4-BE49-F238E27FC236}">
                    <a16:creationId xmlns:a16="http://schemas.microsoft.com/office/drawing/2014/main" id="{7764D3A5-8B89-01F6-7C6A-B77DD8072791}"/>
                  </a:ext>
                </a:extLst>
              </p:cNvPr>
              <p:cNvSpPr/>
              <p:nvPr/>
            </p:nvSpPr>
            <p:spPr>
              <a:xfrm>
                <a:off x="5200606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Isosceles Triangle 11">
                <a:extLst>
                  <a:ext uri="{FF2B5EF4-FFF2-40B4-BE49-F238E27FC236}">
                    <a16:creationId xmlns:a16="http://schemas.microsoft.com/office/drawing/2014/main" id="{566873F6-C88A-37F1-FA3E-45F1FFCAC0B6}"/>
                  </a:ext>
                </a:extLst>
              </p:cNvPr>
              <p:cNvSpPr/>
              <p:nvPr/>
            </p:nvSpPr>
            <p:spPr>
              <a:xfrm>
                <a:off x="5689600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B7A861A-C26B-E4B4-C971-E01C44809BB1}"/>
              </a:ext>
            </a:extLst>
          </p:cNvPr>
          <p:cNvGrpSpPr/>
          <p:nvPr/>
        </p:nvGrpSpPr>
        <p:grpSpPr>
          <a:xfrm>
            <a:off x="4521200" y="672885"/>
            <a:ext cx="961844" cy="961844"/>
            <a:chOff x="3282950" y="1689100"/>
            <a:chExt cx="1371600" cy="13716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366D3BB3-1C64-61F5-7CE8-0832E835B675}"/>
                </a:ext>
              </a:extLst>
            </p:cNvPr>
            <p:cNvSpPr/>
            <p:nvPr/>
          </p:nvSpPr>
          <p:spPr>
            <a:xfrm>
              <a:off x="3282950" y="1689100"/>
              <a:ext cx="1371600" cy="13716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ABAD0CEE-48E4-CA0D-6D0B-DA629D06CD1C}"/>
                </a:ext>
              </a:extLst>
            </p:cNvPr>
            <p:cNvSpPr/>
            <p:nvPr/>
          </p:nvSpPr>
          <p:spPr>
            <a:xfrm>
              <a:off x="3706811" y="1689100"/>
              <a:ext cx="547689" cy="5016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F3153657-DC18-D948-B16A-BAB5CD46AB23}"/>
                </a:ext>
              </a:extLst>
            </p:cNvPr>
            <p:cNvSpPr/>
            <p:nvPr/>
          </p:nvSpPr>
          <p:spPr>
            <a:xfrm>
              <a:off x="3409950" y="2266950"/>
              <a:ext cx="547689" cy="5016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425C61B8-0B76-6EE8-8883-005F096B9F6E}"/>
                </a:ext>
              </a:extLst>
            </p:cNvPr>
            <p:cNvSpPr/>
            <p:nvPr/>
          </p:nvSpPr>
          <p:spPr>
            <a:xfrm>
              <a:off x="3998910" y="2260600"/>
              <a:ext cx="547689" cy="5016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44076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53489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2906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1397</TotalTime>
  <Words>2</Words>
  <Application>Microsoft Office PowerPoint</Application>
  <PresentationFormat>Widescreen</PresentationFormat>
  <Paragraphs>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106</cp:revision>
  <dcterms:created xsi:type="dcterms:W3CDTF">2022-01-10T19:03:27Z</dcterms:created>
  <dcterms:modified xsi:type="dcterms:W3CDTF">2022-06-03T17:36:45Z</dcterms:modified>
</cp:coreProperties>
</file>