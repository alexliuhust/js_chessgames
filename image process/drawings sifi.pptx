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6/16/2022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13" Type="http://schemas.openxmlformats.org/officeDocument/2006/relationships/image" Target="../media/image20.png"/><Relationship Id="rId3" Type="http://schemas.openxmlformats.org/officeDocument/2006/relationships/image" Target="../media/image12.jpeg"/><Relationship Id="rId7" Type="http://schemas.openxmlformats.org/officeDocument/2006/relationships/image" Target="../media/image16.jpeg"/><Relationship Id="rId12" Type="http://schemas.openxmlformats.org/officeDocument/2006/relationships/image" Target="../media/image4.jpeg"/><Relationship Id="rId17" Type="http://schemas.openxmlformats.org/officeDocument/2006/relationships/image" Target="../media/image24.jpeg"/><Relationship Id="rId2" Type="http://schemas.openxmlformats.org/officeDocument/2006/relationships/image" Target="../media/image11.jpe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5" Type="http://schemas.openxmlformats.org/officeDocument/2006/relationships/image" Target="../media/image22.jpeg"/><Relationship Id="rId10" Type="http://schemas.openxmlformats.org/officeDocument/2006/relationships/image" Target="../media/image8.png"/><Relationship Id="rId4" Type="http://schemas.openxmlformats.org/officeDocument/2006/relationships/image" Target="../media/image13.jpeg"/><Relationship Id="rId9" Type="http://schemas.openxmlformats.org/officeDocument/2006/relationships/image" Target="../media/image18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9122738" y="3515455"/>
            <a:ext cx="735385" cy="928816"/>
            <a:chOff x="2752725" y="1271400"/>
            <a:chExt cx="1871663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1933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7" y="1634729"/>
              <a:ext cx="469900" cy="317896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8790031" y="3209529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CD3CB12-E2D0-5C30-4A6F-506F54B07124}"/>
              </a:ext>
            </a:extLst>
          </p:cNvPr>
          <p:cNvGrpSpPr/>
          <p:nvPr/>
        </p:nvGrpSpPr>
        <p:grpSpPr>
          <a:xfrm>
            <a:off x="10250825" y="3427092"/>
            <a:ext cx="961844" cy="961844"/>
            <a:chOff x="3282950" y="1689100"/>
            <a:chExt cx="1371600" cy="13716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32074B7-5055-399D-A4AE-A1104E3499F6}"/>
                </a:ext>
              </a:extLst>
            </p:cNvPr>
            <p:cNvSpPr/>
            <p:nvPr/>
          </p:nvSpPr>
          <p:spPr>
            <a:xfrm>
              <a:off x="3282950" y="1689100"/>
              <a:ext cx="1371600" cy="1371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C2DD6A86-C952-C453-D0D6-ECA34B6DCED7}"/>
                </a:ext>
              </a:extLst>
            </p:cNvPr>
            <p:cNvSpPr/>
            <p:nvPr/>
          </p:nvSpPr>
          <p:spPr>
            <a:xfrm>
              <a:off x="3706811" y="16891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C7BEC5FE-DAD5-FA0F-88AD-8A0014D1261F}"/>
                </a:ext>
              </a:extLst>
            </p:cNvPr>
            <p:cNvSpPr/>
            <p:nvPr/>
          </p:nvSpPr>
          <p:spPr>
            <a:xfrm>
              <a:off x="3409950" y="226695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0D04A301-12DC-CAA7-64D2-E7C43DF7446F}"/>
                </a:ext>
              </a:extLst>
            </p:cNvPr>
            <p:cNvSpPr/>
            <p:nvPr/>
          </p:nvSpPr>
          <p:spPr>
            <a:xfrm>
              <a:off x="3998910" y="2260600"/>
              <a:ext cx="547689" cy="5016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14" y="896969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265805" y="561579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774744" y="561579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E75E3D7-A70B-C907-CC6D-29D73D63C577}"/>
              </a:ext>
            </a:extLst>
          </p:cNvPr>
          <p:cNvGrpSpPr/>
          <p:nvPr/>
        </p:nvGrpSpPr>
        <p:grpSpPr>
          <a:xfrm>
            <a:off x="1996314" y="1042516"/>
            <a:ext cx="963261" cy="626255"/>
            <a:chOff x="648651" y="744066"/>
            <a:chExt cx="963261" cy="6262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666143" y="770809"/>
              <a:ext cx="239261" cy="5230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937159" y="1175450"/>
              <a:ext cx="80573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895519" y="1010551"/>
              <a:ext cx="124644" cy="1816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960709" y="1110544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827784" y="1308483"/>
              <a:ext cx="176985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730780" y="884797"/>
              <a:ext cx="385680" cy="1824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1129217" y="948909"/>
              <a:ext cx="127799" cy="1019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1050684" y="904153"/>
              <a:ext cx="127799" cy="127799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1233938" y="976327"/>
              <a:ext cx="127799" cy="951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1317139" y="974084"/>
              <a:ext cx="127799" cy="759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59936618-E9A8-6B09-A705-098026B1641B}"/>
                </a:ext>
              </a:extLst>
            </p:cNvPr>
            <p:cNvSpPr/>
            <p:nvPr/>
          </p:nvSpPr>
          <p:spPr>
            <a:xfrm rot="20266641">
              <a:off x="1391056" y="950213"/>
              <a:ext cx="127799" cy="7139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1BC772E-B803-B031-69E2-01013AA023EA}"/>
                </a:ext>
              </a:extLst>
            </p:cNvPr>
            <p:cNvSpPr/>
            <p:nvPr/>
          </p:nvSpPr>
          <p:spPr>
            <a:xfrm rot="21118181">
              <a:off x="1466604" y="928247"/>
              <a:ext cx="145308" cy="618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648651" y="892255"/>
              <a:ext cx="176184" cy="17343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806291" y="940142"/>
              <a:ext cx="157066" cy="15706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820699" y="744066"/>
              <a:ext cx="229986" cy="123357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3283683" y="561579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3521060" y="981522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782882" y="2084445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953043" y="2348722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4812983" y="561579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5028480" y="893686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418" y="1143969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6316063" y="565221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6908156" y="838411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8185405" y="850161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7833615" y="580700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18" y="1115210"/>
            <a:ext cx="277209" cy="415814"/>
          </a:xfrm>
          <a:prstGeom prst="rect">
            <a:avLst/>
          </a:prstGeom>
        </p:spPr>
      </p:pic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9539183" y="811523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9358175" y="580700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3976821" y="3222214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4347149" y="3740951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30" y="2356416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280715" y="2053273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6943369" y="3239284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5460586" y="3226447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7303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5850584" y="3543333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7160581" y="3789066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131</cp:revision>
  <dcterms:created xsi:type="dcterms:W3CDTF">2022-01-10T19:03:27Z</dcterms:created>
  <dcterms:modified xsi:type="dcterms:W3CDTF">2022-06-16T13:17:57Z</dcterms:modified>
</cp:coreProperties>
</file>