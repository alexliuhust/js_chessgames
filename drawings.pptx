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58" autoAdjust="0"/>
    <p:restoredTop sz="96196" autoAdjust="0"/>
  </p:normalViewPr>
  <p:slideViewPr>
    <p:cSldViewPr snapToGrid="0">
      <p:cViewPr>
        <p:scale>
          <a:sx n="125" d="100"/>
          <a:sy n="125" d="100"/>
        </p:scale>
        <p:origin x="480" y="-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1/10/2022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jpeg"/><Relationship Id="rId4" Type="http://schemas.openxmlformats.org/officeDocument/2006/relationships/image" Target="../media/image7.png"/><Relationship Id="rId9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31" y="2278280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2142638" y="831372"/>
            <a:ext cx="547707" cy="558572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8989022">
            <a:off x="4834016" y="1258813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78980" y="1422940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>
            <a:off x="6200725" y="186617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0392447-B3D0-4BC4-874E-61FEE2472F11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2429071" y="342901"/>
            <a:chExt cx="1530220" cy="1504560"/>
          </a:xfrm>
        </p:grpSpPr>
        <p:sp>
          <p:nvSpPr>
            <p:cNvPr id="40" name="Arrow: Pentagon 39">
              <a:extLst>
                <a:ext uri="{FF2B5EF4-FFF2-40B4-BE49-F238E27FC236}">
                  <a16:creationId xmlns:a16="http://schemas.microsoft.com/office/drawing/2014/main" id="{DBC4AAE5-3961-4DFA-A317-7FE6EADF77B3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C4D56D29-F70F-4932-831D-86D9640F2AD2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379CDE6-A4BB-479F-85C8-6A1CE8ECEF34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2429071" y="342901"/>
            <a:chExt cx="1530220" cy="1504560"/>
          </a:xfrm>
        </p:grpSpPr>
        <p:sp>
          <p:nvSpPr>
            <p:cNvPr id="46" name="Arrow: Pentagon 45">
              <a:extLst>
                <a:ext uri="{FF2B5EF4-FFF2-40B4-BE49-F238E27FC236}">
                  <a16:creationId xmlns:a16="http://schemas.microsoft.com/office/drawing/2014/main" id="{95A7A70D-B686-45AA-A648-1B5AAD1CA350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31618CA6-911E-449D-9447-3D4B1D315C58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帝国</a:t>
            </a:r>
            <a:endParaRPr lang="en-US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</Words>
  <Application>Microsoft Office PowerPoint</Application>
  <PresentationFormat>Widescreen</PresentationFormat>
  <Paragraphs>2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4</cp:revision>
  <dcterms:created xsi:type="dcterms:W3CDTF">2022-01-10T19:03:27Z</dcterms:created>
  <dcterms:modified xsi:type="dcterms:W3CDTF">2022-01-10T20:12:04Z</dcterms:modified>
</cp:coreProperties>
</file>