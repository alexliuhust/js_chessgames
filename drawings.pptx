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6196" autoAdjust="0"/>
  </p:normalViewPr>
  <p:slideViewPr>
    <p:cSldViewPr snapToGrid="0">
      <p:cViewPr varScale="1">
        <p:scale>
          <a:sx n="109" d="100"/>
          <a:sy n="109" d="100"/>
        </p:scale>
        <p:origin x="11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0C406-2328-4788-AE79-437B6607AD2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2C596-00D0-4993-8773-99A1673F4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9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2C596-00D0-4993-8773-99A1673F4C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36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0EA7-1F49-40F9-8B63-1AA99AB66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03D45-BFBD-45DB-91DA-BFB2FF3FE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6146-97AF-4206-9D98-3D8706FB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040E-F45D-4CAA-828E-497F8815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3B49E-8573-43A8-883F-1DA3CFBF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5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9B88-58FD-4855-8D1A-B76D115E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1BF81-2C2E-43A7-A3B8-AFC76DC67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36996-D32A-4891-AF96-F8F54412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6A8AA-7E1D-42D6-9FED-99773125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BECF-3366-4386-837D-70B2741A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0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3A67-E172-4D94-BFF2-A6087DEB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AE05E-EF9A-4423-A725-AA446E709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26D0-FD54-4721-A1FB-0542C6CE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8EEA-7D69-4A4E-B0FB-781553F7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2D0F-609C-48E6-9535-19F49C88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8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1783-5355-4037-9325-0A7E89B9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B144-DB51-42E5-BD6B-D0C1C3633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F9B1D-45CD-4824-92E8-91DBA4D4E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8E8CD-77DE-4644-9B47-F920C812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C164D-1BA2-4D55-B2C5-50304357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2DE75-11CB-4CB5-AD0C-DD025658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5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D64F-BE50-4A8F-B1BD-F955A663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B16F5-027D-4DD1-A36C-8AA09683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FC258-38D8-43AD-837F-627EC4663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2BF400-37B1-4AC3-BD13-63B4FA038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6E233-6152-4355-91FC-6808426BB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278AC-2B47-41AF-997B-6D997321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31924-40AF-441C-B432-15A57062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D1CF1-05F1-49D2-B211-B2BDC6A0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3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0B60-AD74-4C80-B09E-6558D0F9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7FFE5-7F40-4DF2-B98C-D023BE08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6E81-74D5-403E-81FF-CC8BB726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0E4E3-A560-4FFF-BCED-EBF9E9CE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1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2FF2E-A5B0-4C5F-AB12-0F9E2EED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AA2A7-EBCB-4C19-BDA4-8AD6D2A9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70B90-18DC-466E-BAE2-B7792C5B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6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3875-AA0F-491F-9B7E-8C763CE0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20BF-9225-40D5-A0D9-407DA9B36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84990-0AF2-4884-99F3-189F7FBE6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99B39-077A-41A5-8EBD-474087FC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6F91A-201B-4B82-B0CD-0208540F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1E6BF-EA0F-4FA4-B6AD-6565888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8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21A8-9718-4422-B689-16C03D2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C4486-4B36-4347-8735-00386B5F2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1D3BA-D9FF-4044-BBE6-FF680E072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EF3D3-52C7-4164-84C9-0ADB5DF2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11582-7287-413C-8962-BDC961B4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152E-12F8-4C17-953A-817D6915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3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7171-9630-407B-961A-7DFEA4F7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30EEA-5BC6-4F03-B4C6-CCC13BEE7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91BE-118D-4696-9B10-FB8E30EA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0A61-FD59-4833-8A94-A5ED9298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18F1B-593B-4E6E-8E49-C434F18B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8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BAEFD8-04A0-4B23-A36C-4FA3A217B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6F6D9-49EB-42AF-BB7B-AC5A070C4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1D6C-8582-4743-8DEE-F75F89B1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74E38-69CF-4C9B-9F58-D525E832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E9BBE-178F-488A-B793-DF9A42EC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1380C-3B66-4DD0-B214-7EEF23D7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1D241-3E92-452A-9669-2091E7B9F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8C1BE-4C33-4CD2-80C3-5DEB61C94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8CD53-0620-48F2-A3BB-2B10BDA60E52}" type="datetimeFigureOut">
              <a:rPr lang="en-US" smtClean="0"/>
              <a:t>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AF98F-A66A-4AC7-A617-F5F9A8455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CF5DB-CA13-4D9B-A6C5-F754E496F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0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.png"/><Relationship Id="rId18" Type="http://schemas.openxmlformats.org/officeDocument/2006/relationships/image" Target="../media/image15.jpeg"/><Relationship Id="rId3" Type="http://schemas.openxmlformats.org/officeDocument/2006/relationships/image" Target="../media/image4.png"/><Relationship Id="rId21" Type="http://schemas.openxmlformats.org/officeDocument/2006/relationships/image" Target="../media/image17.png"/><Relationship Id="rId7" Type="http://schemas.openxmlformats.org/officeDocument/2006/relationships/image" Target="../media/image12.png"/><Relationship Id="rId12" Type="http://schemas.openxmlformats.org/officeDocument/2006/relationships/image" Target="../media/image6.png"/><Relationship Id="rId17" Type="http://schemas.openxmlformats.org/officeDocument/2006/relationships/image" Target="../media/image14.png"/><Relationship Id="rId2" Type="http://schemas.openxmlformats.org/officeDocument/2006/relationships/image" Target="../media/image5.png"/><Relationship Id="rId16" Type="http://schemas.openxmlformats.org/officeDocument/2006/relationships/image" Target="../media/image10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11" Type="http://schemas.openxmlformats.org/officeDocument/2006/relationships/image" Target="../media/image11.jpeg"/><Relationship Id="rId5" Type="http://schemas.openxmlformats.org/officeDocument/2006/relationships/image" Target="../media/image7.jpeg"/><Relationship Id="rId15" Type="http://schemas.openxmlformats.org/officeDocument/2006/relationships/image" Target="../media/image9.png"/><Relationship Id="rId23" Type="http://schemas.openxmlformats.org/officeDocument/2006/relationships/image" Target="../media/image19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Relationship Id="rId14" Type="http://schemas.openxmlformats.org/officeDocument/2006/relationships/image" Target="../media/image22.jpe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CEFA8C13-48BE-45A2-966E-C74FDBD076BC}"/>
              </a:ext>
            </a:extLst>
          </p:cNvPr>
          <p:cNvGrpSpPr/>
          <p:nvPr/>
        </p:nvGrpSpPr>
        <p:grpSpPr>
          <a:xfrm>
            <a:off x="6485940" y="3237698"/>
            <a:ext cx="1004057" cy="694061"/>
            <a:chOff x="4408730" y="3718330"/>
            <a:chExt cx="2603249" cy="179951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396FBAE-4EE6-4CF1-81E0-4CE6673D7414}"/>
                </a:ext>
              </a:extLst>
            </p:cNvPr>
            <p:cNvGrpSpPr/>
            <p:nvPr/>
          </p:nvGrpSpPr>
          <p:grpSpPr>
            <a:xfrm>
              <a:off x="4595122" y="4287572"/>
              <a:ext cx="2289255" cy="720969"/>
              <a:chOff x="4247860" y="4659923"/>
              <a:chExt cx="2418618" cy="7209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EF673D2-858F-40E4-8B28-F154D7054661}"/>
                  </a:ext>
                </a:extLst>
              </p:cNvPr>
              <p:cNvSpPr/>
              <p:nvPr/>
            </p:nvSpPr>
            <p:spPr>
              <a:xfrm>
                <a:off x="4958862" y="4659923"/>
                <a:ext cx="959907" cy="72096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6E9C2B30-6CAF-42D8-87F5-FDFE89E504CF}"/>
                  </a:ext>
                </a:extLst>
              </p:cNvPr>
              <p:cNvSpPr/>
              <p:nvPr/>
            </p:nvSpPr>
            <p:spPr>
              <a:xfrm>
                <a:off x="5905502" y="4969973"/>
                <a:ext cx="760976" cy="4109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ight Triangle 92">
                <a:extLst>
                  <a:ext uri="{FF2B5EF4-FFF2-40B4-BE49-F238E27FC236}">
                    <a16:creationId xmlns:a16="http://schemas.microsoft.com/office/drawing/2014/main" id="{D58AF32C-6207-42F2-B3CA-F206D4FBDDAA}"/>
                  </a:ext>
                </a:extLst>
              </p:cNvPr>
              <p:cNvSpPr/>
              <p:nvPr/>
            </p:nvSpPr>
            <p:spPr>
              <a:xfrm flipH="1">
                <a:off x="4247860" y="4862146"/>
                <a:ext cx="711001" cy="518745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F16081ED-814C-4FA1-9A06-60B846A71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2435" y="5006944"/>
              <a:ext cx="2349544" cy="510900"/>
            </a:xfrm>
            <a:prstGeom prst="rect">
              <a:avLst/>
            </a:prstGeom>
          </p:spPr>
        </p:pic>
        <p:sp>
          <p:nvSpPr>
            <p:cNvPr id="85" name="Flowchart: Terminator 84">
              <a:extLst>
                <a:ext uri="{FF2B5EF4-FFF2-40B4-BE49-F238E27FC236}">
                  <a16:creationId xmlns:a16="http://schemas.microsoft.com/office/drawing/2014/main" id="{2EEC8717-7692-467A-8526-ED76B8BF58EA}"/>
                </a:ext>
              </a:extLst>
            </p:cNvPr>
            <p:cNvSpPr/>
            <p:nvPr/>
          </p:nvSpPr>
          <p:spPr>
            <a:xfrm>
              <a:off x="6200725" y="4257015"/>
              <a:ext cx="720274" cy="305591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5F6163F-B806-4943-985E-DDE3BDEB8B3E}"/>
                </a:ext>
              </a:extLst>
            </p:cNvPr>
            <p:cNvSpPr/>
            <p:nvPr/>
          </p:nvSpPr>
          <p:spPr>
            <a:xfrm>
              <a:off x="5961387" y="3939540"/>
              <a:ext cx="202716" cy="3174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31B4634-A515-42B2-A967-AC2664103998}"/>
                </a:ext>
              </a:extLst>
            </p:cNvPr>
            <p:cNvSpPr/>
            <p:nvPr/>
          </p:nvSpPr>
          <p:spPr>
            <a:xfrm rot="2402351">
              <a:off x="6038191" y="3718330"/>
              <a:ext cx="202716" cy="3174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AF64F16-83A8-4593-BEA4-ED740D975664}"/>
                </a:ext>
              </a:extLst>
            </p:cNvPr>
            <p:cNvSpPr/>
            <p:nvPr/>
          </p:nvSpPr>
          <p:spPr>
            <a:xfrm rot="17535441">
              <a:off x="4630679" y="4217679"/>
              <a:ext cx="202716" cy="5190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777F4C5-D192-49DA-B6AF-EA7BB6118228}"/>
                </a:ext>
              </a:extLst>
            </p:cNvPr>
            <p:cNvSpPr/>
            <p:nvPr/>
          </p:nvSpPr>
          <p:spPr>
            <a:xfrm>
              <a:off x="4967104" y="4398926"/>
              <a:ext cx="601980" cy="57164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2E4285-7C3F-4A9C-9CA1-6E47BC6B9FC2}"/>
                </a:ext>
              </a:extLst>
            </p:cNvPr>
            <p:cNvSpPr/>
            <p:nvPr/>
          </p:nvSpPr>
          <p:spPr>
            <a:xfrm rot="12147540">
              <a:off x="4408730" y="4195605"/>
              <a:ext cx="87941" cy="3179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FCE40F8B-C8D5-44E0-BBF7-F0FCA0C72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523" y="1185467"/>
            <a:ext cx="525313" cy="101373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39FFC28-1B60-4BC7-BF13-2AA834DC5109}"/>
              </a:ext>
            </a:extLst>
          </p:cNvPr>
          <p:cNvGrpSpPr/>
          <p:nvPr/>
        </p:nvGrpSpPr>
        <p:grpSpPr>
          <a:xfrm>
            <a:off x="475862" y="905612"/>
            <a:ext cx="1530220" cy="1504560"/>
            <a:chOff x="475862" y="342901"/>
            <a:chExt cx="1530220" cy="1504560"/>
          </a:xfrm>
        </p:grpSpPr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FA655A97-2218-4107-AC84-5B475C7A3BC4}"/>
                </a:ext>
              </a:extLst>
            </p:cNvPr>
            <p:cNvSpPr/>
            <p:nvPr/>
          </p:nvSpPr>
          <p:spPr>
            <a:xfrm rot="5400000">
              <a:off x="633902" y="641960"/>
              <a:ext cx="1214139" cy="1106026"/>
            </a:xfrm>
            <a:prstGeom prst="homePlat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E52B01-F7B4-422D-A02D-1BEC8BFD221E}"/>
                </a:ext>
              </a:extLst>
            </p:cNvPr>
            <p:cNvSpPr/>
            <p:nvPr/>
          </p:nvSpPr>
          <p:spPr>
            <a:xfrm>
              <a:off x="475862" y="342901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CA5378-8C34-4BF7-B4F2-007BBA1CA996}"/>
              </a:ext>
            </a:extLst>
          </p:cNvPr>
          <p:cNvGrpSpPr/>
          <p:nvPr/>
        </p:nvGrpSpPr>
        <p:grpSpPr>
          <a:xfrm>
            <a:off x="2429071" y="905612"/>
            <a:ext cx="1530220" cy="1504560"/>
            <a:chOff x="2429071" y="342901"/>
            <a:chExt cx="1530220" cy="150456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F6980E12-086E-4EB4-AF19-B6D38B207A09}"/>
                </a:ext>
              </a:extLst>
            </p:cNvPr>
            <p:cNvSpPr/>
            <p:nvPr/>
          </p:nvSpPr>
          <p:spPr>
            <a:xfrm rot="5400000">
              <a:off x="2587111" y="641960"/>
              <a:ext cx="1214139" cy="1106026"/>
            </a:xfrm>
            <a:prstGeom prst="homePlat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78BF35-302B-4B06-958E-5B2C0EB2A4C0}"/>
                </a:ext>
              </a:extLst>
            </p:cNvPr>
            <p:cNvSpPr/>
            <p:nvPr/>
          </p:nvSpPr>
          <p:spPr>
            <a:xfrm>
              <a:off x="2429071" y="342901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AA29EE4-1727-4CD0-B112-84E55A2789D8}"/>
              </a:ext>
            </a:extLst>
          </p:cNvPr>
          <p:cNvGrpSpPr/>
          <p:nvPr/>
        </p:nvGrpSpPr>
        <p:grpSpPr>
          <a:xfrm>
            <a:off x="8063562" y="905612"/>
            <a:ext cx="1530220" cy="1504560"/>
            <a:chOff x="8063562" y="905612"/>
            <a:chExt cx="1530220" cy="150456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FD600FA-E96C-4A77-88C3-DB831B772932}"/>
                </a:ext>
              </a:extLst>
            </p:cNvPr>
            <p:cNvGrpSpPr/>
            <p:nvPr/>
          </p:nvGrpSpPr>
          <p:grpSpPr>
            <a:xfrm>
              <a:off x="8533890" y="1167389"/>
              <a:ext cx="589562" cy="813383"/>
              <a:chOff x="4929142" y="4911371"/>
              <a:chExt cx="547660" cy="796015"/>
            </a:xfrm>
          </p:grpSpPr>
          <p:pic>
            <p:nvPicPr>
              <p:cNvPr id="56" name="Picture 4" descr="Musket Silhouette. Flintlock Old Pistol Symbol. Rustic Vintage Gun Vector  Silhouette Illustration Isolated On White Background. Royalty Free  Cliparts, Vectors, And Stock Illustration. Image 147714752.">
                <a:extLst>
                  <a:ext uri="{FF2B5EF4-FFF2-40B4-BE49-F238E27FC236}">
                    <a16:creationId xmlns:a16="http://schemas.microsoft.com/office/drawing/2014/main" id="{9D948027-E8E8-4997-8825-432A765C62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2" t="16514" r="8246" b="7006"/>
              <a:stretch/>
            </p:blipFill>
            <p:spPr bwMode="auto">
              <a:xfrm rot="13718801" flipV="1">
                <a:off x="4985759" y="5180820"/>
                <a:ext cx="760491" cy="221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2CFC20D2-4EF4-4159-B746-DE9007540C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929142" y="5115978"/>
                <a:ext cx="412610" cy="5914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5121D57-B15E-4AFD-B482-2A086E5F5590}"/>
                </a:ext>
              </a:extLst>
            </p:cNvPr>
            <p:cNvGrpSpPr/>
            <p:nvPr/>
          </p:nvGrpSpPr>
          <p:grpSpPr>
            <a:xfrm>
              <a:off x="8063562" y="905612"/>
              <a:ext cx="1530220" cy="1504560"/>
              <a:chOff x="2429071" y="342901"/>
              <a:chExt cx="1530220" cy="1504560"/>
            </a:xfrm>
          </p:grpSpPr>
          <p:sp>
            <p:nvSpPr>
              <p:cNvPr id="22" name="Arrow: Pentagon 21">
                <a:extLst>
                  <a:ext uri="{FF2B5EF4-FFF2-40B4-BE49-F238E27FC236}">
                    <a16:creationId xmlns:a16="http://schemas.microsoft.com/office/drawing/2014/main" id="{1BDEE7E8-E22E-4728-9E1A-CA52EE387A53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D7F90CC-9D09-42FF-9FD9-5695A9317FF2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74C85F-8ADE-475E-A72F-6D61A86791C6}"/>
              </a:ext>
            </a:extLst>
          </p:cNvPr>
          <p:cNvGrpSpPr/>
          <p:nvPr/>
        </p:nvGrpSpPr>
        <p:grpSpPr>
          <a:xfrm>
            <a:off x="6222860" y="905612"/>
            <a:ext cx="1530220" cy="1504560"/>
            <a:chOff x="6222860" y="905612"/>
            <a:chExt cx="1530220" cy="1504560"/>
          </a:xfrm>
        </p:grpSpPr>
        <p:pic>
          <p:nvPicPr>
            <p:cNvPr id="1028" name="Picture 4" descr="Musket Silhouette. Flintlock Old Pistol Symbol. Rustic Vintage Gun Vector  Silhouette Illustration Isolated On White Background. Royalty Free  Cliparts, Vectors, And Stock Illustration. Image 147714752.">
              <a:extLst>
                <a:ext uri="{FF2B5EF4-FFF2-40B4-BE49-F238E27FC236}">
                  <a16:creationId xmlns:a16="http://schemas.microsoft.com/office/drawing/2014/main" id="{95266F09-CD09-40F7-8324-9FD1F2A01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72" t="16514" r="8246" b="7006"/>
            <a:stretch/>
          </p:blipFill>
          <p:spPr bwMode="auto">
            <a:xfrm rot="13491343" flipV="1">
              <a:off x="6407258" y="1476963"/>
              <a:ext cx="1051892" cy="306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72F2A1F-D87C-4527-9030-CE025D308C87}"/>
                </a:ext>
              </a:extLst>
            </p:cNvPr>
            <p:cNvGrpSpPr/>
            <p:nvPr/>
          </p:nvGrpSpPr>
          <p:grpSpPr>
            <a:xfrm>
              <a:off x="6222860" y="905612"/>
              <a:ext cx="1530220" cy="1504560"/>
              <a:chOff x="2429071" y="342901"/>
              <a:chExt cx="1530220" cy="1504560"/>
            </a:xfrm>
          </p:grpSpPr>
          <p:sp>
            <p:nvSpPr>
              <p:cNvPr id="25" name="Arrow: Pentagon 24">
                <a:extLst>
                  <a:ext uri="{FF2B5EF4-FFF2-40B4-BE49-F238E27FC236}">
                    <a16:creationId xmlns:a16="http://schemas.microsoft.com/office/drawing/2014/main" id="{99B8E121-94A3-4499-90FC-1F699FB99493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A1D5A82-1A8C-4732-87E2-7699670ABC6A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F5972E4-5EE7-4A19-8E35-EB2777F2DBD8}"/>
              </a:ext>
            </a:extLst>
          </p:cNvPr>
          <p:cNvGrpSpPr/>
          <p:nvPr/>
        </p:nvGrpSpPr>
        <p:grpSpPr>
          <a:xfrm>
            <a:off x="475862" y="2939566"/>
            <a:ext cx="1530220" cy="1504560"/>
            <a:chOff x="475862" y="2939566"/>
            <a:chExt cx="1530220" cy="150456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22F25BB-3AFB-47A0-8415-36B770E93F9E}"/>
                </a:ext>
              </a:extLst>
            </p:cNvPr>
            <p:cNvGrpSpPr/>
            <p:nvPr/>
          </p:nvGrpSpPr>
          <p:grpSpPr>
            <a:xfrm>
              <a:off x="893476" y="3301216"/>
              <a:ext cx="845788" cy="720326"/>
              <a:chOff x="2025344" y="4153673"/>
              <a:chExt cx="918521" cy="782270"/>
            </a:xfrm>
          </p:grpSpPr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3B8CEEFA-A726-4F6A-AB6D-860D58D79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8905671">
                <a:off x="2396158" y="4265522"/>
                <a:ext cx="547707" cy="558572"/>
              </a:xfrm>
              <a:prstGeom prst="rect">
                <a:avLst/>
              </a:prstGeom>
            </p:spPr>
          </p:pic>
          <p:pic>
            <p:nvPicPr>
              <p:cNvPr id="65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DD2919CA-B2EE-4B47-AA07-6B072F579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2025344" y="4153673"/>
                <a:ext cx="545769" cy="7822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8F0B16A-25D2-40B8-A0C2-65550EFCE723}"/>
                </a:ext>
              </a:extLst>
            </p:cNvPr>
            <p:cNvGrpSpPr/>
            <p:nvPr/>
          </p:nvGrpSpPr>
          <p:grpSpPr>
            <a:xfrm>
              <a:off x="475862" y="2939566"/>
              <a:ext cx="1530220" cy="1504560"/>
              <a:chOff x="475862" y="342901"/>
              <a:chExt cx="1530220" cy="1504560"/>
            </a:xfrm>
          </p:grpSpPr>
          <p:sp>
            <p:nvSpPr>
              <p:cNvPr id="31" name="Arrow: Pentagon 30">
                <a:extLst>
                  <a:ext uri="{FF2B5EF4-FFF2-40B4-BE49-F238E27FC236}">
                    <a16:creationId xmlns:a16="http://schemas.microsoft.com/office/drawing/2014/main" id="{23F26AA3-3626-45D5-9CD1-4B6338114C76}"/>
                  </a:ext>
                </a:extLst>
              </p:cNvPr>
              <p:cNvSpPr/>
              <p:nvPr/>
            </p:nvSpPr>
            <p:spPr>
              <a:xfrm rot="5400000">
                <a:off x="633902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F055379-5002-439B-A6FE-410507AF2249}"/>
                  </a:ext>
                </a:extLst>
              </p:cNvPr>
              <p:cNvSpPr/>
              <p:nvPr/>
            </p:nvSpPr>
            <p:spPr>
              <a:xfrm>
                <a:off x="475862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4DBAE67-C480-4465-85B2-68A0CB30EA2A}"/>
              </a:ext>
            </a:extLst>
          </p:cNvPr>
          <p:cNvGrpSpPr/>
          <p:nvPr/>
        </p:nvGrpSpPr>
        <p:grpSpPr>
          <a:xfrm>
            <a:off x="2429071" y="2939566"/>
            <a:ext cx="1530220" cy="1504560"/>
            <a:chOff x="2429071" y="2939566"/>
            <a:chExt cx="1530220" cy="1504560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17F15C8C-E3F6-4394-85B8-385A5385F8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557"/>
            <a:stretch/>
          </p:blipFill>
          <p:spPr>
            <a:xfrm>
              <a:off x="2668685" y="3301216"/>
              <a:ext cx="1050069" cy="567027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2E2B98-9185-4223-9623-B1270CB5C677}"/>
                </a:ext>
              </a:extLst>
            </p:cNvPr>
            <p:cNvGrpSpPr/>
            <p:nvPr/>
          </p:nvGrpSpPr>
          <p:grpSpPr>
            <a:xfrm>
              <a:off x="2429071" y="2939566"/>
              <a:ext cx="1530220" cy="1504560"/>
              <a:chOff x="2429071" y="342901"/>
              <a:chExt cx="1530220" cy="1504560"/>
            </a:xfrm>
          </p:grpSpPr>
          <p:sp>
            <p:nvSpPr>
              <p:cNvPr id="34" name="Arrow: Pentagon 33">
                <a:extLst>
                  <a:ext uri="{FF2B5EF4-FFF2-40B4-BE49-F238E27FC236}">
                    <a16:creationId xmlns:a16="http://schemas.microsoft.com/office/drawing/2014/main" id="{C4EEE783-8CF8-46E4-921D-CBE268834941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F03E358-EFBE-4106-8B93-371E64FF9A23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3FA6F9B-B2E4-4941-845E-B6344D797A06}"/>
              </a:ext>
            </a:extLst>
          </p:cNvPr>
          <p:cNvGrpSpPr/>
          <p:nvPr/>
        </p:nvGrpSpPr>
        <p:grpSpPr>
          <a:xfrm>
            <a:off x="4382280" y="2939566"/>
            <a:ext cx="1530220" cy="1504560"/>
            <a:chOff x="2429071" y="342901"/>
            <a:chExt cx="1530220" cy="1504560"/>
          </a:xfrm>
        </p:grpSpPr>
        <p:sp>
          <p:nvSpPr>
            <p:cNvPr id="37" name="Arrow: Pentagon 36">
              <a:extLst>
                <a:ext uri="{FF2B5EF4-FFF2-40B4-BE49-F238E27FC236}">
                  <a16:creationId xmlns:a16="http://schemas.microsoft.com/office/drawing/2014/main" id="{66B60F16-4825-42A6-BCE4-4525146F1616}"/>
                </a:ext>
              </a:extLst>
            </p:cNvPr>
            <p:cNvSpPr/>
            <p:nvPr/>
          </p:nvSpPr>
          <p:spPr>
            <a:xfrm rot="5400000">
              <a:off x="2587111" y="641960"/>
              <a:ext cx="1214139" cy="1106026"/>
            </a:xfrm>
            <a:prstGeom prst="homePlat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F47845B-BD89-4BF6-A9A8-8ECBE435F967}"/>
                </a:ext>
              </a:extLst>
            </p:cNvPr>
            <p:cNvSpPr/>
            <p:nvPr/>
          </p:nvSpPr>
          <p:spPr>
            <a:xfrm>
              <a:off x="2429071" y="342901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0392447-B3D0-4BC4-874E-61FEE2472F11}"/>
              </a:ext>
            </a:extLst>
          </p:cNvPr>
          <p:cNvGrpSpPr/>
          <p:nvPr/>
        </p:nvGrpSpPr>
        <p:grpSpPr>
          <a:xfrm>
            <a:off x="8063562" y="2939566"/>
            <a:ext cx="1530220" cy="1504560"/>
            <a:chOff x="2429071" y="342901"/>
            <a:chExt cx="1530220" cy="1504560"/>
          </a:xfrm>
        </p:grpSpPr>
        <p:sp>
          <p:nvSpPr>
            <p:cNvPr id="40" name="Arrow: Pentagon 39">
              <a:extLst>
                <a:ext uri="{FF2B5EF4-FFF2-40B4-BE49-F238E27FC236}">
                  <a16:creationId xmlns:a16="http://schemas.microsoft.com/office/drawing/2014/main" id="{DBC4AAE5-3961-4DFA-A317-7FE6EADF77B3}"/>
                </a:ext>
              </a:extLst>
            </p:cNvPr>
            <p:cNvSpPr/>
            <p:nvPr/>
          </p:nvSpPr>
          <p:spPr>
            <a:xfrm rot="5400000">
              <a:off x="2587111" y="641960"/>
              <a:ext cx="1214139" cy="1106026"/>
            </a:xfrm>
            <a:prstGeom prst="homePlat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4D56D29-F70F-4932-831D-86D9640F2AD2}"/>
                </a:ext>
              </a:extLst>
            </p:cNvPr>
            <p:cNvSpPr/>
            <p:nvPr/>
          </p:nvSpPr>
          <p:spPr>
            <a:xfrm>
              <a:off x="2429071" y="342901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9A9F587-9E0F-4233-96A8-571F13FAFFD3}"/>
              </a:ext>
            </a:extLst>
          </p:cNvPr>
          <p:cNvGrpSpPr/>
          <p:nvPr/>
        </p:nvGrpSpPr>
        <p:grpSpPr>
          <a:xfrm>
            <a:off x="6222860" y="2939566"/>
            <a:ext cx="1530220" cy="1504560"/>
            <a:chOff x="2429071" y="342901"/>
            <a:chExt cx="1530220" cy="1504560"/>
          </a:xfrm>
        </p:grpSpPr>
        <p:sp>
          <p:nvSpPr>
            <p:cNvPr id="43" name="Arrow: Pentagon 42">
              <a:extLst>
                <a:ext uri="{FF2B5EF4-FFF2-40B4-BE49-F238E27FC236}">
                  <a16:creationId xmlns:a16="http://schemas.microsoft.com/office/drawing/2014/main" id="{7F316F00-A7E9-4622-82FC-D83E84078C7B}"/>
                </a:ext>
              </a:extLst>
            </p:cNvPr>
            <p:cNvSpPr/>
            <p:nvPr/>
          </p:nvSpPr>
          <p:spPr>
            <a:xfrm rot="5400000">
              <a:off x="2587111" y="641960"/>
              <a:ext cx="1214139" cy="1106026"/>
            </a:xfrm>
            <a:prstGeom prst="homePlat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0F3BF44-CAFC-45C7-B90E-487320407005}"/>
                </a:ext>
              </a:extLst>
            </p:cNvPr>
            <p:cNvSpPr/>
            <p:nvPr/>
          </p:nvSpPr>
          <p:spPr>
            <a:xfrm>
              <a:off x="2429071" y="342901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379CDE6-A4BB-479F-85C8-6A1CE8ECEF34}"/>
              </a:ext>
            </a:extLst>
          </p:cNvPr>
          <p:cNvGrpSpPr/>
          <p:nvPr/>
        </p:nvGrpSpPr>
        <p:grpSpPr>
          <a:xfrm>
            <a:off x="9853181" y="2939566"/>
            <a:ext cx="1530220" cy="1504560"/>
            <a:chOff x="2429071" y="342901"/>
            <a:chExt cx="1530220" cy="1504560"/>
          </a:xfrm>
        </p:grpSpPr>
        <p:sp>
          <p:nvSpPr>
            <p:cNvPr id="46" name="Arrow: Pentagon 45">
              <a:extLst>
                <a:ext uri="{FF2B5EF4-FFF2-40B4-BE49-F238E27FC236}">
                  <a16:creationId xmlns:a16="http://schemas.microsoft.com/office/drawing/2014/main" id="{95A7A70D-B686-45AA-A648-1B5AAD1CA350}"/>
                </a:ext>
              </a:extLst>
            </p:cNvPr>
            <p:cNvSpPr/>
            <p:nvPr/>
          </p:nvSpPr>
          <p:spPr>
            <a:xfrm rot="5400000">
              <a:off x="2587111" y="641960"/>
              <a:ext cx="1214139" cy="1106026"/>
            </a:xfrm>
            <a:prstGeom prst="homePlat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1618CA6-911E-449D-9447-3D4B1D315C58}"/>
                </a:ext>
              </a:extLst>
            </p:cNvPr>
            <p:cNvSpPr/>
            <p:nvPr/>
          </p:nvSpPr>
          <p:spPr>
            <a:xfrm>
              <a:off x="2429071" y="342901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B5CB904-50DE-4129-A46A-1793DAE35728}"/>
              </a:ext>
            </a:extLst>
          </p:cNvPr>
          <p:cNvGrpSpPr/>
          <p:nvPr/>
        </p:nvGrpSpPr>
        <p:grpSpPr>
          <a:xfrm>
            <a:off x="4382280" y="905612"/>
            <a:ext cx="1530220" cy="1504560"/>
            <a:chOff x="4382280" y="905612"/>
            <a:chExt cx="1530220" cy="150456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50EA28E-F54F-4966-9827-2154BCEFB177}"/>
                </a:ext>
              </a:extLst>
            </p:cNvPr>
            <p:cNvGrpSpPr/>
            <p:nvPr/>
          </p:nvGrpSpPr>
          <p:grpSpPr>
            <a:xfrm>
              <a:off x="4382280" y="905612"/>
              <a:ext cx="1530220" cy="1504560"/>
              <a:chOff x="2429071" y="342901"/>
              <a:chExt cx="1530220" cy="1504560"/>
            </a:xfrm>
          </p:grpSpPr>
          <p:sp>
            <p:nvSpPr>
              <p:cNvPr id="19" name="Arrow: Pentagon 18">
                <a:extLst>
                  <a:ext uri="{FF2B5EF4-FFF2-40B4-BE49-F238E27FC236}">
                    <a16:creationId xmlns:a16="http://schemas.microsoft.com/office/drawing/2014/main" id="{B390F755-E3CE-4862-B94C-222B4B11E7D7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862B01-0427-43E9-A437-31212F6DC35A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26" name="Picture 2" descr="Spear icon simple style Royalty Free Vector Image">
              <a:extLst>
                <a:ext uri="{FF2B5EF4-FFF2-40B4-BE49-F238E27FC236}">
                  <a16:creationId xmlns:a16="http://schemas.microsoft.com/office/drawing/2014/main" id="{81252AB8-FCBD-44EC-8227-D167F8A2EB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433"/>
            <a:stretch/>
          </p:blipFill>
          <p:spPr bwMode="auto">
            <a:xfrm>
              <a:off x="4798807" y="1250408"/>
              <a:ext cx="687593" cy="679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6628C3E-D453-4993-B01C-8EC40B1466A8}"/>
              </a:ext>
            </a:extLst>
          </p:cNvPr>
          <p:cNvGrpSpPr/>
          <p:nvPr/>
        </p:nvGrpSpPr>
        <p:grpSpPr>
          <a:xfrm>
            <a:off x="9853181" y="905612"/>
            <a:ext cx="1530220" cy="1504560"/>
            <a:chOff x="9853181" y="905612"/>
            <a:chExt cx="1530220" cy="15045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F142E77-3FAF-41CB-B273-98581B64417D}"/>
                </a:ext>
              </a:extLst>
            </p:cNvPr>
            <p:cNvGrpSpPr/>
            <p:nvPr/>
          </p:nvGrpSpPr>
          <p:grpSpPr>
            <a:xfrm>
              <a:off x="9853181" y="905612"/>
              <a:ext cx="1530220" cy="1504560"/>
              <a:chOff x="2429071" y="342901"/>
              <a:chExt cx="1530220" cy="1504560"/>
            </a:xfrm>
          </p:grpSpPr>
          <p:sp>
            <p:nvSpPr>
              <p:cNvPr id="28" name="Arrow: Pentagon 27">
                <a:extLst>
                  <a:ext uri="{FF2B5EF4-FFF2-40B4-BE49-F238E27FC236}">
                    <a16:creationId xmlns:a16="http://schemas.microsoft.com/office/drawing/2014/main" id="{569BCBFB-9BED-4407-A09D-237CFF23D5DD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54C0F95-55FC-4F67-A5C7-104C6A11B145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61686C9-CF0E-4B29-9214-98FEA8C3C1E9}"/>
                </a:ext>
              </a:extLst>
            </p:cNvPr>
            <p:cNvGrpSpPr/>
            <p:nvPr/>
          </p:nvGrpSpPr>
          <p:grpSpPr>
            <a:xfrm>
              <a:off x="10121751" y="1316670"/>
              <a:ext cx="852406" cy="662477"/>
              <a:chOff x="3741815" y="4973520"/>
              <a:chExt cx="1685668" cy="1310075"/>
            </a:xfrm>
          </p:grpSpPr>
          <p:pic>
            <p:nvPicPr>
              <p:cNvPr id="59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602D07C4-1D55-4521-BCE5-8E8B12984D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Arrow: Up 53">
                <a:extLst>
                  <a:ext uri="{FF2B5EF4-FFF2-40B4-BE49-F238E27FC236}">
                    <a16:creationId xmlns:a16="http://schemas.microsoft.com/office/drawing/2014/main" id="{7879FE2B-9A58-45B9-9271-CB2E2D60697A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46A9A16-3F3F-4F5C-85F2-FCFFADB55B6E}"/>
              </a:ext>
            </a:extLst>
          </p:cNvPr>
          <p:cNvSpPr txBox="1"/>
          <p:nvPr/>
        </p:nvSpPr>
        <p:spPr>
          <a:xfrm>
            <a:off x="247145" y="159114"/>
            <a:ext cx="848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Empire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F5C3725-E6C7-4D73-9703-52D995D3EB74}"/>
              </a:ext>
            </a:extLst>
          </p:cNvPr>
          <p:cNvGrpSpPr/>
          <p:nvPr/>
        </p:nvGrpSpPr>
        <p:grpSpPr>
          <a:xfrm>
            <a:off x="4745243" y="3398809"/>
            <a:ext cx="794720" cy="525140"/>
            <a:chOff x="7009704" y="3352146"/>
            <a:chExt cx="3690533" cy="243865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4DA8F9F-8DEE-40AB-A6DC-F802D9F27638}"/>
                </a:ext>
              </a:extLst>
            </p:cNvPr>
            <p:cNvGrpSpPr/>
            <p:nvPr/>
          </p:nvGrpSpPr>
          <p:grpSpPr>
            <a:xfrm rot="18486280">
              <a:off x="7600474" y="3032885"/>
              <a:ext cx="1486513" cy="2536581"/>
              <a:chOff x="7378980" y="3429000"/>
              <a:chExt cx="1501251" cy="2121715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562C49F-AC87-41B5-946E-858CBB7951FB}"/>
                  </a:ext>
                </a:extLst>
              </p:cNvPr>
              <p:cNvSpPr/>
              <p:nvPr/>
            </p:nvSpPr>
            <p:spPr>
              <a:xfrm>
                <a:off x="7378980" y="3429000"/>
                <a:ext cx="1501251" cy="4109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8E5C7CE-0B4E-489F-ADA6-2FAEFE72CFFF}"/>
                  </a:ext>
                </a:extLst>
              </p:cNvPr>
              <p:cNvSpPr/>
              <p:nvPr/>
            </p:nvSpPr>
            <p:spPr>
              <a:xfrm>
                <a:off x="7553151" y="3839919"/>
                <a:ext cx="1152908" cy="17107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9A35A481-E078-4AFD-ADFF-58C203B5ACAA}"/>
                </a:ext>
              </a:extLst>
            </p:cNvPr>
            <p:cNvSpPr/>
            <p:nvPr/>
          </p:nvSpPr>
          <p:spPr>
            <a:xfrm>
              <a:off x="7496983" y="3444038"/>
              <a:ext cx="3203254" cy="2346758"/>
            </a:xfrm>
            <a:prstGeom prst="triangl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5C3C6BE-00ED-4434-BFFB-D2AB5C9BD705}"/>
                </a:ext>
              </a:extLst>
            </p:cNvPr>
            <p:cNvSpPr/>
            <p:nvPr/>
          </p:nvSpPr>
          <p:spPr>
            <a:xfrm>
              <a:off x="8536305" y="4179265"/>
              <a:ext cx="1162689" cy="1179050"/>
            </a:xfrm>
            <a:prstGeom prst="ellips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8AC9DFF-625C-482F-9A7F-12737E2E6BD0}"/>
                </a:ext>
              </a:extLst>
            </p:cNvPr>
            <p:cNvSpPr/>
            <p:nvPr/>
          </p:nvSpPr>
          <p:spPr>
            <a:xfrm>
              <a:off x="8757589" y="4428162"/>
              <a:ext cx="720121" cy="681256"/>
            </a:xfrm>
            <a:prstGeom prst="ellips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5DAC385-BAFF-476F-8E6F-89E93D9C3500}"/>
                </a:ext>
              </a:extLst>
            </p:cNvPr>
            <p:cNvSpPr/>
            <p:nvPr/>
          </p:nvSpPr>
          <p:spPr>
            <a:xfrm>
              <a:off x="7009704" y="5043309"/>
              <a:ext cx="1528334" cy="746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115AFCF-B60F-4FF7-B5CD-79F75F71F2C6}"/>
                </a:ext>
              </a:extLst>
            </p:cNvPr>
            <p:cNvSpPr/>
            <p:nvPr/>
          </p:nvSpPr>
          <p:spPr>
            <a:xfrm>
              <a:off x="9727403" y="5043309"/>
              <a:ext cx="912686" cy="746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8514CBE-DAFA-4492-A8D6-1B91847F251D}"/>
                </a:ext>
              </a:extLst>
            </p:cNvPr>
            <p:cNvSpPr/>
            <p:nvPr/>
          </p:nvSpPr>
          <p:spPr>
            <a:xfrm>
              <a:off x="8730683" y="3352146"/>
              <a:ext cx="773931" cy="4051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929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436DF1-2D1F-485E-B109-D75737860B0E}"/>
              </a:ext>
            </a:extLst>
          </p:cNvPr>
          <p:cNvSpPr txBox="1"/>
          <p:nvPr/>
        </p:nvSpPr>
        <p:spPr>
          <a:xfrm>
            <a:off x="188462" y="114301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Nordfort</a:t>
            </a:r>
            <a:endParaRPr lang="en-US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B23B822-94F8-491C-B90F-632E455BFF78}"/>
              </a:ext>
            </a:extLst>
          </p:cNvPr>
          <p:cNvGrpSpPr/>
          <p:nvPr/>
        </p:nvGrpSpPr>
        <p:grpSpPr>
          <a:xfrm>
            <a:off x="2307593" y="905612"/>
            <a:ext cx="1530220" cy="1504560"/>
            <a:chOff x="2307593" y="905612"/>
            <a:chExt cx="1530220" cy="150456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6EA3AC3-5746-4352-BC03-5E05B8064642}"/>
                </a:ext>
              </a:extLst>
            </p:cNvPr>
            <p:cNvGrpSpPr/>
            <p:nvPr/>
          </p:nvGrpSpPr>
          <p:grpSpPr>
            <a:xfrm>
              <a:off x="2307593" y="905612"/>
              <a:ext cx="1530220" cy="1504560"/>
              <a:chOff x="2307593" y="905612"/>
              <a:chExt cx="1530220" cy="150456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C3806B-EEDF-4345-A411-576DDFFF051E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Diagonal Corners Snipped 7">
                <a:extLst>
                  <a:ext uri="{FF2B5EF4-FFF2-40B4-BE49-F238E27FC236}">
                    <a16:creationId xmlns:a16="http://schemas.microsoft.com/office/drawing/2014/main" id="{23AE6981-19EB-44B3-B1FF-1DF6F12E3AA4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1" name="Picture 2" descr="Halberd Icon - Download Halberd Icon 2008 | Noun Project">
              <a:extLst>
                <a:ext uri="{FF2B5EF4-FFF2-40B4-BE49-F238E27FC236}">
                  <a16:creationId xmlns:a16="http://schemas.microsoft.com/office/drawing/2014/main" id="{EFF4B7A0-08F8-474B-A8FB-953EB8D24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526898" y="1295568"/>
              <a:ext cx="1085793" cy="974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76E50D-1EEE-40DB-AEB5-2D03C5199970}"/>
              </a:ext>
            </a:extLst>
          </p:cNvPr>
          <p:cNvGrpSpPr/>
          <p:nvPr/>
        </p:nvGrpSpPr>
        <p:grpSpPr>
          <a:xfrm>
            <a:off x="516782" y="905612"/>
            <a:ext cx="1530220" cy="1504560"/>
            <a:chOff x="2307593" y="905612"/>
            <a:chExt cx="1530220" cy="150456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EDBE9A3-FF54-4271-A021-CFD119EA4968}"/>
                </a:ext>
              </a:extLst>
            </p:cNvPr>
            <p:cNvSpPr/>
            <p:nvPr/>
          </p:nvSpPr>
          <p:spPr>
            <a:xfrm>
              <a:off x="2307593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Diagonal Corners Snipped 46">
              <a:extLst>
                <a:ext uri="{FF2B5EF4-FFF2-40B4-BE49-F238E27FC236}">
                  <a16:creationId xmlns:a16="http://schemas.microsoft.com/office/drawing/2014/main" id="{72C453EB-C0C6-4AA8-B26F-404C22BEC123}"/>
                </a:ext>
              </a:extLst>
            </p:cNvPr>
            <p:cNvSpPr/>
            <p:nvPr/>
          </p:nvSpPr>
          <p:spPr>
            <a:xfrm>
              <a:off x="2519688" y="1149593"/>
              <a:ext cx="1106027" cy="1214139"/>
            </a:xfrm>
            <a:prstGeom prst="snip2DiagRect">
              <a:avLst>
                <a:gd name="adj1" fmla="val 0"/>
                <a:gd name="adj2" fmla="val 3653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522994B-AF50-4753-81F8-304CD5741A69}"/>
              </a:ext>
            </a:extLst>
          </p:cNvPr>
          <p:cNvGrpSpPr/>
          <p:nvPr/>
        </p:nvGrpSpPr>
        <p:grpSpPr>
          <a:xfrm>
            <a:off x="5889215" y="905612"/>
            <a:ext cx="1530220" cy="1504560"/>
            <a:chOff x="5889215" y="905612"/>
            <a:chExt cx="1530220" cy="150456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F78992C-07A6-4F88-AD77-32CEA0657EB1}"/>
                </a:ext>
              </a:extLst>
            </p:cNvPr>
            <p:cNvGrpSpPr/>
            <p:nvPr/>
          </p:nvGrpSpPr>
          <p:grpSpPr>
            <a:xfrm>
              <a:off x="6267232" y="1354565"/>
              <a:ext cx="617144" cy="973722"/>
              <a:chOff x="5783656" y="3875645"/>
              <a:chExt cx="667104" cy="1052548"/>
            </a:xfrm>
          </p:grpSpPr>
          <p:pic>
            <p:nvPicPr>
              <p:cNvPr id="79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41278A74-7739-4192-8FE5-DD001D1302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5783656" y="3875645"/>
                <a:ext cx="588239" cy="10137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107C7050-AA79-48AE-9FED-D86C1C6167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2832" r="20853"/>
              <a:stretch/>
            </p:blipFill>
            <p:spPr>
              <a:xfrm rot="659296">
                <a:off x="6371895" y="3875645"/>
                <a:ext cx="78865" cy="1052548"/>
              </a:xfrm>
              <a:prstGeom prst="rect">
                <a:avLst/>
              </a:prstGeom>
            </p:spPr>
          </p:pic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C7BE4E3-CF20-48B8-A06F-6E7457D0EA54}"/>
                </a:ext>
              </a:extLst>
            </p:cNvPr>
            <p:cNvGrpSpPr/>
            <p:nvPr/>
          </p:nvGrpSpPr>
          <p:grpSpPr>
            <a:xfrm>
              <a:off x="5889215" y="905612"/>
              <a:ext cx="1530220" cy="1504560"/>
              <a:chOff x="2307593" y="905612"/>
              <a:chExt cx="1530220" cy="150456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6E71D84-9EC7-40BA-BB84-CAEA1392B73D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: Diagonal Corners Snipped 49">
                <a:extLst>
                  <a:ext uri="{FF2B5EF4-FFF2-40B4-BE49-F238E27FC236}">
                    <a16:creationId xmlns:a16="http://schemas.microsoft.com/office/drawing/2014/main" id="{38C9E609-A0BB-4FF7-A0E7-C3D7ADBD3099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BA63DF1-E19E-47B6-879C-07414C900FA6}"/>
              </a:ext>
            </a:extLst>
          </p:cNvPr>
          <p:cNvGrpSpPr/>
          <p:nvPr/>
        </p:nvGrpSpPr>
        <p:grpSpPr>
          <a:xfrm>
            <a:off x="4098404" y="905612"/>
            <a:ext cx="1530220" cy="1504560"/>
            <a:chOff x="4098404" y="905612"/>
            <a:chExt cx="1530220" cy="15045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B2FB8E8-C927-4FBA-98AD-2BDA4F176469}"/>
                </a:ext>
              </a:extLst>
            </p:cNvPr>
            <p:cNvGrpSpPr/>
            <p:nvPr/>
          </p:nvGrpSpPr>
          <p:grpSpPr>
            <a:xfrm>
              <a:off x="4285685" y="1274196"/>
              <a:ext cx="998322" cy="897977"/>
              <a:chOff x="2281553" y="3804928"/>
              <a:chExt cx="1073093" cy="965233"/>
            </a:xfrm>
          </p:grpSpPr>
          <p:pic>
            <p:nvPicPr>
              <p:cNvPr id="43" name="Picture 4" descr="Viking battle-axe icon in black style isolated Vector Image">
                <a:extLst>
                  <a:ext uri="{FF2B5EF4-FFF2-40B4-BE49-F238E27FC236}">
                    <a16:creationId xmlns:a16="http://schemas.microsoft.com/office/drawing/2014/main" id="{570ED585-865F-4BE2-9398-4FD93529B3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24" t="6907" r="6208" b="14113"/>
              <a:stretch/>
            </p:blipFill>
            <p:spPr bwMode="auto">
              <a:xfrm rot="19580259">
                <a:off x="2281553" y="3804928"/>
                <a:ext cx="813015" cy="8076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A4975-E453-404F-9717-B6DE99CD9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88060" y="4096926"/>
                <a:ext cx="666586" cy="673235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E5DDC6A-3C28-40A9-9BC6-3BC02ACE4BE6}"/>
                </a:ext>
              </a:extLst>
            </p:cNvPr>
            <p:cNvGrpSpPr/>
            <p:nvPr/>
          </p:nvGrpSpPr>
          <p:grpSpPr>
            <a:xfrm>
              <a:off x="4098404" y="905612"/>
              <a:ext cx="1530220" cy="1504560"/>
              <a:chOff x="2307593" y="905612"/>
              <a:chExt cx="1530220" cy="150456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2E64607-D0B0-40D2-B9FF-E7E2E56C43C9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Diagonal Corners Snipped 52">
                <a:extLst>
                  <a:ext uri="{FF2B5EF4-FFF2-40B4-BE49-F238E27FC236}">
                    <a16:creationId xmlns:a16="http://schemas.microsoft.com/office/drawing/2014/main" id="{F8C66FFA-D80F-4DA0-AA83-80A0C856B494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AA5CA15-8DF7-4782-BDBB-062A0A5FC673}"/>
              </a:ext>
            </a:extLst>
          </p:cNvPr>
          <p:cNvGrpSpPr/>
          <p:nvPr/>
        </p:nvGrpSpPr>
        <p:grpSpPr>
          <a:xfrm>
            <a:off x="9537800" y="905612"/>
            <a:ext cx="1530220" cy="1504560"/>
            <a:chOff x="2307593" y="905612"/>
            <a:chExt cx="1530220" cy="150456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4D5CDCC-77D0-4AEF-B79C-7A45C91144A2}"/>
                </a:ext>
              </a:extLst>
            </p:cNvPr>
            <p:cNvSpPr/>
            <p:nvPr/>
          </p:nvSpPr>
          <p:spPr>
            <a:xfrm>
              <a:off x="2307593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Diagonal Corners Snipped 55">
              <a:extLst>
                <a:ext uri="{FF2B5EF4-FFF2-40B4-BE49-F238E27FC236}">
                  <a16:creationId xmlns:a16="http://schemas.microsoft.com/office/drawing/2014/main" id="{8EA2186D-7A46-4A24-840F-95AB7BE645EA}"/>
                </a:ext>
              </a:extLst>
            </p:cNvPr>
            <p:cNvSpPr/>
            <p:nvPr/>
          </p:nvSpPr>
          <p:spPr>
            <a:xfrm>
              <a:off x="2519688" y="1149593"/>
              <a:ext cx="1106027" cy="1214139"/>
            </a:xfrm>
            <a:prstGeom prst="snip2DiagRect">
              <a:avLst>
                <a:gd name="adj1" fmla="val 0"/>
                <a:gd name="adj2" fmla="val 3653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E96D2EF-8DE0-48DA-BF8F-6F250CD8C6CD}"/>
              </a:ext>
            </a:extLst>
          </p:cNvPr>
          <p:cNvGrpSpPr/>
          <p:nvPr/>
        </p:nvGrpSpPr>
        <p:grpSpPr>
          <a:xfrm>
            <a:off x="7746989" y="905612"/>
            <a:ext cx="1530220" cy="1504560"/>
            <a:chOff x="7746989" y="905612"/>
            <a:chExt cx="1530220" cy="1504560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E9322E4-1163-43D9-9C64-B04337F8929E}"/>
                </a:ext>
              </a:extLst>
            </p:cNvPr>
            <p:cNvGrpSpPr/>
            <p:nvPr/>
          </p:nvGrpSpPr>
          <p:grpSpPr>
            <a:xfrm>
              <a:off x="8060717" y="1261646"/>
              <a:ext cx="902760" cy="1031585"/>
              <a:chOff x="1012829" y="2582529"/>
              <a:chExt cx="902760" cy="1031585"/>
            </a:xfrm>
          </p:grpSpPr>
          <p:pic>
            <p:nvPicPr>
              <p:cNvPr id="95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F794FF8A-1040-4670-B87E-5974FA7A13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1012829" y="2582529"/>
                <a:ext cx="505420" cy="8710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B89BCAF0-F8A0-4422-BEBB-7A42538D36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2832" r="20853"/>
              <a:stretch/>
            </p:blipFill>
            <p:spPr>
              <a:xfrm rot="659296">
                <a:off x="1518249" y="2582529"/>
                <a:ext cx="67762" cy="904359"/>
              </a:xfrm>
              <a:prstGeom prst="rect">
                <a:avLst/>
              </a:prstGeom>
            </p:spPr>
          </p:pic>
          <p:pic>
            <p:nvPicPr>
              <p:cNvPr id="97" name="Picture 96">
                <a:extLst>
                  <a:ext uri="{FF2B5EF4-FFF2-40B4-BE49-F238E27FC236}">
                    <a16:creationId xmlns:a16="http://schemas.microsoft.com/office/drawing/2014/main" id="{DCF2429E-980E-44F5-BBF3-5DF49A637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43783" y="3121819"/>
                <a:ext cx="371806" cy="492295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EBFF3D3-86C9-497F-B126-9FE3FAF83455}"/>
                </a:ext>
              </a:extLst>
            </p:cNvPr>
            <p:cNvGrpSpPr/>
            <p:nvPr/>
          </p:nvGrpSpPr>
          <p:grpSpPr>
            <a:xfrm>
              <a:off x="7746989" y="905612"/>
              <a:ext cx="1530220" cy="1504560"/>
              <a:chOff x="2307593" y="905612"/>
              <a:chExt cx="1530220" cy="150456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AEA1AA8-510A-4F56-A455-B11F43DC1AFE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Diagonal Corners Snipped 58">
                <a:extLst>
                  <a:ext uri="{FF2B5EF4-FFF2-40B4-BE49-F238E27FC236}">
                    <a16:creationId xmlns:a16="http://schemas.microsoft.com/office/drawing/2014/main" id="{F8FC61E8-09A7-411A-AA4C-16BD4AF94173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64FCA7-9810-44ED-880D-FB82A9DAEB69}"/>
              </a:ext>
            </a:extLst>
          </p:cNvPr>
          <p:cNvGrpSpPr/>
          <p:nvPr/>
        </p:nvGrpSpPr>
        <p:grpSpPr>
          <a:xfrm>
            <a:off x="5889215" y="2832151"/>
            <a:ext cx="1530220" cy="1504560"/>
            <a:chOff x="2307593" y="905612"/>
            <a:chExt cx="1530220" cy="150456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6B710D9-B670-4FBE-8AC0-A9AAD07914A1}"/>
                </a:ext>
              </a:extLst>
            </p:cNvPr>
            <p:cNvSpPr/>
            <p:nvPr/>
          </p:nvSpPr>
          <p:spPr>
            <a:xfrm>
              <a:off x="2307593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: Diagonal Corners Snipped 67">
              <a:extLst>
                <a:ext uri="{FF2B5EF4-FFF2-40B4-BE49-F238E27FC236}">
                  <a16:creationId xmlns:a16="http://schemas.microsoft.com/office/drawing/2014/main" id="{CEF10075-2F74-4A94-8349-77D619DBBA71}"/>
                </a:ext>
              </a:extLst>
            </p:cNvPr>
            <p:cNvSpPr/>
            <p:nvPr/>
          </p:nvSpPr>
          <p:spPr>
            <a:xfrm>
              <a:off x="2519688" y="1149593"/>
              <a:ext cx="1106027" cy="1214139"/>
            </a:xfrm>
            <a:prstGeom prst="snip2DiagRect">
              <a:avLst>
                <a:gd name="adj1" fmla="val 0"/>
                <a:gd name="adj2" fmla="val 3653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EB70B38-6872-44BC-A296-1B2CE65A469F}"/>
              </a:ext>
            </a:extLst>
          </p:cNvPr>
          <p:cNvGrpSpPr/>
          <p:nvPr/>
        </p:nvGrpSpPr>
        <p:grpSpPr>
          <a:xfrm>
            <a:off x="4098404" y="2832151"/>
            <a:ext cx="1530220" cy="1504560"/>
            <a:chOff x="4098404" y="2832151"/>
            <a:chExt cx="1530220" cy="1504560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5D5FFCB1-F08D-4CC5-AC19-D2233342E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10161" y="3379695"/>
              <a:ext cx="900481" cy="622531"/>
            </a:xfrm>
            <a:prstGeom prst="rect">
              <a:avLst/>
            </a:prstGeom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A7AD11E-82DA-4C6D-A58A-B5940E03B8CA}"/>
                </a:ext>
              </a:extLst>
            </p:cNvPr>
            <p:cNvGrpSpPr/>
            <p:nvPr/>
          </p:nvGrpSpPr>
          <p:grpSpPr>
            <a:xfrm>
              <a:off x="4098404" y="2832151"/>
              <a:ext cx="1530220" cy="1504560"/>
              <a:chOff x="2307593" y="905612"/>
              <a:chExt cx="1530220" cy="150456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9A83F46-203E-4302-9451-F5B1ED5ED32B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Diagonal Corners Snipped 70">
                <a:extLst>
                  <a:ext uri="{FF2B5EF4-FFF2-40B4-BE49-F238E27FC236}">
                    <a16:creationId xmlns:a16="http://schemas.microsoft.com/office/drawing/2014/main" id="{668E0503-7E4B-4893-AA1B-AF1D75611BDA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8460EC5-D327-4469-8453-28B1A5F6438C}"/>
              </a:ext>
            </a:extLst>
          </p:cNvPr>
          <p:cNvGrpSpPr/>
          <p:nvPr/>
        </p:nvGrpSpPr>
        <p:grpSpPr>
          <a:xfrm>
            <a:off x="9537800" y="2832151"/>
            <a:ext cx="1530220" cy="1504560"/>
            <a:chOff x="2307593" y="905612"/>
            <a:chExt cx="1530220" cy="150456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76955E1-C096-4A08-BAD6-D96F681445F7}"/>
                </a:ext>
              </a:extLst>
            </p:cNvPr>
            <p:cNvSpPr/>
            <p:nvPr/>
          </p:nvSpPr>
          <p:spPr>
            <a:xfrm>
              <a:off x="2307593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Diagonal Corners Snipped 73">
              <a:extLst>
                <a:ext uri="{FF2B5EF4-FFF2-40B4-BE49-F238E27FC236}">
                  <a16:creationId xmlns:a16="http://schemas.microsoft.com/office/drawing/2014/main" id="{D6CB01D4-E4B9-4256-AF1E-03B6FDE8764D}"/>
                </a:ext>
              </a:extLst>
            </p:cNvPr>
            <p:cNvSpPr/>
            <p:nvPr/>
          </p:nvSpPr>
          <p:spPr>
            <a:xfrm>
              <a:off x="2519688" y="1149593"/>
              <a:ext cx="1106027" cy="1214139"/>
            </a:xfrm>
            <a:prstGeom prst="snip2DiagRect">
              <a:avLst>
                <a:gd name="adj1" fmla="val 0"/>
                <a:gd name="adj2" fmla="val 3653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CF57C6C-313C-4FC7-A649-366C3E5FFE1E}"/>
              </a:ext>
            </a:extLst>
          </p:cNvPr>
          <p:cNvGrpSpPr/>
          <p:nvPr/>
        </p:nvGrpSpPr>
        <p:grpSpPr>
          <a:xfrm>
            <a:off x="7746989" y="2832151"/>
            <a:ext cx="1530220" cy="1504560"/>
            <a:chOff x="2307593" y="905612"/>
            <a:chExt cx="1530220" cy="150456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2239135-859E-43A9-BD55-97B59219A066}"/>
                </a:ext>
              </a:extLst>
            </p:cNvPr>
            <p:cNvSpPr/>
            <p:nvPr/>
          </p:nvSpPr>
          <p:spPr>
            <a:xfrm>
              <a:off x="2307593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Diagonal Corners Snipped 76">
              <a:extLst>
                <a:ext uri="{FF2B5EF4-FFF2-40B4-BE49-F238E27FC236}">
                  <a16:creationId xmlns:a16="http://schemas.microsoft.com/office/drawing/2014/main" id="{D555D047-323E-4868-9EE8-FC07C8B09D78}"/>
                </a:ext>
              </a:extLst>
            </p:cNvPr>
            <p:cNvSpPr/>
            <p:nvPr/>
          </p:nvSpPr>
          <p:spPr>
            <a:xfrm>
              <a:off x="2519688" y="1149593"/>
              <a:ext cx="1106027" cy="1214139"/>
            </a:xfrm>
            <a:prstGeom prst="snip2DiagRect">
              <a:avLst>
                <a:gd name="adj1" fmla="val 0"/>
                <a:gd name="adj2" fmla="val 3653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38B3787-A014-4CC3-B211-7A55122774BA}"/>
              </a:ext>
            </a:extLst>
          </p:cNvPr>
          <p:cNvGrpSpPr/>
          <p:nvPr/>
        </p:nvGrpSpPr>
        <p:grpSpPr>
          <a:xfrm>
            <a:off x="9884407" y="1304481"/>
            <a:ext cx="868585" cy="907769"/>
            <a:chOff x="2189444" y="4586095"/>
            <a:chExt cx="1002523" cy="1047750"/>
          </a:xfrm>
        </p:grpSpPr>
        <p:pic>
          <p:nvPicPr>
            <p:cNvPr id="92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329093DF-4B2E-4D50-8C71-80F84C82B8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4706437">
              <a:off x="2190643" y="4584896"/>
              <a:ext cx="604837" cy="607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5B4D0619-B841-4529-B1CB-3C5DDF838A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4706437">
              <a:off x="2585930" y="5027809"/>
              <a:ext cx="604837" cy="607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52197D1-38D7-4B09-948A-FBB15D73D576}"/>
              </a:ext>
            </a:extLst>
          </p:cNvPr>
          <p:cNvGrpSpPr/>
          <p:nvPr/>
        </p:nvGrpSpPr>
        <p:grpSpPr>
          <a:xfrm>
            <a:off x="516782" y="2832151"/>
            <a:ext cx="1530220" cy="1504560"/>
            <a:chOff x="516782" y="2832151"/>
            <a:chExt cx="1530220" cy="150456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8B29061-9F62-4015-A6FC-67084A7D8A5E}"/>
                </a:ext>
              </a:extLst>
            </p:cNvPr>
            <p:cNvGrpSpPr/>
            <p:nvPr/>
          </p:nvGrpSpPr>
          <p:grpSpPr>
            <a:xfrm>
              <a:off x="516782" y="2832151"/>
              <a:ext cx="1530220" cy="1504560"/>
              <a:chOff x="2307593" y="905612"/>
              <a:chExt cx="1530220" cy="150456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047BAEA-1357-4535-B3BD-5C7B0C989154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Diagonal Corners Snipped 64">
                <a:extLst>
                  <a:ext uri="{FF2B5EF4-FFF2-40B4-BE49-F238E27FC236}">
                    <a16:creationId xmlns:a16="http://schemas.microsoft.com/office/drawing/2014/main" id="{6712D7F3-57C0-450B-84DD-390ECE55AF5A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0233DA6-75B6-4D84-BDF9-4F07C71062E6}"/>
                </a:ext>
              </a:extLst>
            </p:cNvPr>
            <p:cNvGrpSpPr/>
            <p:nvPr/>
          </p:nvGrpSpPr>
          <p:grpSpPr>
            <a:xfrm>
              <a:off x="765112" y="3268948"/>
              <a:ext cx="963778" cy="844023"/>
              <a:chOff x="3741815" y="4973520"/>
              <a:chExt cx="1685668" cy="1310075"/>
            </a:xfrm>
          </p:grpSpPr>
          <p:pic>
            <p:nvPicPr>
              <p:cNvPr id="100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A7E0C7AA-6336-49D1-A668-C4538513FC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1" name="Arrow: Up 100">
                <a:extLst>
                  <a:ext uri="{FF2B5EF4-FFF2-40B4-BE49-F238E27FC236}">
                    <a16:creationId xmlns:a16="http://schemas.microsoft.com/office/drawing/2014/main" id="{270BFECA-BF9C-4CEB-A50A-C5A156C8E296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BDA4996-E408-460B-86B7-296A964B8F6E}"/>
              </a:ext>
            </a:extLst>
          </p:cNvPr>
          <p:cNvGrpSpPr/>
          <p:nvPr/>
        </p:nvGrpSpPr>
        <p:grpSpPr>
          <a:xfrm>
            <a:off x="2307593" y="2832151"/>
            <a:ext cx="1530220" cy="1504560"/>
            <a:chOff x="2307593" y="2832151"/>
            <a:chExt cx="1530220" cy="1504560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97B69849-8763-434A-84CA-817478C43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07438" y="3697652"/>
              <a:ext cx="441135" cy="584091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9A51FD6-06EB-499B-BC1B-29395C298E13}"/>
                </a:ext>
              </a:extLst>
            </p:cNvPr>
            <p:cNvGrpSpPr/>
            <p:nvPr/>
          </p:nvGrpSpPr>
          <p:grpSpPr>
            <a:xfrm>
              <a:off x="2307593" y="2832151"/>
              <a:ext cx="1530220" cy="1504560"/>
              <a:chOff x="2307593" y="905612"/>
              <a:chExt cx="1530220" cy="150456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483F825-C2D2-45DD-BAF0-C4B4CD0863B0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: Diagonal Corners Snipped 61">
                <a:extLst>
                  <a:ext uri="{FF2B5EF4-FFF2-40B4-BE49-F238E27FC236}">
                    <a16:creationId xmlns:a16="http://schemas.microsoft.com/office/drawing/2014/main" id="{CF033908-18A8-4453-9C99-48736DB724AF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09C3CBB-8FDC-4D61-8B48-F465A8908F2C}"/>
                </a:ext>
              </a:extLst>
            </p:cNvPr>
            <p:cNvGrpSpPr/>
            <p:nvPr/>
          </p:nvGrpSpPr>
          <p:grpSpPr>
            <a:xfrm>
              <a:off x="2526898" y="3164320"/>
              <a:ext cx="691087" cy="677918"/>
              <a:chOff x="3741815" y="4973520"/>
              <a:chExt cx="1685668" cy="1310075"/>
            </a:xfrm>
          </p:grpSpPr>
          <p:pic>
            <p:nvPicPr>
              <p:cNvPr id="103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FD7C39B2-81F3-4AE3-9FCE-CF944AA79D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" name="Arrow: Up 103">
                <a:extLst>
                  <a:ext uri="{FF2B5EF4-FFF2-40B4-BE49-F238E27FC236}">
                    <a16:creationId xmlns:a16="http://schemas.microsoft.com/office/drawing/2014/main" id="{9A222260-AEF0-4F2D-92EB-601B2CEF43F9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F600ABF-70A4-45E1-948F-9F382B243621}"/>
              </a:ext>
            </a:extLst>
          </p:cNvPr>
          <p:cNvGrpSpPr/>
          <p:nvPr/>
        </p:nvGrpSpPr>
        <p:grpSpPr>
          <a:xfrm>
            <a:off x="6228970" y="3208212"/>
            <a:ext cx="880507" cy="949977"/>
            <a:chOff x="3478591" y="4575175"/>
            <a:chExt cx="1004261" cy="1083495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4798580-7EA1-4AB0-BF27-EBDA252B1329}"/>
                </a:ext>
              </a:extLst>
            </p:cNvPr>
            <p:cNvSpPr/>
            <p:nvPr/>
          </p:nvSpPr>
          <p:spPr>
            <a:xfrm>
              <a:off x="3601025" y="4851090"/>
              <a:ext cx="318597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55C0B9A-D03E-4EF0-95C6-3CE143C4A970}"/>
                </a:ext>
              </a:extLst>
            </p:cNvPr>
            <p:cNvSpPr/>
            <p:nvPr/>
          </p:nvSpPr>
          <p:spPr>
            <a:xfrm rot="18659026">
              <a:off x="3563220" y="4979369"/>
              <a:ext cx="182630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47EED1F-C27C-498C-87BC-16295549A435}"/>
                </a:ext>
              </a:extLst>
            </p:cNvPr>
            <p:cNvSpPr/>
            <p:nvPr/>
          </p:nvSpPr>
          <p:spPr>
            <a:xfrm rot="14211931">
              <a:off x="3893519" y="4856856"/>
              <a:ext cx="165403" cy="154149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58E406A-EF09-45F1-BC00-6E2DD2D9881D}"/>
                </a:ext>
              </a:extLst>
            </p:cNvPr>
            <p:cNvSpPr/>
            <p:nvPr/>
          </p:nvSpPr>
          <p:spPr>
            <a:xfrm rot="11383933">
              <a:off x="4014466" y="4829516"/>
              <a:ext cx="222248" cy="2324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D05CDFC-7600-4A6A-8954-F3F449B442C5}"/>
                </a:ext>
              </a:extLst>
            </p:cNvPr>
            <p:cNvSpPr/>
            <p:nvPr/>
          </p:nvSpPr>
          <p:spPr>
            <a:xfrm>
              <a:off x="3736974" y="4575175"/>
              <a:ext cx="441325" cy="292100"/>
            </a:xfrm>
            <a:custGeom>
              <a:avLst/>
              <a:gdLst>
                <a:gd name="connsiteX0" fmla="*/ 25400 w 365294"/>
                <a:gd name="connsiteY0" fmla="*/ 206375 h 266700"/>
                <a:gd name="connsiteX1" fmla="*/ 0 w 365294"/>
                <a:gd name="connsiteY1" fmla="*/ 152400 h 266700"/>
                <a:gd name="connsiteX2" fmla="*/ 28575 w 365294"/>
                <a:gd name="connsiteY2" fmla="*/ 85725 h 266700"/>
                <a:gd name="connsiteX3" fmla="*/ 44450 w 365294"/>
                <a:gd name="connsiteY3" fmla="*/ 82550 h 266700"/>
                <a:gd name="connsiteX4" fmla="*/ 76200 w 365294"/>
                <a:gd name="connsiteY4" fmla="*/ 73025 h 266700"/>
                <a:gd name="connsiteX5" fmla="*/ 88900 w 365294"/>
                <a:gd name="connsiteY5" fmla="*/ 66675 h 266700"/>
                <a:gd name="connsiteX6" fmla="*/ 111125 w 365294"/>
                <a:gd name="connsiteY6" fmla="*/ 3175 h 266700"/>
                <a:gd name="connsiteX7" fmla="*/ 130175 w 365294"/>
                <a:gd name="connsiteY7" fmla="*/ 0 h 266700"/>
                <a:gd name="connsiteX8" fmla="*/ 200025 w 365294"/>
                <a:gd name="connsiteY8" fmla="*/ 15875 h 266700"/>
                <a:gd name="connsiteX9" fmla="*/ 209550 w 365294"/>
                <a:gd name="connsiteY9" fmla="*/ 34925 h 266700"/>
                <a:gd name="connsiteX10" fmla="*/ 222250 w 365294"/>
                <a:gd name="connsiteY10" fmla="*/ 47625 h 266700"/>
                <a:gd name="connsiteX11" fmla="*/ 231775 w 365294"/>
                <a:gd name="connsiteY11" fmla="*/ 50800 h 266700"/>
                <a:gd name="connsiteX12" fmla="*/ 269875 w 365294"/>
                <a:gd name="connsiteY12" fmla="*/ 60325 h 266700"/>
                <a:gd name="connsiteX13" fmla="*/ 276225 w 365294"/>
                <a:gd name="connsiteY13" fmla="*/ 69850 h 266700"/>
                <a:gd name="connsiteX14" fmla="*/ 279400 w 365294"/>
                <a:gd name="connsiteY14" fmla="*/ 98425 h 266700"/>
                <a:gd name="connsiteX15" fmla="*/ 314325 w 365294"/>
                <a:gd name="connsiteY15" fmla="*/ 104775 h 266700"/>
                <a:gd name="connsiteX16" fmla="*/ 333375 w 365294"/>
                <a:gd name="connsiteY16" fmla="*/ 98425 h 266700"/>
                <a:gd name="connsiteX17" fmla="*/ 355600 w 365294"/>
                <a:gd name="connsiteY17" fmla="*/ 92075 h 266700"/>
                <a:gd name="connsiteX18" fmla="*/ 365125 w 365294"/>
                <a:gd name="connsiteY18" fmla="*/ 114300 h 266700"/>
                <a:gd name="connsiteX19" fmla="*/ 358775 w 365294"/>
                <a:gd name="connsiteY19" fmla="*/ 190500 h 266700"/>
                <a:gd name="connsiteX20" fmla="*/ 333375 w 365294"/>
                <a:gd name="connsiteY20" fmla="*/ 215900 h 266700"/>
                <a:gd name="connsiteX21" fmla="*/ 317500 w 365294"/>
                <a:gd name="connsiteY21" fmla="*/ 219075 h 266700"/>
                <a:gd name="connsiteX22" fmla="*/ 282575 w 365294"/>
                <a:gd name="connsiteY22" fmla="*/ 231775 h 266700"/>
                <a:gd name="connsiteX23" fmla="*/ 273050 w 365294"/>
                <a:gd name="connsiteY23" fmla="*/ 247650 h 266700"/>
                <a:gd name="connsiteX24" fmla="*/ 263525 w 365294"/>
                <a:gd name="connsiteY24" fmla="*/ 254000 h 266700"/>
                <a:gd name="connsiteX25" fmla="*/ 219075 w 365294"/>
                <a:gd name="connsiteY25" fmla="*/ 263525 h 266700"/>
                <a:gd name="connsiteX26" fmla="*/ 209550 w 365294"/>
                <a:gd name="connsiteY26" fmla="*/ 266700 h 266700"/>
                <a:gd name="connsiteX27" fmla="*/ 187325 w 365294"/>
                <a:gd name="connsiteY27" fmla="*/ 257175 h 266700"/>
                <a:gd name="connsiteX28" fmla="*/ 165100 w 365294"/>
                <a:gd name="connsiteY28" fmla="*/ 247650 h 266700"/>
                <a:gd name="connsiteX29" fmla="*/ 73025 w 365294"/>
                <a:gd name="connsiteY29" fmla="*/ 238125 h 266700"/>
                <a:gd name="connsiteX30" fmla="*/ 25400 w 365294"/>
                <a:gd name="connsiteY30" fmla="*/ 206375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65294" h="266700">
                  <a:moveTo>
                    <a:pt x="25400" y="206375"/>
                  </a:moveTo>
                  <a:cubicBezTo>
                    <a:pt x="13229" y="192088"/>
                    <a:pt x="9741" y="186492"/>
                    <a:pt x="0" y="152400"/>
                  </a:cubicBezTo>
                  <a:cubicBezTo>
                    <a:pt x="8302" y="102591"/>
                    <a:pt x="-6870" y="98614"/>
                    <a:pt x="28575" y="85725"/>
                  </a:cubicBezTo>
                  <a:cubicBezTo>
                    <a:pt x="33647" y="83881"/>
                    <a:pt x="39158" y="83608"/>
                    <a:pt x="44450" y="82550"/>
                  </a:cubicBezTo>
                  <a:cubicBezTo>
                    <a:pt x="74533" y="67508"/>
                    <a:pt x="36669" y="84884"/>
                    <a:pt x="76200" y="73025"/>
                  </a:cubicBezTo>
                  <a:cubicBezTo>
                    <a:pt x="80733" y="71665"/>
                    <a:pt x="84667" y="68792"/>
                    <a:pt x="88900" y="66675"/>
                  </a:cubicBezTo>
                  <a:cubicBezTo>
                    <a:pt x="91949" y="11791"/>
                    <a:pt x="74149" y="12419"/>
                    <a:pt x="111125" y="3175"/>
                  </a:cubicBezTo>
                  <a:cubicBezTo>
                    <a:pt x="117370" y="1614"/>
                    <a:pt x="123825" y="1058"/>
                    <a:pt x="130175" y="0"/>
                  </a:cubicBezTo>
                  <a:cubicBezTo>
                    <a:pt x="153458" y="5292"/>
                    <a:pt x="178170" y="6259"/>
                    <a:pt x="200025" y="15875"/>
                  </a:cubicBezTo>
                  <a:cubicBezTo>
                    <a:pt x="206523" y="18734"/>
                    <a:pt x="205479" y="29109"/>
                    <a:pt x="209550" y="34925"/>
                  </a:cubicBezTo>
                  <a:cubicBezTo>
                    <a:pt x="212983" y="39830"/>
                    <a:pt x="217378" y="44145"/>
                    <a:pt x="222250" y="47625"/>
                  </a:cubicBezTo>
                  <a:cubicBezTo>
                    <a:pt x="224973" y="49570"/>
                    <a:pt x="228541" y="49938"/>
                    <a:pt x="231775" y="50800"/>
                  </a:cubicBezTo>
                  <a:cubicBezTo>
                    <a:pt x="244424" y="54173"/>
                    <a:pt x="269875" y="60325"/>
                    <a:pt x="269875" y="60325"/>
                  </a:cubicBezTo>
                  <a:cubicBezTo>
                    <a:pt x="271992" y="63500"/>
                    <a:pt x="275300" y="66148"/>
                    <a:pt x="276225" y="69850"/>
                  </a:cubicBezTo>
                  <a:cubicBezTo>
                    <a:pt x="278549" y="79147"/>
                    <a:pt x="272335" y="91949"/>
                    <a:pt x="279400" y="98425"/>
                  </a:cubicBezTo>
                  <a:cubicBezTo>
                    <a:pt x="288122" y="106421"/>
                    <a:pt x="302683" y="102658"/>
                    <a:pt x="314325" y="104775"/>
                  </a:cubicBezTo>
                  <a:cubicBezTo>
                    <a:pt x="320675" y="102658"/>
                    <a:pt x="326964" y="100348"/>
                    <a:pt x="333375" y="98425"/>
                  </a:cubicBezTo>
                  <a:cubicBezTo>
                    <a:pt x="373242" y="86465"/>
                    <a:pt x="323589" y="102745"/>
                    <a:pt x="355600" y="92075"/>
                  </a:cubicBezTo>
                  <a:cubicBezTo>
                    <a:pt x="358775" y="99483"/>
                    <a:pt x="364865" y="106244"/>
                    <a:pt x="365125" y="114300"/>
                  </a:cubicBezTo>
                  <a:cubicBezTo>
                    <a:pt x="365947" y="139775"/>
                    <a:pt x="363774" y="165507"/>
                    <a:pt x="358775" y="190500"/>
                  </a:cubicBezTo>
                  <a:cubicBezTo>
                    <a:pt x="356068" y="204034"/>
                    <a:pt x="345075" y="212000"/>
                    <a:pt x="333375" y="215900"/>
                  </a:cubicBezTo>
                  <a:cubicBezTo>
                    <a:pt x="328255" y="217607"/>
                    <a:pt x="322735" y="217766"/>
                    <a:pt x="317500" y="219075"/>
                  </a:cubicBezTo>
                  <a:cubicBezTo>
                    <a:pt x="294549" y="224813"/>
                    <a:pt x="299817" y="223154"/>
                    <a:pt x="282575" y="231775"/>
                  </a:cubicBezTo>
                  <a:cubicBezTo>
                    <a:pt x="279400" y="237067"/>
                    <a:pt x="277066" y="242965"/>
                    <a:pt x="273050" y="247650"/>
                  </a:cubicBezTo>
                  <a:cubicBezTo>
                    <a:pt x="270567" y="250547"/>
                    <a:pt x="266938" y="252293"/>
                    <a:pt x="263525" y="254000"/>
                  </a:cubicBezTo>
                  <a:cubicBezTo>
                    <a:pt x="245122" y="263201"/>
                    <a:pt x="242603" y="260911"/>
                    <a:pt x="219075" y="263525"/>
                  </a:cubicBezTo>
                  <a:cubicBezTo>
                    <a:pt x="215900" y="264583"/>
                    <a:pt x="212897" y="266700"/>
                    <a:pt x="209550" y="266700"/>
                  </a:cubicBezTo>
                  <a:cubicBezTo>
                    <a:pt x="197817" y="266700"/>
                    <a:pt x="196398" y="262360"/>
                    <a:pt x="187325" y="257175"/>
                  </a:cubicBezTo>
                  <a:cubicBezTo>
                    <a:pt x="182342" y="254327"/>
                    <a:pt x="171542" y="248787"/>
                    <a:pt x="165100" y="247650"/>
                  </a:cubicBezTo>
                  <a:cubicBezTo>
                    <a:pt x="123328" y="240279"/>
                    <a:pt x="115994" y="240990"/>
                    <a:pt x="73025" y="238125"/>
                  </a:cubicBezTo>
                  <a:cubicBezTo>
                    <a:pt x="42516" y="224565"/>
                    <a:pt x="37571" y="220662"/>
                    <a:pt x="25400" y="20637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BB47D4B-64F9-42A0-B012-B02D307ACB87}"/>
                </a:ext>
              </a:extLst>
            </p:cNvPr>
            <p:cNvSpPr/>
            <p:nvPr/>
          </p:nvSpPr>
          <p:spPr>
            <a:xfrm>
              <a:off x="3757306" y="4997171"/>
              <a:ext cx="401426" cy="184150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A2412D6-D746-4432-85C2-6915FBBA6DAF}"/>
                </a:ext>
              </a:extLst>
            </p:cNvPr>
            <p:cNvSpPr/>
            <p:nvPr/>
          </p:nvSpPr>
          <p:spPr>
            <a:xfrm rot="10800000">
              <a:off x="3796928" y="5181521"/>
              <a:ext cx="328662" cy="121818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9F99F91-BCC1-4178-9EB6-1A32E63065C2}"/>
                </a:ext>
              </a:extLst>
            </p:cNvPr>
            <p:cNvSpPr/>
            <p:nvPr/>
          </p:nvSpPr>
          <p:spPr>
            <a:xfrm>
              <a:off x="3763785" y="5292686"/>
              <a:ext cx="165326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0D60CCE-AF6D-4304-B03E-E33FF3342AD6}"/>
                </a:ext>
              </a:extLst>
            </p:cNvPr>
            <p:cNvSpPr/>
            <p:nvPr/>
          </p:nvSpPr>
          <p:spPr>
            <a:xfrm>
              <a:off x="3750859" y="5439558"/>
              <a:ext cx="114493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BD93ABD-F3CA-492B-8423-31748FD7DEFB}"/>
                </a:ext>
              </a:extLst>
            </p:cNvPr>
            <p:cNvSpPr/>
            <p:nvPr/>
          </p:nvSpPr>
          <p:spPr>
            <a:xfrm>
              <a:off x="3696435" y="5569176"/>
              <a:ext cx="172596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BBF8DEE-05CA-4F8C-AE41-D9F13BED9FC9}"/>
                </a:ext>
              </a:extLst>
            </p:cNvPr>
            <p:cNvSpPr/>
            <p:nvPr/>
          </p:nvSpPr>
          <p:spPr>
            <a:xfrm flipH="1">
              <a:off x="4008439" y="5299368"/>
              <a:ext cx="164239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C199894-92FA-4D69-B03B-EE99BCD35EC0}"/>
                </a:ext>
              </a:extLst>
            </p:cNvPr>
            <p:cNvSpPr/>
            <p:nvPr/>
          </p:nvSpPr>
          <p:spPr>
            <a:xfrm flipH="1">
              <a:off x="4071779" y="5446240"/>
              <a:ext cx="113740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C63914F-F4D9-41D3-BCCC-AFBAB72F1251}"/>
                </a:ext>
              </a:extLst>
            </p:cNvPr>
            <p:cNvSpPr/>
            <p:nvPr/>
          </p:nvSpPr>
          <p:spPr>
            <a:xfrm flipH="1">
              <a:off x="4068124" y="5575858"/>
              <a:ext cx="171461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5738A70-47D7-4DDF-96B4-ABBFA8BDBEF0}"/>
                </a:ext>
              </a:extLst>
            </p:cNvPr>
            <p:cNvSpPr/>
            <p:nvPr/>
          </p:nvSpPr>
          <p:spPr>
            <a:xfrm rot="14263189">
              <a:off x="4161759" y="4989494"/>
              <a:ext cx="206241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6E41EC1-0907-41CC-854C-599FA54C5A41}"/>
                </a:ext>
              </a:extLst>
            </p:cNvPr>
            <p:cNvSpPr/>
            <p:nvPr/>
          </p:nvSpPr>
          <p:spPr>
            <a:xfrm>
              <a:off x="3478591" y="5120130"/>
              <a:ext cx="209669" cy="263525"/>
            </a:xfrm>
            <a:custGeom>
              <a:avLst/>
              <a:gdLst>
                <a:gd name="connsiteX0" fmla="*/ 168275 w 209669"/>
                <a:gd name="connsiteY0" fmla="*/ 60325 h 263525"/>
                <a:gd name="connsiteX1" fmla="*/ 133350 w 209669"/>
                <a:gd name="connsiteY1" fmla="*/ 44450 h 263525"/>
                <a:gd name="connsiteX2" fmla="*/ 101600 w 209669"/>
                <a:gd name="connsiteY2" fmla="*/ 25400 h 263525"/>
                <a:gd name="connsiteX3" fmla="*/ 85725 w 209669"/>
                <a:gd name="connsiteY3" fmla="*/ 12700 h 263525"/>
                <a:gd name="connsiteX4" fmla="*/ 66675 w 209669"/>
                <a:gd name="connsiteY4" fmla="*/ 0 h 263525"/>
                <a:gd name="connsiteX5" fmla="*/ 38100 w 209669"/>
                <a:gd name="connsiteY5" fmla="*/ 53975 h 263525"/>
                <a:gd name="connsiteX6" fmla="*/ 25400 w 209669"/>
                <a:gd name="connsiteY6" fmla="*/ 79375 h 263525"/>
                <a:gd name="connsiteX7" fmla="*/ 19050 w 209669"/>
                <a:gd name="connsiteY7" fmla="*/ 92075 h 263525"/>
                <a:gd name="connsiteX8" fmla="*/ 0 w 209669"/>
                <a:gd name="connsiteY8" fmla="*/ 114300 h 263525"/>
                <a:gd name="connsiteX9" fmla="*/ 6350 w 209669"/>
                <a:gd name="connsiteY9" fmla="*/ 161925 h 263525"/>
                <a:gd name="connsiteX10" fmla="*/ 25400 w 209669"/>
                <a:gd name="connsiteY10" fmla="*/ 177800 h 263525"/>
                <a:gd name="connsiteX11" fmla="*/ 50800 w 209669"/>
                <a:gd name="connsiteY11" fmla="*/ 187325 h 263525"/>
                <a:gd name="connsiteX12" fmla="*/ 88900 w 209669"/>
                <a:gd name="connsiteY12" fmla="*/ 196850 h 263525"/>
                <a:gd name="connsiteX13" fmla="*/ 123825 w 209669"/>
                <a:gd name="connsiteY13" fmla="*/ 225425 h 263525"/>
                <a:gd name="connsiteX14" fmla="*/ 139700 w 209669"/>
                <a:gd name="connsiteY14" fmla="*/ 241300 h 263525"/>
                <a:gd name="connsiteX15" fmla="*/ 158750 w 209669"/>
                <a:gd name="connsiteY15" fmla="*/ 263525 h 263525"/>
                <a:gd name="connsiteX16" fmla="*/ 168275 w 209669"/>
                <a:gd name="connsiteY16" fmla="*/ 260350 h 263525"/>
                <a:gd name="connsiteX17" fmla="*/ 190500 w 209669"/>
                <a:gd name="connsiteY17" fmla="*/ 247650 h 263525"/>
                <a:gd name="connsiteX18" fmla="*/ 203200 w 209669"/>
                <a:gd name="connsiteY18" fmla="*/ 215900 h 263525"/>
                <a:gd name="connsiteX19" fmla="*/ 209550 w 209669"/>
                <a:gd name="connsiteY19" fmla="*/ 165100 h 263525"/>
                <a:gd name="connsiteX20" fmla="*/ 203200 w 209669"/>
                <a:gd name="connsiteY20" fmla="*/ 133350 h 263525"/>
                <a:gd name="connsiteX21" fmla="*/ 187325 w 209669"/>
                <a:gd name="connsiteY21" fmla="*/ 104775 h 263525"/>
                <a:gd name="connsiteX22" fmla="*/ 168275 w 209669"/>
                <a:gd name="connsiteY22" fmla="*/ 60325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9669" h="263525">
                  <a:moveTo>
                    <a:pt x="168275" y="60325"/>
                  </a:moveTo>
                  <a:cubicBezTo>
                    <a:pt x="159279" y="50271"/>
                    <a:pt x="148210" y="52809"/>
                    <a:pt x="133350" y="44450"/>
                  </a:cubicBezTo>
                  <a:cubicBezTo>
                    <a:pt x="122593" y="38399"/>
                    <a:pt x="111238" y="33110"/>
                    <a:pt x="101600" y="25400"/>
                  </a:cubicBezTo>
                  <a:cubicBezTo>
                    <a:pt x="96308" y="21167"/>
                    <a:pt x="91206" y="16686"/>
                    <a:pt x="85725" y="12700"/>
                  </a:cubicBezTo>
                  <a:cubicBezTo>
                    <a:pt x="79553" y="8211"/>
                    <a:pt x="66675" y="0"/>
                    <a:pt x="66675" y="0"/>
                  </a:cubicBezTo>
                  <a:cubicBezTo>
                    <a:pt x="48194" y="44355"/>
                    <a:pt x="59395" y="27357"/>
                    <a:pt x="38100" y="53975"/>
                  </a:cubicBezTo>
                  <a:cubicBezTo>
                    <a:pt x="32296" y="71388"/>
                    <a:pt x="37897" y="56881"/>
                    <a:pt x="25400" y="79375"/>
                  </a:cubicBezTo>
                  <a:cubicBezTo>
                    <a:pt x="23101" y="83512"/>
                    <a:pt x="21558" y="88061"/>
                    <a:pt x="19050" y="92075"/>
                  </a:cubicBezTo>
                  <a:cubicBezTo>
                    <a:pt x="12262" y="102936"/>
                    <a:pt x="8659" y="105641"/>
                    <a:pt x="0" y="114300"/>
                  </a:cubicBezTo>
                  <a:cubicBezTo>
                    <a:pt x="2117" y="130175"/>
                    <a:pt x="402" y="147055"/>
                    <a:pt x="6350" y="161925"/>
                  </a:cubicBezTo>
                  <a:cubicBezTo>
                    <a:pt x="9420" y="169600"/>
                    <a:pt x="18875" y="172725"/>
                    <a:pt x="25400" y="177800"/>
                  </a:cubicBezTo>
                  <a:cubicBezTo>
                    <a:pt x="39059" y="188424"/>
                    <a:pt x="31687" y="181591"/>
                    <a:pt x="50800" y="187325"/>
                  </a:cubicBezTo>
                  <a:cubicBezTo>
                    <a:pt x="88147" y="198529"/>
                    <a:pt x="41962" y="190145"/>
                    <a:pt x="88900" y="196850"/>
                  </a:cubicBezTo>
                  <a:cubicBezTo>
                    <a:pt x="109784" y="203811"/>
                    <a:pt x="96058" y="197658"/>
                    <a:pt x="123825" y="225425"/>
                  </a:cubicBezTo>
                  <a:cubicBezTo>
                    <a:pt x="129117" y="230717"/>
                    <a:pt x="135850" y="234883"/>
                    <a:pt x="139700" y="241300"/>
                  </a:cubicBezTo>
                  <a:cubicBezTo>
                    <a:pt x="151188" y="260447"/>
                    <a:pt x="144090" y="253752"/>
                    <a:pt x="158750" y="263525"/>
                  </a:cubicBezTo>
                  <a:cubicBezTo>
                    <a:pt x="161925" y="262467"/>
                    <a:pt x="165369" y="262010"/>
                    <a:pt x="168275" y="260350"/>
                  </a:cubicBezTo>
                  <a:cubicBezTo>
                    <a:pt x="195185" y="244973"/>
                    <a:pt x="168661" y="254930"/>
                    <a:pt x="190500" y="247650"/>
                  </a:cubicBezTo>
                  <a:cubicBezTo>
                    <a:pt x="198347" y="224110"/>
                    <a:pt x="193857" y="234587"/>
                    <a:pt x="203200" y="215900"/>
                  </a:cubicBezTo>
                  <a:cubicBezTo>
                    <a:pt x="206586" y="198970"/>
                    <a:pt x="210395" y="182854"/>
                    <a:pt x="209550" y="165100"/>
                  </a:cubicBezTo>
                  <a:cubicBezTo>
                    <a:pt x="209037" y="154319"/>
                    <a:pt x="205981" y="143779"/>
                    <a:pt x="203200" y="133350"/>
                  </a:cubicBezTo>
                  <a:cubicBezTo>
                    <a:pt x="198472" y="115619"/>
                    <a:pt x="196939" y="119196"/>
                    <a:pt x="187325" y="104775"/>
                  </a:cubicBezTo>
                  <a:cubicBezTo>
                    <a:pt x="183902" y="99640"/>
                    <a:pt x="177271" y="70379"/>
                    <a:pt x="168275" y="6032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89BD004-8DFD-43D3-ABB0-CD53BE91EC2E}"/>
                </a:ext>
              </a:extLst>
            </p:cNvPr>
            <p:cNvSpPr/>
            <p:nvPr/>
          </p:nvSpPr>
          <p:spPr>
            <a:xfrm rot="20576531">
              <a:off x="4260092" y="5105540"/>
              <a:ext cx="222760" cy="209550"/>
            </a:xfrm>
            <a:custGeom>
              <a:avLst/>
              <a:gdLst>
                <a:gd name="connsiteX0" fmla="*/ 12700 w 222760"/>
                <a:gd name="connsiteY0" fmla="*/ 50800 h 209550"/>
                <a:gd name="connsiteX1" fmla="*/ 82550 w 222760"/>
                <a:gd name="connsiteY1" fmla="*/ 57150 h 209550"/>
                <a:gd name="connsiteX2" fmla="*/ 114300 w 222760"/>
                <a:gd name="connsiteY2" fmla="*/ 50800 h 209550"/>
                <a:gd name="connsiteX3" fmla="*/ 123825 w 222760"/>
                <a:gd name="connsiteY3" fmla="*/ 34925 h 209550"/>
                <a:gd name="connsiteX4" fmla="*/ 133350 w 222760"/>
                <a:gd name="connsiteY4" fmla="*/ 28575 h 209550"/>
                <a:gd name="connsiteX5" fmla="*/ 149225 w 222760"/>
                <a:gd name="connsiteY5" fmla="*/ 3175 h 209550"/>
                <a:gd name="connsiteX6" fmla="*/ 158750 w 222760"/>
                <a:gd name="connsiteY6" fmla="*/ 0 h 209550"/>
                <a:gd name="connsiteX7" fmla="*/ 165100 w 222760"/>
                <a:gd name="connsiteY7" fmla="*/ 25400 h 209550"/>
                <a:gd name="connsiteX8" fmla="*/ 168275 w 222760"/>
                <a:gd name="connsiteY8" fmla="*/ 60325 h 209550"/>
                <a:gd name="connsiteX9" fmla="*/ 171450 w 222760"/>
                <a:gd name="connsiteY9" fmla="*/ 69850 h 209550"/>
                <a:gd name="connsiteX10" fmla="*/ 190500 w 222760"/>
                <a:gd name="connsiteY10" fmla="*/ 95250 h 209550"/>
                <a:gd name="connsiteX11" fmla="*/ 203200 w 222760"/>
                <a:gd name="connsiteY11" fmla="*/ 123825 h 209550"/>
                <a:gd name="connsiteX12" fmla="*/ 212725 w 222760"/>
                <a:gd name="connsiteY12" fmla="*/ 130175 h 209550"/>
                <a:gd name="connsiteX13" fmla="*/ 222250 w 222760"/>
                <a:gd name="connsiteY13" fmla="*/ 155575 h 209550"/>
                <a:gd name="connsiteX14" fmla="*/ 193675 w 222760"/>
                <a:gd name="connsiteY14" fmla="*/ 187325 h 209550"/>
                <a:gd name="connsiteX15" fmla="*/ 184150 w 222760"/>
                <a:gd name="connsiteY15" fmla="*/ 193675 h 209550"/>
                <a:gd name="connsiteX16" fmla="*/ 174625 w 222760"/>
                <a:gd name="connsiteY16" fmla="*/ 196850 h 209550"/>
                <a:gd name="connsiteX17" fmla="*/ 149225 w 222760"/>
                <a:gd name="connsiteY17" fmla="*/ 203200 h 209550"/>
                <a:gd name="connsiteX18" fmla="*/ 107950 w 222760"/>
                <a:gd name="connsiteY18" fmla="*/ 206375 h 209550"/>
                <a:gd name="connsiteX19" fmla="*/ 82550 w 222760"/>
                <a:gd name="connsiteY19" fmla="*/ 209550 h 209550"/>
                <a:gd name="connsiteX20" fmla="*/ 6350 w 222760"/>
                <a:gd name="connsiteY20" fmla="*/ 200025 h 209550"/>
                <a:gd name="connsiteX21" fmla="*/ 0 w 222760"/>
                <a:gd name="connsiteY21" fmla="*/ 190500 h 209550"/>
                <a:gd name="connsiteX22" fmla="*/ 15875 w 222760"/>
                <a:gd name="connsiteY22" fmla="*/ 158750 h 209550"/>
                <a:gd name="connsiteX23" fmla="*/ 25400 w 222760"/>
                <a:gd name="connsiteY23" fmla="*/ 155575 h 209550"/>
                <a:gd name="connsiteX24" fmla="*/ 41275 w 222760"/>
                <a:gd name="connsiteY24" fmla="*/ 130175 h 209550"/>
                <a:gd name="connsiteX25" fmla="*/ 34925 w 222760"/>
                <a:gd name="connsiteY25" fmla="*/ 107950 h 209550"/>
                <a:gd name="connsiteX26" fmla="*/ 25400 w 222760"/>
                <a:gd name="connsiteY26" fmla="*/ 98425 h 209550"/>
                <a:gd name="connsiteX27" fmla="*/ 12700 w 222760"/>
                <a:gd name="connsiteY27" fmla="*/ 5080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2760" h="209550">
                  <a:moveTo>
                    <a:pt x="12700" y="50800"/>
                  </a:moveTo>
                  <a:cubicBezTo>
                    <a:pt x="22225" y="43921"/>
                    <a:pt x="47195" y="58459"/>
                    <a:pt x="82550" y="57150"/>
                  </a:cubicBezTo>
                  <a:cubicBezTo>
                    <a:pt x="93336" y="56751"/>
                    <a:pt x="103717" y="52917"/>
                    <a:pt x="114300" y="50800"/>
                  </a:cubicBezTo>
                  <a:cubicBezTo>
                    <a:pt x="117475" y="45508"/>
                    <a:pt x="119809" y="39610"/>
                    <a:pt x="123825" y="34925"/>
                  </a:cubicBezTo>
                  <a:cubicBezTo>
                    <a:pt x="126308" y="32028"/>
                    <a:pt x="130907" y="31506"/>
                    <a:pt x="133350" y="28575"/>
                  </a:cubicBezTo>
                  <a:cubicBezTo>
                    <a:pt x="146003" y="13391"/>
                    <a:pt x="132459" y="17147"/>
                    <a:pt x="149225" y="3175"/>
                  </a:cubicBezTo>
                  <a:cubicBezTo>
                    <a:pt x="151796" y="1032"/>
                    <a:pt x="155575" y="1058"/>
                    <a:pt x="158750" y="0"/>
                  </a:cubicBezTo>
                  <a:cubicBezTo>
                    <a:pt x="160867" y="8467"/>
                    <a:pt x="164310" y="16709"/>
                    <a:pt x="165100" y="25400"/>
                  </a:cubicBezTo>
                  <a:cubicBezTo>
                    <a:pt x="166158" y="37042"/>
                    <a:pt x="166622" y="48753"/>
                    <a:pt x="168275" y="60325"/>
                  </a:cubicBezTo>
                  <a:cubicBezTo>
                    <a:pt x="168748" y="63638"/>
                    <a:pt x="169676" y="67012"/>
                    <a:pt x="171450" y="69850"/>
                  </a:cubicBezTo>
                  <a:cubicBezTo>
                    <a:pt x="173941" y="73836"/>
                    <a:pt x="187482" y="88459"/>
                    <a:pt x="190500" y="95250"/>
                  </a:cubicBezTo>
                  <a:cubicBezTo>
                    <a:pt x="195530" y="106568"/>
                    <a:pt x="194577" y="115202"/>
                    <a:pt x="203200" y="123825"/>
                  </a:cubicBezTo>
                  <a:cubicBezTo>
                    <a:pt x="205898" y="126523"/>
                    <a:pt x="209550" y="128058"/>
                    <a:pt x="212725" y="130175"/>
                  </a:cubicBezTo>
                  <a:cubicBezTo>
                    <a:pt x="217529" y="137381"/>
                    <a:pt x="224747" y="145588"/>
                    <a:pt x="222250" y="155575"/>
                  </a:cubicBezTo>
                  <a:cubicBezTo>
                    <a:pt x="216759" y="177541"/>
                    <a:pt x="209439" y="177473"/>
                    <a:pt x="193675" y="187325"/>
                  </a:cubicBezTo>
                  <a:cubicBezTo>
                    <a:pt x="190439" y="189347"/>
                    <a:pt x="187563" y="191968"/>
                    <a:pt x="184150" y="193675"/>
                  </a:cubicBezTo>
                  <a:cubicBezTo>
                    <a:pt x="181157" y="195172"/>
                    <a:pt x="177854" y="195969"/>
                    <a:pt x="174625" y="196850"/>
                  </a:cubicBezTo>
                  <a:cubicBezTo>
                    <a:pt x="166205" y="199146"/>
                    <a:pt x="157927" y="202531"/>
                    <a:pt x="149225" y="203200"/>
                  </a:cubicBezTo>
                  <a:lnTo>
                    <a:pt x="107950" y="206375"/>
                  </a:lnTo>
                  <a:cubicBezTo>
                    <a:pt x="99456" y="207184"/>
                    <a:pt x="91017" y="208492"/>
                    <a:pt x="82550" y="209550"/>
                  </a:cubicBezTo>
                  <a:cubicBezTo>
                    <a:pt x="57150" y="206375"/>
                    <a:pt x="31292" y="205781"/>
                    <a:pt x="6350" y="200025"/>
                  </a:cubicBezTo>
                  <a:cubicBezTo>
                    <a:pt x="2632" y="199167"/>
                    <a:pt x="0" y="194316"/>
                    <a:pt x="0" y="190500"/>
                  </a:cubicBezTo>
                  <a:cubicBezTo>
                    <a:pt x="0" y="177578"/>
                    <a:pt x="5321" y="165786"/>
                    <a:pt x="15875" y="158750"/>
                  </a:cubicBezTo>
                  <a:cubicBezTo>
                    <a:pt x="18660" y="156894"/>
                    <a:pt x="22225" y="156633"/>
                    <a:pt x="25400" y="155575"/>
                  </a:cubicBezTo>
                  <a:cubicBezTo>
                    <a:pt x="28182" y="151402"/>
                    <a:pt x="41093" y="132363"/>
                    <a:pt x="41275" y="130175"/>
                  </a:cubicBezTo>
                  <a:cubicBezTo>
                    <a:pt x="41915" y="122497"/>
                    <a:pt x="38371" y="114841"/>
                    <a:pt x="34925" y="107950"/>
                  </a:cubicBezTo>
                  <a:cubicBezTo>
                    <a:pt x="32917" y="103934"/>
                    <a:pt x="28849" y="101300"/>
                    <a:pt x="25400" y="98425"/>
                  </a:cubicBezTo>
                  <a:cubicBezTo>
                    <a:pt x="14994" y="89754"/>
                    <a:pt x="3175" y="57679"/>
                    <a:pt x="12700" y="508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9005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2" descr="Ent tree silhouette ancient legend fantasy Vector Image">
            <a:extLst>
              <a:ext uri="{FF2B5EF4-FFF2-40B4-BE49-F238E27FC236}">
                <a16:creationId xmlns:a16="http://schemas.microsoft.com/office/drawing/2014/main" id="{957DBCEE-E94F-4045-BEEA-9F981B734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r="8889" b="7436"/>
          <a:stretch/>
        </p:blipFill>
        <p:spPr bwMode="auto">
          <a:xfrm>
            <a:off x="6298342" y="3178957"/>
            <a:ext cx="398345" cy="6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68B64-A440-4586-873A-2C018D9A54B1}"/>
              </a:ext>
            </a:extLst>
          </p:cNvPr>
          <p:cNvSpPr txBox="1"/>
          <p:nvPr/>
        </p:nvSpPr>
        <p:spPr>
          <a:xfrm>
            <a:off x="188462" y="114301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Dimwoods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8FAFF2-BEB2-49EE-B44B-2C67369C6E96}"/>
              </a:ext>
            </a:extLst>
          </p:cNvPr>
          <p:cNvGrpSpPr/>
          <p:nvPr/>
        </p:nvGrpSpPr>
        <p:grpSpPr>
          <a:xfrm>
            <a:off x="516782" y="905612"/>
            <a:ext cx="1530220" cy="1504560"/>
            <a:chOff x="516782" y="905612"/>
            <a:chExt cx="1530220" cy="15045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336C9A-2AAF-448E-86B9-EA0E8B7B9A2E}"/>
                </a:ext>
              </a:extLst>
            </p:cNvPr>
            <p:cNvSpPr/>
            <p:nvPr/>
          </p:nvSpPr>
          <p:spPr>
            <a:xfrm>
              <a:off x="516782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Wave 5">
              <a:extLst>
                <a:ext uri="{FF2B5EF4-FFF2-40B4-BE49-F238E27FC236}">
                  <a16:creationId xmlns:a16="http://schemas.microsoft.com/office/drawing/2014/main" id="{D4223398-8530-45DB-B1EA-0F3E7D034CC6}"/>
                </a:ext>
              </a:extLst>
            </p:cNvPr>
            <p:cNvSpPr/>
            <p:nvPr/>
          </p:nvSpPr>
          <p:spPr>
            <a:xfrm>
              <a:off x="735112" y="1152073"/>
              <a:ext cx="1106027" cy="1214139"/>
            </a:xfrm>
            <a:prstGeom prst="wav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026032D-025B-4AFF-AFC6-12B175DB16BC}"/>
              </a:ext>
            </a:extLst>
          </p:cNvPr>
          <p:cNvGrpSpPr/>
          <p:nvPr/>
        </p:nvGrpSpPr>
        <p:grpSpPr>
          <a:xfrm>
            <a:off x="7510982" y="905612"/>
            <a:ext cx="1530220" cy="1504560"/>
            <a:chOff x="7510982" y="905612"/>
            <a:chExt cx="1530220" cy="150456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93A3407-9AB8-46F8-A1DD-3D52F4AF752D}"/>
                </a:ext>
              </a:extLst>
            </p:cNvPr>
            <p:cNvGrpSpPr/>
            <p:nvPr/>
          </p:nvGrpSpPr>
          <p:grpSpPr>
            <a:xfrm>
              <a:off x="7785498" y="1295721"/>
              <a:ext cx="1032257" cy="1031680"/>
              <a:chOff x="7785498" y="1295721"/>
              <a:chExt cx="1032257" cy="1031680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627CB458-9343-4653-AA17-183B47D793FC}"/>
                  </a:ext>
                </a:extLst>
              </p:cNvPr>
              <p:cNvGrpSpPr/>
              <p:nvPr/>
            </p:nvGrpSpPr>
            <p:grpSpPr>
              <a:xfrm>
                <a:off x="7785498" y="1295721"/>
                <a:ext cx="224894" cy="458529"/>
                <a:chOff x="1671579" y="3879426"/>
                <a:chExt cx="609600" cy="896782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48A568DB-8D87-4C4E-A330-9B47BD5A5D30}"/>
                    </a:ext>
                  </a:extLst>
                </p:cNvPr>
                <p:cNvSpPr/>
                <p:nvPr/>
              </p:nvSpPr>
              <p:spPr>
                <a:xfrm rot="2311362">
                  <a:off x="1817486" y="3879426"/>
                  <a:ext cx="132212" cy="31143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3BEB9838-ABB0-4514-B995-B5F9DED8ED2D}"/>
                    </a:ext>
                  </a:extLst>
                </p:cNvPr>
                <p:cNvSpPr/>
                <p:nvPr/>
              </p:nvSpPr>
              <p:spPr>
                <a:xfrm rot="19763709">
                  <a:off x="1792679" y="4464272"/>
                  <a:ext cx="126736" cy="31193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Arrow: Right 69">
                  <a:extLst>
                    <a:ext uri="{FF2B5EF4-FFF2-40B4-BE49-F238E27FC236}">
                      <a16:creationId xmlns:a16="http://schemas.microsoft.com/office/drawing/2014/main" id="{EE069AC4-4DD3-4C5B-AF84-52A91E3D5655}"/>
                    </a:ext>
                  </a:extLst>
                </p:cNvPr>
                <p:cNvSpPr/>
                <p:nvPr/>
              </p:nvSpPr>
              <p:spPr>
                <a:xfrm rot="10800000">
                  <a:off x="1671579" y="4268791"/>
                  <a:ext cx="609600" cy="114300"/>
                </a:xfrm>
                <a:prstGeom prst="rightArrow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503DDC9-0A72-45C6-BB39-0BDCC2D0880B}"/>
                  </a:ext>
                </a:extLst>
              </p:cNvPr>
              <p:cNvGrpSpPr/>
              <p:nvPr/>
            </p:nvGrpSpPr>
            <p:grpSpPr>
              <a:xfrm>
                <a:off x="8027533" y="1417306"/>
                <a:ext cx="790222" cy="910095"/>
                <a:chOff x="4336171" y="5052482"/>
                <a:chExt cx="790222" cy="910095"/>
              </a:xfrm>
            </p:grpSpPr>
            <p:pic>
              <p:nvPicPr>
                <p:cNvPr id="55" name="Picture 6" descr="Bow Arrow Png 50929 | UPSTORE - ClipArt Best - ClipArt Best">
                  <a:extLst>
                    <a:ext uri="{FF2B5EF4-FFF2-40B4-BE49-F238E27FC236}">
                      <a16:creationId xmlns:a16="http://schemas.microsoft.com/office/drawing/2014/main" id="{CB3C43D7-6DEF-41E9-9CF3-01DF164E92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37" t="6997" r="18766" b="10600"/>
                <a:stretch/>
              </p:blipFill>
              <p:spPr bwMode="auto">
                <a:xfrm>
                  <a:off x="4704274" y="5235122"/>
                  <a:ext cx="422119" cy="7274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D9F364BE-64F0-488C-A3DB-B391646B96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36171" y="5052482"/>
                  <a:ext cx="368103" cy="6171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7E50526-039C-4E3F-B938-804D47D169BD}"/>
                </a:ext>
              </a:extLst>
            </p:cNvPr>
            <p:cNvGrpSpPr/>
            <p:nvPr/>
          </p:nvGrpSpPr>
          <p:grpSpPr>
            <a:xfrm>
              <a:off x="7510982" y="905612"/>
              <a:ext cx="1530220" cy="1504560"/>
              <a:chOff x="516782" y="905612"/>
              <a:chExt cx="1530220" cy="150456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99B2617-3C1D-4396-91B2-976B412E0B1C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Wave 18">
                <a:extLst>
                  <a:ext uri="{FF2B5EF4-FFF2-40B4-BE49-F238E27FC236}">
                    <a16:creationId xmlns:a16="http://schemas.microsoft.com/office/drawing/2014/main" id="{DBE0BAB5-3B92-4A6F-B968-22F035954E9E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CAD9B0A-11F3-4F8F-9F5E-53E165597B6D}"/>
              </a:ext>
            </a:extLst>
          </p:cNvPr>
          <p:cNvGrpSpPr/>
          <p:nvPr/>
        </p:nvGrpSpPr>
        <p:grpSpPr>
          <a:xfrm>
            <a:off x="9259532" y="905612"/>
            <a:ext cx="1530220" cy="1504560"/>
            <a:chOff x="9259532" y="905612"/>
            <a:chExt cx="1530220" cy="150456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EBF910C-A5F4-42C6-A1B3-3ECD318DE684}"/>
                </a:ext>
              </a:extLst>
            </p:cNvPr>
            <p:cNvGrpSpPr/>
            <p:nvPr/>
          </p:nvGrpSpPr>
          <p:grpSpPr>
            <a:xfrm>
              <a:off x="9526786" y="1303522"/>
              <a:ext cx="1057780" cy="1019709"/>
              <a:chOff x="9526786" y="1303522"/>
              <a:chExt cx="1057780" cy="1019709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FC14780-D566-4105-94DC-B61A02662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26786" y="1303522"/>
                <a:ext cx="218634" cy="346258"/>
              </a:xfrm>
              <a:prstGeom prst="rect">
                <a:avLst/>
              </a:prstGeom>
            </p:spPr>
          </p:pic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4482C53A-0405-42B9-9E3A-D4C91CA5410F}"/>
                  </a:ext>
                </a:extLst>
              </p:cNvPr>
              <p:cNvGrpSpPr/>
              <p:nvPr/>
            </p:nvGrpSpPr>
            <p:grpSpPr>
              <a:xfrm>
                <a:off x="9794344" y="1413136"/>
                <a:ext cx="790222" cy="910095"/>
                <a:chOff x="4336171" y="5052482"/>
                <a:chExt cx="790222" cy="910095"/>
              </a:xfrm>
            </p:grpSpPr>
            <p:pic>
              <p:nvPicPr>
                <p:cNvPr id="65" name="Picture 6" descr="Bow Arrow Png 50929 | UPSTORE - ClipArt Best - ClipArt Best">
                  <a:extLst>
                    <a:ext uri="{FF2B5EF4-FFF2-40B4-BE49-F238E27FC236}">
                      <a16:creationId xmlns:a16="http://schemas.microsoft.com/office/drawing/2014/main" id="{DB809AC8-5F2A-4550-9BC9-AF456C9D45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37" t="6997" r="18766" b="10600"/>
                <a:stretch/>
              </p:blipFill>
              <p:spPr bwMode="auto">
                <a:xfrm>
                  <a:off x="4704274" y="5235122"/>
                  <a:ext cx="422119" cy="7274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EDEE3D23-0651-4FC6-9AF2-766946FC28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36171" y="5052482"/>
                  <a:ext cx="368103" cy="6171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E987376-0FF5-4B65-925E-1988B86BA66F}"/>
                </a:ext>
              </a:extLst>
            </p:cNvPr>
            <p:cNvGrpSpPr/>
            <p:nvPr/>
          </p:nvGrpSpPr>
          <p:grpSpPr>
            <a:xfrm>
              <a:off x="9259532" y="905612"/>
              <a:ext cx="1530220" cy="1504560"/>
              <a:chOff x="516782" y="905612"/>
              <a:chExt cx="1530220" cy="15045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931B5E4-CB38-4171-8210-3A4D014C64C9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Wave 21">
                <a:extLst>
                  <a:ext uri="{FF2B5EF4-FFF2-40B4-BE49-F238E27FC236}">
                    <a16:creationId xmlns:a16="http://schemas.microsoft.com/office/drawing/2014/main" id="{DF6E50B0-7350-4DC9-A4DC-A3F62CA33C0E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8298384-E5C3-451F-BD03-DA651C0A5E6E}"/>
              </a:ext>
            </a:extLst>
          </p:cNvPr>
          <p:cNvGrpSpPr/>
          <p:nvPr/>
        </p:nvGrpSpPr>
        <p:grpSpPr>
          <a:xfrm>
            <a:off x="516782" y="2676720"/>
            <a:ext cx="1530220" cy="1504560"/>
            <a:chOff x="516782" y="2676720"/>
            <a:chExt cx="1530220" cy="1504560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B9CC2A7-5D31-447C-AE74-A97628B0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09512">
              <a:off x="861746" y="3173824"/>
              <a:ext cx="840292" cy="844536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E6EA34E-52DA-4FA7-8F7F-544AE39543BA}"/>
                </a:ext>
              </a:extLst>
            </p:cNvPr>
            <p:cNvGrpSpPr/>
            <p:nvPr/>
          </p:nvGrpSpPr>
          <p:grpSpPr>
            <a:xfrm>
              <a:off x="516782" y="2676720"/>
              <a:ext cx="1530220" cy="1504560"/>
              <a:chOff x="516782" y="905612"/>
              <a:chExt cx="1530220" cy="15045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120A4C9-C26E-471E-8848-FAC84822D77D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Wave 24">
                <a:extLst>
                  <a:ext uri="{FF2B5EF4-FFF2-40B4-BE49-F238E27FC236}">
                    <a16:creationId xmlns:a16="http://schemas.microsoft.com/office/drawing/2014/main" id="{1752D5F5-16E6-4357-88D2-D8747F65991B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ED80F5-9281-4F7B-8F4E-7E22D5A249F2}"/>
              </a:ext>
            </a:extLst>
          </p:cNvPr>
          <p:cNvGrpSpPr/>
          <p:nvPr/>
        </p:nvGrpSpPr>
        <p:grpSpPr>
          <a:xfrm>
            <a:off x="5762432" y="2676720"/>
            <a:ext cx="1530220" cy="1504560"/>
            <a:chOff x="516782" y="905612"/>
            <a:chExt cx="1530220" cy="15045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6D9145D-A2D8-4845-BA25-B5BD5186CDB7}"/>
                </a:ext>
              </a:extLst>
            </p:cNvPr>
            <p:cNvSpPr/>
            <p:nvPr/>
          </p:nvSpPr>
          <p:spPr>
            <a:xfrm>
              <a:off x="516782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Wave 33">
              <a:extLst>
                <a:ext uri="{FF2B5EF4-FFF2-40B4-BE49-F238E27FC236}">
                  <a16:creationId xmlns:a16="http://schemas.microsoft.com/office/drawing/2014/main" id="{64A8C90C-F75E-4934-899D-8E87624B0F1B}"/>
                </a:ext>
              </a:extLst>
            </p:cNvPr>
            <p:cNvSpPr/>
            <p:nvPr/>
          </p:nvSpPr>
          <p:spPr>
            <a:xfrm>
              <a:off x="735112" y="1152073"/>
              <a:ext cx="1106027" cy="1214139"/>
            </a:xfrm>
            <a:prstGeom prst="wav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9E4283-8D6D-43D7-9EE3-640D80EE2A80}"/>
              </a:ext>
            </a:extLst>
          </p:cNvPr>
          <p:cNvGrpSpPr/>
          <p:nvPr/>
        </p:nvGrpSpPr>
        <p:grpSpPr>
          <a:xfrm>
            <a:off x="7510982" y="2676720"/>
            <a:ext cx="1530220" cy="1504560"/>
            <a:chOff x="516782" y="905612"/>
            <a:chExt cx="1530220" cy="15045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8396D9D-303E-4A18-BB3C-4250BC1F64CD}"/>
                </a:ext>
              </a:extLst>
            </p:cNvPr>
            <p:cNvSpPr/>
            <p:nvPr/>
          </p:nvSpPr>
          <p:spPr>
            <a:xfrm>
              <a:off x="516782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Wave 36">
              <a:extLst>
                <a:ext uri="{FF2B5EF4-FFF2-40B4-BE49-F238E27FC236}">
                  <a16:creationId xmlns:a16="http://schemas.microsoft.com/office/drawing/2014/main" id="{671D1512-AA6A-4D95-A4E0-92174DE21076}"/>
                </a:ext>
              </a:extLst>
            </p:cNvPr>
            <p:cNvSpPr/>
            <p:nvPr/>
          </p:nvSpPr>
          <p:spPr>
            <a:xfrm>
              <a:off x="735112" y="1152073"/>
              <a:ext cx="1106027" cy="1214139"/>
            </a:xfrm>
            <a:prstGeom prst="wav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088058-4A7D-4197-8E60-BACB8FCB9BF9}"/>
              </a:ext>
            </a:extLst>
          </p:cNvPr>
          <p:cNvGrpSpPr/>
          <p:nvPr/>
        </p:nvGrpSpPr>
        <p:grpSpPr>
          <a:xfrm>
            <a:off x="2265332" y="905612"/>
            <a:ext cx="1530220" cy="1504560"/>
            <a:chOff x="2265332" y="905612"/>
            <a:chExt cx="1530220" cy="15045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9C8909-6C6B-495A-8C46-F633F8D429EB}"/>
                </a:ext>
              </a:extLst>
            </p:cNvPr>
            <p:cNvGrpSpPr/>
            <p:nvPr/>
          </p:nvGrpSpPr>
          <p:grpSpPr>
            <a:xfrm>
              <a:off x="2265332" y="905612"/>
              <a:ext cx="1530220" cy="1504560"/>
              <a:chOff x="516782" y="905612"/>
              <a:chExt cx="1530220" cy="150456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24FA7E-83EC-4EE3-B208-5EA29EE7D572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Wave 9">
                <a:extLst>
                  <a:ext uri="{FF2B5EF4-FFF2-40B4-BE49-F238E27FC236}">
                    <a16:creationId xmlns:a16="http://schemas.microsoft.com/office/drawing/2014/main" id="{C9466D9E-3FFF-4DCF-A715-3D99542C1BF3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8E4D359-C3B8-4D50-89CF-6B5B42B6D5E6}"/>
                </a:ext>
              </a:extLst>
            </p:cNvPr>
            <p:cNvGrpSpPr/>
            <p:nvPr/>
          </p:nvGrpSpPr>
          <p:grpSpPr>
            <a:xfrm rot="365845">
              <a:off x="2800851" y="1258948"/>
              <a:ext cx="581947" cy="903393"/>
              <a:chOff x="2783265" y="1230283"/>
              <a:chExt cx="581947" cy="90339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40EC468-F243-46F4-96AF-C92457D0F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24077" y="1467096"/>
                <a:ext cx="441135" cy="584091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9D502434-2D0E-456A-AF7C-4D53D1788B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0309845" flipH="1">
                <a:off x="2783265" y="1230283"/>
                <a:ext cx="84554" cy="903393"/>
              </a:xfrm>
              <a:prstGeom prst="rect">
                <a:avLst/>
              </a:prstGeom>
            </p:spPr>
          </p:pic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CD2A45-CAE3-46E8-AF15-305D8F83FFFF}"/>
              </a:ext>
            </a:extLst>
          </p:cNvPr>
          <p:cNvGrpSpPr/>
          <p:nvPr/>
        </p:nvGrpSpPr>
        <p:grpSpPr>
          <a:xfrm>
            <a:off x="4013882" y="905612"/>
            <a:ext cx="1530220" cy="1504560"/>
            <a:chOff x="4013882" y="905612"/>
            <a:chExt cx="1530220" cy="15045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C1DA88-3D9E-41A1-ACEF-502ED9E212B4}"/>
                </a:ext>
              </a:extLst>
            </p:cNvPr>
            <p:cNvGrpSpPr/>
            <p:nvPr/>
          </p:nvGrpSpPr>
          <p:grpSpPr>
            <a:xfrm>
              <a:off x="4013882" y="905612"/>
              <a:ext cx="1530220" cy="1504560"/>
              <a:chOff x="516782" y="905612"/>
              <a:chExt cx="1530220" cy="150456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D1A1861-F8E9-4C56-8FDD-137BEE3D3081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Wave 12">
                <a:extLst>
                  <a:ext uri="{FF2B5EF4-FFF2-40B4-BE49-F238E27FC236}">
                    <a16:creationId xmlns:a16="http://schemas.microsoft.com/office/drawing/2014/main" id="{D0E1AB78-1DE4-44DF-BF6D-71C5C3C06B65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B3AA3D2-78EA-477F-BB78-8C8BC959C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18182">
              <a:off x="4460433" y="1432035"/>
              <a:ext cx="652055" cy="61717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C2CB6EA-9347-49DE-8FBA-CAC2DB97B9CD}"/>
              </a:ext>
            </a:extLst>
          </p:cNvPr>
          <p:cNvGrpSpPr/>
          <p:nvPr/>
        </p:nvGrpSpPr>
        <p:grpSpPr>
          <a:xfrm>
            <a:off x="9259532" y="2676720"/>
            <a:ext cx="1530220" cy="1504560"/>
            <a:chOff x="516782" y="905612"/>
            <a:chExt cx="1530220" cy="150456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C6B4E01-8F2B-49A1-8DAA-80F367C2C1C7}"/>
                </a:ext>
              </a:extLst>
            </p:cNvPr>
            <p:cNvSpPr/>
            <p:nvPr/>
          </p:nvSpPr>
          <p:spPr>
            <a:xfrm>
              <a:off x="516782" y="905612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Wave 39">
              <a:extLst>
                <a:ext uri="{FF2B5EF4-FFF2-40B4-BE49-F238E27FC236}">
                  <a16:creationId xmlns:a16="http://schemas.microsoft.com/office/drawing/2014/main" id="{0A89417A-61FF-4924-8D89-216824DCD571}"/>
                </a:ext>
              </a:extLst>
            </p:cNvPr>
            <p:cNvSpPr/>
            <p:nvPr/>
          </p:nvSpPr>
          <p:spPr>
            <a:xfrm>
              <a:off x="735112" y="1152073"/>
              <a:ext cx="1106027" cy="1214139"/>
            </a:xfrm>
            <a:prstGeom prst="wav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AC74267-755C-4035-8BA2-D798F98374FC}"/>
              </a:ext>
            </a:extLst>
          </p:cNvPr>
          <p:cNvGrpSpPr/>
          <p:nvPr/>
        </p:nvGrpSpPr>
        <p:grpSpPr>
          <a:xfrm>
            <a:off x="5762432" y="905612"/>
            <a:ext cx="1530220" cy="1504560"/>
            <a:chOff x="5762432" y="905612"/>
            <a:chExt cx="1530220" cy="15045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5580C30-D949-4B03-8339-C613812A7ECB}"/>
                </a:ext>
              </a:extLst>
            </p:cNvPr>
            <p:cNvGrpSpPr/>
            <p:nvPr/>
          </p:nvGrpSpPr>
          <p:grpSpPr>
            <a:xfrm>
              <a:off x="5762432" y="905612"/>
              <a:ext cx="1530220" cy="1504560"/>
              <a:chOff x="516782" y="905612"/>
              <a:chExt cx="1530220" cy="150456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298BAC6-9E70-46B3-9F36-A3426A74CF37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Wave 15">
                <a:extLst>
                  <a:ext uri="{FF2B5EF4-FFF2-40B4-BE49-F238E27FC236}">
                    <a16:creationId xmlns:a16="http://schemas.microsoft.com/office/drawing/2014/main" id="{E87B33DD-44C8-4274-86E7-5AC7D7FA6624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03EA2F-7923-4B31-B31C-13F3BF75C423}"/>
                </a:ext>
              </a:extLst>
            </p:cNvPr>
            <p:cNvGrpSpPr/>
            <p:nvPr/>
          </p:nvGrpSpPr>
          <p:grpSpPr>
            <a:xfrm>
              <a:off x="6129412" y="1341195"/>
              <a:ext cx="894181" cy="911246"/>
              <a:chOff x="6129412" y="1341195"/>
              <a:chExt cx="894181" cy="911246"/>
            </a:xfrm>
          </p:grpSpPr>
          <p:pic>
            <p:nvPicPr>
              <p:cNvPr id="48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39A73A48-1ED9-409A-A162-E135B9257D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6601474" y="1524986"/>
                <a:ext cx="422119" cy="7274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D272D16C-E7F9-4E7D-8DB8-E0622465B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9412" y="1341195"/>
                <a:ext cx="368103" cy="617171"/>
              </a:xfrm>
              <a:prstGeom prst="rect">
                <a:avLst/>
              </a:prstGeom>
            </p:spPr>
          </p:pic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E525C93-4442-456C-BBD1-5779171990F0}"/>
              </a:ext>
            </a:extLst>
          </p:cNvPr>
          <p:cNvGrpSpPr/>
          <p:nvPr/>
        </p:nvGrpSpPr>
        <p:grpSpPr>
          <a:xfrm>
            <a:off x="2265332" y="2676720"/>
            <a:ext cx="1530220" cy="1504560"/>
            <a:chOff x="2265332" y="2676720"/>
            <a:chExt cx="1530220" cy="150456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199A3C7-3CA7-431A-954E-06489406F458}"/>
                </a:ext>
              </a:extLst>
            </p:cNvPr>
            <p:cNvGrpSpPr/>
            <p:nvPr/>
          </p:nvGrpSpPr>
          <p:grpSpPr>
            <a:xfrm>
              <a:off x="2265332" y="2676720"/>
              <a:ext cx="1530220" cy="1504560"/>
              <a:chOff x="516782" y="905612"/>
              <a:chExt cx="1530220" cy="150456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2073451-0AD3-41CD-B111-FF8556DCF1FC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Wave 27">
                <a:extLst>
                  <a:ext uri="{FF2B5EF4-FFF2-40B4-BE49-F238E27FC236}">
                    <a16:creationId xmlns:a16="http://schemas.microsoft.com/office/drawing/2014/main" id="{2562BFAB-009E-4052-B786-4D2EBD51A142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E82492D-D10C-4348-99C9-2441744EDD55}"/>
                </a:ext>
              </a:extLst>
            </p:cNvPr>
            <p:cNvGrpSpPr/>
            <p:nvPr/>
          </p:nvGrpSpPr>
          <p:grpSpPr>
            <a:xfrm>
              <a:off x="2739830" y="3244362"/>
              <a:ext cx="530908" cy="624530"/>
              <a:chOff x="919169" y="747323"/>
              <a:chExt cx="1079599" cy="152054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FC80D72-EAA2-4ADF-87D9-1FCEB3FCE14D}"/>
                  </a:ext>
                </a:extLst>
              </p:cNvPr>
              <p:cNvSpPr/>
              <p:nvPr/>
            </p:nvSpPr>
            <p:spPr>
              <a:xfrm>
                <a:off x="1296850" y="1081087"/>
                <a:ext cx="352191" cy="50006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ACA41C4-5E1F-4291-B4F8-525CD872E350}"/>
                  </a:ext>
                </a:extLst>
              </p:cNvPr>
              <p:cNvSpPr/>
              <p:nvPr/>
            </p:nvSpPr>
            <p:spPr>
              <a:xfrm>
                <a:off x="1076326" y="819150"/>
                <a:ext cx="195262" cy="314325"/>
              </a:xfrm>
              <a:custGeom>
                <a:avLst/>
                <a:gdLst>
                  <a:gd name="connsiteX0" fmla="*/ 0 w 152400"/>
                  <a:gd name="connsiteY0" fmla="*/ 0 h 238125"/>
                  <a:gd name="connsiteX1" fmla="*/ 95250 w 152400"/>
                  <a:gd name="connsiteY1" fmla="*/ 23812 h 238125"/>
                  <a:gd name="connsiteX2" fmla="*/ 123825 w 152400"/>
                  <a:gd name="connsiteY2" fmla="*/ 47625 h 238125"/>
                  <a:gd name="connsiteX3" fmla="*/ 133350 w 152400"/>
                  <a:gd name="connsiteY3" fmla="*/ 95250 h 238125"/>
                  <a:gd name="connsiteX4" fmla="*/ 128587 w 152400"/>
                  <a:gd name="connsiteY4" fmla="*/ 171450 h 238125"/>
                  <a:gd name="connsiteX5" fmla="*/ 133350 w 152400"/>
                  <a:gd name="connsiteY5" fmla="*/ 195262 h 238125"/>
                  <a:gd name="connsiteX6" fmla="*/ 142875 w 152400"/>
                  <a:gd name="connsiteY6" fmla="*/ 214312 h 238125"/>
                  <a:gd name="connsiteX7" fmla="*/ 152400 w 152400"/>
                  <a:gd name="connsiteY7" fmla="*/ 238125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238125">
                    <a:moveTo>
                      <a:pt x="0" y="0"/>
                    </a:moveTo>
                    <a:cubicBezTo>
                      <a:pt x="44168" y="4416"/>
                      <a:pt x="54750" y="1030"/>
                      <a:pt x="95250" y="23812"/>
                    </a:cubicBezTo>
                    <a:cubicBezTo>
                      <a:pt x="106057" y="29891"/>
                      <a:pt x="114300" y="39687"/>
                      <a:pt x="123825" y="47625"/>
                    </a:cubicBezTo>
                    <a:cubicBezTo>
                      <a:pt x="126971" y="60210"/>
                      <a:pt x="133350" y="83578"/>
                      <a:pt x="133350" y="95250"/>
                    </a:cubicBezTo>
                    <a:cubicBezTo>
                      <a:pt x="133350" y="120700"/>
                      <a:pt x="130175" y="146050"/>
                      <a:pt x="128587" y="171450"/>
                    </a:cubicBezTo>
                    <a:cubicBezTo>
                      <a:pt x="130175" y="179387"/>
                      <a:pt x="130790" y="187583"/>
                      <a:pt x="133350" y="195262"/>
                    </a:cubicBezTo>
                    <a:cubicBezTo>
                      <a:pt x="135595" y="201997"/>
                      <a:pt x="140078" y="207786"/>
                      <a:pt x="142875" y="214312"/>
                    </a:cubicBezTo>
                    <a:cubicBezTo>
                      <a:pt x="160522" y="255491"/>
                      <a:pt x="137074" y="207477"/>
                      <a:pt x="152400" y="238125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BE0866F-D40E-4C31-BCE0-7BF517B8A0A5}"/>
                  </a:ext>
                </a:extLst>
              </p:cNvPr>
              <p:cNvSpPr/>
              <p:nvPr/>
            </p:nvSpPr>
            <p:spPr>
              <a:xfrm rot="19830825">
                <a:off x="1108942" y="747323"/>
                <a:ext cx="234084" cy="376627"/>
              </a:xfrm>
              <a:custGeom>
                <a:avLst/>
                <a:gdLst>
                  <a:gd name="connsiteX0" fmla="*/ 34059 w 234084"/>
                  <a:gd name="connsiteY0" fmla="*/ 376627 h 376627"/>
                  <a:gd name="connsiteX1" fmla="*/ 10246 w 234084"/>
                  <a:gd name="connsiteY1" fmla="*/ 362339 h 376627"/>
                  <a:gd name="connsiteX2" fmla="*/ 10246 w 234084"/>
                  <a:gd name="connsiteY2" fmla="*/ 295664 h 376627"/>
                  <a:gd name="connsiteX3" fmla="*/ 57871 w 234084"/>
                  <a:gd name="connsiteY3" fmla="*/ 281377 h 376627"/>
                  <a:gd name="connsiteX4" fmla="*/ 105496 w 234084"/>
                  <a:gd name="connsiteY4" fmla="*/ 262327 h 376627"/>
                  <a:gd name="connsiteX5" fmla="*/ 162646 w 234084"/>
                  <a:gd name="connsiteY5" fmla="*/ 176602 h 376627"/>
                  <a:gd name="connsiteX6" fmla="*/ 172171 w 234084"/>
                  <a:gd name="connsiteY6" fmla="*/ 138502 h 376627"/>
                  <a:gd name="connsiteX7" fmla="*/ 191221 w 234084"/>
                  <a:gd name="connsiteY7" fmla="*/ 5152 h 376627"/>
                  <a:gd name="connsiteX8" fmla="*/ 210271 w 234084"/>
                  <a:gd name="connsiteY8" fmla="*/ 389 h 376627"/>
                  <a:gd name="connsiteX9" fmla="*/ 234084 w 234084"/>
                  <a:gd name="connsiteY9" fmla="*/ 389 h 376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4084" h="376627">
                    <a:moveTo>
                      <a:pt x="34059" y="376627"/>
                    </a:moveTo>
                    <a:cubicBezTo>
                      <a:pt x="26121" y="371864"/>
                      <a:pt x="16342" y="369305"/>
                      <a:pt x="10246" y="362339"/>
                    </a:cubicBezTo>
                    <a:cubicBezTo>
                      <a:pt x="-3334" y="346820"/>
                      <a:pt x="-3498" y="309408"/>
                      <a:pt x="10246" y="295664"/>
                    </a:cubicBezTo>
                    <a:cubicBezTo>
                      <a:pt x="21966" y="283944"/>
                      <a:pt x="42051" y="286320"/>
                      <a:pt x="57871" y="281377"/>
                    </a:cubicBezTo>
                    <a:cubicBezTo>
                      <a:pt x="89257" y="271569"/>
                      <a:pt x="80241" y="274955"/>
                      <a:pt x="105496" y="262327"/>
                    </a:cubicBezTo>
                    <a:cubicBezTo>
                      <a:pt x="153628" y="192803"/>
                      <a:pt x="135445" y="221938"/>
                      <a:pt x="162646" y="176602"/>
                    </a:cubicBezTo>
                    <a:cubicBezTo>
                      <a:pt x="165821" y="163902"/>
                      <a:pt x="171020" y="151542"/>
                      <a:pt x="172171" y="138502"/>
                    </a:cubicBezTo>
                    <a:cubicBezTo>
                      <a:pt x="176188" y="92973"/>
                      <a:pt x="142700" y="25948"/>
                      <a:pt x="191221" y="5152"/>
                    </a:cubicBezTo>
                    <a:cubicBezTo>
                      <a:pt x="197237" y="2574"/>
                      <a:pt x="203766" y="1112"/>
                      <a:pt x="210271" y="389"/>
                    </a:cubicBezTo>
                    <a:cubicBezTo>
                      <a:pt x="218160" y="-488"/>
                      <a:pt x="226146" y="389"/>
                      <a:pt x="234084" y="389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E208FE03-2A14-4E1C-A800-C7966CD23561}"/>
                  </a:ext>
                </a:extLst>
              </p:cNvPr>
              <p:cNvSpPr/>
              <p:nvPr/>
            </p:nvSpPr>
            <p:spPr>
              <a:xfrm>
                <a:off x="1362076" y="785812"/>
                <a:ext cx="152406" cy="290513"/>
              </a:xfrm>
              <a:custGeom>
                <a:avLst/>
                <a:gdLst>
                  <a:gd name="connsiteX0" fmla="*/ 0 w 152406"/>
                  <a:gd name="connsiteY0" fmla="*/ 204788 h 290513"/>
                  <a:gd name="connsiteX1" fmla="*/ 66675 w 152406"/>
                  <a:gd name="connsiteY1" fmla="*/ 280988 h 290513"/>
                  <a:gd name="connsiteX2" fmla="*/ 85725 w 152406"/>
                  <a:gd name="connsiteY2" fmla="*/ 290513 h 290513"/>
                  <a:gd name="connsiteX3" fmla="*/ 142875 w 152406"/>
                  <a:gd name="connsiteY3" fmla="*/ 266700 h 290513"/>
                  <a:gd name="connsiteX4" fmla="*/ 142875 w 152406"/>
                  <a:gd name="connsiteY4" fmla="*/ 185738 h 290513"/>
                  <a:gd name="connsiteX5" fmla="*/ 114300 w 152406"/>
                  <a:gd name="connsiteY5" fmla="*/ 161925 h 290513"/>
                  <a:gd name="connsiteX6" fmla="*/ 71437 w 152406"/>
                  <a:gd name="connsiteY6" fmla="*/ 114300 h 290513"/>
                  <a:gd name="connsiteX7" fmla="*/ 61912 w 152406"/>
                  <a:gd name="connsiteY7" fmla="*/ 100013 h 290513"/>
                  <a:gd name="connsiteX8" fmla="*/ 71437 w 152406"/>
                  <a:gd name="connsiteY8" fmla="*/ 33338 h 290513"/>
                  <a:gd name="connsiteX9" fmla="*/ 85725 w 152406"/>
                  <a:gd name="connsiteY9" fmla="*/ 19050 h 290513"/>
                  <a:gd name="connsiteX10" fmla="*/ 100012 w 152406"/>
                  <a:gd name="connsiteY10" fmla="*/ 0 h 290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2406" h="290513">
                    <a:moveTo>
                      <a:pt x="0" y="204788"/>
                    </a:moveTo>
                    <a:cubicBezTo>
                      <a:pt x="28237" y="241496"/>
                      <a:pt x="34182" y="260679"/>
                      <a:pt x="66675" y="280988"/>
                    </a:cubicBezTo>
                    <a:cubicBezTo>
                      <a:pt x="72695" y="284751"/>
                      <a:pt x="79375" y="287338"/>
                      <a:pt x="85725" y="290513"/>
                    </a:cubicBezTo>
                    <a:cubicBezTo>
                      <a:pt x="104775" y="282575"/>
                      <a:pt x="126647" y="279450"/>
                      <a:pt x="142875" y="266700"/>
                    </a:cubicBezTo>
                    <a:cubicBezTo>
                      <a:pt x="161999" y="251674"/>
                      <a:pt x="147149" y="194287"/>
                      <a:pt x="142875" y="185738"/>
                    </a:cubicBezTo>
                    <a:cubicBezTo>
                      <a:pt x="137330" y="174648"/>
                      <a:pt x="123516" y="170219"/>
                      <a:pt x="114300" y="161925"/>
                    </a:cubicBezTo>
                    <a:cubicBezTo>
                      <a:pt x="98453" y="147662"/>
                      <a:pt x="84472" y="131059"/>
                      <a:pt x="71437" y="114300"/>
                    </a:cubicBezTo>
                    <a:cubicBezTo>
                      <a:pt x="67923" y="109782"/>
                      <a:pt x="65087" y="104775"/>
                      <a:pt x="61912" y="100013"/>
                    </a:cubicBezTo>
                    <a:cubicBezTo>
                      <a:pt x="65087" y="77788"/>
                      <a:pt x="65102" y="54876"/>
                      <a:pt x="71437" y="33338"/>
                    </a:cubicBezTo>
                    <a:cubicBezTo>
                      <a:pt x="73338" y="26876"/>
                      <a:pt x="81989" y="24654"/>
                      <a:pt x="85725" y="19050"/>
                    </a:cubicBezTo>
                    <a:cubicBezTo>
                      <a:pt x="100438" y="-3019"/>
                      <a:pt x="79754" y="10130"/>
                      <a:pt x="100012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88F2888-3B64-4A50-9D87-16E88B6E9676}"/>
                  </a:ext>
                </a:extLst>
              </p:cNvPr>
              <p:cNvSpPr/>
              <p:nvPr/>
            </p:nvSpPr>
            <p:spPr>
              <a:xfrm>
                <a:off x="1333501" y="847725"/>
                <a:ext cx="285750" cy="300208"/>
              </a:xfrm>
              <a:custGeom>
                <a:avLst/>
                <a:gdLst>
                  <a:gd name="connsiteX0" fmla="*/ 285750 w 285750"/>
                  <a:gd name="connsiteY0" fmla="*/ 0 h 300208"/>
                  <a:gd name="connsiteX1" fmla="*/ 257175 w 285750"/>
                  <a:gd name="connsiteY1" fmla="*/ 4762 h 300208"/>
                  <a:gd name="connsiteX2" fmla="*/ 161925 w 285750"/>
                  <a:gd name="connsiteY2" fmla="*/ 57150 h 300208"/>
                  <a:gd name="connsiteX3" fmla="*/ 138112 w 285750"/>
                  <a:gd name="connsiteY3" fmla="*/ 80962 h 300208"/>
                  <a:gd name="connsiteX4" fmla="*/ 119062 w 285750"/>
                  <a:gd name="connsiteY4" fmla="*/ 114300 h 300208"/>
                  <a:gd name="connsiteX5" fmla="*/ 95250 w 285750"/>
                  <a:gd name="connsiteY5" fmla="*/ 142875 h 300208"/>
                  <a:gd name="connsiteX6" fmla="*/ 90487 w 285750"/>
                  <a:gd name="connsiteY6" fmla="*/ 161925 h 300208"/>
                  <a:gd name="connsiteX7" fmla="*/ 57150 w 285750"/>
                  <a:gd name="connsiteY7" fmla="*/ 223837 h 300208"/>
                  <a:gd name="connsiteX8" fmla="*/ 47625 w 285750"/>
                  <a:gd name="connsiteY8" fmla="*/ 252412 h 300208"/>
                  <a:gd name="connsiteX9" fmla="*/ 28575 w 285750"/>
                  <a:gd name="connsiteY9" fmla="*/ 276225 h 300208"/>
                  <a:gd name="connsiteX10" fmla="*/ 4762 w 285750"/>
                  <a:gd name="connsiteY10" fmla="*/ 300037 h 300208"/>
                  <a:gd name="connsiteX11" fmla="*/ 0 w 285750"/>
                  <a:gd name="connsiteY11" fmla="*/ 300037 h 300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5750" h="300208">
                    <a:moveTo>
                      <a:pt x="285750" y="0"/>
                    </a:moveTo>
                    <a:cubicBezTo>
                      <a:pt x="276225" y="1587"/>
                      <a:pt x="266392" y="1882"/>
                      <a:pt x="257175" y="4762"/>
                    </a:cubicBezTo>
                    <a:cubicBezTo>
                      <a:pt x="214489" y="18101"/>
                      <a:pt x="197568" y="28636"/>
                      <a:pt x="161925" y="57150"/>
                    </a:cubicBezTo>
                    <a:cubicBezTo>
                      <a:pt x="153159" y="64162"/>
                      <a:pt x="144847" y="71982"/>
                      <a:pt x="138112" y="80962"/>
                    </a:cubicBezTo>
                    <a:cubicBezTo>
                      <a:pt x="130433" y="91201"/>
                      <a:pt x="126347" y="103777"/>
                      <a:pt x="119062" y="114300"/>
                    </a:cubicBezTo>
                    <a:cubicBezTo>
                      <a:pt x="112005" y="124494"/>
                      <a:pt x="103187" y="133350"/>
                      <a:pt x="95250" y="142875"/>
                    </a:cubicBezTo>
                    <a:cubicBezTo>
                      <a:pt x="93662" y="149225"/>
                      <a:pt x="93274" y="156003"/>
                      <a:pt x="90487" y="161925"/>
                    </a:cubicBezTo>
                    <a:cubicBezTo>
                      <a:pt x="80507" y="183133"/>
                      <a:pt x="64562" y="201601"/>
                      <a:pt x="57150" y="223837"/>
                    </a:cubicBezTo>
                    <a:cubicBezTo>
                      <a:pt x="53975" y="233362"/>
                      <a:pt x="52433" y="243598"/>
                      <a:pt x="47625" y="252412"/>
                    </a:cubicBezTo>
                    <a:cubicBezTo>
                      <a:pt x="42757" y="261336"/>
                      <a:pt x="34214" y="267767"/>
                      <a:pt x="28575" y="276225"/>
                    </a:cubicBezTo>
                    <a:cubicBezTo>
                      <a:pt x="14079" y="297970"/>
                      <a:pt x="27713" y="294300"/>
                      <a:pt x="4762" y="300037"/>
                    </a:cubicBezTo>
                    <a:cubicBezTo>
                      <a:pt x="3222" y="300422"/>
                      <a:pt x="1587" y="300037"/>
                      <a:pt x="0" y="300037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F8E6ABA-20BB-4586-99FA-B016C1BCA701}"/>
                  </a:ext>
                </a:extLst>
              </p:cNvPr>
              <p:cNvSpPr/>
              <p:nvPr/>
            </p:nvSpPr>
            <p:spPr>
              <a:xfrm>
                <a:off x="1514476" y="771525"/>
                <a:ext cx="90487" cy="333375"/>
              </a:xfrm>
              <a:custGeom>
                <a:avLst/>
                <a:gdLst>
                  <a:gd name="connsiteX0" fmla="*/ 90487 w 90487"/>
                  <a:gd name="connsiteY0" fmla="*/ 333375 h 333375"/>
                  <a:gd name="connsiteX1" fmla="*/ 52387 w 90487"/>
                  <a:gd name="connsiteY1" fmla="*/ 190500 h 333375"/>
                  <a:gd name="connsiteX2" fmla="*/ 57150 w 90487"/>
                  <a:gd name="connsiteY2" fmla="*/ 152400 h 333375"/>
                  <a:gd name="connsiteX3" fmla="*/ 76200 w 90487"/>
                  <a:gd name="connsiteY3" fmla="*/ 128587 h 333375"/>
                  <a:gd name="connsiteX4" fmla="*/ 66675 w 90487"/>
                  <a:gd name="connsiteY4" fmla="*/ 42862 h 333375"/>
                  <a:gd name="connsiteX5" fmla="*/ 42862 w 90487"/>
                  <a:gd name="connsiteY5" fmla="*/ 23812 h 333375"/>
                  <a:gd name="connsiteX6" fmla="*/ 14287 w 90487"/>
                  <a:gd name="connsiteY6" fmla="*/ 0 h 333375"/>
                  <a:gd name="connsiteX7" fmla="*/ 0 w 90487"/>
                  <a:gd name="connsiteY7" fmla="*/ 95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0487" h="333375">
                    <a:moveTo>
                      <a:pt x="90487" y="333375"/>
                    </a:moveTo>
                    <a:cubicBezTo>
                      <a:pt x="67609" y="224705"/>
                      <a:pt x="81971" y="271855"/>
                      <a:pt x="52387" y="190500"/>
                    </a:cubicBezTo>
                    <a:cubicBezTo>
                      <a:pt x="53975" y="177800"/>
                      <a:pt x="52555" y="164346"/>
                      <a:pt x="57150" y="152400"/>
                    </a:cubicBezTo>
                    <a:cubicBezTo>
                      <a:pt x="60799" y="142912"/>
                      <a:pt x="75319" y="138714"/>
                      <a:pt x="76200" y="128587"/>
                    </a:cubicBezTo>
                    <a:cubicBezTo>
                      <a:pt x="78691" y="99944"/>
                      <a:pt x="75392" y="70259"/>
                      <a:pt x="66675" y="42862"/>
                    </a:cubicBezTo>
                    <a:cubicBezTo>
                      <a:pt x="63593" y="33175"/>
                      <a:pt x="50512" y="30506"/>
                      <a:pt x="42862" y="23812"/>
                    </a:cubicBezTo>
                    <a:cubicBezTo>
                      <a:pt x="13526" y="-1856"/>
                      <a:pt x="43529" y="19494"/>
                      <a:pt x="14287" y="0"/>
                    </a:cubicBezTo>
                    <a:lnTo>
                      <a:pt x="0" y="9525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9252F3F-EF66-4E04-B917-FD39106C6629}"/>
                  </a:ext>
                </a:extLst>
              </p:cNvPr>
              <p:cNvSpPr/>
              <p:nvPr/>
            </p:nvSpPr>
            <p:spPr>
              <a:xfrm>
                <a:off x="1332899" y="871537"/>
                <a:ext cx="24414" cy="228600"/>
              </a:xfrm>
              <a:custGeom>
                <a:avLst/>
                <a:gdLst>
                  <a:gd name="connsiteX0" fmla="*/ 5364 w 24414"/>
                  <a:gd name="connsiteY0" fmla="*/ 228600 h 228600"/>
                  <a:gd name="connsiteX1" fmla="*/ 5364 w 24414"/>
                  <a:gd name="connsiteY1" fmla="*/ 42863 h 228600"/>
                  <a:gd name="connsiteX2" fmla="*/ 14889 w 24414"/>
                  <a:gd name="connsiteY2" fmla="*/ 28575 h 228600"/>
                  <a:gd name="connsiteX3" fmla="*/ 24414 w 24414"/>
                  <a:gd name="connsiteY3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4" h="228600">
                    <a:moveTo>
                      <a:pt x="5364" y="228600"/>
                    </a:moveTo>
                    <a:cubicBezTo>
                      <a:pt x="697" y="153917"/>
                      <a:pt x="-3913" y="123266"/>
                      <a:pt x="5364" y="42863"/>
                    </a:cubicBezTo>
                    <a:cubicBezTo>
                      <a:pt x="6020" y="37177"/>
                      <a:pt x="12564" y="33806"/>
                      <a:pt x="14889" y="28575"/>
                    </a:cubicBezTo>
                    <a:cubicBezTo>
                      <a:pt x="18967" y="19400"/>
                      <a:pt x="24414" y="0"/>
                      <a:pt x="24414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12904B7-B80E-4AAB-B0B4-F06474BE7932}"/>
                  </a:ext>
                </a:extLst>
              </p:cNvPr>
              <p:cNvSpPr/>
              <p:nvPr/>
            </p:nvSpPr>
            <p:spPr>
              <a:xfrm>
                <a:off x="1666336" y="766762"/>
                <a:ext cx="124459" cy="376238"/>
              </a:xfrm>
              <a:custGeom>
                <a:avLst/>
                <a:gdLst>
                  <a:gd name="connsiteX0" fmla="*/ 14827 w 124459"/>
                  <a:gd name="connsiteY0" fmla="*/ 376238 h 376238"/>
                  <a:gd name="connsiteX1" fmla="*/ 43402 w 124459"/>
                  <a:gd name="connsiteY1" fmla="*/ 319088 h 376238"/>
                  <a:gd name="connsiteX2" fmla="*/ 100552 w 124459"/>
                  <a:gd name="connsiteY2" fmla="*/ 233363 h 376238"/>
                  <a:gd name="connsiteX3" fmla="*/ 124365 w 124459"/>
                  <a:gd name="connsiteY3" fmla="*/ 219075 h 376238"/>
                  <a:gd name="connsiteX4" fmla="*/ 119602 w 124459"/>
                  <a:gd name="connsiteY4" fmla="*/ 185738 h 376238"/>
                  <a:gd name="connsiteX5" fmla="*/ 48165 w 124459"/>
                  <a:gd name="connsiteY5" fmla="*/ 147638 h 376238"/>
                  <a:gd name="connsiteX6" fmla="*/ 33877 w 124459"/>
                  <a:gd name="connsiteY6" fmla="*/ 138113 h 376238"/>
                  <a:gd name="connsiteX7" fmla="*/ 14827 w 124459"/>
                  <a:gd name="connsiteY7" fmla="*/ 133350 h 376238"/>
                  <a:gd name="connsiteX8" fmla="*/ 540 w 124459"/>
                  <a:gd name="connsiteY8" fmla="*/ 123825 h 376238"/>
                  <a:gd name="connsiteX9" fmla="*/ 29115 w 124459"/>
                  <a:gd name="connsiteY9" fmla="*/ 66675 h 376238"/>
                  <a:gd name="connsiteX10" fmla="*/ 43402 w 124459"/>
                  <a:gd name="connsiteY10" fmla="*/ 47625 h 376238"/>
                  <a:gd name="connsiteX11" fmla="*/ 86265 w 124459"/>
                  <a:gd name="connsiteY11" fmla="*/ 42863 h 376238"/>
                  <a:gd name="connsiteX12" fmla="*/ 95790 w 124459"/>
                  <a:gd name="connsiteY12" fmla="*/ 0 h 376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4459" h="376238">
                    <a:moveTo>
                      <a:pt x="14827" y="376238"/>
                    </a:moveTo>
                    <a:cubicBezTo>
                      <a:pt x="58122" y="322118"/>
                      <a:pt x="11728" y="386395"/>
                      <a:pt x="43402" y="319088"/>
                    </a:cubicBezTo>
                    <a:cubicBezTo>
                      <a:pt x="51464" y="301957"/>
                      <a:pt x="85463" y="248452"/>
                      <a:pt x="100552" y="233363"/>
                    </a:cubicBezTo>
                    <a:cubicBezTo>
                      <a:pt x="107098" y="226817"/>
                      <a:pt x="116427" y="223838"/>
                      <a:pt x="124365" y="219075"/>
                    </a:cubicBezTo>
                    <a:cubicBezTo>
                      <a:pt x="122777" y="207963"/>
                      <a:pt x="127791" y="193415"/>
                      <a:pt x="119602" y="185738"/>
                    </a:cubicBezTo>
                    <a:cubicBezTo>
                      <a:pt x="99914" y="167280"/>
                      <a:pt x="70620" y="162608"/>
                      <a:pt x="48165" y="147638"/>
                    </a:cubicBezTo>
                    <a:cubicBezTo>
                      <a:pt x="43402" y="144463"/>
                      <a:pt x="39138" y="140368"/>
                      <a:pt x="33877" y="138113"/>
                    </a:cubicBezTo>
                    <a:cubicBezTo>
                      <a:pt x="27861" y="135535"/>
                      <a:pt x="21177" y="134938"/>
                      <a:pt x="14827" y="133350"/>
                    </a:cubicBezTo>
                    <a:cubicBezTo>
                      <a:pt x="10065" y="130175"/>
                      <a:pt x="1109" y="129520"/>
                      <a:pt x="540" y="123825"/>
                    </a:cubicBezTo>
                    <a:cubicBezTo>
                      <a:pt x="-2990" y="88526"/>
                      <a:pt x="11258" y="87084"/>
                      <a:pt x="29115" y="66675"/>
                    </a:cubicBezTo>
                    <a:cubicBezTo>
                      <a:pt x="34342" y="60701"/>
                      <a:pt x="36075" y="50678"/>
                      <a:pt x="43402" y="47625"/>
                    </a:cubicBezTo>
                    <a:cubicBezTo>
                      <a:pt x="56672" y="42096"/>
                      <a:pt x="71977" y="44450"/>
                      <a:pt x="86265" y="42863"/>
                    </a:cubicBezTo>
                    <a:cubicBezTo>
                      <a:pt x="99340" y="16713"/>
                      <a:pt x="95790" y="30913"/>
                      <a:pt x="95790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C9D80C9-0CFA-4AA9-8065-85B4A5D76428}"/>
                  </a:ext>
                </a:extLst>
              </p:cNvPr>
              <p:cNvSpPr/>
              <p:nvPr/>
            </p:nvSpPr>
            <p:spPr>
              <a:xfrm>
                <a:off x="1657352" y="785812"/>
                <a:ext cx="252412" cy="304800"/>
              </a:xfrm>
              <a:custGeom>
                <a:avLst/>
                <a:gdLst>
                  <a:gd name="connsiteX0" fmla="*/ 0 w 344403"/>
                  <a:gd name="connsiteY0" fmla="*/ 300564 h 300564"/>
                  <a:gd name="connsiteX1" fmla="*/ 85725 w 344403"/>
                  <a:gd name="connsiteY1" fmla="*/ 205314 h 300564"/>
                  <a:gd name="connsiteX2" fmla="*/ 214312 w 344403"/>
                  <a:gd name="connsiteY2" fmla="*/ 81489 h 300564"/>
                  <a:gd name="connsiteX3" fmla="*/ 285750 w 344403"/>
                  <a:gd name="connsiteY3" fmla="*/ 33864 h 300564"/>
                  <a:gd name="connsiteX4" fmla="*/ 323850 w 344403"/>
                  <a:gd name="connsiteY4" fmla="*/ 10052 h 300564"/>
                  <a:gd name="connsiteX5" fmla="*/ 342900 w 344403"/>
                  <a:gd name="connsiteY5" fmla="*/ 527 h 300564"/>
                  <a:gd name="connsiteX6" fmla="*/ 276225 w 344403"/>
                  <a:gd name="connsiteY6" fmla="*/ 5289 h 300564"/>
                  <a:gd name="connsiteX7" fmla="*/ 185737 w 344403"/>
                  <a:gd name="connsiteY7" fmla="*/ 19577 h 300564"/>
                  <a:gd name="connsiteX8" fmla="*/ 166687 w 344403"/>
                  <a:gd name="connsiteY8" fmla="*/ 24339 h 300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403" h="300564">
                    <a:moveTo>
                      <a:pt x="0" y="300564"/>
                    </a:moveTo>
                    <a:cubicBezTo>
                      <a:pt x="61522" y="269804"/>
                      <a:pt x="11886" y="300251"/>
                      <a:pt x="85725" y="205314"/>
                    </a:cubicBezTo>
                    <a:cubicBezTo>
                      <a:pt x="114469" y="168357"/>
                      <a:pt x="183680" y="101910"/>
                      <a:pt x="214312" y="81489"/>
                    </a:cubicBezTo>
                    <a:lnTo>
                      <a:pt x="285750" y="33864"/>
                    </a:lnTo>
                    <a:cubicBezTo>
                      <a:pt x="298294" y="25683"/>
                      <a:pt x="310455" y="16750"/>
                      <a:pt x="323850" y="10052"/>
                    </a:cubicBezTo>
                    <a:cubicBezTo>
                      <a:pt x="330200" y="6877"/>
                      <a:pt x="349964" y="1234"/>
                      <a:pt x="342900" y="527"/>
                    </a:cubicBezTo>
                    <a:cubicBezTo>
                      <a:pt x="320729" y="-1690"/>
                      <a:pt x="298450" y="3702"/>
                      <a:pt x="276225" y="5289"/>
                    </a:cubicBezTo>
                    <a:cubicBezTo>
                      <a:pt x="214504" y="17633"/>
                      <a:pt x="244690" y="13026"/>
                      <a:pt x="185737" y="19577"/>
                    </a:cubicBezTo>
                    <a:lnTo>
                      <a:pt x="166687" y="24339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A871B1E-14CA-4ED8-B9D7-A39835D4E743}"/>
                  </a:ext>
                </a:extLst>
              </p:cNvPr>
              <p:cNvSpPr/>
              <p:nvPr/>
            </p:nvSpPr>
            <p:spPr>
              <a:xfrm>
                <a:off x="1181663" y="1412263"/>
                <a:ext cx="567967" cy="356823"/>
              </a:xfrm>
              <a:custGeom>
                <a:avLst/>
                <a:gdLst>
                  <a:gd name="connsiteX0" fmla="*/ 34540 w 567967"/>
                  <a:gd name="connsiteY0" fmla="*/ 76200 h 356823"/>
                  <a:gd name="connsiteX1" fmla="*/ 34540 w 567967"/>
                  <a:gd name="connsiteY1" fmla="*/ 76200 h 356823"/>
                  <a:gd name="connsiteX2" fmla="*/ 10728 w 567967"/>
                  <a:gd name="connsiteY2" fmla="*/ 180975 h 356823"/>
                  <a:gd name="connsiteX3" fmla="*/ 20253 w 567967"/>
                  <a:gd name="connsiteY3" fmla="*/ 195262 h 356823"/>
                  <a:gd name="connsiteX4" fmla="*/ 25015 w 567967"/>
                  <a:gd name="connsiteY4" fmla="*/ 261937 h 356823"/>
                  <a:gd name="connsiteX5" fmla="*/ 29778 w 567967"/>
                  <a:gd name="connsiteY5" fmla="*/ 280987 h 356823"/>
                  <a:gd name="connsiteX6" fmla="*/ 44065 w 567967"/>
                  <a:gd name="connsiteY6" fmla="*/ 290512 h 356823"/>
                  <a:gd name="connsiteX7" fmla="*/ 77403 w 567967"/>
                  <a:gd name="connsiteY7" fmla="*/ 295275 h 356823"/>
                  <a:gd name="connsiteX8" fmla="*/ 163128 w 567967"/>
                  <a:gd name="connsiteY8" fmla="*/ 247650 h 356823"/>
                  <a:gd name="connsiteX9" fmla="*/ 177415 w 567967"/>
                  <a:gd name="connsiteY9" fmla="*/ 223837 h 356823"/>
                  <a:gd name="connsiteX10" fmla="*/ 205990 w 567967"/>
                  <a:gd name="connsiteY10" fmla="*/ 214312 h 356823"/>
                  <a:gd name="connsiteX11" fmla="*/ 210753 w 567967"/>
                  <a:gd name="connsiteY11" fmla="*/ 228600 h 356823"/>
                  <a:gd name="connsiteX12" fmla="*/ 215515 w 567967"/>
                  <a:gd name="connsiteY12" fmla="*/ 247650 h 356823"/>
                  <a:gd name="connsiteX13" fmla="*/ 229803 w 567967"/>
                  <a:gd name="connsiteY13" fmla="*/ 290512 h 356823"/>
                  <a:gd name="connsiteX14" fmla="*/ 263140 w 567967"/>
                  <a:gd name="connsiteY14" fmla="*/ 319087 h 356823"/>
                  <a:gd name="connsiteX15" fmla="*/ 272665 w 567967"/>
                  <a:gd name="connsiteY15" fmla="*/ 347662 h 356823"/>
                  <a:gd name="connsiteX16" fmla="*/ 329815 w 567967"/>
                  <a:gd name="connsiteY16" fmla="*/ 338137 h 356823"/>
                  <a:gd name="connsiteX17" fmla="*/ 344103 w 567967"/>
                  <a:gd name="connsiteY17" fmla="*/ 252412 h 356823"/>
                  <a:gd name="connsiteX18" fmla="*/ 439353 w 567967"/>
                  <a:gd name="connsiteY18" fmla="*/ 261937 h 356823"/>
                  <a:gd name="connsiteX19" fmla="*/ 467928 w 567967"/>
                  <a:gd name="connsiteY19" fmla="*/ 290512 h 356823"/>
                  <a:gd name="connsiteX20" fmla="*/ 515553 w 567967"/>
                  <a:gd name="connsiteY20" fmla="*/ 276225 h 356823"/>
                  <a:gd name="connsiteX21" fmla="*/ 544128 w 567967"/>
                  <a:gd name="connsiteY21" fmla="*/ 271462 h 356823"/>
                  <a:gd name="connsiteX22" fmla="*/ 558415 w 567967"/>
                  <a:gd name="connsiteY22" fmla="*/ 266700 h 356823"/>
                  <a:gd name="connsiteX23" fmla="*/ 563178 w 567967"/>
                  <a:gd name="connsiteY23" fmla="*/ 228600 h 356823"/>
                  <a:gd name="connsiteX24" fmla="*/ 567940 w 567967"/>
                  <a:gd name="connsiteY24" fmla="*/ 200025 h 356823"/>
                  <a:gd name="connsiteX25" fmla="*/ 558415 w 567967"/>
                  <a:gd name="connsiteY25" fmla="*/ 109537 h 356823"/>
                  <a:gd name="connsiteX26" fmla="*/ 539365 w 567967"/>
                  <a:gd name="connsiteY26" fmla="*/ 100012 h 356823"/>
                  <a:gd name="connsiteX27" fmla="*/ 515553 w 567967"/>
                  <a:gd name="connsiteY27" fmla="*/ 61912 h 356823"/>
                  <a:gd name="connsiteX28" fmla="*/ 486978 w 567967"/>
                  <a:gd name="connsiteY28" fmla="*/ 47625 h 356823"/>
                  <a:gd name="connsiteX29" fmla="*/ 315528 w 567967"/>
                  <a:gd name="connsiteY29" fmla="*/ 42862 h 356823"/>
                  <a:gd name="connsiteX30" fmla="*/ 253615 w 567967"/>
                  <a:gd name="connsiteY30" fmla="*/ 4762 h 356823"/>
                  <a:gd name="connsiteX31" fmla="*/ 215515 w 567967"/>
                  <a:gd name="connsiteY31" fmla="*/ 0 h 356823"/>
                  <a:gd name="connsiteX32" fmla="*/ 172653 w 567967"/>
                  <a:gd name="connsiteY32" fmla="*/ 14287 h 356823"/>
                  <a:gd name="connsiteX33" fmla="*/ 144078 w 567967"/>
                  <a:gd name="connsiteY33" fmla="*/ 28575 h 356823"/>
                  <a:gd name="connsiteX34" fmla="*/ 125028 w 567967"/>
                  <a:gd name="connsiteY34" fmla="*/ 33337 h 356823"/>
                  <a:gd name="connsiteX35" fmla="*/ 110740 w 567967"/>
                  <a:gd name="connsiteY35" fmla="*/ 38100 h 356823"/>
                  <a:gd name="connsiteX36" fmla="*/ 77403 w 567967"/>
                  <a:gd name="connsiteY36" fmla="*/ 47625 h 356823"/>
                  <a:gd name="connsiteX37" fmla="*/ 34540 w 567967"/>
                  <a:gd name="connsiteY37" fmla="*/ 76200 h 35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67967" h="356823">
                    <a:moveTo>
                      <a:pt x="34540" y="76200"/>
                    </a:moveTo>
                    <a:lnTo>
                      <a:pt x="34540" y="76200"/>
                    </a:lnTo>
                    <a:cubicBezTo>
                      <a:pt x="-4331" y="131731"/>
                      <a:pt x="-7505" y="112600"/>
                      <a:pt x="10728" y="180975"/>
                    </a:cubicBezTo>
                    <a:cubicBezTo>
                      <a:pt x="12203" y="186505"/>
                      <a:pt x="17078" y="190500"/>
                      <a:pt x="20253" y="195262"/>
                    </a:cubicBezTo>
                    <a:cubicBezTo>
                      <a:pt x="21840" y="217487"/>
                      <a:pt x="22554" y="239792"/>
                      <a:pt x="25015" y="261937"/>
                    </a:cubicBezTo>
                    <a:cubicBezTo>
                      <a:pt x="25738" y="268442"/>
                      <a:pt x="26147" y="275541"/>
                      <a:pt x="29778" y="280987"/>
                    </a:cubicBezTo>
                    <a:cubicBezTo>
                      <a:pt x="32953" y="285749"/>
                      <a:pt x="38583" y="288867"/>
                      <a:pt x="44065" y="290512"/>
                    </a:cubicBezTo>
                    <a:cubicBezTo>
                      <a:pt x="54817" y="293738"/>
                      <a:pt x="66290" y="293687"/>
                      <a:pt x="77403" y="295275"/>
                    </a:cubicBezTo>
                    <a:cubicBezTo>
                      <a:pt x="139352" y="284950"/>
                      <a:pt x="131892" y="299712"/>
                      <a:pt x="163128" y="247650"/>
                    </a:cubicBezTo>
                    <a:cubicBezTo>
                      <a:pt x="167890" y="239712"/>
                      <a:pt x="170108" y="229520"/>
                      <a:pt x="177415" y="223837"/>
                    </a:cubicBezTo>
                    <a:cubicBezTo>
                      <a:pt x="185340" y="217673"/>
                      <a:pt x="205990" y="214312"/>
                      <a:pt x="205990" y="214312"/>
                    </a:cubicBezTo>
                    <a:cubicBezTo>
                      <a:pt x="207578" y="219075"/>
                      <a:pt x="209374" y="223773"/>
                      <a:pt x="210753" y="228600"/>
                    </a:cubicBezTo>
                    <a:cubicBezTo>
                      <a:pt x="212551" y="234894"/>
                      <a:pt x="213590" y="241394"/>
                      <a:pt x="215515" y="247650"/>
                    </a:cubicBezTo>
                    <a:cubicBezTo>
                      <a:pt x="219944" y="262044"/>
                      <a:pt x="217755" y="281476"/>
                      <a:pt x="229803" y="290512"/>
                    </a:cubicBezTo>
                    <a:cubicBezTo>
                      <a:pt x="254241" y="308841"/>
                      <a:pt x="243240" y="299187"/>
                      <a:pt x="263140" y="319087"/>
                    </a:cubicBezTo>
                    <a:cubicBezTo>
                      <a:pt x="266315" y="328612"/>
                      <a:pt x="264440" y="341904"/>
                      <a:pt x="272665" y="347662"/>
                    </a:cubicBezTo>
                    <a:cubicBezTo>
                      <a:pt x="300410" y="367084"/>
                      <a:pt x="311833" y="351624"/>
                      <a:pt x="329815" y="338137"/>
                    </a:cubicBezTo>
                    <a:cubicBezTo>
                      <a:pt x="334578" y="309562"/>
                      <a:pt x="326918" y="275734"/>
                      <a:pt x="344103" y="252412"/>
                    </a:cubicBezTo>
                    <a:cubicBezTo>
                      <a:pt x="361013" y="229462"/>
                      <a:pt x="423209" y="256556"/>
                      <a:pt x="439353" y="261937"/>
                    </a:cubicBezTo>
                    <a:cubicBezTo>
                      <a:pt x="448878" y="271462"/>
                      <a:pt x="455494" y="285331"/>
                      <a:pt x="467928" y="290512"/>
                    </a:cubicBezTo>
                    <a:cubicBezTo>
                      <a:pt x="485057" y="297649"/>
                      <a:pt x="501430" y="280462"/>
                      <a:pt x="515553" y="276225"/>
                    </a:cubicBezTo>
                    <a:cubicBezTo>
                      <a:pt x="524802" y="273450"/>
                      <a:pt x="534702" y="273557"/>
                      <a:pt x="544128" y="271462"/>
                    </a:cubicBezTo>
                    <a:cubicBezTo>
                      <a:pt x="549028" y="270373"/>
                      <a:pt x="553653" y="268287"/>
                      <a:pt x="558415" y="266700"/>
                    </a:cubicBezTo>
                    <a:cubicBezTo>
                      <a:pt x="560003" y="254000"/>
                      <a:pt x="561368" y="241270"/>
                      <a:pt x="563178" y="228600"/>
                    </a:cubicBezTo>
                    <a:cubicBezTo>
                      <a:pt x="564544" y="219041"/>
                      <a:pt x="568326" y="209674"/>
                      <a:pt x="567940" y="200025"/>
                    </a:cubicBezTo>
                    <a:cubicBezTo>
                      <a:pt x="566728" y="169720"/>
                      <a:pt x="566747" y="138699"/>
                      <a:pt x="558415" y="109537"/>
                    </a:cubicBezTo>
                    <a:cubicBezTo>
                      <a:pt x="556465" y="102711"/>
                      <a:pt x="545715" y="103187"/>
                      <a:pt x="539365" y="100012"/>
                    </a:cubicBezTo>
                    <a:cubicBezTo>
                      <a:pt x="531821" y="84923"/>
                      <a:pt x="527917" y="74276"/>
                      <a:pt x="515553" y="61912"/>
                    </a:cubicBezTo>
                    <a:cubicBezTo>
                      <a:pt x="510260" y="56619"/>
                      <a:pt x="495144" y="48044"/>
                      <a:pt x="486978" y="47625"/>
                    </a:cubicBezTo>
                    <a:cubicBezTo>
                      <a:pt x="429881" y="44697"/>
                      <a:pt x="372678" y="44450"/>
                      <a:pt x="315528" y="42862"/>
                    </a:cubicBezTo>
                    <a:cubicBezTo>
                      <a:pt x="299397" y="29958"/>
                      <a:pt x="274588" y="7383"/>
                      <a:pt x="253615" y="4762"/>
                    </a:cubicBezTo>
                    <a:lnTo>
                      <a:pt x="215515" y="0"/>
                    </a:lnTo>
                    <a:cubicBezTo>
                      <a:pt x="201228" y="4762"/>
                      <a:pt x="186636" y="8694"/>
                      <a:pt x="172653" y="14287"/>
                    </a:cubicBezTo>
                    <a:cubicBezTo>
                      <a:pt x="162765" y="18242"/>
                      <a:pt x="153966" y="24620"/>
                      <a:pt x="144078" y="28575"/>
                    </a:cubicBezTo>
                    <a:cubicBezTo>
                      <a:pt x="138001" y="31006"/>
                      <a:pt x="131322" y="31539"/>
                      <a:pt x="125028" y="33337"/>
                    </a:cubicBezTo>
                    <a:cubicBezTo>
                      <a:pt x="120201" y="34716"/>
                      <a:pt x="115549" y="36657"/>
                      <a:pt x="110740" y="38100"/>
                    </a:cubicBezTo>
                    <a:cubicBezTo>
                      <a:pt x="99670" y="41421"/>
                      <a:pt x="88515" y="44450"/>
                      <a:pt x="77403" y="47625"/>
                    </a:cubicBezTo>
                    <a:cubicBezTo>
                      <a:pt x="71930" y="64042"/>
                      <a:pt x="41684" y="71438"/>
                      <a:pt x="34540" y="7620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39E9FB0-9823-4258-97ED-EE5D3BEB4827}"/>
                  </a:ext>
                </a:extLst>
              </p:cNvPr>
              <p:cNvSpPr/>
              <p:nvPr/>
            </p:nvSpPr>
            <p:spPr>
              <a:xfrm>
                <a:off x="1151482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D57613D-4588-4BB1-B103-F58B1BAE54B4}"/>
                  </a:ext>
                </a:extLst>
              </p:cNvPr>
              <p:cNvSpPr/>
              <p:nvPr/>
            </p:nvSpPr>
            <p:spPr>
              <a:xfrm flipH="1">
                <a:off x="1516830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D994E608-F821-4FC5-B3AF-863DBD7EA7EC}"/>
                  </a:ext>
                </a:extLst>
              </p:cNvPr>
              <p:cNvGrpSpPr/>
              <p:nvPr/>
            </p:nvGrpSpPr>
            <p:grpSpPr>
              <a:xfrm>
                <a:off x="1066185" y="2005920"/>
                <a:ext cx="266714" cy="238616"/>
                <a:chOff x="1047750" y="2033588"/>
                <a:chExt cx="266714" cy="238616"/>
              </a:xfrm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BA58C8AB-0BFA-4F19-86AF-8E2DE36DC402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AFCE3A13-040E-432F-8F77-CDA42FC5FE78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8F4A15BA-7168-49E5-8559-3600CA5CCA22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45E4A0D4-7BF3-4E48-9C8B-407109ACC69E}"/>
                  </a:ext>
                </a:extLst>
              </p:cNvPr>
              <p:cNvGrpSpPr/>
              <p:nvPr/>
            </p:nvGrpSpPr>
            <p:grpSpPr>
              <a:xfrm rot="18623538">
                <a:off x="1627698" y="2015198"/>
                <a:ext cx="266714" cy="238616"/>
                <a:chOff x="1047750" y="2033588"/>
                <a:chExt cx="266714" cy="238616"/>
              </a:xfrm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F6AE8E7A-4DBD-4E15-A6BA-438A2706F302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A45EFDD2-1DAB-481D-9CD6-2BA43DE1D1F1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608F515E-29A7-4044-862D-D55B2768A1C2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C8169C30-FA52-49F7-A0BD-765D4DD7E0C4}"/>
                  </a:ext>
                </a:extLst>
              </p:cNvPr>
              <p:cNvSpPr/>
              <p:nvPr/>
            </p:nvSpPr>
            <p:spPr>
              <a:xfrm rot="20219117">
                <a:off x="971370" y="1188230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735755A-465D-40B2-A849-DA00E2B5B1B6}"/>
                  </a:ext>
                </a:extLst>
              </p:cNvPr>
              <p:cNvSpPr/>
              <p:nvPr/>
            </p:nvSpPr>
            <p:spPr>
              <a:xfrm rot="15953926">
                <a:off x="1586692" y="1209728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580DD8CA-4B21-471A-AA6B-1EBCF032EFCE}"/>
                  </a:ext>
                </a:extLst>
              </p:cNvPr>
              <p:cNvGrpSpPr/>
              <p:nvPr/>
            </p:nvGrpSpPr>
            <p:grpSpPr>
              <a:xfrm rot="20861058">
                <a:off x="919169" y="1370990"/>
                <a:ext cx="266714" cy="238616"/>
                <a:chOff x="1047750" y="2033588"/>
                <a:chExt cx="266714" cy="238616"/>
              </a:xfrm>
            </p:grpSpPr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31520D39-9799-46FA-808A-CAEAFE48C41E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56B5DDE-37B8-44FF-B9CE-13266579B718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E9D8BDC0-7DBC-4739-A1EA-4544E59F8ABA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12DDC4A-2B34-4C9D-89B4-7DBAC2B97B16}"/>
                  </a:ext>
                </a:extLst>
              </p:cNvPr>
              <p:cNvGrpSpPr/>
              <p:nvPr/>
            </p:nvGrpSpPr>
            <p:grpSpPr>
              <a:xfrm rot="18623538">
                <a:off x="1746103" y="1401464"/>
                <a:ext cx="266714" cy="238616"/>
                <a:chOff x="1047750" y="2033588"/>
                <a:chExt cx="266714" cy="238616"/>
              </a:xfrm>
            </p:grpSpPr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BA7A6D74-78C2-4252-A5F5-0D144F793F88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31DD16DA-922E-4D02-BB29-E30E44F66DCD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9B5EBDEA-C2C1-4EDB-84B6-283D677C7EE6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9BE1070-DEC1-4278-9652-B2610893FC28}"/>
              </a:ext>
            </a:extLst>
          </p:cNvPr>
          <p:cNvGrpSpPr/>
          <p:nvPr/>
        </p:nvGrpSpPr>
        <p:grpSpPr>
          <a:xfrm>
            <a:off x="4013882" y="2676720"/>
            <a:ext cx="1530220" cy="1504560"/>
            <a:chOff x="4013882" y="2676720"/>
            <a:chExt cx="1530220" cy="15045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F256A19-692B-4C6F-BE20-DD52F38C6E7E}"/>
                </a:ext>
              </a:extLst>
            </p:cNvPr>
            <p:cNvGrpSpPr/>
            <p:nvPr/>
          </p:nvGrpSpPr>
          <p:grpSpPr>
            <a:xfrm>
              <a:off x="4013882" y="2676720"/>
              <a:ext cx="1530220" cy="1504560"/>
              <a:chOff x="516782" y="905612"/>
              <a:chExt cx="1530220" cy="150456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EF006DA-663D-4298-BFF3-A93E106E2D54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Wave 30">
                <a:extLst>
                  <a:ext uri="{FF2B5EF4-FFF2-40B4-BE49-F238E27FC236}">
                    <a16:creationId xmlns:a16="http://schemas.microsoft.com/office/drawing/2014/main" id="{E498F51C-E555-43E1-A2B1-BE10744732AF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024BFF3-86E3-4084-A8E3-6A5F19FE85AA}"/>
                </a:ext>
              </a:extLst>
            </p:cNvPr>
            <p:cNvGrpSpPr/>
            <p:nvPr/>
          </p:nvGrpSpPr>
          <p:grpSpPr>
            <a:xfrm>
              <a:off x="4318798" y="3060033"/>
              <a:ext cx="869561" cy="888211"/>
              <a:chOff x="4318798" y="3060033"/>
              <a:chExt cx="869561" cy="888211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E7BAF345-EF43-46AA-82DB-83B6BFFAC51B}"/>
                  </a:ext>
                </a:extLst>
              </p:cNvPr>
              <p:cNvGrpSpPr/>
              <p:nvPr/>
            </p:nvGrpSpPr>
            <p:grpSpPr>
              <a:xfrm>
                <a:off x="4657451" y="3323714"/>
                <a:ext cx="530908" cy="624530"/>
                <a:chOff x="919169" y="747323"/>
                <a:chExt cx="1079599" cy="1520540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3E268BA3-00BA-4BA1-B764-BC5698CFB232}"/>
                    </a:ext>
                  </a:extLst>
                </p:cNvPr>
                <p:cNvSpPr/>
                <p:nvPr/>
              </p:nvSpPr>
              <p:spPr>
                <a:xfrm>
                  <a:off x="1296850" y="1081087"/>
                  <a:ext cx="352191" cy="50006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30AA1B69-BAAD-4F13-BB3A-2C6809B84E17}"/>
                    </a:ext>
                  </a:extLst>
                </p:cNvPr>
                <p:cNvSpPr/>
                <p:nvPr/>
              </p:nvSpPr>
              <p:spPr>
                <a:xfrm>
                  <a:off x="1076326" y="819150"/>
                  <a:ext cx="195262" cy="314325"/>
                </a:xfrm>
                <a:custGeom>
                  <a:avLst/>
                  <a:gdLst>
                    <a:gd name="connsiteX0" fmla="*/ 0 w 152400"/>
                    <a:gd name="connsiteY0" fmla="*/ 0 h 238125"/>
                    <a:gd name="connsiteX1" fmla="*/ 95250 w 152400"/>
                    <a:gd name="connsiteY1" fmla="*/ 23812 h 238125"/>
                    <a:gd name="connsiteX2" fmla="*/ 123825 w 152400"/>
                    <a:gd name="connsiteY2" fmla="*/ 47625 h 238125"/>
                    <a:gd name="connsiteX3" fmla="*/ 133350 w 152400"/>
                    <a:gd name="connsiteY3" fmla="*/ 95250 h 238125"/>
                    <a:gd name="connsiteX4" fmla="*/ 128587 w 152400"/>
                    <a:gd name="connsiteY4" fmla="*/ 171450 h 238125"/>
                    <a:gd name="connsiteX5" fmla="*/ 133350 w 152400"/>
                    <a:gd name="connsiteY5" fmla="*/ 195262 h 238125"/>
                    <a:gd name="connsiteX6" fmla="*/ 142875 w 152400"/>
                    <a:gd name="connsiteY6" fmla="*/ 214312 h 238125"/>
                    <a:gd name="connsiteX7" fmla="*/ 152400 w 152400"/>
                    <a:gd name="connsiteY7" fmla="*/ 238125 h 238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2400" h="238125">
                      <a:moveTo>
                        <a:pt x="0" y="0"/>
                      </a:moveTo>
                      <a:cubicBezTo>
                        <a:pt x="44168" y="4416"/>
                        <a:pt x="54750" y="1030"/>
                        <a:pt x="95250" y="23812"/>
                      </a:cubicBezTo>
                      <a:cubicBezTo>
                        <a:pt x="106057" y="29891"/>
                        <a:pt x="114300" y="39687"/>
                        <a:pt x="123825" y="47625"/>
                      </a:cubicBezTo>
                      <a:cubicBezTo>
                        <a:pt x="126971" y="60210"/>
                        <a:pt x="133350" y="83578"/>
                        <a:pt x="133350" y="95250"/>
                      </a:cubicBezTo>
                      <a:cubicBezTo>
                        <a:pt x="133350" y="120700"/>
                        <a:pt x="130175" y="146050"/>
                        <a:pt x="128587" y="171450"/>
                      </a:cubicBezTo>
                      <a:cubicBezTo>
                        <a:pt x="130175" y="179387"/>
                        <a:pt x="130790" y="187583"/>
                        <a:pt x="133350" y="195262"/>
                      </a:cubicBezTo>
                      <a:cubicBezTo>
                        <a:pt x="135595" y="201997"/>
                        <a:pt x="140078" y="207786"/>
                        <a:pt x="142875" y="214312"/>
                      </a:cubicBezTo>
                      <a:cubicBezTo>
                        <a:pt x="160522" y="255491"/>
                        <a:pt x="137074" y="207477"/>
                        <a:pt x="152400" y="238125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36240467-8B00-4E9B-A8A4-F3AFC1A422E6}"/>
                    </a:ext>
                  </a:extLst>
                </p:cNvPr>
                <p:cNvSpPr/>
                <p:nvPr/>
              </p:nvSpPr>
              <p:spPr>
                <a:xfrm rot="19830825">
                  <a:off x="1108942" y="747323"/>
                  <a:ext cx="234084" cy="376627"/>
                </a:xfrm>
                <a:custGeom>
                  <a:avLst/>
                  <a:gdLst>
                    <a:gd name="connsiteX0" fmla="*/ 34059 w 234084"/>
                    <a:gd name="connsiteY0" fmla="*/ 376627 h 376627"/>
                    <a:gd name="connsiteX1" fmla="*/ 10246 w 234084"/>
                    <a:gd name="connsiteY1" fmla="*/ 362339 h 376627"/>
                    <a:gd name="connsiteX2" fmla="*/ 10246 w 234084"/>
                    <a:gd name="connsiteY2" fmla="*/ 295664 h 376627"/>
                    <a:gd name="connsiteX3" fmla="*/ 57871 w 234084"/>
                    <a:gd name="connsiteY3" fmla="*/ 281377 h 376627"/>
                    <a:gd name="connsiteX4" fmla="*/ 105496 w 234084"/>
                    <a:gd name="connsiteY4" fmla="*/ 262327 h 376627"/>
                    <a:gd name="connsiteX5" fmla="*/ 162646 w 234084"/>
                    <a:gd name="connsiteY5" fmla="*/ 176602 h 376627"/>
                    <a:gd name="connsiteX6" fmla="*/ 172171 w 234084"/>
                    <a:gd name="connsiteY6" fmla="*/ 138502 h 376627"/>
                    <a:gd name="connsiteX7" fmla="*/ 191221 w 234084"/>
                    <a:gd name="connsiteY7" fmla="*/ 5152 h 376627"/>
                    <a:gd name="connsiteX8" fmla="*/ 210271 w 234084"/>
                    <a:gd name="connsiteY8" fmla="*/ 389 h 376627"/>
                    <a:gd name="connsiteX9" fmla="*/ 234084 w 234084"/>
                    <a:gd name="connsiteY9" fmla="*/ 389 h 376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4084" h="376627">
                      <a:moveTo>
                        <a:pt x="34059" y="376627"/>
                      </a:moveTo>
                      <a:cubicBezTo>
                        <a:pt x="26121" y="371864"/>
                        <a:pt x="16342" y="369305"/>
                        <a:pt x="10246" y="362339"/>
                      </a:cubicBezTo>
                      <a:cubicBezTo>
                        <a:pt x="-3334" y="346820"/>
                        <a:pt x="-3498" y="309408"/>
                        <a:pt x="10246" y="295664"/>
                      </a:cubicBezTo>
                      <a:cubicBezTo>
                        <a:pt x="21966" y="283944"/>
                        <a:pt x="42051" y="286320"/>
                        <a:pt x="57871" y="281377"/>
                      </a:cubicBezTo>
                      <a:cubicBezTo>
                        <a:pt x="89257" y="271569"/>
                        <a:pt x="80241" y="274955"/>
                        <a:pt x="105496" y="262327"/>
                      </a:cubicBezTo>
                      <a:cubicBezTo>
                        <a:pt x="153628" y="192803"/>
                        <a:pt x="135445" y="221938"/>
                        <a:pt x="162646" y="176602"/>
                      </a:cubicBezTo>
                      <a:cubicBezTo>
                        <a:pt x="165821" y="163902"/>
                        <a:pt x="171020" y="151542"/>
                        <a:pt x="172171" y="138502"/>
                      </a:cubicBezTo>
                      <a:cubicBezTo>
                        <a:pt x="176188" y="92973"/>
                        <a:pt x="142700" y="25948"/>
                        <a:pt x="191221" y="5152"/>
                      </a:cubicBezTo>
                      <a:cubicBezTo>
                        <a:pt x="197237" y="2574"/>
                        <a:pt x="203766" y="1112"/>
                        <a:pt x="210271" y="389"/>
                      </a:cubicBezTo>
                      <a:cubicBezTo>
                        <a:pt x="218160" y="-488"/>
                        <a:pt x="226146" y="389"/>
                        <a:pt x="234084" y="389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9509D09E-AB89-4A60-AA57-18954880B24C}"/>
                    </a:ext>
                  </a:extLst>
                </p:cNvPr>
                <p:cNvSpPr/>
                <p:nvPr/>
              </p:nvSpPr>
              <p:spPr>
                <a:xfrm>
                  <a:off x="1362076" y="785812"/>
                  <a:ext cx="152406" cy="290513"/>
                </a:xfrm>
                <a:custGeom>
                  <a:avLst/>
                  <a:gdLst>
                    <a:gd name="connsiteX0" fmla="*/ 0 w 152406"/>
                    <a:gd name="connsiteY0" fmla="*/ 204788 h 290513"/>
                    <a:gd name="connsiteX1" fmla="*/ 66675 w 152406"/>
                    <a:gd name="connsiteY1" fmla="*/ 280988 h 290513"/>
                    <a:gd name="connsiteX2" fmla="*/ 85725 w 152406"/>
                    <a:gd name="connsiteY2" fmla="*/ 290513 h 290513"/>
                    <a:gd name="connsiteX3" fmla="*/ 142875 w 152406"/>
                    <a:gd name="connsiteY3" fmla="*/ 266700 h 290513"/>
                    <a:gd name="connsiteX4" fmla="*/ 142875 w 152406"/>
                    <a:gd name="connsiteY4" fmla="*/ 185738 h 290513"/>
                    <a:gd name="connsiteX5" fmla="*/ 114300 w 152406"/>
                    <a:gd name="connsiteY5" fmla="*/ 161925 h 290513"/>
                    <a:gd name="connsiteX6" fmla="*/ 71437 w 152406"/>
                    <a:gd name="connsiteY6" fmla="*/ 114300 h 290513"/>
                    <a:gd name="connsiteX7" fmla="*/ 61912 w 152406"/>
                    <a:gd name="connsiteY7" fmla="*/ 100013 h 290513"/>
                    <a:gd name="connsiteX8" fmla="*/ 71437 w 152406"/>
                    <a:gd name="connsiteY8" fmla="*/ 33338 h 290513"/>
                    <a:gd name="connsiteX9" fmla="*/ 85725 w 152406"/>
                    <a:gd name="connsiteY9" fmla="*/ 19050 h 290513"/>
                    <a:gd name="connsiteX10" fmla="*/ 100012 w 152406"/>
                    <a:gd name="connsiteY10" fmla="*/ 0 h 2905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2406" h="290513">
                      <a:moveTo>
                        <a:pt x="0" y="204788"/>
                      </a:moveTo>
                      <a:cubicBezTo>
                        <a:pt x="28237" y="241496"/>
                        <a:pt x="34182" y="260679"/>
                        <a:pt x="66675" y="280988"/>
                      </a:cubicBezTo>
                      <a:cubicBezTo>
                        <a:pt x="72695" y="284751"/>
                        <a:pt x="79375" y="287338"/>
                        <a:pt x="85725" y="290513"/>
                      </a:cubicBezTo>
                      <a:cubicBezTo>
                        <a:pt x="104775" y="282575"/>
                        <a:pt x="126647" y="279450"/>
                        <a:pt x="142875" y="266700"/>
                      </a:cubicBezTo>
                      <a:cubicBezTo>
                        <a:pt x="161999" y="251674"/>
                        <a:pt x="147149" y="194287"/>
                        <a:pt x="142875" y="185738"/>
                      </a:cubicBezTo>
                      <a:cubicBezTo>
                        <a:pt x="137330" y="174648"/>
                        <a:pt x="123516" y="170219"/>
                        <a:pt x="114300" y="161925"/>
                      </a:cubicBezTo>
                      <a:cubicBezTo>
                        <a:pt x="98453" y="147662"/>
                        <a:pt x="84472" y="131059"/>
                        <a:pt x="71437" y="114300"/>
                      </a:cubicBezTo>
                      <a:cubicBezTo>
                        <a:pt x="67923" y="109782"/>
                        <a:pt x="65087" y="104775"/>
                        <a:pt x="61912" y="100013"/>
                      </a:cubicBezTo>
                      <a:cubicBezTo>
                        <a:pt x="65087" y="77788"/>
                        <a:pt x="65102" y="54876"/>
                        <a:pt x="71437" y="33338"/>
                      </a:cubicBezTo>
                      <a:cubicBezTo>
                        <a:pt x="73338" y="26876"/>
                        <a:pt x="81989" y="24654"/>
                        <a:pt x="85725" y="19050"/>
                      </a:cubicBezTo>
                      <a:cubicBezTo>
                        <a:pt x="100438" y="-3019"/>
                        <a:pt x="79754" y="10130"/>
                        <a:pt x="100012" y="0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3A782468-4358-4DC1-B2C3-E16FE7092734}"/>
                    </a:ext>
                  </a:extLst>
                </p:cNvPr>
                <p:cNvSpPr/>
                <p:nvPr/>
              </p:nvSpPr>
              <p:spPr>
                <a:xfrm>
                  <a:off x="1333501" y="847725"/>
                  <a:ext cx="285750" cy="300208"/>
                </a:xfrm>
                <a:custGeom>
                  <a:avLst/>
                  <a:gdLst>
                    <a:gd name="connsiteX0" fmla="*/ 285750 w 285750"/>
                    <a:gd name="connsiteY0" fmla="*/ 0 h 300208"/>
                    <a:gd name="connsiteX1" fmla="*/ 257175 w 285750"/>
                    <a:gd name="connsiteY1" fmla="*/ 4762 h 300208"/>
                    <a:gd name="connsiteX2" fmla="*/ 161925 w 285750"/>
                    <a:gd name="connsiteY2" fmla="*/ 57150 h 300208"/>
                    <a:gd name="connsiteX3" fmla="*/ 138112 w 285750"/>
                    <a:gd name="connsiteY3" fmla="*/ 80962 h 300208"/>
                    <a:gd name="connsiteX4" fmla="*/ 119062 w 285750"/>
                    <a:gd name="connsiteY4" fmla="*/ 114300 h 300208"/>
                    <a:gd name="connsiteX5" fmla="*/ 95250 w 285750"/>
                    <a:gd name="connsiteY5" fmla="*/ 142875 h 300208"/>
                    <a:gd name="connsiteX6" fmla="*/ 90487 w 285750"/>
                    <a:gd name="connsiteY6" fmla="*/ 161925 h 300208"/>
                    <a:gd name="connsiteX7" fmla="*/ 57150 w 285750"/>
                    <a:gd name="connsiteY7" fmla="*/ 223837 h 300208"/>
                    <a:gd name="connsiteX8" fmla="*/ 47625 w 285750"/>
                    <a:gd name="connsiteY8" fmla="*/ 252412 h 300208"/>
                    <a:gd name="connsiteX9" fmla="*/ 28575 w 285750"/>
                    <a:gd name="connsiteY9" fmla="*/ 276225 h 300208"/>
                    <a:gd name="connsiteX10" fmla="*/ 4762 w 285750"/>
                    <a:gd name="connsiteY10" fmla="*/ 300037 h 300208"/>
                    <a:gd name="connsiteX11" fmla="*/ 0 w 285750"/>
                    <a:gd name="connsiteY11" fmla="*/ 300037 h 300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85750" h="300208">
                      <a:moveTo>
                        <a:pt x="285750" y="0"/>
                      </a:moveTo>
                      <a:cubicBezTo>
                        <a:pt x="276225" y="1587"/>
                        <a:pt x="266392" y="1882"/>
                        <a:pt x="257175" y="4762"/>
                      </a:cubicBezTo>
                      <a:cubicBezTo>
                        <a:pt x="214489" y="18101"/>
                        <a:pt x="197568" y="28636"/>
                        <a:pt x="161925" y="57150"/>
                      </a:cubicBezTo>
                      <a:cubicBezTo>
                        <a:pt x="153159" y="64162"/>
                        <a:pt x="144847" y="71982"/>
                        <a:pt x="138112" y="80962"/>
                      </a:cubicBezTo>
                      <a:cubicBezTo>
                        <a:pt x="130433" y="91201"/>
                        <a:pt x="126347" y="103777"/>
                        <a:pt x="119062" y="114300"/>
                      </a:cubicBezTo>
                      <a:cubicBezTo>
                        <a:pt x="112005" y="124494"/>
                        <a:pt x="103187" y="133350"/>
                        <a:pt x="95250" y="142875"/>
                      </a:cubicBezTo>
                      <a:cubicBezTo>
                        <a:pt x="93662" y="149225"/>
                        <a:pt x="93274" y="156003"/>
                        <a:pt x="90487" y="161925"/>
                      </a:cubicBezTo>
                      <a:cubicBezTo>
                        <a:pt x="80507" y="183133"/>
                        <a:pt x="64562" y="201601"/>
                        <a:pt x="57150" y="223837"/>
                      </a:cubicBezTo>
                      <a:cubicBezTo>
                        <a:pt x="53975" y="233362"/>
                        <a:pt x="52433" y="243598"/>
                        <a:pt x="47625" y="252412"/>
                      </a:cubicBezTo>
                      <a:cubicBezTo>
                        <a:pt x="42757" y="261336"/>
                        <a:pt x="34214" y="267767"/>
                        <a:pt x="28575" y="276225"/>
                      </a:cubicBezTo>
                      <a:cubicBezTo>
                        <a:pt x="14079" y="297970"/>
                        <a:pt x="27713" y="294300"/>
                        <a:pt x="4762" y="300037"/>
                      </a:cubicBezTo>
                      <a:cubicBezTo>
                        <a:pt x="3222" y="300422"/>
                        <a:pt x="1587" y="300037"/>
                        <a:pt x="0" y="300037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64C2242B-0556-4FA2-9C05-41943BDC115F}"/>
                    </a:ext>
                  </a:extLst>
                </p:cNvPr>
                <p:cNvSpPr/>
                <p:nvPr/>
              </p:nvSpPr>
              <p:spPr>
                <a:xfrm>
                  <a:off x="1514476" y="771525"/>
                  <a:ext cx="90487" cy="333375"/>
                </a:xfrm>
                <a:custGeom>
                  <a:avLst/>
                  <a:gdLst>
                    <a:gd name="connsiteX0" fmla="*/ 90487 w 90487"/>
                    <a:gd name="connsiteY0" fmla="*/ 333375 h 333375"/>
                    <a:gd name="connsiteX1" fmla="*/ 52387 w 90487"/>
                    <a:gd name="connsiteY1" fmla="*/ 190500 h 333375"/>
                    <a:gd name="connsiteX2" fmla="*/ 57150 w 90487"/>
                    <a:gd name="connsiteY2" fmla="*/ 152400 h 333375"/>
                    <a:gd name="connsiteX3" fmla="*/ 76200 w 90487"/>
                    <a:gd name="connsiteY3" fmla="*/ 128587 h 333375"/>
                    <a:gd name="connsiteX4" fmla="*/ 66675 w 90487"/>
                    <a:gd name="connsiteY4" fmla="*/ 42862 h 333375"/>
                    <a:gd name="connsiteX5" fmla="*/ 42862 w 90487"/>
                    <a:gd name="connsiteY5" fmla="*/ 23812 h 333375"/>
                    <a:gd name="connsiteX6" fmla="*/ 14287 w 90487"/>
                    <a:gd name="connsiteY6" fmla="*/ 0 h 333375"/>
                    <a:gd name="connsiteX7" fmla="*/ 0 w 90487"/>
                    <a:gd name="connsiteY7" fmla="*/ 9525 h 33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0487" h="333375">
                      <a:moveTo>
                        <a:pt x="90487" y="333375"/>
                      </a:moveTo>
                      <a:cubicBezTo>
                        <a:pt x="67609" y="224705"/>
                        <a:pt x="81971" y="271855"/>
                        <a:pt x="52387" y="190500"/>
                      </a:cubicBezTo>
                      <a:cubicBezTo>
                        <a:pt x="53975" y="177800"/>
                        <a:pt x="52555" y="164346"/>
                        <a:pt x="57150" y="152400"/>
                      </a:cubicBezTo>
                      <a:cubicBezTo>
                        <a:pt x="60799" y="142912"/>
                        <a:pt x="75319" y="138714"/>
                        <a:pt x="76200" y="128587"/>
                      </a:cubicBezTo>
                      <a:cubicBezTo>
                        <a:pt x="78691" y="99944"/>
                        <a:pt x="75392" y="70259"/>
                        <a:pt x="66675" y="42862"/>
                      </a:cubicBezTo>
                      <a:cubicBezTo>
                        <a:pt x="63593" y="33175"/>
                        <a:pt x="50512" y="30506"/>
                        <a:pt x="42862" y="23812"/>
                      </a:cubicBezTo>
                      <a:cubicBezTo>
                        <a:pt x="13526" y="-1856"/>
                        <a:pt x="43529" y="19494"/>
                        <a:pt x="14287" y="0"/>
                      </a:cubicBezTo>
                      <a:lnTo>
                        <a:pt x="0" y="9525"/>
                      </a:ln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FA0ACA6D-E818-4306-A836-631E4B199751}"/>
                    </a:ext>
                  </a:extLst>
                </p:cNvPr>
                <p:cNvSpPr/>
                <p:nvPr/>
              </p:nvSpPr>
              <p:spPr>
                <a:xfrm>
                  <a:off x="1332899" y="871537"/>
                  <a:ext cx="24414" cy="228600"/>
                </a:xfrm>
                <a:custGeom>
                  <a:avLst/>
                  <a:gdLst>
                    <a:gd name="connsiteX0" fmla="*/ 5364 w 24414"/>
                    <a:gd name="connsiteY0" fmla="*/ 228600 h 228600"/>
                    <a:gd name="connsiteX1" fmla="*/ 5364 w 24414"/>
                    <a:gd name="connsiteY1" fmla="*/ 42863 h 228600"/>
                    <a:gd name="connsiteX2" fmla="*/ 14889 w 24414"/>
                    <a:gd name="connsiteY2" fmla="*/ 28575 h 228600"/>
                    <a:gd name="connsiteX3" fmla="*/ 24414 w 24414"/>
                    <a:gd name="connsiteY3" fmla="*/ 0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414" h="228600">
                      <a:moveTo>
                        <a:pt x="5364" y="228600"/>
                      </a:moveTo>
                      <a:cubicBezTo>
                        <a:pt x="697" y="153917"/>
                        <a:pt x="-3913" y="123266"/>
                        <a:pt x="5364" y="42863"/>
                      </a:cubicBezTo>
                      <a:cubicBezTo>
                        <a:pt x="6020" y="37177"/>
                        <a:pt x="12564" y="33806"/>
                        <a:pt x="14889" y="28575"/>
                      </a:cubicBezTo>
                      <a:cubicBezTo>
                        <a:pt x="18967" y="19400"/>
                        <a:pt x="24414" y="0"/>
                        <a:pt x="24414" y="0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0875A521-E33C-4295-92C4-E4CAA9565511}"/>
                    </a:ext>
                  </a:extLst>
                </p:cNvPr>
                <p:cNvSpPr/>
                <p:nvPr/>
              </p:nvSpPr>
              <p:spPr>
                <a:xfrm>
                  <a:off x="1666336" y="766762"/>
                  <a:ext cx="124459" cy="376238"/>
                </a:xfrm>
                <a:custGeom>
                  <a:avLst/>
                  <a:gdLst>
                    <a:gd name="connsiteX0" fmla="*/ 14827 w 124459"/>
                    <a:gd name="connsiteY0" fmla="*/ 376238 h 376238"/>
                    <a:gd name="connsiteX1" fmla="*/ 43402 w 124459"/>
                    <a:gd name="connsiteY1" fmla="*/ 319088 h 376238"/>
                    <a:gd name="connsiteX2" fmla="*/ 100552 w 124459"/>
                    <a:gd name="connsiteY2" fmla="*/ 233363 h 376238"/>
                    <a:gd name="connsiteX3" fmla="*/ 124365 w 124459"/>
                    <a:gd name="connsiteY3" fmla="*/ 219075 h 376238"/>
                    <a:gd name="connsiteX4" fmla="*/ 119602 w 124459"/>
                    <a:gd name="connsiteY4" fmla="*/ 185738 h 376238"/>
                    <a:gd name="connsiteX5" fmla="*/ 48165 w 124459"/>
                    <a:gd name="connsiteY5" fmla="*/ 147638 h 376238"/>
                    <a:gd name="connsiteX6" fmla="*/ 33877 w 124459"/>
                    <a:gd name="connsiteY6" fmla="*/ 138113 h 376238"/>
                    <a:gd name="connsiteX7" fmla="*/ 14827 w 124459"/>
                    <a:gd name="connsiteY7" fmla="*/ 133350 h 376238"/>
                    <a:gd name="connsiteX8" fmla="*/ 540 w 124459"/>
                    <a:gd name="connsiteY8" fmla="*/ 123825 h 376238"/>
                    <a:gd name="connsiteX9" fmla="*/ 29115 w 124459"/>
                    <a:gd name="connsiteY9" fmla="*/ 66675 h 376238"/>
                    <a:gd name="connsiteX10" fmla="*/ 43402 w 124459"/>
                    <a:gd name="connsiteY10" fmla="*/ 47625 h 376238"/>
                    <a:gd name="connsiteX11" fmla="*/ 86265 w 124459"/>
                    <a:gd name="connsiteY11" fmla="*/ 42863 h 376238"/>
                    <a:gd name="connsiteX12" fmla="*/ 95790 w 124459"/>
                    <a:gd name="connsiteY12" fmla="*/ 0 h 376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4459" h="376238">
                      <a:moveTo>
                        <a:pt x="14827" y="376238"/>
                      </a:moveTo>
                      <a:cubicBezTo>
                        <a:pt x="58122" y="322118"/>
                        <a:pt x="11728" y="386395"/>
                        <a:pt x="43402" y="319088"/>
                      </a:cubicBezTo>
                      <a:cubicBezTo>
                        <a:pt x="51464" y="301957"/>
                        <a:pt x="85463" y="248452"/>
                        <a:pt x="100552" y="233363"/>
                      </a:cubicBezTo>
                      <a:cubicBezTo>
                        <a:pt x="107098" y="226817"/>
                        <a:pt x="116427" y="223838"/>
                        <a:pt x="124365" y="219075"/>
                      </a:cubicBezTo>
                      <a:cubicBezTo>
                        <a:pt x="122777" y="207963"/>
                        <a:pt x="127791" y="193415"/>
                        <a:pt x="119602" y="185738"/>
                      </a:cubicBezTo>
                      <a:cubicBezTo>
                        <a:pt x="99914" y="167280"/>
                        <a:pt x="70620" y="162608"/>
                        <a:pt x="48165" y="147638"/>
                      </a:cubicBezTo>
                      <a:cubicBezTo>
                        <a:pt x="43402" y="144463"/>
                        <a:pt x="39138" y="140368"/>
                        <a:pt x="33877" y="138113"/>
                      </a:cubicBezTo>
                      <a:cubicBezTo>
                        <a:pt x="27861" y="135535"/>
                        <a:pt x="21177" y="134938"/>
                        <a:pt x="14827" y="133350"/>
                      </a:cubicBezTo>
                      <a:cubicBezTo>
                        <a:pt x="10065" y="130175"/>
                        <a:pt x="1109" y="129520"/>
                        <a:pt x="540" y="123825"/>
                      </a:cubicBezTo>
                      <a:cubicBezTo>
                        <a:pt x="-2990" y="88526"/>
                        <a:pt x="11258" y="87084"/>
                        <a:pt x="29115" y="66675"/>
                      </a:cubicBezTo>
                      <a:cubicBezTo>
                        <a:pt x="34342" y="60701"/>
                        <a:pt x="36075" y="50678"/>
                        <a:pt x="43402" y="47625"/>
                      </a:cubicBezTo>
                      <a:cubicBezTo>
                        <a:pt x="56672" y="42096"/>
                        <a:pt x="71977" y="44450"/>
                        <a:pt x="86265" y="42863"/>
                      </a:cubicBezTo>
                      <a:cubicBezTo>
                        <a:pt x="99340" y="16713"/>
                        <a:pt x="95790" y="30913"/>
                        <a:pt x="95790" y="0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4D5B843D-ED45-4CB4-A3E7-115AD43255D5}"/>
                    </a:ext>
                  </a:extLst>
                </p:cNvPr>
                <p:cNvSpPr/>
                <p:nvPr/>
              </p:nvSpPr>
              <p:spPr>
                <a:xfrm>
                  <a:off x="1657352" y="785812"/>
                  <a:ext cx="252412" cy="304800"/>
                </a:xfrm>
                <a:custGeom>
                  <a:avLst/>
                  <a:gdLst>
                    <a:gd name="connsiteX0" fmla="*/ 0 w 344403"/>
                    <a:gd name="connsiteY0" fmla="*/ 300564 h 300564"/>
                    <a:gd name="connsiteX1" fmla="*/ 85725 w 344403"/>
                    <a:gd name="connsiteY1" fmla="*/ 205314 h 300564"/>
                    <a:gd name="connsiteX2" fmla="*/ 214312 w 344403"/>
                    <a:gd name="connsiteY2" fmla="*/ 81489 h 300564"/>
                    <a:gd name="connsiteX3" fmla="*/ 285750 w 344403"/>
                    <a:gd name="connsiteY3" fmla="*/ 33864 h 300564"/>
                    <a:gd name="connsiteX4" fmla="*/ 323850 w 344403"/>
                    <a:gd name="connsiteY4" fmla="*/ 10052 h 300564"/>
                    <a:gd name="connsiteX5" fmla="*/ 342900 w 344403"/>
                    <a:gd name="connsiteY5" fmla="*/ 527 h 300564"/>
                    <a:gd name="connsiteX6" fmla="*/ 276225 w 344403"/>
                    <a:gd name="connsiteY6" fmla="*/ 5289 h 300564"/>
                    <a:gd name="connsiteX7" fmla="*/ 185737 w 344403"/>
                    <a:gd name="connsiteY7" fmla="*/ 19577 h 300564"/>
                    <a:gd name="connsiteX8" fmla="*/ 166687 w 344403"/>
                    <a:gd name="connsiteY8" fmla="*/ 24339 h 300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44403" h="300564">
                      <a:moveTo>
                        <a:pt x="0" y="300564"/>
                      </a:moveTo>
                      <a:cubicBezTo>
                        <a:pt x="61522" y="269804"/>
                        <a:pt x="11886" y="300251"/>
                        <a:pt x="85725" y="205314"/>
                      </a:cubicBezTo>
                      <a:cubicBezTo>
                        <a:pt x="114469" y="168357"/>
                        <a:pt x="183680" y="101910"/>
                        <a:pt x="214312" y="81489"/>
                      </a:cubicBezTo>
                      <a:lnTo>
                        <a:pt x="285750" y="33864"/>
                      </a:lnTo>
                      <a:cubicBezTo>
                        <a:pt x="298294" y="25683"/>
                        <a:pt x="310455" y="16750"/>
                        <a:pt x="323850" y="10052"/>
                      </a:cubicBezTo>
                      <a:cubicBezTo>
                        <a:pt x="330200" y="6877"/>
                        <a:pt x="349964" y="1234"/>
                        <a:pt x="342900" y="527"/>
                      </a:cubicBezTo>
                      <a:cubicBezTo>
                        <a:pt x="320729" y="-1690"/>
                        <a:pt x="298450" y="3702"/>
                        <a:pt x="276225" y="5289"/>
                      </a:cubicBezTo>
                      <a:cubicBezTo>
                        <a:pt x="214504" y="17633"/>
                        <a:pt x="244690" y="13026"/>
                        <a:pt x="185737" y="19577"/>
                      </a:cubicBezTo>
                      <a:lnTo>
                        <a:pt x="166687" y="24339"/>
                      </a:ln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AEE6D46A-15E0-4E6B-9D7B-601400A08C43}"/>
                    </a:ext>
                  </a:extLst>
                </p:cNvPr>
                <p:cNvSpPr/>
                <p:nvPr/>
              </p:nvSpPr>
              <p:spPr>
                <a:xfrm>
                  <a:off x="1181663" y="1412263"/>
                  <a:ext cx="567967" cy="356823"/>
                </a:xfrm>
                <a:custGeom>
                  <a:avLst/>
                  <a:gdLst>
                    <a:gd name="connsiteX0" fmla="*/ 34540 w 567967"/>
                    <a:gd name="connsiteY0" fmla="*/ 76200 h 356823"/>
                    <a:gd name="connsiteX1" fmla="*/ 34540 w 567967"/>
                    <a:gd name="connsiteY1" fmla="*/ 76200 h 356823"/>
                    <a:gd name="connsiteX2" fmla="*/ 10728 w 567967"/>
                    <a:gd name="connsiteY2" fmla="*/ 180975 h 356823"/>
                    <a:gd name="connsiteX3" fmla="*/ 20253 w 567967"/>
                    <a:gd name="connsiteY3" fmla="*/ 195262 h 356823"/>
                    <a:gd name="connsiteX4" fmla="*/ 25015 w 567967"/>
                    <a:gd name="connsiteY4" fmla="*/ 261937 h 356823"/>
                    <a:gd name="connsiteX5" fmla="*/ 29778 w 567967"/>
                    <a:gd name="connsiteY5" fmla="*/ 280987 h 356823"/>
                    <a:gd name="connsiteX6" fmla="*/ 44065 w 567967"/>
                    <a:gd name="connsiteY6" fmla="*/ 290512 h 356823"/>
                    <a:gd name="connsiteX7" fmla="*/ 77403 w 567967"/>
                    <a:gd name="connsiteY7" fmla="*/ 295275 h 356823"/>
                    <a:gd name="connsiteX8" fmla="*/ 163128 w 567967"/>
                    <a:gd name="connsiteY8" fmla="*/ 247650 h 356823"/>
                    <a:gd name="connsiteX9" fmla="*/ 177415 w 567967"/>
                    <a:gd name="connsiteY9" fmla="*/ 223837 h 356823"/>
                    <a:gd name="connsiteX10" fmla="*/ 205990 w 567967"/>
                    <a:gd name="connsiteY10" fmla="*/ 214312 h 356823"/>
                    <a:gd name="connsiteX11" fmla="*/ 210753 w 567967"/>
                    <a:gd name="connsiteY11" fmla="*/ 228600 h 356823"/>
                    <a:gd name="connsiteX12" fmla="*/ 215515 w 567967"/>
                    <a:gd name="connsiteY12" fmla="*/ 247650 h 356823"/>
                    <a:gd name="connsiteX13" fmla="*/ 229803 w 567967"/>
                    <a:gd name="connsiteY13" fmla="*/ 290512 h 356823"/>
                    <a:gd name="connsiteX14" fmla="*/ 263140 w 567967"/>
                    <a:gd name="connsiteY14" fmla="*/ 319087 h 356823"/>
                    <a:gd name="connsiteX15" fmla="*/ 272665 w 567967"/>
                    <a:gd name="connsiteY15" fmla="*/ 347662 h 356823"/>
                    <a:gd name="connsiteX16" fmla="*/ 329815 w 567967"/>
                    <a:gd name="connsiteY16" fmla="*/ 338137 h 356823"/>
                    <a:gd name="connsiteX17" fmla="*/ 344103 w 567967"/>
                    <a:gd name="connsiteY17" fmla="*/ 252412 h 356823"/>
                    <a:gd name="connsiteX18" fmla="*/ 439353 w 567967"/>
                    <a:gd name="connsiteY18" fmla="*/ 261937 h 356823"/>
                    <a:gd name="connsiteX19" fmla="*/ 467928 w 567967"/>
                    <a:gd name="connsiteY19" fmla="*/ 290512 h 356823"/>
                    <a:gd name="connsiteX20" fmla="*/ 515553 w 567967"/>
                    <a:gd name="connsiteY20" fmla="*/ 276225 h 356823"/>
                    <a:gd name="connsiteX21" fmla="*/ 544128 w 567967"/>
                    <a:gd name="connsiteY21" fmla="*/ 271462 h 356823"/>
                    <a:gd name="connsiteX22" fmla="*/ 558415 w 567967"/>
                    <a:gd name="connsiteY22" fmla="*/ 266700 h 356823"/>
                    <a:gd name="connsiteX23" fmla="*/ 563178 w 567967"/>
                    <a:gd name="connsiteY23" fmla="*/ 228600 h 356823"/>
                    <a:gd name="connsiteX24" fmla="*/ 567940 w 567967"/>
                    <a:gd name="connsiteY24" fmla="*/ 200025 h 356823"/>
                    <a:gd name="connsiteX25" fmla="*/ 558415 w 567967"/>
                    <a:gd name="connsiteY25" fmla="*/ 109537 h 356823"/>
                    <a:gd name="connsiteX26" fmla="*/ 539365 w 567967"/>
                    <a:gd name="connsiteY26" fmla="*/ 100012 h 356823"/>
                    <a:gd name="connsiteX27" fmla="*/ 515553 w 567967"/>
                    <a:gd name="connsiteY27" fmla="*/ 61912 h 356823"/>
                    <a:gd name="connsiteX28" fmla="*/ 486978 w 567967"/>
                    <a:gd name="connsiteY28" fmla="*/ 47625 h 356823"/>
                    <a:gd name="connsiteX29" fmla="*/ 315528 w 567967"/>
                    <a:gd name="connsiteY29" fmla="*/ 42862 h 356823"/>
                    <a:gd name="connsiteX30" fmla="*/ 253615 w 567967"/>
                    <a:gd name="connsiteY30" fmla="*/ 4762 h 356823"/>
                    <a:gd name="connsiteX31" fmla="*/ 215515 w 567967"/>
                    <a:gd name="connsiteY31" fmla="*/ 0 h 356823"/>
                    <a:gd name="connsiteX32" fmla="*/ 172653 w 567967"/>
                    <a:gd name="connsiteY32" fmla="*/ 14287 h 356823"/>
                    <a:gd name="connsiteX33" fmla="*/ 144078 w 567967"/>
                    <a:gd name="connsiteY33" fmla="*/ 28575 h 356823"/>
                    <a:gd name="connsiteX34" fmla="*/ 125028 w 567967"/>
                    <a:gd name="connsiteY34" fmla="*/ 33337 h 356823"/>
                    <a:gd name="connsiteX35" fmla="*/ 110740 w 567967"/>
                    <a:gd name="connsiteY35" fmla="*/ 38100 h 356823"/>
                    <a:gd name="connsiteX36" fmla="*/ 77403 w 567967"/>
                    <a:gd name="connsiteY36" fmla="*/ 47625 h 356823"/>
                    <a:gd name="connsiteX37" fmla="*/ 34540 w 567967"/>
                    <a:gd name="connsiteY37" fmla="*/ 76200 h 356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567967" h="356823">
                      <a:moveTo>
                        <a:pt x="34540" y="76200"/>
                      </a:moveTo>
                      <a:lnTo>
                        <a:pt x="34540" y="76200"/>
                      </a:lnTo>
                      <a:cubicBezTo>
                        <a:pt x="-4331" y="131731"/>
                        <a:pt x="-7505" y="112600"/>
                        <a:pt x="10728" y="180975"/>
                      </a:cubicBezTo>
                      <a:cubicBezTo>
                        <a:pt x="12203" y="186505"/>
                        <a:pt x="17078" y="190500"/>
                        <a:pt x="20253" y="195262"/>
                      </a:cubicBezTo>
                      <a:cubicBezTo>
                        <a:pt x="21840" y="217487"/>
                        <a:pt x="22554" y="239792"/>
                        <a:pt x="25015" y="261937"/>
                      </a:cubicBezTo>
                      <a:cubicBezTo>
                        <a:pt x="25738" y="268442"/>
                        <a:pt x="26147" y="275541"/>
                        <a:pt x="29778" y="280987"/>
                      </a:cubicBezTo>
                      <a:cubicBezTo>
                        <a:pt x="32953" y="285749"/>
                        <a:pt x="38583" y="288867"/>
                        <a:pt x="44065" y="290512"/>
                      </a:cubicBezTo>
                      <a:cubicBezTo>
                        <a:pt x="54817" y="293738"/>
                        <a:pt x="66290" y="293687"/>
                        <a:pt x="77403" y="295275"/>
                      </a:cubicBezTo>
                      <a:cubicBezTo>
                        <a:pt x="139352" y="284950"/>
                        <a:pt x="131892" y="299712"/>
                        <a:pt x="163128" y="247650"/>
                      </a:cubicBezTo>
                      <a:cubicBezTo>
                        <a:pt x="167890" y="239712"/>
                        <a:pt x="170108" y="229520"/>
                        <a:pt x="177415" y="223837"/>
                      </a:cubicBezTo>
                      <a:cubicBezTo>
                        <a:pt x="185340" y="217673"/>
                        <a:pt x="205990" y="214312"/>
                        <a:pt x="205990" y="214312"/>
                      </a:cubicBezTo>
                      <a:cubicBezTo>
                        <a:pt x="207578" y="219075"/>
                        <a:pt x="209374" y="223773"/>
                        <a:pt x="210753" y="228600"/>
                      </a:cubicBezTo>
                      <a:cubicBezTo>
                        <a:pt x="212551" y="234894"/>
                        <a:pt x="213590" y="241394"/>
                        <a:pt x="215515" y="247650"/>
                      </a:cubicBezTo>
                      <a:cubicBezTo>
                        <a:pt x="219944" y="262044"/>
                        <a:pt x="217755" y="281476"/>
                        <a:pt x="229803" y="290512"/>
                      </a:cubicBezTo>
                      <a:cubicBezTo>
                        <a:pt x="254241" y="308841"/>
                        <a:pt x="243240" y="299187"/>
                        <a:pt x="263140" y="319087"/>
                      </a:cubicBezTo>
                      <a:cubicBezTo>
                        <a:pt x="266315" y="328612"/>
                        <a:pt x="264440" y="341904"/>
                        <a:pt x="272665" y="347662"/>
                      </a:cubicBezTo>
                      <a:cubicBezTo>
                        <a:pt x="300410" y="367084"/>
                        <a:pt x="311833" y="351624"/>
                        <a:pt x="329815" y="338137"/>
                      </a:cubicBezTo>
                      <a:cubicBezTo>
                        <a:pt x="334578" y="309562"/>
                        <a:pt x="326918" y="275734"/>
                        <a:pt x="344103" y="252412"/>
                      </a:cubicBezTo>
                      <a:cubicBezTo>
                        <a:pt x="361013" y="229462"/>
                        <a:pt x="423209" y="256556"/>
                        <a:pt x="439353" y="261937"/>
                      </a:cubicBezTo>
                      <a:cubicBezTo>
                        <a:pt x="448878" y="271462"/>
                        <a:pt x="455494" y="285331"/>
                        <a:pt x="467928" y="290512"/>
                      </a:cubicBezTo>
                      <a:cubicBezTo>
                        <a:pt x="485057" y="297649"/>
                        <a:pt x="501430" y="280462"/>
                        <a:pt x="515553" y="276225"/>
                      </a:cubicBezTo>
                      <a:cubicBezTo>
                        <a:pt x="524802" y="273450"/>
                        <a:pt x="534702" y="273557"/>
                        <a:pt x="544128" y="271462"/>
                      </a:cubicBezTo>
                      <a:cubicBezTo>
                        <a:pt x="549028" y="270373"/>
                        <a:pt x="553653" y="268287"/>
                        <a:pt x="558415" y="266700"/>
                      </a:cubicBezTo>
                      <a:cubicBezTo>
                        <a:pt x="560003" y="254000"/>
                        <a:pt x="561368" y="241270"/>
                        <a:pt x="563178" y="228600"/>
                      </a:cubicBezTo>
                      <a:cubicBezTo>
                        <a:pt x="564544" y="219041"/>
                        <a:pt x="568326" y="209674"/>
                        <a:pt x="567940" y="200025"/>
                      </a:cubicBezTo>
                      <a:cubicBezTo>
                        <a:pt x="566728" y="169720"/>
                        <a:pt x="566747" y="138699"/>
                        <a:pt x="558415" y="109537"/>
                      </a:cubicBezTo>
                      <a:cubicBezTo>
                        <a:pt x="556465" y="102711"/>
                        <a:pt x="545715" y="103187"/>
                        <a:pt x="539365" y="100012"/>
                      </a:cubicBezTo>
                      <a:cubicBezTo>
                        <a:pt x="531821" y="84923"/>
                        <a:pt x="527917" y="74276"/>
                        <a:pt x="515553" y="61912"/>
                      </a:cubicBezTo>
                      <a:cubicBezTo>
                        <a:pt x="510260" y="56619"/>
                        <a:pt x="495144" y="48044"/>
                        <a:pt x="486978" y="47625"/>
                      </a:cubicBezTo>
                      <a:cubicBezTo>
                        <a:pt x="429881" y="44697"/>
                        <a:pt x="372678" y="44450"/>
                        <a:pt x="315528" y="42862"/>
                      </a:cubicBezTo>
                      <a:cubicBezTo>
                        <a:pt x="299397" y="29958"/>
                        <a:pt x="274588" y="7383"/>
                        <a:pt x="253615" y="4762"/>
                      </a:cubicBezTo>
                      <a:lnTo>
                        <a:pt x="215515" y="0"/>
                      </a:lnTo>
                      <a:cubicBezTo>
                        <a:pt x="201228" y="4762"/>
                        <a:pt x="186636" y="8694"/>
                        <a:pt x="172653" y="14287"/>
                      </a:cubicBezTo>
                      <a:cubicBezTo>
                        <a:pt x="162765" y="18242"/>
                        <a:pt x="153966" y="24620"/>
                        <a:pt x="144078" y="28575"/>
                      </a:cubicBezTo>
                      <a:cubicBezTo>
                        <a:pt x="138001" y="31006"/>
                        <a:pt x="131322" y="31539"/>
                        <a:pt x="125028" y="33337"/>
                      </a:cubicBezTo>
                      <a:cubicBezTo>
                        <a:pt x="120201" y="34716"/>
                        <a:pt x="115549" y="36657"/>
                        <a:pt x="110740" y="38100"/>
                      </a:cubicBezTo>
                      <a:cubicBezTo>
                        <a:pt x="99670" y="41421"/>
                        <a:pt x="88515" y="44450"/>
                        <a:pt x="77403" y="47625"/>
                      </a:cubicBezTo>
                      <a:cubicBezTo>
                        <a:pt x="71930" y="64042"/>
                        <a:pt x="41684" y="71438"/>
                        <a:pt x="34540" y="7620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1E4ED993-5391-420D-8D19-96F46E0D6756}"/>
                    </a:ext>
                  </a:extLst>
                </p:cNvPr>
                <p:cNvSpPr/>
                <p:nvPr/>
              </p:nvSpPr>
              <p:spPr>
                <a:xfrm>
                  <a:off x="1151482" y="1649097"/>
                  <a:ext cx="286797" cy="441640"/>
                </a:xfrm>
                <a:custGeom>
                  <a:avLst/>
                  <a:gdLst>
                    <a:gd name="connsiteX0" fmla="*/ 224884 w 286797"/>
                    <a:gd name="connsiteY0" fmla="*/ 3490 h 441640"/>
                    <a:gd name="connsiteX1" fmla="*/ 224884 w 286797"/>
                    <a:gd name="connsiteY1" fmla="*/ 3490 h 441640"/>
                    <a:gd name="connsiteX2" fmla="*/ 277272 w 286797"/>
                    <a:gd name="connsiteY2" fmla="*/ 41590 h 441640"/>
                    <a:gd name="connsiteX3" fmla="*/ 286797 w 286797"/>
                    <a:gd name="connsiteY3" fmla="*/ 60640 h 441640"/>
                    <a:gd name="connsiteX4" fmla="*/ 277272 w 286797"/>
                    <a:gd name="connsiteY4" fmla="*/ 84452 h 441640"/>
                    <a:gd name="connsiteX5" fmla="*/ 282034 w 286797"/>
                    <a:gd name="connsiteY5" fmla="*/ 132077 h 441640"/>
                    <a:gd name="connsiteX6" fmla="*/ 272509 w 286797"/>
                    <a:gd name="connsiteY6" fmla="*/ 155890 h 441640"/>
                    <a:gd name="connsiteX7" fmla="*/ 253459 w 286797"/>
                    <a:gd name="connsiteY7" fmla="*/ 160652 h 441640"/>
                    <a:gd name="connsiteX8" fmla="*/ 220122 w 286797"/>
                    <a:gd name="connsiteY8" fmla="*/ 165415 h 441640"/>
                    <a:gd name="connsiteX9" fmla="*/ 201072 w 286797"/>
                    <a:gd name="connsiteY9" fmla="*/ 217802 h 441640"/>
                    <a:gd name="connsiteX10" fmla="*/ 196309 w 286797"/>
                    <a:gd name="connsiteY10" fmla="*/ 236852 h 441640"/>
                    <a:gd name="connsiteX11" fmla="*/ 186784 w 286797"/>
                    <a:gd name="connsiteY11" fmla="*/ 284477 h 441640"/>
                    <a:gd name="connsiteX12" fmla="*/ 172497 w 286797"/>
                    <a:gd name="connsiteY12" fmla="*/ 308290 h 441640"/>
                    <a:gd name="connsiteX13" fmla="*/ 162972 w 286797"/>
                    <a:gd name="connsiteY13" fmla="*/ 327340 h 441640"/>
                    <a:gd name="connsiteX14" fmla="*/ 158209 w 286797"/>
                    <a:gd name="connsiteY14" fmla="*/ 351152 h 441640"/>
                    <a:gd name="connsiteX15" fmla="*/ 162972 w 286797"/>
                    <a:gd name="connsiteY15" fmla="*/ 374965 h 441640"/>
                    <a:gd name="connsiteX16" fmla="*/ 158209 w 286797"/>
                    <a:gd name="connsiteY16" fmla="*/ 417827 h 441640"/>
                    <a:gd name="connsiteX17" fmla="*/ 153447 w 286797"/>
                    <a:gd name="connsiteY17" fmla="*/ 432115 h 441640"/>
                    <a:gd name="connsiteX18" fmla="*/ 139159 w 286797"/>
                    <a:gd name="connsiteY18" fmla="*/ 441640 h 441640"/>
                    <a:gd name="connsiteX19" fmla="*/ 101059 w 286797"/>
                    <a:gd name="connsiteY19" fmla="*/ 422590 h 441640"/>
                    <a:gd name="connsiteX20" fmla="*/ 67722 w 286797"/>
                    <a:gd name="connsiteY20" fmla="*/ 403540 h 441640"/>
                    <a:gd name="connsiteX21" fmla="*/ 29622 w 286797"/>
                    <a:gd name="connsiteY21" fmla="*/ 360677 h 441640"/>
                    <a:gd name="connsiteX22" fmla="*/ 15334 w 286797"/>
                    <a:gd name="connsiteY22" fmla="*/ 327340 h 441640"/>
                    <a:gd name="connsiteX23" fmla="*/ 24859 w 286797"/>
                    <a:gd name="connsiteY23" fmla="*/ 298765 h 441640"/>
                    <a:gd name="connsiteX24" fmla="*/ 48672 w 286797"/>
                    <a:gd name="connsiteY24" fmla="*/ 289240 h 441640"/>
                    <a:gd name="connsiteX25" fmla="*/ 67722 w 286797"/>
                    <a:gd name="connsiteY25" fmla="*/ 274952 h 441640"/>
                    <a:gd name="connsiteX26" fmla="*/ 20097 w 286797"/>
                    <a:gd name="connsiteY26" fmla="*/ 184465 h 441640"/>
                    <a:gd name="connsiteX27" fmla="*/ 5809 w 286797"/>
                    <a:gd name="connsiteY27" fmla="*/ 179702 h 441640"/>
                    <a:gd name="connsiteX28" fmla="*/ 1047 w 286797"/>
                    <a:gd name="connsiteY28" fmla="*/ 155890 h 441640"/>
                    <a:gd name="connsiteX29" fmla="*/ 20097 w 286797"/>
                    <a:gd name="connsiteY29" fmla="*/ 151127 h 441640"/>
                    <a:gd name="connsiteX30" fmla="*/ 48672 w 286797"/>
                    <a:gd name="connsiteY30" fmla="*/ 141602 h 441640"/>
                    <a:gd name="connsiteX31" fmla="*/ 62959 w 286797"/>
                    <a:gd name="connsiteY31" fmla="*/ 136840 h 441640"/>
                    <a:gd name="connsiteX32" fmla="*/ 105822 w 286797"/>
                    <a:gd name="connsiteY32" fmla="*/ 74927 h 441640"/>
                    <a:gd name="connsiteX33" fmla="*/ 139159 w 286797"/>
                    <a:gd name="connsiteY33" fmla="*/ 60640 h 441640"/>
                    <a:gd name="connsiteX34" fmla="*/ 148684 w 286797"/>
                    <a:gd name="connsiteY34" fmla="*/ 46352 h 441640"/>
                    <a:gd name="connsiteX35" fmla="*/ 182022 w 286797"/>
                    <a:gd name="connsiteY35" fmla="*/ 17777 h 441640"/>
                    <a:gd name="connsiteX36" fmla="*/ 186784 w 286797"/>
                    <a:gd name="connsiteY36" fmla="*/ 3490 h 441640"/>
                    <a:gd name="connsiteX37" fmla="*/ 224884 w 286797"/>
                    <a:gd name="connsiteY37" fmla="*/ 3490 h 44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286797" h="441640">
                      <a:moveTo>
                        <a:pt x="224884" y="3490"/>
                      </a:moveTo>
                      <a:lnTo>
                        <a:pt x="224884" y="3490"/>
                      </a:lnTo>
                      <a:cubicBezTo>
                        <a:pt x="242347" y="16190"/>
                        <a:pt x="261406" y="26944"/>
                        <a:pt x="277272" y="41590"/>
                      </a:cubicBezTo>
                      <a:cubicBezTo>
                        <a:pt x="282489" y="46405"/>
                        <a:pt x="286797" y="53540"/>
                        <a:pt x="286797" y="60640"/>
                      </a:cubicBezTo>
                      <a:cubicBezTo>
                        <a:pt x="286797" y="69189"/>
                        <a:pt x="280447" y="76515"/>
                        <a:pt x="277272" y="84452"/>
                      </a:cubicBezTo>
                      <a:cubicBezTo>
                        <a:pt x="278859" y="100327"/>
                        <a:pt x="283095" y="116158"/>
                        <a:pt x="282034" y="132077"/>
                      </a:cubicBezTo>
                      <a:cubicBezTo>
                        <a:pt x="281465" y="140607"/>
                        <a:pt x="278554" y="149845"/>
                        <a:pt x="272509" y="155890"/>
                      </a:cubicBezTo>
                      <a:cubicBezTo>
                        <a:pt x="267881" y="160518"/>
                        <a:pt x="259899" y="159481"/>
                        <a:pt x="253459" y="160652"/>
                      </a:cubicBezTo>
                      <a:cubicBezTo>
                        <a:pt x="242415" y="162660"/>
                        <a:pt x="231234" y="163827"/>
                        <a:pt x="220122" y="165415"/>
                      </a:cubicBezTo>
                      <a:cubicBezTo>
                        <a:pt x="209201" y="252773"/>
                        <a:pt x="227210" y="172061"/>
                        <a:pt x="201072" y="217802"/>
                      </a:cubicBezTo>
                      <a:cubicBezTo>
                        <a:pt x="197825" y="223485"/>
                        <a:pt x="197593" y="230434"/>
                        <a:pt x="196309" y="236852"/>
                      </a:cubicBezTo>
                      <a:cubicBezTo>
                        <a:pt x="195016" y="243319"/>
                        <a:pt x="190809" y="275421"/>
                        <a:pt x="186784" y="284477"/>
                      </a:cubicBezTo>
                      <a:cubicBezTo>
                        <a:pt x="183025" y="292936"/>
                        <a:pt x="176992" y="300198"/>
                        <a:pt x="172497" y="308290"/>
                      </a:cubicBezTo>
                      <a:cubicBezTo>
                        <a:pt x="169049" y="314496"/>
                        <a:pt x="166147" y="320990"/>
                        <a:pt x="162972" y="327340"/>
                      </a:cubicBezTo>
                      <a:cubicBezTo>
                        <a:pt x="161384" y="335277"/>
                        <a:pt x="158209" y="343057"/>
                        <a:pt x="158209" y="351152"/>
                      </a:cubicBezTo>
                      <a:cubicBezTo>
                        <a:pt x="158209" y="359247"/>
                        <a:pt x="162972" y="366870"/>
                        <a:pt x="162972" y="374965"/>
                      </a:cubicBezTo>
                      <a:cubicBezTo>
                        <a:pt x="162972" y="389340"/>
                        <a:pt x="160572" y="403647"/>
                        <a:pt x="158209" y="417827"/>
                      </a:cubicBezTo>
                      <a:cubicBezTo>
                        <a:pt x="157384" y="422779"/>
                        <a:pt x="156583" y="428195"/>
                        <a:pt x="153447" y="432115"/>
                      </a:cubicBezTo>
                      <a:cubicBezTo>
                        <a:pt x="149871" y="436585"/>
                        <a:pt x="143922" y="438465"/>
                        <a:pt x="139159" y="441640"/>
                      </a:cubicBezTo>
                      <a:cubicBezTo>
                        <a:pt x="105733" y="433283"/>
                        <a:pt x="133441" y="442828"/>
                        <a:pt x="101059" y="422590"/>
                      </a:cubicBezTo>
                      <a:cubicBezTo>
                        <a:pt x="84427" y="412195"/>
                        <a:pt x="81839" y="415641"/>
                        <a:pt x="67722" y="403540"/>
                      </a:cubicBezTo>
                      <a:cubicBezTo>
                        <a:pt x="55786" y="393309"/>
                        <a:pt x="38093" y="373384"/>
                        <a:pt x="29622" y="360677"/>
                      </a:cubicBezTo>
                      <a:cubicBezTo>
                        <a:pt x="21776" y="348908"/>
                        <a:pt x="19567" y="340039"/>
                        <a:pt x="15334" y="327340"/>
                      </a:cubicBezTo>
                      <a:cubicBezTo>
                        <a:pt x="18509" y="317815"/>
                        <a:pt x="18247" y="306321"/>
                        <a:pt x="24859" y="298765"/>
                      </a:cubicBezTo>
                      <a:cubicBezTo>
                        <a:pt x="30489" y="292331"/>
                        <a:pt x="41199" y="293392"/>
                        <a:pt x="48672" y="289240"/>
                      </a:cubicBezTo>
                      <a:cubicBezTo>
                        <a:pt x="55611" y="285385"/>
                        <a:pt x="61372" y="279715"/>
                        <a:pt x="67722" y="274952"/>
                      </a:cubicBezTo>
                      <a:cubicBezTo>
                        <a:pt x="57110" y="211282"/>
                        <a:pt x="71257" y="221672"/>
                        <a:pt x="20097" y="184465"/>
                      </a:cubicBezTo>
                      <a:cubicBezTo>
                        <a:pt x="16037" y="181512"/>
                        <a:pt x="10572" y="181290"/>
                        <a:pt x="5809" y="179702"/>
                      </a:cubicBezTo>
                      <a:cubicBezTo>
                        <a:pt x="4222" y="171765"/>
                        <a:pt x="-2573" y="163130"/>
                        <a:pt x="1047" y="155890"/>
                      </a:cubicBezTo>
                      <a:cubicBezTo>
                        <a:pt x="3974" y="150036"/>
                        <a:pt x="13828" y="153008"/>
                        <a:pt x="20097" y="151127"/>
                      </a:cubicBezTo>
                      <a:cubicBezTo>
                        <a:pt x="29714" y="148242"/>
                        <a:pt x="39147" y="144777"/>
                        <a:pt x="48672" y="141602"/>
                      </a:cubicBezTo>
                      <a:lnTo>
                        <a:pt x="62959" y="136840"/>
                      </a:lnTo>
                      <a:cubicBezTo>
                        <a:pt x="72514" y="117730"/>
                        <a:pt x="88687" y="82270"/>
                        <a:pt x="105822" y="74927"/>
                      </a:cubicBezTo>
                      <a:lnTo>
                        <a:pt x="139159" y="60640"/>
                      </a:lnTo>
                      <a:cubicBezTo>
                        <a:pt x="142334" y="55877"/>
                        <a:pt x="144959" y="50698"/>
                        <a:pt x="148684" y="46352"/>
                      </a:cubicBezTo>
                      <a:cubicBezTo>
                        <a:pt x="164082" y="28387"/>
                        <a:pt x="165169" y="29012"/>
                        <a:pt x="182022" y="17777"/>
                      </a:cubicBezTo>
                      <a:cubicBezTo>
                        <a:pt x="183609" y="13015"/>
                        <a:pt x="185566" y="8360"/>
                        <a:pt x="186784" y="3490"/>
                      </a:cubicBezTo>
                      <a:cubicBezTo>
                        <a:pt x="188747" y="-4363"/>
                        <a:pt x="218534" y="3490"/>
                        <a:pt x="224884" y="349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F840644E-C851-4A52-A8F8-941268410009}"/>
                    </a:ext>
                  </a:extLst>
                </p:cNvPr>
                <p:cNvSpPr/>
                <p:nvPr/>
              </p:nvSpPr>
              <p:spPr>
                <a:xfrm flipH="1">
                  <a:off x="1516830" y="1649097"/>
                  <a:ext cx="286797" cy="441640"/>
                </a:xfrm>
                <a:custGeom>
                  <a:avLst/>
                  <a:gdLst>
                    <a:gd name="connsiteX0" fmla="*/ 224884 w 286797"/>
                    <a:gd name="connsiteY0" fmla="*/ 3490 h 441640"/>
                    <a:gd name="connsiteX1" fmla="*/ 224884 w 286797"/>
                    <a:gd name="connsiteY1" fmla="*/ 3490 h 441640"/>
                    <a:gd name="connsiteX2" fmla="*/ 277272 w 286797"/>
                    <a:gd name="connsiteY2" fmla="*/ 41590 h 441640"/>
                    <a:gd name="connsiteX3" fmla="*/ 286797 w 286797"/>
                    <a:gd name="connsiteY3" fmla="*/ 60640 h 441640"/>
                    <a:gd name="connsiteX4" fmla="*/ 277272 w 286797"/>
                    <a:gd name="connsiteY4" fmla="*/ 84452 h 441640"/>
                    <a:gd name="connsiteX5" fmla="*/ 282034 w 286797"/>
                    <a:gd name="connsiteY5" fmla="*/ 132077 h 441640"/>
                    <a:gd name="connsiteX6" fmla="*/ 272509 w 286797"/>
                    <a:gd name="connsiteY6" fmla="*/ 155890 h 441640"/>
                    <a:gd name="connsiteX7" fmla="*/ 253459 w 286797"/>
                    <a:gd name="connsiteY7" fmla="*/ 160652 h 441640"/>
                    <a:gd name="connsiteX8" fmla="*/ 220122 w 286797"/>
                    <a:gd name="connsiteY8" fmla="*/ 165415 h 441640"/>
                    <a:gd name="connsiteX9" fmla="*/ 201072 w 286797"/>
                    <a:gd name="connsiteY9" fmla="*/ 217802 h 441640"/>
                    <a:gd name="connsiteX10" fmla="*/ 196309 w 286797"/>
                    <a:gd name="connsiteY10" fmla="*/ 236852 h 441640"/>
                    <a:gd name="connsiteX11" fmla="*/ 186784 w 286797"/>
                    <a:gd name="connsiteY11" fmla="*/ 284477 h 441640"/>
                    <a:gd name="connsiteX12" fmla="*/ 172497 w 286797"/>
                    <a:gd name="connsiteY12" fmla="*/ 308290 h 441640"/>
                    <a:gd name="connsiteX13" fmla="*/ 162972 w 286797"/>
                    <a:gd name="connsiteY13" fmla="*/ 327340 h 441640"/>
                    <a:gd name="connsiteX14" fmla="*/ 158209 w 286797"/>
                    <a:gd name="connsiteY14" fmla="*/ 351152 h 441640"/>
                    <a:gd name="connsiteX15" fmla="*/ 162972 w 286797"/>
                    <a:gd name="connsiteY15" fmla="*/ 374965 h 441640"/>
                    <a:gd name="connsiteX16" fmla="*/ 158209 w 286797"/>
                    <a:gd name="connsiteY16" fmla="*/ 417827 h 441640"/>
                    <a:gd name="connsiteX17" fmla="*/ 153447 w 286797"/>
                    <a:gd name="connsiteY17" fmla="*/ 432115 h 441640"/>
                    <a:gd name="connsiteX18" fmla="*/ 139159 w 286797"/>
                    <a:gd name="connsiteY18" fmla="*/ 441640 h 441640"/>
                    <a:gd name="connsiteX19" fmla="*/ 101059 w 286797"/>
                    <a:gd name="connsiteY19" fmla="*/ 422590 h 441640"/>
                    <a:gd name="connsiteX20" fmla="*/ 67722 w 286797"/>
                    <a:gd name="connsiteY20" fmla="*/ 403540 h 441640"/>
                    <a:gd name="connsiteX21" fmla="*/ 29622 w 286797"/>
                    <a:gd name="connsiteY21" fmla="*/ 360677 h 441640"/>
                    <a:gd name="connsiteX22" fmla="*/ 15334 w 286797"/>
                    <a:gd name="connsiteY22" fmla="*/ 327340 h 441640"/>
                    <a:gd name="connsiteX23" fmla="*/ 24859 w 286797"/>
                    <a:gd name="connsiteY23" fmla="*/ 298765 h 441640"/>
                    <a:gd name="connsiteX24" fmla="*/ 48672 w 286797"/>
                    <a:gd name="connsiteY24" fmla="*/ 289240 h 441640"/>
                    <a:gd name="connsiteX25" fmla="*/ 67722 w 286797"/>
                    <a:gd name="connsiteY25" fmla="*/ 274952 h 441640"/>
                    <a:gd name="connsiteX26" fmla="*/ 20097 w 286797"/>
                    <a:gd name="connsiteY26" fmla="*/ 184465 h 441640"/>
                    <a:gd name="connsiteX27" fmla="*/ 5809 w 286797"/>
                    <a:gd name="connsiteY27" fmla="*/ 179702 h 441640"/>
                    <a:gd name="connsiteX28" fmla="*/ 1047 w 286797"/>
                    <a:gd name="connsiteY28" fmla="*/ 155890 h 441640"/>
                    <a:gd name="connsiteX29" fmla="*/ 20097 w 286797"/>
                    <a:gd name="connsiteY29" fmla="*/ 151127 h 441640"/>
                    <a:gd name="connsiteX30" fmla="*/ 48672 w 286797"/>
                    <a:gd name="connsiteY30" fmla="*/ 141602 h 441640"/>
                    <a:gd name="connsiteX31" fmla="*/ 62959 w 286797"/>
                    <a:gd name="connsiteY31" fmla="*/ 136840 h 441640"/>
                    <a:gd name="connsiteX32" fmla="*/ 105822 w 286797"/>
                    <a:gd name="connsiteY32" fmla="*/ 74927 h 441640"/>
                    <a:gd name="connsiteX33" fmla="*/ 139159 w 286797"/>
                    <a:gd name="connsiteY33" fmla="*/ 60640 h 441640"/>
                    <a:gd name="connsiteX34" fmla="*/ 148684 w 286797"/>
                    <a:gd name="connsiteY34" fmla="*/ 46352 h 441640"/>
                    <a:gd name="connsiteX35" fmla="*/ 182022 w 286797"/>
                    <a:gd name="connsiteY35" fmla="*/ 17777 h 441640"/>
                    <a:gd name="connsiteX36" fmla="*/ 186784 w 286797"/>
                    <a:gd name="connsiteY36" fmla="*/ 3490 h 441640"/>
                    <a:gd name="connsiteX37" fmla="*/ 224884 w 286797"/>
                    <a:gd name="connsiteY37" fmla="*/ 3490 h 44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286797" h="441640">
                      <a:moveTo>
                        <a:pt x="224884" y="3490"/>
                      </a:moveTo>
                      <a:lnTo>
                        <a:pt x="224884" y="3490"/>
                      </a:lnTo>
                      <a:cubicBezTo>
                        <a:pt x="242347" y="16190"/>
                        <a:pt x="261406" y="26944"/>
                        <a:pt x="277272" y="41590"/>
                      </a:cubicBezTo>
                      <a:cubicBezTo>
                        <a:pt x="282489" y="46405"/>
                        <a:pt x="286797" y="53540"/>
                        <a:pt x="286797" y="60640"/>
                      </a:cubicBezTo>
                      <a:cubicBezTo>
                        <a:pt x="286797" y="69189"/>
                        <a:pt x="280447" y="76515"/>
                        <a:pt x="277272" y="84452"/>
                      </a:cubicBezTo>
                      <a:cubicBezTo>
                        <a:pt x="278859" y="100327"/>
                        <a:pt x="283095" y="116158"/>
                        <a:pt x="282034" y="132077"/>
                      </a:cubicBezTo>
                      <a:cubicBezTo>
                        <a:pt x="281465" y="140607"/>
                        <a:pt x="278554" y="149845"/>
                        <a:pt x="272509" y="155890"/>
                      </a:cubicBezTo>
                      <a:cubicBezTo>
                        <a:pt x="267881" y="160518"/>
                        <a:pt x="259899" y="159481"/>
                        <a:pt x="253459" y="160652"/>
                      </a:cubicBezTo>
                      <a:cubicBezTo>
                        <a:pt x="242415" y="162660"/>
                        <a:pt x="231234" y="163827"/>
                        <a:pt x="220122" y="165415"/>
                      </a:cubicBezTo>
                      <a:cubicBezTo>
                        <a:pt x="209201" y="252773"/>
                        <a:pt x="227210" y="172061"/>
                        <a:pt x="201072" y="217802"/>
                      </a:cubicBezTo>
                      <a:cubicBezTo>
                        <a:pt x="197825" y="223485"/>
                        <a:pt x="197593" y="230434"/>
                        <a:pt x="196309" y="236852"/>
                      </a:cubicBezTo>
                      <a:cubicBezTo>
                        <a:pt x="195016" y="243319"/>
                        <a:pt x="190809" y="275421"/>
                        <a:pt x="186784" y="284477"/>
                      </a:cubicBezTo>
                      <a:cubicBezTo>
                        <a:pt x="183025" y="292936"/>
                        <a:pt x="176992" y="300198"/>
                        <a:pt x="172497" y="308290"/>
                      </a:cubicBezTo>
                      <a:cubicBezTo>
                        <a:pt x="169049" y="314496"/>
                        <a:pt x="166147" y="320990"/>
                        <a:pt x="162972" y="327340"/>
                      </a:cubicBezTo>
                      <a:cubicBezTo>
                        <a:pt x="161384" y="335277"/>
                        <a:pt x="158209" y="343057"/>
                        <a:pt x="158209" y="351152"/>
                      </a:cubicBezTo>
                      <a:cubicBezTo>
                        <a:pt x="158209" y="359247"/>
                        <a:pt x="162972" y="366870"/>
                        <a:pt x="162972" y="374965"/>
                      </a:cubicBezTo>
                      <a:cubicBezTo>
                        <a:pt x="162972" y="389340"/>
                        <a:pt x="160572" y="403647"/>
                        <a:pt x="158209" y="417827"/>
                      </a:cubicBezTo>
                      <a:cubicBezTo>
                        <a:pt x="157384" y="422779"/>
                        <a:pt x="156583" y="428195"/>
                        <a:pt x="153447" y="432115"/>
                      </a:cubicBezTo>
                      <a:cubicBezTo>
                        <a:pt x="149871" y="436585"/>
                        <a:pt x="143922" y="438465"/>
                        <a:pt x="139159" y="441640"/>
                      </a:cubicBezTo>
                      <a:cubicBezTo>
                        <a:pt x="105733" y="433283"/>
                        <a:pt x="133441" y="442828"/>
                        <a:pt x="101059" y="422590"/>
                      </a:cubicBezTo>
                      <a:cubicBezTo>
                        <a:pt x="84427" y="412195"/>
                        <a:pt x="81839" y="415641"/>
                        <a:pt x="67722" y="403540"/>
                      </a:cubicBezTo>
                      <a:cubicBezTo>
                        <a:pt x="55786" y="393309"/>
                        <a:pt x="38093" y="373384"/>
                        <a:pt x="29622" y="360677"/>
                      </a:cubicBezTo>
                      <a:cubicBezTo>
                        <a:pt x="21776" y="348908"/>
                        <a:pt x="19567" y="340039"/>
                        <a:pt x="15334" y="327340"/>
                      </a:cubicBezTo>
                      <a:cubicBezTo>
                        <a:pt x="18509" y="317815"/>
                        <a:pt x="18247" y="306321"/>
                        <a:pt x="24859" y="298765"/>
                      </a:cubicBezTo>
                      <a:cubicBezTo>
                        <a:pt x="30489" y="292331"/>
                        <a:pt x="41199" y="293392"/>
                        <a:pt x="48672" y="289240"/>
                      </a:cubicBezTo>
                      <a:cubicBezTo>
                        <a:pt x="55611" y="285385"/>
                        <a:pt x="61372" y="279715"/>
                        <a:pt x="67722" y="274952"/>
                      </a:cubicBezTo>
                      <a:cubicBezTo>
                        <a:pt x="57110" y="211282"/>
                        <a:pt x="71257" y="221672"/>
                        <a:pt x="20097" y="184465"/>
                      </a:cubicBezTo>
                      <a:cubicBezTo>
                        <a:pt x="16037" y="181512"/>
                        <a:pt x="10572" y="181290"/>
                        <a:pt x="5809" y="179702"/>
                      </a:cubicBezTo>
                      <a:cubicBezTo>
                        <a:pt x="4222" y="171765"/>
                        <a:pt x="-2573" y="163130"/>
                        <a:pt x="1047" y="155890"/>
                      </a:cubicBezTo>
                      <a:cubicBezTo>
                        <a:pt x="3974" y="150036"/>
                        <a:pt x="13828" y="153008"/>
                        <a:pt x="20097" y="151127"/>
                      </a:cubicBezTo>
                      <a:cubicBezTo>
                        <a:pt x="29714" y="148242"/>
                        <a:pt x="39147" y="144777"/>
                        <a:pt x="48672" y="141602"/>
                      </a:cubicBezTo>
                      <a:lnTo>
                        <a:pt x="62959" y="136840"/>
                      </a:lnTo>
                      <a:cubicBezTo>
                        <a:pt x="72514" y="117730"/>
                        <a:pt x="88687" y="82270"/>
                        <a:pt x="105822" y="74927"/>
                      </a:cubicBezTo>
                      <a:lnTo>
                        <a:pt x="139159" y="60640"/>
                      </a:lnTo>
                      <a:cubicBezTo>
                        <a:pt x="142334" y="55877"/>
                        <a:pt x="144959" y="50698"/>
                        <a:pt x="148684" y="46352"/>
                      </a:cubicBezTo>
                      <a:cubicBezTo>
                        <a:pt x="164082" y="28387"/>
                        <a:pt x="165169" y="29012"/>
                        <a:pt x="182022" y="17777"/>
                      </a:cubicBezTo>
                      <a:cubicBezTo>
                        <a:pt x="183609" y="13015"/>
                        <a:pt x="185566" y="8360"/>
                        <a:pt x="186784" y="3490"/>
                      </a:cubicBezTo>
                      <a:cubicBezTo>
                        <a:pt x="188747" y="-4363"/>
                        <a:pt x="218534" y="3490"/>
                        <a:pt x="224884" y="349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D2FDDDAE-CB70-4FAD-B783-2F388D00E961}"/>
                    </a:ext>
                  </a:extLst>
                </p:cNvPr>
                <p:cNvGrpSpPr/>
                <p:nvPr/>
              </p:nvGrpSpPr>
              <p:grpSpPr>
                <a:xfrm>
                  <a:off x="1066185" y="2005920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35" name="Freeform: Shape 134">
                    <a:extLst>
                      <a:ext uri="{FF2B5EF4-FFF2-40B4-BE49-F238E27FC236}">
                        <a16:creationId xmlns:a16="http://schemas.microsoft.com/office/drawing/2014/main" id="{CA7963AD-47E6-4106-98C4-AABDD49E7AC1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7ED8FB28-0F22-485D-992C-FFB21E1744A8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Freeform: Shape 136">
                    <a:extLst>
                      <a:ext uri="{FF2B5EF4-FFF2-40B4-BE49-F238E27FC236}">
                        <a16:creationId xmlns:a16="http://schemas.microsoft.com/office/drawing/2014/main" id="{6CCB8A90-5C51-41DA-80BA-4BCC678D5A3E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61E36827-2D0B-49AD-8BD9-A89597F5614D}"/>
                    </a:ext>
                  </a:extLst>
                </p:cNvPr>
                <p:cNvGrpSpPr/>
                <p:nvPr/>
              </p:nvGrpSpPr>
              <p:grpSpPr>
                <a:xfrm rot="18623538">
                  <a:off x="1627698" y="2015198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32" name="Freeform: Shape 131">
                    <a:extLst>
                      <a:ext uri="{FF2B5EF4-FFF2-40B4-BE49-F238E27FC236}">
                        <a16:creationId xmlns:a16="http://schemas.microsoft.com/office/drawing/2014/main" id="{96C7D07A-3AC5-4C58-81FA-F55828517815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Freeform: Shape 132">
                    <a:extLst>
                      <a:ext uri="{FF2B5EF4-FFF2-40B4-BE49-F238E27FC236}">
                        <a16:creationId xmlns:a16="http://schemas.microsoft.com/office/drawing/2014/main" id="{A7DDA839-431E-47CC-9737-F82976A238CF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40AB3B19-DD3A-4B0D-99CF-01087F11734A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62E0BC9D-1A33-4136-8E23-5471FE696182}"/>
                    </a:ext>
                  </a:extLst>
                </p:cNvPr>
                <p:cNvSpPr/>
                <p:nvPr/>
              </p:nvSpPr>
              <p:spPr>
                <a:xfrm rot="20219117">
                  <a:off x="971370" y="1188230"/>
                  <a:ext cx="378266" cy="242778"/>
                </a:xfrm>
                <a:custGeom>
                  <a:avLst/>
                  <a:gdLst>
                    <a:gd name="connsiteX0" fmla="*/ 0 w 378266"/>
                    <a:gd name="connsiteY0" fmla="*/ 150879 h 242778"/>
                    <a:gd name="connsiteX1" fmla="*/ 0 w 378266"/>
                    <a:gd name="connsiteY1" fmla="*/ 150879 h 242778"/>
                    <a:gd name="connsiteX2" fmla="*/ 80963 w 378266"/>
                    <a:gd name="connsiteY2" fmla="*/ 103254 h 242778"/>
                    <a:gd name="connsiteX3" fmla="*/ 114300 w 378266"/>
                    <a:gd name="connsiteY3" fmla="*/ 93729 h 242778"/>
                    <a:gd name="connsiteX4" fmla="*/ 128588 w 378266"/>
                    <a:gd name="connsiteY4" fmla="*/ 79442 h 242778"/>
                    <a:gd name="connsiteX5" fmla="*/ 152400 w 378266"/>
                    <a:gd name="connsiteY5" fmla="*/ 74679 h 242778"/>
                    <a:gd name="connsiteX6" fmla="*/ 219075 w 378266"/>
                    <a:gd name="connsiteY6" fmla="*/ 46104 h 242778"/>
                    <a:gd name="connsiteX7" fmla="*/ 247650 w 378266"/>
                    <a:gd name="connsiteY7" fmla="*/ 12767 h 242778"/>
                    <a:gd name="connsiteX8" fmla="*/ 347663 w 378266"/>
                    <a:gd name="connsiteY8" fmla="*/ 12767 h 242778"/>
                    <a:gd name="connsiteX9" fmla="*/ 366713 w 378266"/>
                    <a:gd name="connsiteY9" fmla="*/ 22292 h 242778"/>
                    <a:gd name="connsiteX10" fmla="*/ 371475 w 378266"/>
                    <a:gd name="connsiteY10" fmla="*/ 88967 h 242778"/>
                    <a:gd name="connsiteX11" fmla="*/ 357188 w 378266"/>
                    <a:gd name="connsiteY11" fmla="*/ 112779 h 242778"/>
                    <a:gd name="connsiteX12" fmla="*/ 328613 w 378266"/>
                    <a:gd name="connsiteY12" fmla="*/ 127067 h 242778"/>
                    <a:gd name="connsiteX13" fmla="*/ 242888 w 378266"/>
                    <a:gd name="connsiteY13" fmla="*/ 146117 h 242778"/>
                    <a:gd name="connsiteX14" fmla="*/ 228600 w 378266"/>
                    <a:gd name="connsiteY14" fmla="*/ 165167 h 242778"/>
                    <a:gd name="connsiteX15" fmla="*/ 200025 w 378266"/>
                    <a:gd name="connsiteY15" fmla="*/ 203267 h 242778"/>
                    <a:gd name="connsiteX16" fmla="*/ 180975 w 378266"/>
                    <a:gd name="connsiteY16" fmla="*/ 217554 h 242778"/>
                    <a:gd name="connsiteX17" fmla="*/ 152400 w 378266"/>
                    <a:gd name="connsiteY17" fmla="*/ 222317 h 242778"/>
                    <a:gd name="connsiteX18" fmla="*/ 28575 w 378266"/>
                    <a:gd name="connsiteY18" fmla="*/ 222317 h 242778"/>
                    <a:gd name="connsiteX19" fmla="*/ 14288 w 378266"/>
                    <a:gd name="connsiteY19" fmla="*/ 193742 h 242778"/>
                    <a:gd name="connsiteX20" fmla="*/ 0 w 378266"/>
                    <a:gd name="connsiteY20" fmla="*/ 150879 h 242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78266" h="242778">
                      <a:moveTo>
                        <a:pt x="0" y="150879"/>
                      </a:moveTo>
                      <a:lnTo>
                        <a:pt x="0" y="150879"/>
                      </a:lnTo>
                      <a:cubicBezTo>
                        <a:pt x="26988" y="135004"/>
                        <a:pt x="52958" y="117256"/>
                        <a:pt x="80963" y="103254"/>
                      </a:cubicBezTo>
                      <a:cubicBezTo>
                        <a:pt x="91300" y="98086"/>
                        <a:pt x="103963" y="98897"/>
                        <a:pt x="114300" y="93729"/>
                      </a:cubicBezTo>
                      <a:cubicBezTo>
                        <a:pt x="120324" y="90717"/>
                        <a:pt x="122564" y="82454"/>
                        <a:pt x="128588" y="79442"/>
                      </a:cubicBezTo>
                      <a:cubicBezTo>
                        <a:pt x="135828" y="75822"/>
                        <a:pt x="144721" y="77239"/>
                        <a:pt x="152400" y="74679"/>
                      </a:cubicBezTo>
                      <a:cubicBezTo>
                        <a:pt x="184932" y="63835"/>
                        <a:pt x="193736" y="58773"/>
                        <a:pt x="219075" y="46104"/>
                      </a:cubicBezTo>
                      <a:cubicBezTo>
                        <a:pt x="228600" y="34992"/>
                        <a:pt x="237301" y="23116"/>
                        <a:pt x="247650" y="12767"/>
                      </a:cubicBezTo>
                      <a:cubicBezTo>
                        <a:pt x="274397" y="-13979"/>
                        <a:pt x="313828" y="9008"/>
                        <a:pt x="347663" y="12767"/>
                      </a:cubicBezTo>
                      <a:cubicBezTo>
                        <a:pt x="354013" y="15942"/>
                        <a:pt x="361259" y="17747"/>
                        <a:pt x="366713" y="22292"/>
                      </a:cubicBezTo>
                      <a:cubicBezTo>
                        <a:pt x="386124" y="38467"/>
                        <a:pt x="376269" y="69790"/>
                        <a:pt x="371475" y="88967"/>
                      </a:cubicBezTo>
                      <a:cubicBezTo>
                        <a:pt x="369230" y="97947"/>
                        <a:pt x="364106" y="106629"/>
                        <a:pt x="357188" y="112779"/>
                      </a:cubicBezTo>
                      <a:cubicBezTo>
                        <a:pt x="349229" y="119854"/>
                        <a:pt x="338655" y="123523"/>
                        <a:pt x="328613" y="127067"/>
                      </a:cubicBezTo>
                      <a:cubicBezTo>
                        <a:pt x="289538" y="140858"/>
                        <a:pt x="279171" y="140933"/>
                        <a:pt x="242888" y="146117"/>
                      </a:cubicBezTo>
                      <a:cubicBezTo>
                        <a:pt x="238125" y="152467"/>
                        <a:pt x="233003" y="158563"/>
                        <a:pt x="228600" y="165167"/>
                      </a:cubicBezTo>
                      <a:cubicBezTo>
                        <a:pt x="212607" y="189156"/>
                        <a:pt x="219578" y="186508"/>
                        <a:pt x="200025" y="203267"/>
                      </a:cubicBezTo>
                      <a:cubicBezTo>
                        <a:pt x="193998" y="208433"/>
                        <a:pt x="188345" y="214606"/>
                        <a:pt x="180975" y="217554"/>
                      </a:cubicBezTo>
                      <a:cubicBezTo>
                        <a:pt x="172009" y="221140"/>
                        <a:pt x="161925" y="220729"/>
                        <a:pt x="152400" y="222317"/>
                      </a:cubicBezTo>
                      <a:cubicBezTo>
                        <a:pt x="111695" y="249454"/>
                        <a:pt x="117709" y="249743"/>
                        <a:pt x="28575" y="222317"/>
                      </a:cubicBezTo>
                      <a:cubicBezTo>
                        <a:pt x="18397" y="219185"/>
                        <a:pt x="20195" y="202603"/>
                        <a:pt x="14288" y="193742"/>
                      </a:cubicBezTo>
                      <a:cubicBezTo>
                        <a:pt x="-1122" y="170626"/>
                        <a:pt x="2381" y="158023"/>
                        <a:pt x="0" y="150879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0D728AAC-8C5B-449E-9AED-E73F89D0D9FB}"/>
                    </a:ext>
                  </a:extLst>
                </p:cNvPr>
                <p:cNvSpPr/>
                <p:nvPr/>
              </p:nvSpPr>
              <p:spPr>
                <a:xfrm rot="15953926">
                  <a:off x="1586692" y="1209728"/>
                  <a:ext cx="378266" cy="242778"/>
                </a:xfrm>
                <a:custGeom>
                  <a:avLst/>
                  <a:gdLst>
                    <a:gd name="connsiteX0" fmla="*/ 0 w 378266"/>
                    <a:gd name="connsiteY0" fmla="*/ 150879 h 242778"/>
                    <a:gd name="connsiteX1" fmla="*/ 0 w 378266"/>
                    <a:gd name="connsiteY1" fmla="*/ 150879 h 242778"/>
                    <a:gd name="connsiteX2" fmla="*/ 80963 w 378266"/>
                    <a:gd name="connsiteY2" fmla="*/ 103254 h 242778"/>
                    <a:gd name="connsiteX3" fmla="*/ 114300 w 378266"/>
                    <a:gd name="connsiteY3" fmla="*/ 93729 h 242778"/>
                    <a:gd name="connsiteX4" fmla="*/ 128588 w 378266"/>
                    <a:gd name="connsiteY4" fmla="*/ 79442 h 242778"/>
                    <a:gd name="connsiteX5" fmla="*/ 152400 w 378266"/>
                    <a:gd name="connsiteY5" fmla="*/ 74679 h 242778"/>
                    <a:gd name="connsiteX6" fmla="*/ 219075 w 378266"/>
                    <a:gd name="connsiteY6" fmla="*/ 46104 h 242778"/>
                    <a:gd name="connsiteX7" fmla="*/ 247650 w 378266"/>
                    <a:gd name="connsiteY7" fmla="*/ 12767 h 242778"/>
                    <a:gd name="connsiteX8" fmla="*/ 347663 w 378266"/>
                    <a:gd name="connsiteY8" fmla="*/ 12767 h 242778"/>
                    <a:gd name="connsiteX9" fmla="*/ 366713 w 378266"/>
                    <a:gd name="connsiteY9" fmla="*/ 22292 h 242778"/>
                    <a:gd name="connsiteX10" fmla="*/ 371475 w 378266"/>
                    <a:gd name="connsiteY10" fmla="*/ 88967 h 242778"/>
                    <a:gd name="connsiteX11" fmla="*/ 357188 w 378266"/>
                    <a:gd name="connsiteY11" fmla="*/ 112779 h 242778"/>
                    <a:gd name="connsiteX12" fmla="*/ 328613 w 378266"/>
                    <a:gd name="connsiteY12" fmla="*/ 127067 h 242778"/>
                    <a:gd name="connsiteX13" fmla="*/ 242888 w 378266"/>
                    <a:gd name="connsiteY13" fmla="*/ 146117 h 242778"/>
                    <a:gd name="connsiteX14" fmla="*/ 228600 w 378266"/>
                    <a:gd name="connsiteY14" fmla="*/ 165167 h 242778"/>
                    <a:gd name="connsiteX15" fmla="*/ 200025 w 378266"/>
                    <a:gd name="connsiteY15" fmla="*/ 203267 h 242778"/>
                    <a:gd name="connsiteX16" fmla="*/ 180975 w 378266"/>
                    <a:gd name="connsiteY16" fmla="*/ 217554 h 242778"/>
                    <a:gd name="connsiteX17" fmla="*/ 152400 w 378266"/>
                    <a:gd name="connsiteY17" fmla="*/ 222317 h 242778"/>
                    <a:gd name="connsiteX18" fmla="*/ 28575 w 378266"/>
                    <a:gd name="connsiteY18" fmla="*/ 222317 h 242778"/>
                    <a:gd name="connsiteX19" fmla="*/ 14288 w 378266"/>
                    <a:gd name="connsiteY19" fmla="*/ 193742 h 242778"/>
                    <a:gd name="connsiteX20" fmla="*/ 0 w 378266"/>
                    <a:gd name="connsiteY20" fmla="*/ 150879 h 242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78266" h="242778">
                      <a:moveTo>
                        <a:pt x="0" y="150879"/>
                      </a:moveTo>
                      <a:lnTo>
                        <a:pt x="0" y="150879"/>
                      </a:lnTo>
                      <a:cubicBezTo>
                        <a:pt x="26988" y="135004"/>
                        <a:pt x="52958" y="117256"/>
                        <a:pt x="80963" y="103254"/>
                      </a:cubicBezTo>
                      <a:cubicBezTo>
                        <a:pt x="91300" y="98086"/>
                        <a:pt x="103963" y="98897"/>
                        <a:pt x="114300" y="93729"/>
                      </a:cubicBezTo>
                      <a:cubicBezTo>
                        <a:pt x="120324" y="90717"/>
                        <a:pt x="122564" y="82454"/>
                        <a:pt x="128588" y="79442"/>
                      </a:cubicBezTo>
                      <a:cubicBezTo>
                        <a:pt x="135828" y="75822"/>
                        <a:pt x="144721" y="77239"/>
                        <a:pt x="152400" y="74679"/>
                      </a:cubicBezTo>
                      <a:cubicBezTo>
                        <a:pt x="184932" y="63835"/>
                        <a:pt x="193736" y="58773"/>
                        <a:pt x="219075" y="46104"/>
                      </a:cubicBezTo>
                      <a:cubicBezTo>
                        <a:pt x="228600" y="34992"/>
                        <a:pt x="237301" y="23116"/>
                        <a:pt x="247650" y="12767"/>
                      </a:cubicBezTo>
                      <a:cubicBezTo>
                        <a:pt x="274397" y="-13979"/>
                        <a:pt x="313828" y="9008"/>
                        <a:pt x="347663" y="12767"/>
                      </a:cubicBezTo>
                      <a:cubicBezTo>
                        <a:pt x="354013" y="15942"/>
                        <a:pt x="361259" y="17747"/>
                        <a:pt x="366713" y="22292"/>
                      </a:cubicBezTo>
                      <a:cubicBezTo>
                        <a:pt x="386124" y="38467"/>
                        <a:pt x="376269" y="69790"/>
                        <a:pt x="371475" y="88967"/>
                      </a:cubicBezTo>
                      <a:cubicBezTo>
                        <a:pt x="369230" y="97947"/>
                        <a:pt x="364106" y="106629"/>
                        <a:pt x="357188" y="112779"/>
                      </a:cubicBezTo>
                      <a:cubicBezTo>
                        <a:pt x="349229" y="119854"/>
                        <a:pt x="338655" y="123523"/>
                        <a:pt x="328613" y="127067"/>
                      </a:cubicBezTo>
                      <a:cubicBezTo>
                        <a:pt x="289538" y="140858"/>
                        <a:pt x="279171" y="140933"/>
                        <a:pt x="242888" y="146117"/>
                      </a:cubicBezTo>
                      <a:cubicBezTo>
                        <a:pt x="238125" y="152467"/>
                        <a:pt x="233003" y="158563"/>
                        <a:pt x="228600" y="165167"/>
                      </a:cubicBezTo>
                      <a:cubicBezTo>
                        <a:pt x="212607" y="189156"/>
                        <a:pt x="219578" y="186508"/>
                        <a:pt x="200025" y="203267"/>
                      </a:cubicBezTo>
                      <a:cubicBezTo>
                        <a:pt x="193998" y="208433"/>
                        <a:pt x="188345" y="214606"/>
                        <a:pt x="180975" y="217554"/>
                      </a:cubicBezTo>
                      <a:cubicBezTo>
                        <a:pt x="172009" y="221140"/>
                        <a:pt x="161925" y="220729"/>
                        <a:pt x="152400" y="222317"/>
                      </a:cubicBezTo>
                      <a:cubicBezTo>
                        <a:pt x="111695" y="249454"/>
                        <a:pt x="117709" y="249743"/>
                        <a:pt x="28575" y="222317"/>
                      </a:cubicBezTo>
                      <a:cubicBezTo>
                        <a:pt x="18397" y="219185"/>
                        <a:pt x="20195" y="202603"/>
                        <a:pt x="14288" y="193742"/>
                      </a:cubicBezTo>
                      <a:cubicBezTo>
                        <a:pt x="-1122" y="170626"/>
                        <a:pt x="2381" y="158023"/>
                        <a:pt x="0" y="150879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CC20D7D6-9C8C-4563-B9A5-DFC47044BE24}"/>
                    </a:ext>
                  </a:extLst>
                </p:cNvPr>
                <p:cNvGrpSpPr/>
                <p:nvPr/>
              </p:nvGrpSpPr>
              <p:grpSpPr>
                <a:xfrm rot="20861058">
                  <a:off x="919169" y="1370990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29" name="Freeform: Shape 128">
                    <a:extLst>
                      <a:ext uri="{FF2B5EF4-FFF2-40B4-BE49-F238E27FC236}">
                        <a16:creationId xmlns:a16="http://schemas.microsoft.com/office/drawing/2014/main" id="{FDA65569-DE25-4355-AAEC-CBF4AB33DFD7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" name="Freeform: Shape 129">
                    <a:extLst>
                      <a:ext uri="{FF2B5EF4-FFF2-40B4-BE49-F238E27FC236}">
                        <a16:creationId xmlns:a16="http://schemas.microsoft.com/office/drawing/2014/main" id="{58AFEBF5-F8A9-4928-9032-2144616C034D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Freeform: Shape 130">
                    <a:extLst>
                      <a:ext uri="{FF2B5EF4-FFF2-40B4-BE49-F238E27FC236}">
                        <a16:creationId xmlns:a16="http://schemas.microsoft.com/office/drawing/2014/main" id="{4E91D366-8A7B-4C5A-92DA-067E52C9148E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2D4D4E15-7C77-4137-BDD7-FF0C12EC8B8B}"/>
                    </a:ext>
                  </a:extLst>
                </p:cNvPr>
                <p:cNvGrpSpPr/>
                <p:nvPr/>
              </p:nvGrpSpPr>
              <p:grpSpPr>
                <a:xfrm rot="18623538">
                  <a:off x="1746103" y="1401464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26" name="Freeform: Shape 125">
                    <a:extLst>
                      <a:ext uri="{FF2B5EF4-FFF2-40B4-BE49-F238E27FC236}">
                        <a16:creationId xmlns:a16="http://schemas.microsoft.com/office/drawing/2014/main" id="{02C4975D-5F47-4C68-8690-45D8AA9F530A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" name="Freeform: Shape 126">
                    <a:extLst>
                      <a:ext uri="{FF2B5EF4-FFF2-40B4-BE49-F238E27FC236}">
                        <a16:creationId xmlns:a16="http://schemas.microsoft.com/office/drawing/2014/main" id="{F64A07B0-955F-4E21-8CB9-21D5100290A7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" name="Freeform: Shape 127">
                    <a:extLst>
                      <a:ext uri="{FF2B5EF4-FFF2-40B4-BE49-F238E27FC236}">
                        <a16:creationId xmlns:a16="http://schemas.microsoft.com/office/drawing/2014/main" id="{D5AC62B2-8A2B-4C21-BD93-53534CD44F2B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pic>
            <p:nvPicPr>
              <p:cNvPr id="138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6DF0B692-2823-4054-AAE3-D15B6C107E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4318798" y="3060033"/>
                <a:ext cx="365219" cy="629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83726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2D362B3-55A9-408C-8231-32CB617D45E7}"/>
              </a:ext>
            </a:extLst>
          </p:cNvPr>
          <p:cNvGrpSpPr/>
          <p:nvPr/>
        </p:nvGrpSpPr>
        <p:grpSpPr>
          <a:xfrm>
            <a:off x="532309" y="483577"/>
            <a:ext cx="716200" cy="922640"/>
            <a:chOff x="919169" y="747323"/>
            <a:chExt cx="1079599" cy="15205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48715DC-7F38-4118-9C44-51EA43E0DD9D}"/>
                </a:ext>
              </a:extLst>
            </p:cNvPr>
            <p:cNvSpPr/>
            <p:nvPr/>
          </p:nvSpPr>
          <p:spPr>
            <a:xfrm>
              <a:off x="1296850" y="1081087"/>
              <a:ext cx="352191" cy="5000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AE813A6-0408-4BF4-A77B-77BC5BE13A65}"/>
                </a:ext>
              </a:extLst>
            </p:cNvPr>
            <p:cNvSpPr/>
            <p:nvPr/>
          </p:nvSpPr>
          <p:spPr>
            <a:xfrm>
              <a:off x="1076326" y="819150"/>
              <a:ext cx="195262" cy="314325"/>
            </a:xfrm>
            <a:custGeom>
              <a:avLst/>
              <a:gdLst>
                <a:gd name="connsiteX0" fmla="*/ 0 w 152400"/>
                <a:gd name="connsiteY0" fmla="*/ 0 h 238125"/>
                <a:gd name="connsiteX1" fmla="*/ 95250 w 152400"/>
                <a:gd name="connsiteY1" fmla="*/ 23812 h 238125"/>
                <a:gd name="connsiteX2" fmla="*/ 123825 w 152400"/>
                <a:gd name="connsiteY2" fmla="*/ 47625 h 238125"/>
                <a:gd name="connsiteX3" fmla="*/ 133350 w 152400"/>
                <a:gd name="connsiteY3" fmla="*/ 95250 h 238125"/>
                <a:gd name="connsiteX4" fmla="*/ 128587 w 152400"/>
                <a:gd name="connsiteY4" fmla="*/ 171450 h 238125"/>
                <a:gd name="connsiteX5" fmla="*/ 133350 w 152400"/>
                <a:gd name="connsiteY5" fmla="*/ 195262 h 238125"/>
                <a:gd name="connsiteX6" fmla="*/ 142875 w 152400"/>
                <a:gd name="connsiteY6" fmla="*/ 214312 h 238125"/>
                <a:gd name="connsiteX7" fmla="*/ 152400 w 152400"/>
                <a:gd name="connsiteY7" fmla="*/ 238125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238125">
                  <a:moveTo>
                    <a:pt x="0" y="0"/>
                  </a:moveTo>
                  <a:cubicBezTo>
                    <a:pt x="44168" y="4416"/>
                    <a:pt x="54750" y="1030"/>
                    <a:pt x="95250" y="23812"/>
                  </a:cubicBezTo>
                  <a:cubicBezTo>
                    <a:pt x="106057" y="29891"/>
                    <a:pt x="114300" y="39687"/>
                    <a:pt x="123825" y="47625"/>
                  </a:cubicBezTo>
                  <a:cubicBezTo>
                    <a:pt x="126971" y="60210"/>
                    <a:pt x="133350" y="83578"/>
                    <a:pt x="133350" y="95250"/>
                  </a:cubicBezTo>
                  <a:cubicBezTo>
                    <a:pt x="133350" y="120700"/>
                    <a:pt x="130175" y="146050"/>
                    <a:pt x="128587" y="171450"/>
                  </a:cubicBezTo>
                  <a:cubicBezTo>
                    <a:pt x="130175" y="179387"/>
                    <a:pt x="130790" y="187583"/>
                    <a:pt x="133350" y="195262"/>
                  </a:cubicBezTo>
                  <a:cubicBezTo>
                    <a:pt x="135595" y="201997"/>
                    <a:pt x="140078" y="207786"/>
                    <a:pt x="142875" y="214312"/>
                  </a:cubicBezTo>
                  <a:cubicBezTo>
                    <a:pt x="160522" y="255491"/>
                    <a:pt x="137074" y="207477"/>
                    <a:pt x="152400" y="238125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75C596A-D0F0-4DF4-93CB-A35E5A48F6ED}"/>
                </a:ext>
              </a:extLst>
            </p:cNvPr>
            <p:cNvSpPr/>
            <p:nvPr/>
          </p:nvSpPr>
          <p:spPr>
            <a:xfrm rot="19830825">
              <a:off x="1108942" y="747323"/>
              <a:ext cx="234084" cy="376627"/>
            </a:xfrm>
            <a:custGeom>
              <a:avLst/>
              <a:gdLst>
                <a:gd name="connsiteX0" fmla="*/ 34059 w 234084"/>
                <a:gd name="connsiteY0" fmla="*/ 376627 h 376627"/>
                <a:gd name="connsiteX1" fmla="*/ 10246 w 234084"/>
                <a:gd name="connsiteY1" fmla="*/ 362339 h 376627"/>
                <a:gd name="connsiteX2" fmla="*/ 10246 w 234084"/>
                <a:gd name="connsiteY2" fmla="*/ 295664 h 376627"/>
                <a:gd name="connsiteX3" fmla="*/ 57871 w 234084"/>
                <a:gd name="connsiteY3" fmla="*/ 281377 h 376627"/>
                <a:gd name="connsiteX4" fmla="*/ 105496 w 234084"/>
                <a:gd name="connsiteY4" fmla="*/ 262327 h 376627"/>
                <a:gd name="connsiteX5" fmla="*/ 162646 w 234084"/>
                <a:gd name="connsiteY5" fmla="*/ 176602 h 376627"/>
                <a:gd name="connsiteX6" fmla="*/ 172171 w 234084"/>
                <a:gd name="connsiteY6" fmla="*/ 138502 h 376627"/>
                <a:gd name="connsiteX7" fmla="*/ 191221 w 234084"/>
                <a:gd name="connsiteY7" fmla="*/ 5152 h 376627"/>
                <a:gd name="connsiteX8" fmla="*/ 210271 w 234084"/>
                <a:gd name="connsiteY8" fmla="*/ 389 h 376627"/>
                <a:gd name="connsiteX9" fmla="*/ 234084 w 234084"/>
                <a:gd name="connsiteY9" fmla="*/ 389 h 37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4084" h="376627">
                  <a:moveTo>
                    <a:pt x="34059" y="376627"/>
                  </a:moveTo>
                  <a:cubicBezTo>
                    <a:pt x="26121" y="371864"/>
                    <a:pt x="16342" y="369305"/>
                    <a:pt x="10246" y="362339"/>
                  </a:cubicBezTo>
                  <a:cubicBezTo>
                    <a:pt x="-3334" y="346820"/>
                    <a:pt x="-3498" y="309408"/>
                    <a:pt x="10246" y="295664"/>
                  </a:cubicBezTo>
                  <a:cubicBezTo>
                    <a:pt x="21966" y="283944"/>
                    <a:pt x="42051" y="286320"/>
                    <a:pt x="57871" y="281377"/>
                  </a:cubicBezTo>
                  <a:cubicBezTo>
                    <a:pt x="89257" y="271569"/>
                    <a:pt x="80241" y="274955"/>
                    <a:pt x="105496" y="262327"/>
                  </a:cubicBezTo>
                  <a:cubicBezTo>
                    <a:pt x="153628" y="192803"/>
                    <a:pt x="135445" y="221938"/>
                    <a:pt x="162646" y="176602"/>
                  </a:cubicBezTo>
                  <a:cubicBezTo>
                    <a:pt x="165821" y="163902"/>
                    <a:pt x="171020" y="151542"/>
                    <a:pt x="172171" y="138502"/>
                  </a:cubicBezTo>
                  <a:cubicBezTo>
                    <a:pt x="176188" y="92973"/>
                    <a:pt x="142700" y="25948"/>
                    <a:pt x="191221" y="5152"/>
                  </a:cubicBezTo>
                  <a:cubicBezTo>
                    <a:pt x="197237" y="2574"/>
                    <a:pt x="203766" y="1112"/>
                    <a:pt x="210271" y="389"/>
                  </a:cubicBezTo>
                  <a:cubicBezTo>
                    <a:pt x="218160" y="-488"/>
                    <a:pt x="226146" y="389"/>
                    <a:pt x="234084" y="389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8844F6-D37E-4B30-99EF-D3D2A887A2B9}"/>
                </a:ext>
              </a:extLst>
            </p:cNvPr>
            <p:cNvSpPr/>
            <p:nvPr/>
          </p:nvSpPr>
          <p:spPr>
            <a:xfrm>
              <a:off x="1362076" y="785812"/>
              <a:ext cx="152406" cy="290513"/>
            </a:xfrm>
            <a:custGeom>
              <a:avLst/>
              <a:gdLst>
                <a:gd name="connsiteX0" fmla="*/ 0 w 152406"/>
                <a:gd name="connsiteY0" fmla="*/ 204788 h 290513"/>
                <a:gd name="connsiteX1" fmla="*/ 66675 w 152406"/>
                <a:gd name="connsiteY1" fmla="*/ 280988 h 290513"/>
                <a:gd name="connsiteX2" fmla="*/ 85725 w 152406"/>
                <a:gd name="connsiteY2" fmla="*/ 290513 h 290513"/>
                <a:gd name="connsiteX3" fmla="*/ 142875 w 152406"/>
                <a:gd name="connsiteY3" fmla="*/ 266700 h 290513"/>
                <a:gd name="connsiteX4" fmla="*/ 142875 w 152406"/>
                <a:gd name="connsiteY4" fmla="*/ 185738 h 290513"/>
                <a:gd name="connsiteX5" fmla="*/ 114300 w 152406"/>
                <a:gd name="connsiteY5" fmla="*/ 161925 h 290513"/>
                <a:gd name="connsiteX6" fmla="*/ 71437 w 152406"/>
                <a:gd name="connsiteY6" fmla="*/ 114300 h 290513"/>
                <a:gd name="connsiteX7" fmla="*/ 61912 w 152406"/>
                <a:gd name="connsiteY7" fmla="*/ 100013 h 290513"/>
                <a:gd name="connsiteX8" fmla="*/ 71437 w 152406"/>
                <a:gd name="connsiteY8" fmla="*/ 33338 h 290513"/>
                <a:gd name="connsiteX9" fmla="*/ 85725 w 152406"/>
                <a:gd name="connsiteY9" fmla="*/ 19050 h 290513"/>
                <a:gd name="connsiteX10" fmla="*/ 100012 w 152406"/>
                <a:gd name="connsiteY10" fmla="*/ 0 h 29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406" h="290513">
                  <a:moveTo>
                    <a:pt x="0" y="204788"/>
                  </a:moveTo>
                  <a:cubicBezTo>
                    <a:pt x="28237" y="241496"/>
                    <a:pt x="34182" y="260679"/>
                    <a:pt x="66675" y="280988"/>
                  </a:cubicBezTo>
                  <a:cubicBezTo>
                    <a:pt x="72695" y="284751"/>
                    <a:pt x="79375" y="287338"/>
                    <a:pt x="85725" y="290513"/>
                  </a:cubicBezTo>
                  <a:cubicBezTo>
                    <a:pt x="104775" y="282575"/>
                    <a:pt x="126647" y="279450"/>
                    <a:pt x="142875" y="266700"/>
                  </a:cubicBezTo>
                  <a:cubicBezTo>
                    <a:pt x="161999" y="251674"/>
                    <a:pt x="147149" y="194287"/>
                    <a:pt x="142875" y="185738"/>
                  </a:cubicBezTo>
                  <a:cubicBezTo>
                    <a:pt x="137330" y="174648"/>
                    <a:pt x="123516" y="170219"/>
                    <a:pt x="114300" y="161925"/>
                  </a:cubicBezTo>
                  <a:cubicBezTo>
                    <a:pt x="98453" y="147662"/>
                    <a:pt x="84472" y="131059"/>
                    <a:pt x="71437" y="114300"/>
                  </a:cubicBezTo>
                  <a:cubicBezTo>
                    <a:pt x="67923" y="109782"/>
                    <a:pt x="65087" y="104775"/>
                    <a:pt x="61912" y="100013"/>
                  </a:cubicBezTo>
                  <a:cubicBezTo>
                    <a:pt x="65087" y="77788"/>
                    <a:pt x="65102" y="54876"/>
                    <a:pt x="71437" y="33338"/>
                  </a:cubicBezTo>
                  <a:cubicBezTo>
                    <a:pt x="73338" y="26876"/>
                    <a:pt x="81989" y="24654"/>
                    <a:pt x="85725" y="19050"/>
                  </a:cubicBezTo>
                  <a:cubicBezTo>
                    <a:pt x="100438" y="-3019"/>
                    <a:pt x="79754" y="10130"/>
                    <a:pt x="100012" y="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4F28BA-A034-45B0-B1E9-82DC019DF4C8}"/>
                </a:ext>
              </a:extLst>
            </p:cNvPr>
            <p:cNvSpPr/>
            <p:nvPr/>
          </p:nvSpPr>
          <p:spPr>
            <a:xfrm>
              <a:off x="1333501" y="847725"/>
              <a:ext cx="285750" cy="300208"/>
            </a:xfrm>
            <a:custGeom>
              <a:avLst/>
              <a:gdLst>
                <a:gd name="connsiteX0" fmla="*/ 285750 w 285750"/>
                <a:gd name="connsiteY0" fmla="*/ 0 h 300208"/>
                <a:gd name="connsiteX1" fmla="*/ 257175 w 285750"/>
                <a:gd name="connsiteY1" fmla="*/ 4762 h 300208"/>
                <a:gd name="connsiteX2" fmla="*/ 161925 w 285750"/>
                <a:gd name="connsiteY2" fmla="*/ 57150 h 300208"/>
                <a:gd name="connsiteX3" fmla="*/ 138112 w 285750"/>
                <a:gd name="connsiteY3" fmla="*/ 80962 h 300208"/>
                <a:gd name="connsiteX4" fmla="*/ 119062 w 285750"/>
                <a:gd name="connsiteY4" fmla="*/ 114300 h 300208"/>
                <a:gd name="connsiteX5" fmla="*/ 95250 w 285750"/>
                <a:gd name="connsiteY5" fmla="*/ 142875 h 300208"/>
                <a:gd name="connsiteX6" fmla="*/ 90487 w 285750"/>
                <a:gd name="connsiteY6" fmla="*/ 161925 h 300208"/>
                <a:gd name="connsiteX7" fmla="*/ 57150 w 285750"/>
                <a:gd name="connsiteY7" fmla="*/ 223837 h 300208"/>
                <a:gd name="connsiteX8" fmla="*/ 47625 w 285750"/>
                <a:gd name="connsiteY8" fmla="*/ 252412 h 300208"/>
                <a:gd name="connsiteX9" fmla="*/ 28575 w 285750"/>
                <a:gd name="connsiteY9" fmla="*/ 276225 h 300208"/>
                <a:gd name="connsiteX10" fmla="*/ 4762 w 285750"/>
                <a:gd name="connsiteY10" fmla="*/ 300037 h 300208"/>
                <a:gd name="connsiteX11" fmla="*/ 0 w 285750"/>
                <a:gd name="connsiteY11" fmla="*/ 300037 h 30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5750" h="300208">
                  <a:moveTo>
                    <a:pt x="285750" y="0"/>
                  </a:moveTo>
                  <a:cubicBezTo>
                    <a:pt x="276225" y="1587"/>
                    <a:pt x="266392" y="1882"/>
                    <a:pt x="257175" y="4762"/>
                  </a:cubicBezTo>
                  <a:cubicBezTo>
                    <a:pt x="214489" y="18101"/>
                    <a:pt x="197568" y="28636"/>
                    <a:pt x="161925" y="57150"/>
                  </a:cubicBezTo>
                  <a:cubicBezTo>
                    <a:pt x="153159" y="64162"/>
                    <a:pt x="144847" y="71982"/>
                    <a:pt x="138112" y="80962"/>
                  </a:cubicBezTo>
                  <a:cubicBezTo>
                    <a:pt x="130433" y="91201"/>
                    <a:pt x="126347" y="103777"/>
                    <a:pt x="119062" y="114300"/>
                  </a:cubicBezTo>
                  <a:cubicBezTo>
                    <a:pt x="112005" y="124494"/>
                    <a:pt x="103187" y="133350"/>
                    <a:pt x="95250" y="142875"/>
                  </a:cubicBezTo>
                  <a:cubicBezTo>
                    <a:pt x="93662" y="149225"/>
                    <a:pt x="93274" y="156003"/>
                    <a:pt x="90487" y="161925"/>
                  </a:cubicBezTo>
                  <a:cubicBezTo>
                    <a:pt x="80507" y="183133"/>
                    <a:pt x="64562" y="201601"/>
                    <a:pt x="57150" y="223837"/>
                  </a:cubicBezTo>
                  <a:cubicBezTo>
                    <a:pt x="53975" y="233362"/>
                    <a:pt x="52433" y="243598"/>
                    <a:pt x="47625" y="252412"/>
                  </a:cubicBezTo>
                  <a:cubicBezTo>
                    <a:pt x="42757" y="261336"/>
                    <a:pt x="34214" y="267767"/>
                    <a:pt x="28575" y="276225"/>
                  </a:cubicBezTo>
                  <a:cubicBezTo>
                    <a:pt x="14079" y="297970"/>
                    <a:pt x="27713" y="294300"/>
                    <a:pt x="4762" y="300037"/>
                  </a:cubicBezTo>
                  <a:cubicBezTo>
                    <a:pt x="3222" y="300422"/>
                    <a:pt x="1587" y="300037"/>
                    <a:pt x="0" y="300037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981E681-5416-4E58-A961-47E458A5F13E}"/>
                </a:ext>
              </a:extLst>
            </p:cNvPr>
            <p:cNvSpPr/>
            <p:nvPr/>
          </p:nvSpPr>
          <p:spPr>
            <a:xfrm>
              <a:off x="1514476" y="771525"/>
              <a:ext cx="90487" cy="333375"/>
            </a:xfrm>
            <a:custGeom>
              <a:avLst/>
              <a:gdLst>
                <a:gd name="connsiteX0" fmla="*/ 90487 w 90487"/>
                <a:gd name="connsiteY0" fmla="*/ 333375 h 333375"/>
                <a:gd name="connsiteX1" fmla="*/ 52387 w 90487"/>
                <a:gd name="connsiteY1" fmla="*/ 190500 h 333375"/>
                <a:gd name="connsiteX2" fmla="*/ 57150 w 90487"/>
                <a:gd name="connsiteY2" fmla="*/ 152400 h 333375"/>
                <a:gd name="connsiteX3" fmla="*/ 76200 w 90487"/>
                <a:gd name="connsiteY3" fmla="*/ 128587 h 333375"/>
                <a:gd name="connsiteX4" fmla="*/ 66675 w 90487"/>
                <a:gd name="connsiteY4" fmla="*/ 42862 h 333375"/>
                <a:gd name="connsiteX5" fmla="*/ 42862 w 90487"/>
                <a:gd name="connsiteY5" fmla="*/ 23812 h 333375"/>
                <a:gd name="connsiteX6" fmla="*/ 14287 w 90487"/>
                <a:gd name="connsiteY6" fmla="*/ 0 h 333375"/>
                <a:gd name="connsiteX7" fmla="*/ 0 w 90487"/>
                <a:gd name="connsiteY7" fmla="*/ 9525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" h="333375">
                  <a:moveTo>
                    <a:pt x="90487" y="333375"/>
                  </a:moveTo>
                  <a:cubicBezTo>
                    <a:pt x="67609" y="224705"/>
                    <a:pt x="81971" y="271855"/>
                    <a:pt x="52387" y="190500"/>
                  </a:cubicBezTo>
                  <a:cubicBezTo>
                    <a:pt x="53975" y="177800"/>
                    <a:pt x="52555" y="164346"/>
                    <a:pt x="57150" y="152400"/>
                  </a:cubicBezTo>
                  <a:cubicBezTo>
                    <a:pt x="60799" y="142912"/>
                    <a:pt x="75319" y="138714"/>
                    <a:pt x="76200" y="128587"/>
                  </a:cubicBezTo>
                  <a:cubicBezTo>
                    <a:pt x="78691" y="99944"/>
                    <a:pt x="75392" y="70259"/>
                    <a:pt x="66675" y="42862"/>
                  </a:cubicBezTo>
                  <a:cubicBezTo>
                    <a:pt x="63593" y="33175"/>
                    <a:pt x="50512" y="30506"/>
                    <a:pt x="42862" y="23812"/>
                  </a:cubicBezTo>
                  <a:cubicBezTo>
                    <a:pt x="13526" y="-1856"/>
                    <a:pt x="43529" y="19494"/>
                    <a:pt x="14287" y="0"/>
                  </a:cubicBezTo>
                  <a:lnTo>
                    <a:pt x="0" y="9525"/>
                  </a:ln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D57B15F-15CA-4E25-8AE2-7A64C1292201}"/>
                </a:ext>
              </a:extLst>
            </p:cNvPr>
            <p:cNvSpPr/>
            <p:nvPr/>
          </p:nvSpPr>
          <p:spPr>
            <a:xfrm>
              <a:off x="1332899" y="871537"/>
              <a:ext cx="24414" cy="228600"/>
            </a:xfrm>
            <a:custGeom>
              <a:avLst/>
              <a:gdLst>
                <a:gd name="connsiteX0" fmla="*/ 5364 w 24414"/>
                <a:gd name="connsiteY0" fmla="*/ 228600 h 228600"/>
                <a:gd name="connsiteX1" fmla="*/ 5364 w 24414"/>
                <a:gd name="connsiteY1" fmla="*/ 42863 h 228600"/>
                <a:gd name="connsiteX2" fmla="*/ 14889 w 24414"/>
                <a:gd name="connsiteY2" fmla="*/ 28575 h 228600"/>
                <a:gd name="connsiteX3" fmla="*/ 24414 w 24414"/>
                <a:gd name="connsiteY3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14" h="228600">
                  <a:moveTo>
                    <a:pt x="5364" y="228600"/>
                  </a:moveTo>
                  <a:cubicBezTo>
                    <a:pt x="697" y="153917"/>
                    <a:pt x="-3913" y="123266"/>
                    <a:pt x="5364" y="42863"/>
                  </a:cubicBezTo>
                  <a:cubicBezTo>
                    <a:pt x="6020" y="37177"/>
                    <a:pt x="12564" y="33806"/>
                    <a:pt x="14889" y="28575"/>
                  </a:cubicBezTo>
                  <a:cubicBezTo>
                    <a:pt x="18967" y="19400"/>
                    <a:pt x="24414" y="0"/>
                    <a:pt x="24414" y="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089E61-EF64-458D-A339-32FB274987E8}"/>
                </a:ext>
              </a:extLst>
            </p:cNvPr>
            <p:cNvSpPr/>
            <p:nvPr/>
          </p:nvSpPr>
          <p:spPr>
            <a:xfrm>
              <a:off x="1666336" y="766762"/>
              <a:ext cx="124459" cy="376238"/>
            </a:xfrm>
            <a:custGeom>
              <a:avLst/>
              <a:gdLst>
                <a:gd name="connsiteX0" fmla="*/ 14827 w 124459"/>
                <a:gd name="connsiteY0" fmla="*/ 376238 h 376238"/>
                <a:gd name="connsiteX1" fmla="*/ 43402 w 124459"/>
                <a:gd name="connsiteY1" fmla="*/ 319088 h 376238"/>
                <a:gd name="connsiteX2" fmla="*/ 100552 w 124459"/>
                <a:gd name="connsiteY2" fmla="*/ 233363 h 376238"/>
                <a:gd name="connsiteX3" fmla="*/ 124365 w 124459"/>
                <a:gd name="connsiteY3" fmla="*/ 219075 h 376238"/>
                <a:gd name="connsiteX4" fmla="*/ 119602 w 124459"/>
                <a:gd name="connsiteY4" fmla="*/ 185738 h 376238"/>
                <a:gd name="connsiteX5" fmla="*/ 48165 w 124459"/>
                <a:gd name="connsiteY5" fmla="*/ 147638 h 376238"/>
                <a:gd name="connsiteX6" fmla="*/ 33877 w 124459"/>
                <a:gd name="connsiteY6" fmla="*/ 138113 h 376238"/>
                <a:gd name="connsiteX7" fmla="*/ 14827 w 124459"/>
                <a:gd name="connsiteY7" fmla="*/ 133350 h 376238"/>
                <a:gd name="connsiteX8" fmla="*/ 540 w 124459"/>
                <a:gd name="connsiteY8" fmla="*/ 123825 h 376238"/>
                <a:gd name="connsiteX9" fmla="*/ 29115 w 124459"/>
                <a:gd name="connsiteY9" fmla="*/ 66675 h 376238"/>
                <a:gd name="connsiteX10" fmla="*/ 43402 w 124459"/>
                <a:gd name="connsiteY10" fmla="*/ 47625 h 376238"/>
                <a:gd name="connsiteX11" fmla="*/ 86265 w 124459"/>
                <a:gd name="connsiteY11" fmla="*/ 42863 h 376238"/>
                <a:gd name="connsiteX12" fmla="*/ 95790 w 124459"/>
                <a:gd name="connsiteY12" fmla="*/ 0 h 37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459" h="376238">
                  <a:moveTo>
                    <a:pt x="14827" y="376238"/>
                  </a:moveTo>
                  <a:cubicBezTo>
                    <a:pt x="58122" y="322118"/>
                    <a:pt x="11728" y="386395"/>
                    <a:pt x="43402" y="319088"/>
                  </a:cubicBezTo>
                  <a:cubicBezTo>
                    <a:pt x="51464" y="301957"/>
                    <a:pt x="85463" y="248452"/>
                    <a:pt x="100552" y="233363"/>
                  </a:cubicBezTo>
                  <a:cubicBezTo>
                    <a:pt x="107098" y="226817"/>
                    <a:pt x="116427" y="223838"/>
                    <a:pt x="124365" y="219075"/>
                  </a:cubicBezTo>
                  <a:cubicBezTo>
                    <a:pt x="122777" y="207963"/>
                    <a:pt x="127791" y="193415"/>
                    <a:pt x="119602" y="185738"/>
                  </a:cubicBezTo>
                  <a:cubicBezTo>
                    <a:pt x="99914" y="167280"/>
                    <a:pt x="70620" y="162608"/>
                    <a:pt x="48165" y="147638"/>
                  </a:cubicBezTo>
                  <a:cubicBezTo>
                    <a:pt x="43402" y="144463"/>
                    <a:pt x="39138" y="140368"/>
                    <a:pt x="33877" y="138113"/>
                  </a:cubicBezTo>
                  <a:cubicBezTo>
                    <a:pt x="27861" y="135535"/>
                    <a:pt x="21177" y="134938"/>
                    <a:pt x="14827" y="133350"/>
                  </a:cubicBezTo>
                  <a:cubicBezTo>
                    <a:pt x="10065" y="130175"/>
                    <a:pt x="1109" y="129520"/>
                    <a:pt x="540" y="123825"/>
                  </a:cubicBezTo>
                  <a:cubicBezTo>
                    <a:pt x="-2990" y="88526"/>
                    <a:pt x="11258" y="87084"/>
                    <a:pt x="29115" y="66675"/>
                  </a:cubicBezTo>
                  <a:cubicBezTo>
                    <a:pt x="34342" y="60701"/>
                    <a:pt x="36075" y="50678"/>
                    <a:pt x="43402" y="47625"/>
                  </a:cubicBezTo>
                  <a:cubicBezTo>
                    <a:pt x="56672" y="42096"/>
                    <a:pt x="71977" y="44450"/>
                    <a:pt x="86265" y="42863"/>
                  </a:cubicBezTo>
                  <a:cubicBezTo>
                    <a:pt x="99340" y="16713"/>
                    <a:pt x="95790" y="30913"/>
                    <a:pt x="95790" y="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860FD5C-493C-4E5C-8B6C-ADCEBAE60E29}"/>
                </a:ext>
              </a:extLst>
            </p:cNvPr>
            <p:cNvSpPr/>
            <p:nvPr/>
          </p:nvSpPr>
          <p:spPr>
            <a:xfrm>
              <a:off x="1657352" y="785812"/>
              <a:ext cx="252412" cy="304800"/>
            </a:xfrm>
            <a:custGeom>
              <a:avLst/>
              <a:gdLst>
                <a:gd name="connsiteX0" fmla="*/ 0 w 344403"/>
                <a:gd name="connsiteY0" fmla="*/ 300564 h 300564"/>
                <a:gd name="connsiteX1" fmla="*/ 85725 w 344403"/>
                <a:gd name="connsiteY1" fmla="*/ 205314 h 300564"/>
                <a:gd name="connsiteX2" fmla="*/ 214312 w 344403"/>
                <a:gd name="connsiteY2" fmla="*/ 81489 h 300564"/>
                <a:gd name="connsiteX3" fmla="*/ 285750 w 344403"/>
                <a:gd name="connsiteY3" fmla="*/ 33864 h 300564"/>
                <a:gd name="connsiteX4" fmla="*/ 323850 w 344403"/>
                <a:gd name="connsiteY4" fmla="*/ 10052 h 300564"/>
                <a:gd name="connsiteX5" fmla="*/ 342900 w 344403"/>
                <a:gd name="connsiteY5" fmla="*/ 527 h 300564"/>
                <a:gd name="connsiteX6" fmla="*/ 276225 w 344403"/>
                <a:gd name="connsiteY6" fmla="*/ 5289 h 300564"/>
                <a:gd name="connsiteX7" fmla="*/ 185737 w 344403"/>
                <a:gd name="connsiteY7" fmla="*/ 19577 h 300564"/>
                <a:gd name="connsiteX8" fmla="*/ 166687 w 344403"/>
                <a:gd name="connsiteY8" fmla="*/ 24339 h 30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403" h="300564">
                  <a:moveTo>
                    <a:pt x="0" y="300564"/>
                  </a:moveTo>
                  <a:cubicBezTo>
                    <a:pt x="61522" y="269804"/>
                    <a:pt x="11886" y="300251"/>
                    <a:pt x="85725" y="205314"/>
                  </a:cubicBezTo>
                  <a:cubicBezTo>
                    <a:pt x="114469" y="168357"/>
                    <a:pt x="183680" y="101910"/>
                    <a:pt x="214312" y="81489"/>
                  </a:cubicBezTo>
                  <a:lnTo>
                    <a:pt x="285750" y="33864"/>
                  </a:lnTo>
                  <a:cubicBezTo>
                    <a:pt x="298294" y="25683"/>
                    <a:pt x="310455" y="16750"/>
                    <a:pt x="323850" y="10052"/>
                  </a:cubicBezTo>
                  <a:cubicBezTo>
                    <a:pt x="330200" y="6877"/>
                    <a:pt x="349964" y="1234"/>
                    <a:pt x="342900" y="527"/>
                  </a:cubicBezTo>
                  <a:cubicBezTo>
                    <a:pt x="320729" y="-1690"/>
                    <a:pt x="298450" y="3702"/>
                    <a:pt x="276225" y="5289"/>
                  </a:cubicBezTo>
                  <a:cubicBezTo>
                    <a:pt x="214504" y="17633"/>
                    <a:pt x="244690" y="13026"/>
                    <a:pt x="185737" y="19577"/>
                  </a:cubicBezTo>
                  <a:lnTo>
                    <a:pt x="166687" y="24339"/>
                  </a:ln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EE5920-65CB-4DE5-AAC1-C839F39371DC}"/>
                </a:ext>
              </a:extLst>
            </p:cNvPr>
            <p:cNvSpPr/>
            <p:nvPr/>
          </p:nvSpPr>
          <p:spPr>
            <a:xfrm>
              <a:off x="1181663" y="1412263"/>
              <a:ext cx="567967" cy="356823"/>
            </a:xfrm>
            <a:custGeom>
              <a:avLst/>
              <a:gdLst>
                <a:gd name="connsiteX0" fmla="*/ 34540 w 567967"/>
                <a:gd name="connsiteY0" fmla="*/ 76200 h 356823"/>
                <a:gd name="connsiteX1" fmla="*/ 34540 w 567967"/>
                <a:gd name="connsiteY1" fmla="*/ 76200 h 356823"/>
                <a:gd name="connsiteX2" fmla="*/ 10728 w 567967"/>
                <a:gd name="connsiteY2" fmla="*/ 180975 h 356823"/>
                <a:gd name="connsiteX3" fmla="*/ 20253 w 567967"/>
                <a:gd name="connsiteY3" fmla="*/ 195262 h 356823"/>
                <a:gd name="connsiteX4" fmla="*/ 25015 w 567967"/>
                <a:gd name="connsiteY4" fmla="*/ 261937 h 356823"/>
                <a:gd name="connsiteX5" fmla="*/ 29778 w 567967"/>
                <a:gd name="connsiteY5" fmla="*/ 280987 h 356823"/>
                <a:gd name="connsiteX6" fmla="*/ 44065 w 567967"/>
                <a:gd name="connsiteY6" fmla="*/ 290512 h 356823"/>
                <a:gd name="connsiteX7" fmla="*/ 77403 w 567967"/>
                <a:gd name="connsiteY7" fmla="*/ 295275 h 356823"/>
                <a:gd name="connsiteX8" fmla="*/ 163128 w 567967"/>
                <a:gd name="connsiteY8" fmla="*/ 247650 h 356823"/>
                <a:gd name="connsiteX9" fmla="*/ 177415 w 567967"/>
                <a:gd name="connsiteY9" fmla="*/ 223837 h 356823"/>
                <a:gd name="connsiteX10" fmla="*/ 205990 w 567967"/>
                <a:gd name="connsiteY10" fmla="*/ 214312 h 356823"/>
                <a:gd name="connsiteX11" fmla="*/ 210753 w 567967"/>
                <a:gd name="connsiteY11" fmla="*/ 228600 h 356823"/>
                <a:gd name="connsiteX12" fmla="*/ 215515 w 567967"/>
                <a:gd name="connsiteY12" fmla="*/ 247650 h 356823"/>
                <a:gd name="connsiteX13" fmla="*/ 229803 w 567967"/>
                <a:gd name="connsiteY13" fmla="*/ 290512 h 356823"/>
                <a:gd name="connsiteX14" fmla="*/ 263140 w 567967"/>
                <a:gd name="connsiteY14" fmla="*/ 319087 h 356823"/>
                <a:gd name="connsiteX15" fmla="*/ 272665 w 567967"/>
                <a:gd name="connsiteY15" fmla="*/ 347662 h 356823"/>
                <a:gd name="connsiteX16" fmla="*/ 329815 w 567967"/>
                <a:gd name="connsiteY16" fmla="*/ 338137 h 356823"/>
                <a:gd name="connsiteX17" fmla="*/ 344103 w 567967"/>
                <a:gd name="connsiteY17" fmla="*/ 252412 h 356823"/>
                <a:gd name="connsiteX18" fmla="*/ 439353 w 567967"/>
                <a:gd name="connsiteY18" fmla="*/ 261937 h 356823"/>
                <a:gd name="connsiteX19" fmla="*/ 467928 w 567967"/>
                <a:gd name="connsiteY19" fmla="*/ 290512 h 356823"/>
                <a:gd name="connsiteX20" fmla="*/ 515553 w 567967"/>
                <a:gd name="connsiteY20" fmla="*/ 276225 h 356823"/>
                <a:gd name="connsiteX21" fmla="*/ 544128 w 567967"/>
                <a:gd name="connsiteY21" fmla="*/ 271462 h 356823"/>
                <a:gd name="connsiteX22" fmla="*/ 558415 w 567967"/>
                <a:gd name="connsiteY22" fmla="*/ 266700 h 356823"/>
                <a:gd name="connsiteX23" fmla="*/ 563178 w 567967"/>
                <a:gd name="connsiteY23" fmla="*/ 228600 h 356823"/>
                <a:gd name="connsiteX24" fmla="*/ 567940 w 567967"/>
                <a:gd name="connsiteY24" fmla="*/ 200025 h 356823"/>
                <a:gd name="connsiteX25" fmla="*/ 558415 w 567967"/>
                <a:gd name="connsiteY25" fmla="*/ 109537 h 356823"/>
                <a:gd name="connsiteX26" fmla="*/ 539365 w 567967"/>
                <a:gd name="connsiteY26" fmla="*/ 100012 h 356823"/>
                <a:gd name="connsiteX27" fmla="*/ 515553 w 567967"/>
                <a:gd name="connsiteY27" fmla="*/ 61912 h 356823"/>
                <a:gd name="connsiteX28" fmla="*/ 486978 w 567967"/>
                <a:gd name="connsiteY28" fmla="*/ 47625 h 356823"/>
                <a:gd name="connsiteX29" fmla="*/ 315528 w 567967"/>
                <a:gd name="connsiteY29" fmla="*/ 42862 h 356823"/>
                <a:gd name="connsiteX30" fmla="*/ 253615 w 567967"/>
                <a:gd name="connsiteY30" fmla="*/ 4762 h 356823"/>
                <a:gd name="connsiteX31" fmla="*/ 215515 w 567967"/>
                <a:gd name="connsiteY31" fmla="*/ 0 h 356823"/>
                <a:gd name="connsiteX32" fmla="*/ 172653 w 567967"/>
                <a:gd name="connsiteY32" fmla="*/ 14287 h 356823"/>
                <a:gd name="connsiteX33" fmla="*/ 144078 w 567967"/>
                <a:gd name="connsiteY33" fmla="*/ 28575 h 356823"/>
                <a:gd name="connsiteX34" fmla="*/ 125028 w 567967"/>
                <a:gd name="connsiteY34" fmla="*/ 33337 h 356823"/>
                <a:gd name="connsiteX35" fmla="*/ 110740 w 567967"/>
                <a:gd name="connsiteY35" fmla="*/ 38100 h 356823"/>
                <a:gd name="connsiteX36" fmla="*/ 77403 w 567967"/>
                <a:gd name="connsiteY36" fmla="*/ 47625 h 356823"/>
                <a:gd name="connsiteX37" fmla="*/ 34540 w 567967"/>
                <a:gd name="connsiteY37" fmla="*/ 76200 h 3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67967" h="356823">
                  <a:moveTo>
                    <a:pt x="34540" y="76200"/>
                  </a:moveTo>
                  <a:lnTo>
                    <a:pt x="34540" y="76200"/>
                  </a:lnTo>
                  <a:cubicBezTo>
                    <a:pt x="-4331" y="131731"/>
                    <a:pt x="-7505" y="112600"/>
                    <a:pt x="10728" y="180975"/>
                  </a:cubicBezTo>
                  <a:cubicBezTo>
                    <a:pt x="12203" y="186505"/>
                    <a:pt x="17078" y="190500"/>
                    <a:pt x="20253" y="195262"/>
                  </a:cubicBezTo>
                  <a:cubicBezTo>
                    <a:pt x="21840" y="217487"/>
                    <a:pt x="22554" y="239792"/>
                    <a:pt x="25015" y="261937"/>
                  </a:cubicBezTo>
                  <a:cubicBezTo>
                    <a:pt x="25738" y="268442"/>
                    <a:pt x="26147" y="275541"/>
                    <a:pt x="29778" y="280987"/>
                  </a:cubicBezTo>
                  <a:cubicBezTo>
                    <a:pt x="32953" y="285749"/>
                    <a:pt x="38583" y="288867"/>
                    <a:pt x="44065" y="290512"/>
                  </a:cubicBezTo>
                  <a:cubicBezTo>
                    <a:pt x="54817" y="293738"/>
                    <a:pt x="66290" y="293687"/>
                    <a:pt x="77403" y="295275"/>
                  </a:cubicBezTo>
                  <a:cubicBezTo>
                    <a:pt x="139352" y="284950"/>
                    <a:pt x="131892" y="299712"/>
                    <a:pt x="163128" y="247650"/>
                  </a:cubicBezTo>
                  <a:cubicBezTo>
                    <a:pt x="167890" y="239712"/>
                    <a:pt x="170108" y="229520"/>
                    <a:pt x="177415" y="223837"/>
                  </a:cubicBezTo>
                  <a:cubicBezTo>
                    <a:pt x="185340" y="217673"/>
                    <a:pt x="205990" y="214312"/>
                    <a:pt x="205990" y="214312"/>
                  </a:cubicBezTo>
                  <a:cubicBezTo>
                    <a:pt x="207578" y="219075"/>
                    <a:pt x="209374" y="223773"/>
                    <a:pt x="210753" y="228600"/>
                  </a:cubicBezTo>
                  <a:cubicBezTo>
                    <a:pt x="212551" y="234894"/>
                    <a:pt x="213590" y="241394"/>
                    <a:pt x="215515" y="247650"/>
                  </a:cubicBezTo>
                  <a:cubicBezTo>
                    <a:pt x="219944" y="262044"/>
                    <a:pt x="217755" y="281476"/>
                    <a:pt x="229803" y="290512"/>
                  </a:cubicBezTo>
                  <a:cubicBezTo>
                    <a:pt x="254241" y="308841"/>
                    <a:pt x="243240" y="299187"/>
                    <a:pt x="263140" y="319087"/>
                  </a:cubicBezTo>
                  <a:cubicBezTo>
                    <a:pt x="266315" y="328612"/>
                    <a:pt x="264440" y="341904"/>
                    <a:pt x="272665" y="347662"/>
                  </a:cubicBezTo>
                  <a:cubicBezTo>
                    <a:pt x="300410" y="367084"/>
                    <a:pt x="311833" y="351624"/>
                    <a:pt x="329815" y="338137"/>
                  </a:cubicBezTo>
                  <a:cubicBezTo>
                    <a:pt x="334578" y="309562"/>
                    <a:pt x="326918" y="275734"/>
                    <a:pt x="344103" y="252412"/>
                  </a:cubicBezTo>
                  <a:cubicBezTo>
                    <a:pt x="361013" y="229462"/>
                    <a:pt x="423209" y="256556"/>
                    <a:pt x="439353" y="261937"/>
                  </a:cubicBezTo>
                  <a:cubicBezTo>
                    <a:pt x="448878" y="271462"/>
                    <a:pt x="455494" y="285331"/>
                    <a:pt x="467928" y="290512"/>
                  </a:cubicBezTo>
                  <a:cubicBezTo>
                    <a:pt x="485057" y="297649"/>
                    <a:pt x="501430" y="280462"/>
                    <a:pt x="515553" y="276225"/>
                  </a:cubicBezTo>
                  <a:cubicBezTo>
                    <a:pt x="524802" y="273450"/>
                    <a:pt x="534702" y="273557"/>
                    <a:pt x="544128" y="271462"/>
                  </a:cubicBezTo>
                  <a:cubicBezTo>
                    <a:pt x="549028" y="270373"/>
                    <a:pt x="553653" y="268287"/>
                    <a:pt x="558415" y="266700"/>
                  </a:cubicBezTo>
                  <a:cubicBezTo>
                    <a:pt x="560003" y="254000"/>
                    <a:pt x="561368" y="241270"/>
                    <a:pt x="563178" y="228600"/>
                  </a:cubicBezTo>
                  <a:cubicBezTo>
                    <a:pt x="564544" y="219041"/>
                    <a:pt x="568326" y="209674"/>
                    <a:pt x="567940" y="200025"/>
                  </a:cubicBezTo>
                  <a:cubicBezTo>
                    <a:pt x="566728" y="169720"/>
                    <a:pt x="566747" y="138699"/>
                    <a:pt x="558415" y="109537"/>
                  </a:cubicBezTo>
                  <a:cubicBezTo>
                    <a:pt x="556465" y="102711"/>
                    <a:pt x="545715" y="103187"/>
                    <a:pt x="539365" y="100012"/>
                  </a:cubicBezTo>
                  <a:cubicBezTo>
                    <a:pt x="531821" y="84923"/>
                    <a:pt x="527917" y="74276"/>
                    <a:pt x="515553" y="61912"/>
                  </a:cubicBezTo>
                  <a:cubicBezTo>
                    <a:pt x="510260" y="56619"/>
                    <a:pt x="495144" y="48044"/>
                    <a:pt x="486978" y="47625"/>
                  </a:cubicBezTo>
                  <a:cubicBezTo>
                    <a:pt x="429881" y="44697"/>
                    <a:pt x="372678" y="44450"/>
                    <a:pt x="315528" y="42862"/>
                  </a:cubicBezTo>
                  <a:cubicBezTo>
                    <a:pt x="299397" y="29958"/>
                    <a:pt x="274588" y="7383"/>
                    <a:pt x="253615" y="4762"/>
                  </a:cubicBezTo>
                  <a:lnTo>
                    <a:pt x="215515" y="0"/>
                  </a:lnTo>
                  <a:cubicBezTo>
                    <a:pt x="201228" y="4762"/>
                    <a:pt x="186636" y="8694"/>
                    <a:pt x="172653" y="14287"/>
                  </a:cubicBezTo>
                  <a:cubicBezTo>
                    <a:pt x="162765" y="18242"/>
                    <a:pt x="153966" y="24620"/>
                    <a:pt x="144078" y="28575"/>
                  </a:cubicBezTo>
                  <a:cubicBezTo>
                    <a:pt x="138001" y="31006"/>
                    <a:pt x="131322" y="31539"/>
                    <a:pt x="125028" y="33337"/>
                  </a:cubicBezTo>
                  <a:cubicBezTo>
                    <a:pt x="120201" y="34716"/>
                    <a:pt x="115549" y="36657"/>
                    <a:pt x="110740" y="38100"/>
                  </a:cubicBezTo>
                  <a:cubicBezTo>
                    <a:pt x="99670" y="41421"/>
                    <a:pt x="88515" y="44450"/>
                    <a:pt x="77403" y="47625"/>
                  </a:cubicBezTo>
                  <a:cubicBezTo>
                    <a:pt x="71930" y="64042"/>
                    <a:pt x="41684" y="71438"/>
                    <a:pt x="34540" y="76200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20EFB9E-D8E1-44BB-9BAA-E98FE73E8430}"/>
                </a:ext>
              </a:extLst>
            </p:cNvPr>
            <p:cNvSpPr/>
            <p:nvPr/>
          </p:nvSpPr>
          <p:spPr>
            <a:xfrm>
              <a:off x="1151482" y="1649097"/>
              <a:ext cx="286797" cy="441640"/>
            </a:xfrm>
            <a:custGeom>
              <a:avLst/>
              <a:gdLst>
                <a:gd name="connsiteX0" fmla="*/ 224884 w 286797"/>
                <a:gd name="connsiteY0" fmla="*/ 3490 h 441640"/>
                <a:gd name="connsiteX1" fmla="*/ 224884 w 286797"/>
                <a:gd name="connsiteY1" fmla="*/ 3490 h 441640"/>
                <a:gd name="connsiteX2" fmla="*/ 277272 w 286797"/>
                <a:gd name="connsiteY2" fmla="*/ 41590 h 441640"/>
                <a:gd name="connsiteX3" fmla="*/ 286797 w 286797"/>
                <a:gd name="connsiteY3" fmla="*/ 60640 h 441640"/>
                <a:gd name="connsiteX4" fmla="*/ 277272 w 286797"/>
                <a:gd name="connsiteY4" fmla="*/ 84452 h 441640"/>
                <a:gd name="connsiteX5" fmla="*/ 282034 w 286797"/>
                <a:gd name="connsiteY5" fmla="*/ 132077 h 441640"/>
                <a:gd name="connsiteX6" fmla="*/ 272509 w 286797"/>
                <a:gd name="connsiteY6" fmla="*/ 155890 h 441640"/>
                <a:gd name="connsiteX7" fmla="*/ 253459 w 286797"/>
                <a:gd name="connsiteY7" fmla="*/ 160652 h 441640"/>
                <a:gd name="connsiteX8" fmla="*/ 220122 w 286797"/>
                <a:gd name="connsiteY8" fmla="*/ 165415 h 441640"/>
                <a:gd name="connsiteX9" fmla="*/ 201072 w 286797"/>
                <a:gd name="connsiteY9" fmla="*/ 217802 h 441640"/>
                <a:gd name="connsiteX10" fmla="*/ 196309 w 286797"/>
                <a:gd name="connsiteY10" fmla="*/ 236852 h 441640"/>
                <a:gd name="connsiteX11" fmla="*/ 186784 w 286797"/>
                <a:gd name="connsiteY11" fmla="*/ 284477 h 441640"/>
                <a:gd name="connsiteX12" fmla="*/ 172497 w 286797"/>
                <a:gd name="connsiteY12" fmla="*/ 308290 h 441640"/>
                <a:gd name="connsiteX13" fmla="*/ 162972 w 286797"/>
                <a:gd name="connsiteY13" fmla="*/ 327340 h 441640"/>
                <a:gd name="connsiteX14" fmla="*/ 158209 w 286797"/>
                <a:gd name="connsiteY14" fmla="*/ 351152 h 441640"/>
                <a:gd name="connsiteX15" fmla="*/ 162972 w 286797"/>
                <a:gd name="connsiteY15" fmla="*/ 374965 h 441640"/>
                <a:gd name="connsiteX16" fmla="*/ 158209 w 286797"/>
                <a:gd name="connsiteY16" fmla="*/ 417827 h 441640"/>
                <a:gd name="connsiteX17" fmla="*/ 153447 w 286797"/>
                <a:gd name="connsiteY17" fmla="*/ 432115 h 441640"/>
                <a:gd name="connsiteX18" fmla="*/ 139159 w 286797"/>
                <a:gd name="connsiteY18" fmla="*/ 441640 h 441640"/>
                <a:gd name="connsiteX19" fmla="*/ 101059 w 286797"/>
                <a:gd name="connsiteY19" fmla="*/ 422590 h 441640"/>
                <a:gd name="connsiteX20" fmla="*/ 67722 w 286797"/>
                <a:gd name="connsiteY20" fmla="*/ 403540 h 441640"/>
                <a:gd name="connsiteX21" fmla="*/ 29622 w 286797"/>
                <a:gd name="connsiteY21" fmla="*/ 360677 h 441640"/>
                <a:gd name="connsiteX22" fmla="*/ 15334 w 286797"/>
                <a:gd name="connsiteY22" fmla="*/ 327340 h 441640"/>
                <a:gd name="connsiteX23" fmla="*/ 24859 w 286797"/>
                <a:gd name="connsiteY23" fmla="*/ 298765 h 441640"/>
                <a:gd name="connsiteX24" fmla="*/ 48672 w 286797"/>
                <a:gd name="connsiteY24" fmla="*/ 289240 h 441640"/>
                <a:gd name="connsiteX25" fmla="*/ 67722 w 286797"/>
                <a:gd name="connsiteY25" fmla="*/ 274952 h 441640"/>
                <a:gd name="connsiteX26" fmla="*/ 20097 w 286797"/>
                <a:gd name="connsiteY26" fmla="*/ 184465 h 441640"/>
                <a:gd name="connsiteX27" fmla="*/ 5809 w 286797"/>
                <a:gd name="connsiteY27" fmla="*/ 179702 h 441640"/>
                <a:gd name="connsiteX28" fmla="*/ 1047 w 286797"/>
                <a:gd name="connsiteY28" fmla="*/ 155890 h 441640"/>
                <a:gd name="connsiteX29" fmla="*/ 20097 w 286797"/>
                <a:gd name="connsiteY29" fmla="*/ 151127 h 441640"/>
                <a:gd name="connsiteX30" fmla="*/ 48672 w 286797"/>
                <a:gd name="connsiteY30" fmla="*/ 141602 h 441640"/>
                <a:gd name="connsiteX31" fmla="*/ 62959 w 286797"/>
                <a:gd name="connsiteY31" fmla="*/ 136840 h 441640"/>
                <a:gd name="connsiteX32" fmla="*/ 105822 w 286797"/>
                <a:gd name="connsiteY32" fmla="*/ 74927 h 441640"/>
                <a:gd name="connsiteX33" fmla="*/ 139159 w 286797"/>
                <a:gd name="connsiteY33" fmla="*/ 60640 h 441640"/>
                <a:gd name="connsiteX34" fmla="*/ 148684 w 286797"/>
                <a:gd name="connsiteY34" fmla="*/ 46352 h 441640"/>
                <a:gd name="connsiteX35" fmla="*/ 182022 w 286797"/>
                <a:gd name="connsiteY35" fmla="*/ 17777 h 441640"/>
                <a:gd name="connsiteX36" fmla="*/ 186784 w 286797"/>
                <a:gd name="connsiteY36" fmla="*/ 3490 h 441640"/>
                <a:gd name="connsiteX37" fmla="*/ 224884 w 286797"/>
                <a:gd name="connsiteY37" fmla="*/ 3490 h 44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86797" h="441640">
                  <a:moveTo>
                    <a:pt x="224884" y="3490"/>
                  </a:moveTo>
                  <a:lnTo>
                    <a:pt x="224884" y="3490"/>
                  </a:lnTo>
                  <a:cubicBezTo>
                    <a:pt x="242347" y="16190"/>
                    <a:pt x="261406" y="26944"/>
                    <a:pt x="277272" y="41590"/>
                  </a:cubicBezTo>
                  <a:cubicBezTo>
                    <a:pt x="282489" y="46405"/>
                    <a:pt x="286797" y="53540"/>
                    <a:pt x="286797" y="60640"/>
                  </a:cubicBezTo>
                  <a:cubicBezTo>
                    <a:pt x="286797" y="69189"/>
                    <a:pt x="280447" y="76515"/>
                    <a:pt x="277272" y="84452"/>
                  </a:cubicBezTo>
                  <a:cubicBezTo>
                    <a:pt x="278859" y="100327"/>
                    <a:pt x="283095" y="116158"/>
                    <a:pt x="282034" y="132077"/>
                  </a:cubicBezTo>
                  <a:cubicBezTo>
                    <a:pt x="281465" y="140607"/>
                    <a:pt x="278554" y="149845"/>
                    <a:pt x="272509" y="155890"/>
                  </a:cubicBezTo>
                  <a:cubicBezTo>
                    <a:pt x="267881" y="160518"/>
                    <a:pt x="259899" y="159481"/>
                    <a:pt x="253459" y="160652"/>
                  </a:cubicBezTo>
                  <a:cubicBezTo>
                    <a:pt x="242415" y="162660"/>
                    <a:pt x="231234" y="163827"/>
                    <a:pt x="220122" y="165415"/>
                  </a:cubicBezTo>
                  <a:cubicBezTo>
                    <a:pt x="209201" y="252773"/>
                    <a:pt x="227210" y="172061"/>
                    <a:pt x="201072" y="217802"/>
                  </a:cubicBezTo>
                  <a:cubicBezTo>
                    <a:pt x="197825" y="223485"/>
                    <a:pt x="197593" y="230434"/>
                    <a:pt x="196309" y="236852"/>
                  </a:cubicBezTo>
                  <a:cubicBezTo>
                    <a:pt x="195016" y="243319"/>
                    <a:pt x="190809" y="275421"/>
                    <a:pt x="186784" y="284477"/>
                  </a:cubicBezTo>
                  <a:cubicBezTo>
                    <a:pt x="183025" y="292936"/>
                    <a:pt x="176992" y="300198"/>
                    <a:pt x="172497" y="308290"/>
                  </a:cubicBezTo>
                  <a:cubicBezTo>
                    <a:pt x="169049" y="314496"/>
                    <a:pt x="166147" y="320990"/>
                    <a:pt x="162972" y="327340"/>
                  </a:cubicBezTo>
                  <a:cubicBezTo>
                    <a:pt x="161384" y="335277"/>
                    <a:pt x="158209" y="343057"/>
                    <a:pt x="158209" y="351152"/>
                  </a:cubicBezTo>
                  <a:cubicBezTo>
                    <a:pt x="158209" y="359247"/>
                    <a:pt x="162972" y="366870"/>
                    <a:pt x="162972" y="374965"/>
                  </a:cubicBezTo>
                  <a:cubicBezTo>
                    <a:pt x="162972" y="389340"/>
                    <a:pt x="160572" y="403647"/>
                    <a:pt x="158209" y="417827"/>
                  </a:cubicBezTo>
                  <a:cubicBezTo>
                    <a:pt x="157384" y="422779"/>
                    <a:pt x="156583" y="428195"/>
                    <a:pt x="153447" y="432115"/>
                  </a:cubicBezTo>
                  <a:cubicBezTo>
                    <a:pt x="149871" y="436585"/>
                    <a:pt x="143922" y="438465"/>
                    <a:pt x="139159" y="441640"/>
                  </a:cubicBezTo>
                  <a:cubicBezTo>
                    <a:pt x="105733" y="433283"/>
                    <a:pt x="133441" y="442828"/>
                    <a:pt x="101059" y="422590"/>
                  </a:cubicBezTo>
                  <a:cubicBezTo>
                    <a:pt x="84427" y="412195"/>
                    <a:pt x="81839" y="415641"/>
                    <a:pt x="67722" y="403540"/>
                  </a:cubicBezTo>
                  <a:cubicBezTo>
                    <a:pt x="55786" y="393309"/>
                    <a:pt x="38093" y="373384"/>
                    <a:pt x="29622" y="360677"/>
                  </a:cubicBezTo>
                  <a:cubicBezTo>
                    <a:pt x="21776" y="348908"/>
                    <a:pt x="19567" y="340039"/>
                    <a:pt x="15334" y="327340"/>
                  </a:cubicBezTo>
                  <a:cubicBezTo>
                    <a:pt x="18509" y="317815"/>
                    <a:pt x="18247" y="306321"/>
                    <a:pt x="24859" y="298765"/>
                  </a:cubicBezTo>
                  <a:cubicBezTo>
                    <a:pt x="30489" y="292331"/>
                    <a:pt x="41199" y="293392"/>
                    <a:pt x="48672" y="289240"/>
                  </a:cubicBezTo>
                  <a:cubicBezTo>
                    <a:pt x="55611" y="285385"/>
                    <a:pt x="61372" y="279715"/>
                    <a:pt x="67722" y="274952"/>
                  </a:cubicBezTo>
                  <a:cubicBezTo>
                    <a:pt x="57110" y="211282"/>
                    <a:pt x="71257" y="221672"/>
                    <a:pt x="20097" y="184465"/>
                  </a:cubicBezTo>
                  <a:cubicBezTo>
                    <a:pt x="16037" y="181512"/>
                    <a:pt x="10572" y="181290"/>
                    <a:pt x="5809" y="179702"/>
                  </a:cubicBezTo>
                  <a:cubicBezTo>
                    <a:pt x="4222" y="171765"/>
                    <a:pt x="-2573" y="163130"/>
                    <a:pt x="1047" y="155890"/>
                  </a:cubicBezTo>
                  <a:cubicBezTo>
                    <a:pt x="3974" y="150036"/>
                    <a:pt x="13828" y="153008"/>
                    <a:pt x="20097" y="151127"/>
                  </a:cubicBezTo>
                  <a:cubicBezTo>
                    <a:pt x="29714" y="148242"/>
                    <a:pt x="39147" y="144777"/>
                    <a:pt x="48672" y="141602"/>
                  </a:cubicBezTo>
                  <a:lnTo>
                    <a:pt x="62959" y="136840"/>
                  </a:lnTo>
                  <a:cubicBezTo>
                    <a:pt x="72514" y="117730"/>
                    <a:pt x="88687" y="82270"/>
                    <a:pt x="105822" y="74927"/>
                  </a:cubicBezTo>
                  <a:lnTo>
                    <a:pt x="139159" y="60640"/>
                  </a:lnTo>
                  <a:cubicBezTo>
                    <a:pt x="142334" y="55877"/>
                    <a:pt x="144959" y="50698"/>
                    <a:pt x="148684" y="46352"/>
                  </a:cubicBezTo>
                  <a:cubicBezTo>
                    <a:pt x="164082" y="28387"/>
                    <a:pt x="165169" y="29012"/>
                    <a:pt x="182022" y="17777"/>
                  </a:cubicBezTo>
                  <a:cubicBezTo>
                    <a:pt x="183609" y="13015"/>
                    <a:pt x="185566" y="8360"/>
                    <a:pt x="186784" y="3490"/>
                  </a:cubicBezTo>
                  <a:cubicBezTo>
                    <a:pt x="188747" y="-4363"/>
                    <a:pt x="218534" y="3490"/>
                    <a:pt x="224884" y="3490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42630-6350-464D-B174-C6E87EA1FD09}"/>
                </a:ext>
              </a:extLst>
            </p:cNvPr>
            <p:cNvSpPr/>
            <p:nvPr/>
          </p:nvSpPr>
          <p:spPr>
            <a:xfrm flipH="1">
              <a:off x="1516830" y="1649097"/>
              <a:ext cx="286797" cy="441640"/>
            </a:xfrm>
            <a:custGeom>
              <a:avLst/>
              <a:gdLst>
                <a:gd name="connsiteX0" fmla="*/ 224884 w 286797"/>
                <a:gd name="connsiteY0" fmla="*/ 3490 h 441640"/>
                <a:gd name="connsiteX1" fmla="*/ 224884 w 286797"/>
                <a:gd name="connsiteY1" fmla="*/ 3490 h 441640"/>
                <a:gd name="connsiteX2" fmla="*/ 277272 w 286797"/>
                <a:gd name="connsiteY2" fmla="*/ 41590 h 441640"/>
                <a:gd name="connsiteX3" fmla="*/ 286797 w 286797"/>
                <a:gd name="connsiteY3" fmla="*/ 60640 h 441640"/>
                <a:gd name="connsiteX4" fmla="*/ 277272 w 286797"/>
                <a:gd name="connsiteY4" fmla="*/ 84452 h 441640"/>
                <a:gd name="connsiteX5" fmla="*/ 282034 w 286797"/>
                <a:gd name="connsiteY5" fmla="*/ 132077 h 441640"/>
                <a:gd name="connsiteX6" fmla="*/ 272509 w 286797"/>
                <a:gd name="connsiteY6" fmla="*/ 155890 h 441640"/>
                <a:gd name="connsiteX7" fmla="*/ 253459 w 286797"/>
                <a:gd name="connsiteY7" fmla="*/ 160652 h 441640"/>
                <a:gd name="connsiteX8" fmla="*/ 220122 w 286797"/>
                <a:gd name="connsiteY8" fmla="*/ 165415 h 441640"/>
                <a:gd name="connsiteX9" fmla="*/ 201072 w 286797"/>
                <a:gd name="connsiteY9" fmla="*/ 217802 h 441640"/>
                <a:gd name="connsiteX10" fmla="*/ 196309 w 286797"/>
                <a:gd name="connsiteY10" fmla="*/ 236852 h 441640"/>
                <a:gd name="connsiteX11" fmla="*/ 186784 w 286797"/>
                <a:gd name="connsiteY11" fmla="*/ 284477 h 441640"/>
                <a:gd name="connsiteX12" fmla="*/ 172497 w 286797"/>
                <a:gd name="connsiteY12" fmla="*/ 308290 h 441640"/>
                <a:gd name="connsiteX13" fmla="*/ 162972 w 286797"/>
                <a:gd name="connsiteY13" fmla="*/ 327340 h 441640"/>
                <a:gd name="connsiteX14" fmla="*/ 158209 w 286797"/>
                <a:gd name="connsiteY14" fmla="*/ 351152 h 441640"/>
                <a:gd name="connsiteX15" fmla="*/ 162972 w 286797"/>
                <a:gd name="connsiteY15" fmla="*/ 374965 h 441640"/>
                <a:gd name="connsiteX16" fmla="*/ 158209 w 286797"/>
                <a:gd name="connsiteY16" fmla="*/ 417827 h 441640"/>
                <a:gd name="connsiteX17" fmla="*/ 153447 w 286797"/>
                <a:gd name="connsiteY17" fmla="*/ 432115 h 441640"/>
                <a:gd name="connsiteX18" fmla="*/ 139159 w 286797"/>
                <a:gd name="connsiteY18" fmla="*/ 441640 h 441640"/>
                <a:gd name="connsiteX19" fmla="*/ 101059 w 286797"/>
                <a:gd name="connsiteY19" fmla="*/ 422590 h 441640"/>
                <a:gd name="connsiteX20" fmla="*/ 67722 w 286797"/>
                <a:gd name="connsiteY20" fmla="*/ 403540 h 441640"/>
                <a:gd name="connsiteX21" fmla="*/ 29622 w 286797"/>
                <a:gd name="connsiteY21" fmla="*/ 360677 h 441640"/>
                <a:gd name="connsiteX22" fmla="*/ 15334 w 286797"/>
                <a:gd name="connsiteY22" fmla="*/ 327340 h 441640"/>
                <a:gd name="connsiteX23" fmla="*/ 24859 w 286797"/>
                <a:gd name="connsiteY23" fmla="*/ 298765 h 441640"/>
                <a:gd name="connsiteX24" fmla="*/ 48672 w 286797"/>
                <a:gd name="connsiteY24" fmla="*/ 289240 h 441640"/>
                <a:gd name="connsiteX25" fmla="*/ 67722 w 286797"/>
                <a:gd name="connsiteY25" fmla="*/ 274952 h 441640"/>
                <a:gd name="connsiteX26" fmla="*/ 20097 w 286797"/>
                <a:gd name="connsiteY26" fmla="*/ 184465 h 441640"/>
                <a:gd name="connsiteX27" fmla="*/ 5809 w 286797"/>
                <a:gd name="connsiteY27" fmla="*/ 179702 h 441640"/>
                <a:gd name="connsiteX28" fmla="*/ 1047 w 286797"/>
                <a:gd name="connsiteY28" fmla="*/ 155890 h 441640"/>
                <a:gd name="connsiteX29" fmla="*/ 20097 w 286797"/>
                <a:gd name="connsiteY29" fmla="*/ 151127 h 441640"/>
                <a:gd name="connsiteX30" fmla="*/ 48672 w 286797"/>
                <a:gd name="connsiteY30" fmla="*/ 141602 h 441640"/>
                <a:gd name="connsiteX31" fmla="*/ 62959 w 286797"/>
                <a:gd name="connsiteY31" fmla="*/ 136840 h 441640"/>
                <a:gd name="connsiteX32" fmla="*/ 105822 w 286797"/>
                <a:gd name="connsiteY32" fmla="*/ 74927 h 441640"/>
                <a:gd name="connsiteX33" fmla="*/ 139159 w 286797"/>
                <a:gd name="connsiteY33" fmla="*/ 60640 h 441640"/>
                <a:gd name="connsiteX34" fmla="*/ 148684 w 286797"/>
                <a:gd name="connsiteY34" fmla="*/ 46352 h 441640"/>
                <a:gd name="connsiteX35" fmla="*/ 182022 w 286797"/>
                <a:gd name="connsiteY35" fmla="*/ 17777 h 441640"/>
                <a:gd name="connsiteX36" fmla="*/ 186784 w 286797"/>
                <a:gd name="connsiteY36" fmla="*/ 3490 h 441640"/>
                <a:gd name="connsiteX37" fmla="*/ 224884 w 286797"/>
                <a:gd name="connsiteY37" fmla="*/ 3490 h 44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86797" h="441640">
                  <a:moveTo>
                    <a:pt x="224884" y="3490"/>
                  </a:moveTo>
                  <a:lnTo>
                    <a:pt x="224884" y="3490"/>
                  </a:lnTo>
                  <a:cubicBezTo>
                    <a:pt x="242347" y="16190"/>
                    <a:pt x="261406" y="26944"/>
                    <a:pt x="277272" y="41590"/>
                  </a:cubicBezTo>
                  <a:cubicBezTo>
                    <a:pt x="282489" y="46405"/>
                    <a:pt x="286797" y="53540"/>
                    <a:pt x="286797" y="60640"/>
                  </a:cubicBezTo>
                  <a:cubicBezTo>
                    <a:pt x="286797" y="69189"/>
                    <a:pt x="280447" y="76515"/>
                    <a:pt x="277272" y="84452"/>
                  </a:cubicBezTo>
                  <a:cubicBezTo>
                    <a:pt x="278859" y="100327"/>
                    <a:pt x="283095" y="116158"/>
                    <a:pt x="282034" y="132077"/>
                  </a:cubicBezTo>
                  <a:cubicBezTo>
                    <a:pt x="281465" y="140607"/>
                    <a:pt x="278554" y="149845"/>
                    <a:pt x="272509" y="155890"/>
                  </a:cubicBezTo>
                  <a:cubicBezTo>
                    <a:pt x="267881" y="160518"/>
                    <a:pt x="259899" y="159481"/>
                    <a:pt x="253459" y="160652"/>
                  </a:cubicBezTo>
                  <a:cubicBezTo>
                    <a:pt x="242415" y="162660"/>
                    <a:pt x="231234" y="163827"/>
                    <a:pt x="220122" y="165415"/>
                  </a:cubicBezTo>
                  <a:cubicBezTo>
                    <a:pt x="209201" y="252773"/>
                    <a:pt x="227210" y="172061"/>
                    <a:pt x="201072" y="217802"/>
                  </a:cubicBezTo>
                  <a:cubicBezTo>
                    <a:pt x="197825" y="223485"/>
                    <a:pt x="197593" y="230434"/>
                    <a:pt x="196309" y="236852"/>
                  </a:cubicBezTo>
                  <a:cubicBezTo>
                    <a:pt x="195016" y="243319"/>
                    <a:pt x="190809" y="275421"/>
                    <a:pt x="186784" y="284477"/>
                  </a:cubicBezTo>
                  <a:cubicBezTo>
                    <a:pt x="183025" y="292936"/>
                    <a:pt x="176992" y="300198"/>
                    <a:pt x="172497" y="308290"/>
                  </a:cubicBezTo>
                  <a:cubicBezTo>
                    <a:pt x="169049" y="314496"/>
                    <a:pt x="166147" y="320990"/>
                    <a:pt x="162972" y="327340"/>
                  </a:cubicBezTo>
                  <a:cubicBezTo>
                    <a:pt x="161384" y="335277"/>
                    <a:pt x="158209" y="343057"/>
                    <a:pt x="158209" y="351152"/>
                  </a:cubicBezTo>
                  <a:cubicBezTo>
                    <a:pt x="158209" y="359247"/>
                    <a:pt x="162972" y="366870"/>
                    <a:pt x="162972" y="374965"/>
                  </a:cubicBezTo>
                  <a:cubicBezTo>
                    <a:pt x="162972" y="389340"/>
                    <a:pt x="160572" y="403647"/>
                    <a:pt x="158209" y="417827"/>
                  </a:cubicBezTo>
                  <a:cubicBezTo>
                    <a:pt x="157384" y="422779"/>
                    <a:pt x="156583" y="428195"/>
                    <a:pt x="153447" y="432115"/>
                  </a:cubicBezTo>
                  <a:cubicBezTo>
                    <a:pt x="149871" y="436585"/>
                    <a:pt x="143922" y="438465"/>
                    <a:pt x="139159" y="441640"/>
                  </a:cubicBezTo>
                  <a:cubicBezTo>
                    <a:pt x="105733" y="433283"/>
                    <a:pt x="133441" y="442828"/>
                    <a:pt x="101059" y="422590"/>
                  </a:cubicBezTo>
                  <a:cubicBezTo>
                    <a:pt x="84427" y="412195"/>
                    <a:pt x="81839" y="415641"/>
                    <a:pt x="67722" y="403540"/>
                  </a:cubicBezTo>
                  <a:cubicBezTo>
                    <a:pt x="55786" y="393309"/>
                    <a:pt x="38093" y="373384"/>
                    <a:pt x="29622" y="360677"/>
                  </a:cubicBezTo>
                  <a:cubicBezTo>
                    <a:pt x="21776" y="348908"/>
                    <a:pt x="19567" y="340039"/>
                    <a:pt x="15334" y="327340"/>
                  </a:cubicBezTo>
                  <a:cubicBezTo>
                    <a:pt x="18509" y="317815"/>
                    <a:pt x="18247" y="306321"/>
                    <a:pt x="24859" y="298765"/>
                  </a:cubicBezTo>
                  <a:cubicBezTo>
                    <a:pt x="30489" y="292331"/>
                    <a:pt x="41199" y="293392"/>
                    <a:pt x="48672" y="289240"/>
                  </a:cubicBezTo>
                  <a:cubicBezTo>
                    <a:pt x="55611" y="285385"/>
                    <a:pt x="61372" y="279715"/>
                    <a:pt x="67722" y="274952"/>
                  </a:cubicBezTo>
                  <a:cubicBezTo>
                    <a:pt x="57110" y="211282"/>
                    <a:pt x="71257" y="221672"/>
                    <a:pt x="20097" y="184465"/>
                  </a:cubicBezTo>
                  <a:cubicBezTo>
                    <a:pt x="16037" y="181512"/>
                    <a:pt x="10572" y="181290"/>
                    <a:pt x="5809" y="179702"/>
                  </a:cubicBezTo>
                  <a:cubicBezTo>
                    <a:pt x="4222" y="171765"/>
                    <a:pt x="-2573" y="163130"/>
                    <a:pt x="1047" y="155890"/>
                  </a:cubicBezTo>
                  <a:cubicBezTo>
                    <a:pt x="3974" y="150036"/>
                    <a:pt x="13828" y="153008"/>
                    <a:pt x="20097" y="151127"/>
                  </a:cubicBezTo>
                  <a:cubicBezTo>
                    <a:pt x="29714" y="148242"/>
                    <a:pt x="39147" y="144777"/>
                    <a:pt x="48672" y="141602"/>
                  </a:cubicBezTo>
                  <a:lnTo>
                    <a:pt x="62959" y="136840"/>
                  </a:lnTo>
                  <a:cubicBezTo>
                    <a:pt x="72514" y="117730"/>
                    <a:pt x="88687" y="82270"/>
                    <a:pt x="105822" y="74927"/>
                  </a:cubicBezTo>
                  <a:lnTo>
                    <a:pt x="139159" y="60640"/>
                  </a:lnTo>
                  <a:cubicBezTo>
                    <a:pt x="142334" y="55877"/>
                    <a:pt x="144959" y="50698"/>
                    <a:pt x="148684" y="46352"/>
                  </a:cubicBezTo>
                  <a:cubicBezTo>
                    <a:pt x="164082" y="28387"/>
                    <a:pt x="165169" y="29012"/>
                    <a:pt x="182022" y="17777"/>
                  </a:cubicBezTo>
                  <a:cubicBezTo>
                    <a:pt x="183609" y="13015"/>
                    <a:pt x="185566" y="8360"/>
                    <a:pt x="186784" y="3490"/>
                  </a:cubicBezTo>
                  <a:cubicBezTo>
                    <a:pt x="188747" y="-4363"/>
                    <a:pt x="218534" y="3490"/>
                    <a:pt x="224884" y="3490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32DE2B1-CD12-47DA-A115-157E17CBF87B}"/>
                </a:ext>
              </a:extLst>
            </p:cNvPr>
            <p:cNvGrpSpPr/>
            <p:nvPr/>
          </p:nvGrpSpPr>
          <p:grpSpPr>
            <a:xfrm>
              <a:off x="1066185" y="2005920"/>
              <a:ext cx="266714" cy="238616"/>
              <a:chOff x="1047750" y="2033588"/>
              <a:chExt cx="266714" cy="23861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FC737DB-CC3B-4B26-B889-61F9EE222909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9499858-BB13-4161-BD40-D154161F2C58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96DE616-9290-4983-9EA4-A8A34C3F1DFD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9FA6559-09BF-4546-8892-51C6EC30B509}"/>
                </a:ext>
              </a:extLst>
            </p:cNvPr>
            <p:cNvGrpSpPr/>
            <p:nvPr/>
          </p:nvGrpSpPr>
          <p:grpSpPr>
            <a:xfrm rot="18623538">
              <a:off x="1627698" y="2015198"/>
              <a:ext cx="266714" cy="238616"/>
              <a:chOff x="1047750" y="2033588"/>
              <a:chExt cx="266714" cy="238616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67A9203-AD31-4368-8401-8B5D5F579268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7302323-B475-4A75-AE41-DD04719B2770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243CFC7-3B08-43A2-8ED3-7EABF5F59482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7503534-6730-42C2-B20D-7CEBDF92A5B4}"/>
                </a:ext>
              </a:extLst>
            </p:cNvPr>
            <p:cNvSpPr/>
            <p:nvPr/>
          </p:nvSpPr>
          <p:spPr>
            <a:xfrm rot="20219117">
              <a:off x="971370" y="1188230"/>
              <a:ext cx="378266" cy="242778"/>
            </a:xfrm>
            <a:custGeom>
              <a:avLst/>
              <a:gdLst>
                <a:gd name="connsiteX0" fmla="*/ 0 w 378266"/>
                <a:gd name="connsiteY0" fmla="*/ 150879 h 242778"/>
                <a:gd name="connsiteX1" fmla="*/ 0 w 378266"/>
                <a:gd name="connsiteY1" fmla="*/ 150879 h 242778"/>
                <a:gd name="connsiteX2" fmla="*/ 80963 w 378266"/>
                <a:gd name="connsiteY2" fmla="*/ 103254 h 242778"/>
                <a:gd name="connsiteX3" fmla="*/ 114300 w 378266"/>
                <a:gd name="connsiteY3" fmla="*/ 93729 h 242778"/>
                <a:gd name="connsiteX4" fmla="*/ 128588 w 378266"/>
                <a:gd name="connsiteY4" fmla="*/ 79442 h 242778"/>
                <a:gd name="connsiteX5" fmla="*/ 152400 w 378266"/>
                <a:gd name="connsiteY5" fmla="*/ 74679 h 242778"/>
                <a:gd name="connsiteX6" fmla="*/ 219075 w 378266"/>
                <a:gd name="connsiteY6" fmla="*/ 46104 h 242778"/>
                <a:gd name="connsiteX7" fmla="*/ 247650 w 378266"/>
                <a:gd name="connsiteY7" fmla="*/ 12767 h 242778"/>
                <a:gd name="connsiteX8" fmla="*/ 347663 w 378266"/>
                <a:gd name="connsiteY8" fmla="*/ 12767 h 242778"/>
                <a:gd name="connsiteX9" fmla="*/ 366713 w 378266"/>
                <a:gd name="connsiteY9" fmla="*/ 22292 h 242778"/>
                <a:gd name="connsiteX10" fmla="*/ 371475 w 378266"/>
                <a:gd name="connsiteY10" fmla="*/ 88967 h 242778"/>
                <a:gd name="connsiteX11" fmla="*/ 357188 w 378266"/>
                <a:gd name="connsiteY11" fmla="*/ 112779 h 242778"/>
                <a:gd name="connsiteX12" fmla="*/ 328613 w 378266"/>
                <a:gd name="connsiteY12" fmla="*/ 127067 h 242778"/>
                <a:gd name="connsiteX13" fmla="*/ 242888 w 378266"/>
                <a:gd name="connsiteY13" fmla="*/ 146117 h 242778"/>
                <a:gd name="connsiteX14" fmla="*/ 228600 w 378266"/>
                <a:gd name="connsiteY14" fmla="*/ 165167 h 242778"/>
                <a:gd name="connsiteX15" fmla="*/ 200025 w 378266"/>
                <a:gd name="connsiteY15" fmla="*/ 203267 h 242778"/>
                <a:gd name="connsiteX16" fmla="*/ 180975 w 378266"/>
                <a:gd name="connsiteY16" fmla="*/ 217554 h 242778"/>
                <a:gd name="connsiteX17" fmla="*/ 152400 w 378266"/>
                <a:gd name="connsiteY17" fmla="*/ 222317 h 242778"/>
                <a:gd name="connsiteX18" fmla="*/ 28575 w 378266"/>
                <a:gd name="connsiteY18" fmla="*/ 222317 h 242778"/>
                <a:gd name="connsiteX19" fmla="*/ 14288 w 378266"/>
                <a:gd name="connsiteY19" fmla="*/ 193742 h 242778"/>
                <a:gd name="connsiteX20" fmla="*/ 0 w 378266"/>
                <a:gd name="connsiteY20" fmla="*/ 150879 h 24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8266" h="242778">
                  <a:moveTo>
                    <a:pt x="0" y="150879"/>
                  </a:moveTo>
                  <a:lnTo>
                    <a:pt x="0" y="150879"/>
                  </a:lnTo>
                  <a:cubicBezTo>
                    <a:pt x="26988" y="135004"/>
                    <a:pt x="52958" y="117256"/>
                    <a:pt x="80963" y="103254"/>
                  </a:cubicBezTo>
                  <a:cubicBezTo>
                    <a:pt x="91300" y="98086"/>
                    <a:pt x="103963" y="98897"/>
                    <a:pt x="114300" y="93729"/>
                  </a:cubicBezTo>
                  <a:cubicBezTo>
                    <a:pt x="120324" y="90717"/>
                    <a:pt x="122564" y="82454"/>
                    <a:pt x="128588" y="79442"/>
                  </a:cubicBezTo>
                  <a:cubicBezTo>
                    <a:pt x="135828" y="75822"/>
                    <a:pt x="144721" y="77239"/>
                    <a:pt x="152400" y="74679"/>
                  </a:cubicBezTo>
                  <a:cubicBezTo>
                    <a:pt x="184932" y="63835"/>
                    <a:pt x="193736" y="58773"/>
                    <a:pt x="219075" y="46104"/>
                  </a:cubicBezTo>
                  <a:cubicBezTo>
                    <a:pt x="228600" y="34992"/>
                    <a:pt x="237301" y="23116"/>
                    <a:pt x="247650" y="12767"/>
                  </a:cubicBezTo>
                  <a:cubicBezTo>
                    <a:pt x="274397" y="-13979"/>
                    <a:pt x="313828" y="9008"/>
                    <a:pt x="347663" y="12767"/>
                  </a:cubicBezTo>
                  <a:cubicBezTo>
                    <a:pt x="354013" y="15942"/>
                    <a:pt x="361259" y="17747"/>
                    <a:pt x="366713" y="22292"/>
                  </a:cubicBezTo>
                  <a:cubicBezTo>
                    <a:pt x="386124" y="38467"/>
                    <a:pt x="376269" y="69790"/>
                    <a:pt x="371475" y="88967"/>
                  </a:cubicBezTo>
                  <a:cubicBezTo>
                    <a:pt x="369230" y="97947"/>
                    <a:pt x="364106" y="106629"/>
                    <a:pt x="357188" y="112779"/>
                  </a:cubicBezTo>
                  <a:cubicBezTo>
                    <a:pt x="349229" y="119854"/>
                    <a:pt x="338655" y="123523"/>
                    <a:pt x="328613" y="127067"/>
                  </a:cubicBezTo>
                  <a:cubicBezTo>
                    <a:pt x="289538" y="140858"/>
                    <a:pt x="279171" y="140933"/>
                    <a:pt x="242888" y="146117"/>
                  </a:cubicBezTo>
                  <a:cubicBezTo>
                    <a:pt x="238125" y="152467"/>
                    <a:pt x="233003" y="158563"/>
                    <a:pt x="228600" y="165167"/>
                  </a:cubicBezTo>
                  <a:cubicBezTo>
                    <a:pt x="212607" y="189156"/>
                    <a:pt x="219578" y="186508"/>
                    <a:pt x="200025" y="203267"/>
                  </a:cubicBezTo>
                  <a:cubicBezTo>
                    <a:pt x="193998" y="208433"/>
                    <a:pt x="188345" y="214606"/>
                    <a:pt x="180975" y="217554"/>
                  </a:cubicBezTo>
                  <a:cubicBezTo>
                    <a:pt x="172009" y="221140"/>
                    <a:pt x="161925" y="220729"/>
                    <a:pt x="152400" y="222317"/>
                  </a:cubicBezTo>
                  <a:cubicBezTo>
                    <a:pt x="111695" y="249454"/>
                    <a:pt x="117709" y="249743"/>
                    <a:pt x="28575" y="222317"/>
                  </a:cubicBezTo>
                  <a:cubicBezTo>
                    <a:pt x="18397" y="219185"/>
                    <a:pt x="20195" y="202603"/>
                    <a:pt x="14288" y="193742"/>
                  </a:cubicBezTo>
                  <a:cubicBezTo>
                    <a:pt x="-1122" y="170626"/>
                    <a:pt x="2381" y="158023"/>
                    <a:pt x="0" y="150879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2D8E76-27CF-42CE-9F4D-0ECA0C460BCF}"/>
                </a:ext>
              </a:extLst>
            </p:cNvPr>
            <p:cNvSpPr/>
            <p:nvPr/>
          </p:nvSpPr>
          <p:spPr>
            <a:xfrm rot="15953926">
              <a:off x="1586692" y="1209728"/>
              <a:ext cx="378266" cy="242778"/>
            </a:xfrm>
            <a:custGeom>
              <a:avLst/>
              <a:gdLst>
                <a:gd name="connsiteX0" fmla="*/ 0 w 378266"/>
                <a:gd name="connsiteY0" fmla="*/ 150879 h 242778"/>
                <a:gd name="connsiteX1" fmla="*/ 0 w 378266"/>
                <a:gd name="connsiteY1" fmla="*/ 150879 h 242778"/>
                <a:gd name="connsiteX2" fmla="*/ 80963 w 378266"/>
                <a:gd name="connsiteY2" fmla="*/ 103254 h 242778"/>
                <a:gd name="connsiteX3" fmla="*/ 114300 w 378266"/>
                <a:gd name="connsiteY3" fmla="*/ 93729 h 242778"/>
                <a:gd name="connsiteX4" fmla="*/ 128588 w 378266"/>
                <a:gd name="connsiteY4" fmla="*/ 79442 h 242778"/>
                <a:gd name="connsiteX5" fmla="*/ 152400 w 378266"/>
                <a:gd name="connsiteY5" fmla="*/ 74679 h 242778"/>
                <a:gd name="connsiteX6" fmla="*/ 219075 w 378266"/>
                <a:gd name="connsiteY6" fmla="*/ 46104 h 242778"/>
                <a:gd name="connsiteX7" fmla="*/ 247650 w 378266"/>
                <a:gd name="connsiteY7" fmla="*/ 12767 h 242778"/>
                <a:gd name="connsiteX8" fmla="*/ 347663 w 378266"/>
                <a:gd name="connsiteY8" fmla="*/ 12767 h 242778"/>
                <a:gd name="connsiteX9" fmla="*/ 366713 w 378266"/>
                <a:gd name="connsiteY9" fmla="*/ 22292 h 242778"/>
                <a:gd name="connsiteX10" fmla="*/ 371475 w 378266"/>
                <a:gd name="connsiteY10" fmla="*/ 88967 h 242778"/>
                <a:gd name="connsiteX11" fmla="*/ 357188 w 378266"/>
                <a:gd name="connsiteY11" fmla="*/ 112779 h 242778"/>
                <a:gd name="connsiteX12" fmla="*/ 328613 w 378266"/>
                <a:gd name="connsiteY12" fmla="*/ 127067 h 242778"/>
                <a:gd name="connsiteX13" fmla="*/ 242888 w 378266"/>
                <a:gd name="connsiteY13" fmla="*/ 146117 h 242778"/>
                <a:gd name="connsiteX14" fmla="*/ 228600 w 378266"/>
                <a:gd name="connsiteY14" fmla="*/ 165167 h 242778"/>
                <a:gd name="connsiteX15" fmla="*/ 200025 w 378266"/>
                <a:gd name="connsiteY15" fmla="*/ 203267 h 242778"/>
                <a:gd name="connsiteX16" fmla="*/ 180975 w 378266"/>
                <a:gd name="connsiteY16" fmla="*/ 217554 h 242778"/>
                <a:gd name="connsiteX17" fmla="*/ 152400 w 378266"/>
                <a:gd name="connsiteY17" fmla="*/ 222317 h 242778"/>
                <a:gd name="connsiteX18" fmla="*/ 28575 w 378266"/>
                <a:gd name="connsiteY18" fmla="*/ 222317 h 242778"/>
                <a:gd name="connsiteX19" fmla="*/ 14288 w 378266"/>
                <a:gd name="connsiteY19" fmla="*/ 193742 h 242778"/>
                <a:gd name="connsiteX20" fmla="*/ 0 w 378266"/>
                <a:gd name="connsiteY20" fmla="*/ 150879 h 24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8266" h="242778">
                  <a:moveTo>
                    <a:pt x="0" y="150879"/>
                  </a:moveTo>
                  <a:lnTo>
                    <a:pt x="0" y="150879"/>
                  </a:lnTo>
                  <a:cubicBezTo>
                    <a:pt x="26988" y="135004"/>
                    <a:pt x="52958" y="117256"/>
                    <a:pt x="80963" y="103254"/>
                  </a:cubicBezTo>
                  <a:cubicBezTo>
                    <a:pt x="91300" y="98086"/>
                    <a:pt x="103963" y="98897"/>
                    <a:pt x="114300" y="93729"/>
                  </a:cubicBezTo>
                  <a:cubicBezTo>
                    <a:pt x="120324" y="90717"/>
                    <a:pt x="122564" y="82454"/>
                    <a:pt x="128588" y="79442"/>
                  </a:cubicBezTo>
                  <a:cubicBezTo>
                    <a:pt x="135828" y="75822"/>
                    <a:pt x="144721" y="77239"/>
                    <a:pt x="152400" y="74679"/>
                  </a:cubicBezTo>
                  <a:cubicBezTo>
                    <a:pt x="184932" y="63835"/>
                    <a:pt x="193736" y="58773"/>
                    <a:pt x="219075" y="46104"/>
                  </a:cubicBezTo>
                  <a:cubicBezTo>
                    <a:pt x="228600" y="34992"/>
                    <a:pt x="237301" y="23116"/>
                    <a:pt x="247650" y="12767"/>
                  </a:cubicBezTo>
                  <a:cubicBezTo>
                    <a:pt x="274397" y="-13979"/>
                    <a:pt x="313828" y="9008"/>
                    <a:pt x="347663" y="12767"/>
                  </a:cubicBezTo>
                  <a:cubicBezTo>
                    <a:pt x="354013" y="15942"/>
                    <a:pt x="361259" y="17747"/>
                    <a:pt x="366713" y="22292"/>
                  </a:cubicBezTo>
                  <a:cubicBezTo>
                    <a:pt x="386124" y="38467"/>
                    <a:pt x="376269" y="69790"/>
                    <a:pt x="371475" y="88967"/>
                  </a:cubicBezTo>
                  <a:cubicBezTo>
                    <a:pt x="369230" y="97947"/>
                    <a:pt x="364106" y="106629"/>
                    <a:pt x="357188" y="112779"/>
                  </a:cubicBezTo>
                  <a:cubicBezTo>
                    <a:pt x="349229" y="119854"/>
                    <a:pt x="338655" y="123523"/>
                    <a:pt x="328613" y="127067"/>
                  </a:cubicBezTo>
                  <a:cubicBezTo>
                    <a:pt x="289538" y="140858"/>
                    <a:pt x="279171" y="140933"/>
                    <a:pt x="242888" y="146117"/>
                  </a:cubicBezTo>
                  <a:cubicBezTo>
                    <a:pt x="238125" y="152467"/>
                    <a:pt x="233003" y="158563"/>
                    <a:pt x="228600" y="165167"/>
                  </a:cubicBezTo>
                  <a:cubicBezTo>
                    <a:pt x="212607" y="189156"/>
                    <a:pt x="219578" y="186508"/>
                    <a:pt x="200025" y="203267"/>
                  </a:cubicBezTo>
                  <a:cubicBezTo>
                    <a:pt x="193998" y="208433"/>
                    <a:pt x="188345" y="214606"/>
                    <a:pt x="180975" y="217554"/>
                  </a:cubicBezTo>
                  <a:cubicBezTo>
                    <a:pt x="172009" y="221140"/>
                    <a:pt x="161925" y="220729"/>
                    <a:pt x="152400" y="222317"/>
                  </a:cubicBezTo>
                  <a:cubicBezTo>
                    <a:pt x="111695" y="249454"/>
                    <a:pt x="117709" y="249743"/>
                    <a:pt x="28575" y="222317"/>
                  </a:cubicBezTo>
                  <a:cubicBezTo>
                    <a:pt x="18397" y="219185"/>
                    <a:pt x="20195" y="202603"/>
                    <a:pt x="14288" y="193742"/>
                  </a:cubicBezTo>
                  <a:cubicBezTo>
                    <a:pt x="-1122" y="170626"/>
                    <a:pt x="2381" y="158023"/>
                    <a:pt x="0" y="150879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0E52BF7-560F-4B33-AD5E-7E4D4B5CAF73}"/>
                </a:ext>
              </a:extLst>
            </p:cNvPr>
            <p:cNvGrpSpPr/>
            <p:nvPr/>
          </p:nvGrpSpPr>
          <p:grpSpPr>
            <a:xfrm rot="20861058">
              <a:off x="919169" y="1370990"/>
              <a:ext cx="266714" cy="238616"/>
              <a:chOff x="1047750" y="2033588"/>
              <a:chExt cx="266714" cy="238616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0A6C929-0172-4AEB-8481-A6DD0E41ECBE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F68336D-0F4D-4A1B-901B-F27A031D4E59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8F3202B-3702-452C-8F25-82D89633CF68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F93FA36-3FA7-4F94-B182-1FA92979FE51}"/>
                </a:ext>
              </a:extLst>
            </p:cNvPr>
            <p:cNvGrpSpPr/>
            <p:nvPr/>
          </p:nvGrpSpPr>
          <p:grpSpPr>
            <a:xfrm rot="18623538">
              <a:off x="1746103" y="1401464"/>
              <a:ext cx="266714" cy="238616"/>
              <a:chOff x="1047750" y="2033588"/>
              <a:chExt cx="266714" cy="238616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A3B0AFD5-85B9-481E-8277-6836FFEC4168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D013D12-5C06-4D4C-8744-C066F130EB26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DD255347-4437-42A6-A490-38554F8E1522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026" name="Picture 2" descr="Ent tree silhouette ancient legend fantasy Vector Image">
            <a:extLst>
              <a:ext uri="{FF2B5EF4-FFF2-40B4-BE49-F238E27FC236}">
                <a16:creationId xmlns:a16="http://schemas.microsoft.com/office/drawing/2014/main" id="{8A405CEA-8B14-49F7-8175-BE054ABA7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r="8889" b="7436"/>
          <a:stretch/>
        </p:blipFill>
        <p:spPr bwMode="auto">
          <a:xfrm>
            <a:off x="1916723" y="383516"/>
            <a:ext cx="571500" cy="99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07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E072809-0D36-4B6E-82E1-BD13E7F0CEB7}"/>
              </a:ext>
            </a:extLst>
          </p:cNvPr>
          <p:cNvGrpSpPr/>
          <p:nvPr/>
        </p:nvGrpSpPr>
        <p:grpSpPr>
          <a:xfrm>
            <a:off x="3078484" y="288315"/>
            <a:ext cx="918521" cy="782270"/>
            <a:chOff x="2025344" y="4153673"/>
            <a:chExt cx="918521" cy="78227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D2D3B25-25B9-4B05-9108-F0B17E14E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8905671">
              <a:off x="2396158" y="4265522"/>
              <a:ext cx="547707" cy="558572"/>
            </a:xfrm>
            <a:prstGeom prst="rect">
              <a:avLst/>
            </a:prstGeom>
          </p:spPr>
        </p:pic>
        <p:pic>
          <p:nvPicPr>
            <p:cNvPr id="4" name="Picture 6" descr="Chess, knight, game icon - Download on Iconfinder">
              <a:extLst>
                <a:ext uri="{FF2B5EF4-FFF2-40B4-BE49-F238E27FC236}">
                  <a16:creationId xmlns:a16="http://schemas.microsoft.com/office/drawing/2014/main" id="{C17C1827-87C9-4B88-99CE-6C785E017F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2025344" y="4153673"/>
              <a:ext cx="545769" cy="782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9DA8E6C-B619-4120-AF11-1F2EE8E42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111" y="1677192"/>
            <a:ext cx="441135" cy="584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3CFC9D-3A40-4377-A9B3-16425979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63701">
            <a:off x="2142638" y="831372"/>
            <a:ext cx="547707" cy="558572"/>
          </a:xfrm>
          <a:prstGeom prst="rect">
            <a:avLst/>
          </a:prstGeom>
        </p:spPr>
      </p:pic>
      <p:pic>
        <p:nvPicPr>
          <p:cNvPr id="7" name="Picture 2" descr="Spear icon simple style Royalty Free Vector Image">
            <a:extLst>
              <a:ext uri="{FF2B5EF4-FFF2-40B4-BE49-F238E27FC236}">
                <a16:creationId xmlns:a16="http://schemas.microsoft.com/office/drawing/2014/main" id="{C5686E42-C11A-4543-A3A6-77AE8C5BF2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3"/>
          <a:stretch/>
        </p:blipFill>
        <p:spPr bwMode="auto">
          <a:xfrm>
            <a:off x="4095538" y="770668"/>
            <a:ext cx="687593" cy="67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usket Silhouette. Flintlock Old Pistol Symbol. Rustic Vintage Gun Vector  Silhouette Illustration Isolated On White Background. Royalty Free  Cliparts, Vectors, And Stock Illustration. Image 147714752.">
            <a:extLst>
              <a:ext uri="{FF2B5EF4-FFF2-40B4-BE49-F238E27FC236}">
                <a16:creationId xmlns:a16="http://schemas.microsoft.com/office/drawing/2014/main" id="{77CC34B6-2AF4-4776-99F7-95C203B8F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2" t="16514" r="8246" b="7006"/>
          <a:stretch/>
        </p:blipFill>
        <p:spPr bwMode="auto">
          <a:xfrm rot="18989022">
            <a:off x="4834016" y="1258813"/>
            <a:ext cx="1126540" cy="32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09F761-4384-4A3C-862B-FFF599B07DCE}"/>
              </a:ext>
            </a:extLst>
          </p:cNvPr>
          <p:cNvGrpSpPr/>
          <p:nvPr/>
        </p:nvGrpSpPr>
        <p:grpSpPr>
          <a:xfrm>
            <a:off x="6273233" y="850386"/>
            <a:ext cx="852406" cy="662477"/>
            <a:chOff x="3741815" y="4973520"/>
            <a:chExt cx="1685668" cy="1310075"/>
          </a:xfrm>
        </p:grpSpPr>
        <p:pic>
          <p:nvPicPr>
            <p:cNvPr id="12" name="Picture 6" descr="Chess, knight, game icon - Download on Iconfinder">
              <a:extLst>
                <a:ext uri="{FF2B5EF4-FFF2-40B4-BE49-F238E27FC236}">
                  <a16:creationId xmlns:a16="http://schemas.microsoft.com/office/drawing/2014/main" id="{DD8403BE-C27E-4B5F-9AAE-3651875C66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4341804" y="4973520"/>
              <a:ext cx="914005" cy="1310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04F985B1-1642-45A1-83C9-85FDA9827E4A}"/>
                </a:ext>
              </a:extLst>
            </p:cNvPr>
            <p:cNvSpPr/>
            <p:nvPr/>
          </p:nvSpPr>
          <p:spPr>
            <a:xfrm rot="17438608">
              <a:off x="4446404" y="4864552"/>
              <a:ext cx="276489" cy="1685668"/>
            </a:xfrm>
            <a:prstGeom prst="upArrow">
              <a:avLst>
                <a:gd name="adj1" fmla="val 50000"/>
                <a:gd name="adj2" fmla="val 12443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26EEE25-7983-4924-844E-B5A693CC0A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563" y="1930199"/>
            <a:ext cx="666586" cy="6732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7FD5CE-E450-4FE7-BC85-02BF16694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8477" y="1359312"/>
            <a:ext cx="525313" cy="10137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5D03B2-5143-4251-B24D-281125B994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538" y="1885878"/>
            <a:ext cx="687594" cy="684447"/>
          </a:xfrm>
          <a:prstGeom prst="rect">
            <a:avLst/>
          </a:prstGeom>
        </p:spPr>
      </p:pic>
      <p:pic>
        <p:nvPicPr>
          <p:cNvPr id="2050" name="Picture 2" descr="Halberd Icon - Download Halberd Icon 2008 | Noun Project">
            <a:extLst>
              <a:ext uri="{FF2B5EF4-FFF2-40B4-BE49-F238E27FC236}">
                <a16:creationId xmlns:a16="http://schemas.microsoft.com/office/drawing/2014/main" id="{3C25CF8A-E841-404C-AE79-D3DDF0663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373" y="2096175"/>
            <a:ext cx="813014" cy="81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iking battle-axe icon in black style isolated Vector Image">
            <a:extLst>
              <a:ext uri="{FF2B5EF4-FFF2-40B4-BE49-F238E27FC236}">
                <a16:creationId xmlns:a16="http://schemas.microsoft.com/office/drawing/2014/main" id="{9861CD71-1949-4D6F-97BA-59745F196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4" t="6907" r="6208" b="14113"/>
          <a:stretch/>
        </p:blipFill>
        <p:spPr bwMode="auto">
          <a:xfrm>
            <a:off x="7346165" y="1969238"/>
            <a:ext cx="813015" cy="80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Chess, knight, game icon - Download on Iconfinder">
            <a:extLst>
              <a:ext uri="{FF2B5EF4-FFF2-40B4-BE49-F238E27FC236}">
                <a16:creationId xmlns:a16="http://schemas.microsoft.com/office/drawing/2014/main" id="{CBBBC952-60EE-4545-96DA-C765800E90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0" r="16253"/>
          <a:stretch/>
        </p:blipFill>
        <p:spPr bwMode="auto">
          <a:xfrm flipH="1">
            <a:off x="925770" y="694609"/>
            <a:ext cx="545769" cy="78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C6EF6C-E7E0-4C1E-9ADE-B5A262741C8C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557"/>
          <a:stretch/>
        </p:blipFill>
        <p:spPr>
          <a:xfrm>
            <a:off x="5502588" y="306873"/>
            <a:ext cx="760975" cy="410919"/>
          </a:xfrm>
          <a:prstGeom prst="rect">
            <a:avLst/>
          </a:prstGeom>
        </p:spPr>
      </p:pic>
      <p:grpSp>
        <p:nvGrpSpPr>
          <p:cNvPr id="2054" name="Group 2053">
            <a:extLst>
              <a:ext uri="{FF2B5EF4-FFF2-40B4-BE49-F238E27FC236}">
                <a16:creationId xmlns:a16="http://schemas.microsoft.com/office/drawing/2014/main" id="{E74BEA6E-2F53-4941-8B52-E0832F3FCF99}"/>
              </a:ext>
            </a:extLst>
          </p:cNvPr>
          <p:cNvGrpSpPr/>
          <p:nvPr/>
        </p:nvGrpSpPr>
        <p:grpSpPr>
          <a:xfrm>
            <a:off x="7378980" y="458133"/>
            <a:ext cx="987497" cy="652524"/>
            <a:chOff x="7009704" y="3352146"/>
            <a:chExt cx="3690533" cy="243865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2A26A93-035D-4338-974D-69C20C415CD4}"/>
                </a:ext>
              </a:extLst>
            </p:cNvPr>
            <p:cNvGrpSpPr/>
            <p:nvPr/>
          </p:nvGrpSpPr>
          <p:grpSpPr>
            <a:xfrm rot="18486280">
              <a:off x="7600474" y="3032885"/>
              <a:ext cx="1486513" cy="2536581"/>
              <a:chOff x="7378980" y="3429000"/>
              <a:chExt cx="1501251" cy="21217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4ECA865-33F0-4EE0-8AE3-3EDD763E0EE2}"/>
                  </a:ext>
                </a:extLst>
              </p:cNvPr>
              <p:cNvSpPr/>
              <p:nvPr/>
            </p:nvSpPr>
            <p:spPr>
              <a:xfrm>
                <a:off x="7378980" y="3429000"/>
                <a:ext cx="1501251" cy="4109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05B7F99-5993-422B-B492-76DB97ACA877}"/>
                  </a:ext>
                </a:extLst>
              </p:cNvPr>
              <p:cNvSpPr/>
              <p:nvPr/>
            </p:nvSpPr>
            <p:spPr>
              <a:xfrm>
                <a:off x="7553151" y="3839919"/>
                <a:ext cx="1152908" cy="17107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3DC8BB2-F7ED-4430-ADDF-202CDC3DA08D}"/>
                </a:ext>
              </a:extLst>
            </p:cNvPr>
            <p:cNvSpPr/>
            <p:nvPr/>
          </p:nvSpPr>
          <p:spPr>
            <a:xfrm>
              <a:off x="7496983" y="3444038"/>
              <a:ext cx="3203254" cy="2346758"/>
            </a:xfrm>
            <a:prstGeom prst="triangl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8" name="Oval 2047">
              <a:extLst>
                <a:ext uri="{FF2B5EF4-FFF2-40B4-BE49-F238E27FC236}">
                  <a16:creationId xmlns:a16="http://schemas.microsoft.com/office/drawing/2014/main" id="{C6ACA231-039E-4FBA-B655-4EA1BF51A869}"/>
                </a:ext>
              </a:extLst>
            </p:cNvPr>
            <p:cNvSpPr/>
            <p:nvPr/>
          </p:nvSpPr>
          <p:spPr>
            <a:xfrm>
              <a:off x="8536305" y="4179265"/>
              <a:ext cx="1162689" cy="1179050"/>
            </a:xfrm>
            <a:prstGeom prst="ellips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58A151-F7C1-4983-8D20-2FAB7738CEA9}"/>
                </a:ext>
              </a:extLst>
            </p:cNvPr>
            <p:cNvSpPr/>
            <p:nvPr/>
          </p:nvSpPr>
          <p:spPr>
            <a:xfrm>
              <a:off x="8757589" y="4428162"/>
              <a:ext cx="720121" cy="681256"/>
            </a:xfrm>
            <a:prstGeom prst="ellips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9" name="Rectangle 2048">
              <a:extLst>
                <a:ext uri="{FF2B5EF4-FFF2-40B4-BE49-F238E27FC236}">
                  <a16:creationId xmlns:a16="http://schemas.microsoft.com/office/drawing/2014/main" id="{7E718675-2163-4902-8DD4-6BC5AFCD557E}"/>
                </a:ext>
              </a:extLst>
            </p:cNvPr>
            <p:cNvSpPr/>
            <p:nvPr/>
          </p:nvSpPr>
          <p:spPr>
            <a:xfrm>
              <a:off x="7009704" y="5043309"/>
              <a:ext cx="1528334" cy="746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3B1A9CB-22AF-411A-BD3C-F8C280138B19}"/>
                </a:ext>
              </a:extLst>
            </p:cNvPr>
            <p:cNvSpPr/>
            <p:nvPr/>
          </p:nvSpPr>
          <p:spPr>
            <a:xfrm>
              <a:off x="9727403" y="5043309"/>
              <a:ext cx="912686" cy="746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1" name="Rectangle 2050">
              <a:extLst>
                <a:ext uri="{FF2B5EF4-FFF2-40B4-BE49-F238E27FC236}">
                  <a16:creationId xmlns:a16="http://schemas.microsoft.com/office/drawing/2014/main" id="{13B51292-9B58-4CC6-B02B-D0EF4B1CDCD0}"/>
                </a:ext>
              </a:extLst>
            </p:cNvPr>
            <p:cNvSpPr/>
            <p:nvPr/>
          </p:nvSpPr>
          <p:spPr>
            <a:xfrm>
              <a:off x="8730683" y="3352146"/>
              <a:ext cx="773931" cy="4051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E9B4033E-1CEF-49F9-B4B7-4D17C0BF30D4}"/>
              </a:ext>
            </a:extLst>
          </p:cNvPr>
          <p:cNvGrpSpPr/>
          <p:nvPr/>
        </p:nvGrpSpPr>
        <p:grpSpPr>
          <a:xfrm>
            <a:off x="8473951" y="1648807"/>
            <a:ext cx="813015" cy="562002"/>
            <a:chOff x="4408730" y="3718330"/>
            <a:chExt cx="2603249" cy="1799514"/>
          </a:xfrm>
        </p:grpSpPr>
        <p:grpSp>
          <p:nvGrpSpPr>
            <p:cNvPr id="2057" name="Group 2056">
              <a:extLst>
                <a:ext uri="{FF2B5EF4-FFF2-40B4-BE49-F238E27FC236}">
                  <a16:creationId xmlns:a16="http://schemas.microsoft.com/office/drawing/2014/main" id="{8B7FB0A7-DAB5-44D1-B8E4-199071D0AF0B}"/>
                </a:ext>
              </a:extLst>
            </p:cNvPr>
            <p:cNvGrpSpPr/>
            <p:nvPr/>
          </p:nvGrpSpPr>
          <p:grpSpPr>
            <a:xfrm>
              <a:off x="4595122" y="4287572"/>
              <a:ext cx="2289255" cy="720969"/>
              <a:chOff x="4247860" y="4659923"/>
              <a:chExt cx="2418618" cy="720969"/>
            </a:xfrm>
          </p:grpSpPr>
          <p:sp>
            <p:nvSpPr>
              <p:cNvPr id="2055" name="Rectangle 2054">
                <a:extLst>
                  <a:ext uri="{FF2B5EF4-FFF2-40B4-BE49-F238E27FC236}">
                    <a16:creationId xmlns:a16="http://schemas.microsoft.com/office/drawing/2014/main" id="{2CC55DB4-9569-46AF-85F4-F2D906B50ADA}"/>
                  </a:ext>
                </a:extLst>
              </p:cNvPr>
              <p:cNvSpPr/>
              <p:nvPr/>
            </p:nvSpPr>
            <p:spPr>
              <a:xfrm>
                <a:off x="4958862" y="4659923"/>
                <a:ext cx="959907" cy="72096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24FB359-5F24-47D2-9637-C2F15090E200}"/>
                  </a:ext>
                </a:extLst>
              </p:cNvPr>
              <p:cNvSpPr/>
              <p:nvPr/>
            </p:nvSpPr>
            <p:spPr>
              <a:xfrm>
                <a:off x="5905502" y="4969973"/>
                <a:ext cx="760976" cy="4109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6" name="Right Triangle 2055">
                <a:extLst>
                  <a:ext uri="{FF2B5EF4-FFF2-40B4-BE49-F238E27FC236}">
                    <a16:creationId xmlns:a16="http://schemas.microsoft.com/office/drawing/2014/main" id="{C403DE14-749D-403C-B5A7-918C6221A4DE}"/>
                  </a:ext>
                </a:extLst>
              </p:cNvPr>
              <p:cNvSpPr/>
              <p:nvPr/>
            </p:nvSpPr>
            <p:spPr>
              <a:xfrm flipH="1">
                <a:off x="4247860" y="4862146"/>
                <a:ext cx="711001" cy="518745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59" name="Picture 2058">
              <a:extLst>
                <a:ext uri="{FF2B5EF4-FFF2-40B4-BE49-F238E27FC236}">
                  <a16:creationId xmlns:a16="http://schemas.microsoft.com/office/drawing/2014/main" id="{93FAB1C0-ACA3-4E88-B257-AF74617DA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62435" y="5006944"/>
              <a:ext cx="2349544" cy="510900"/>
            </a:xfrm>
            <a:prstGeom prst="rect">
              <a:avLst/>
            </a:prstGeom>
          </p:spPr>
        </p:pic>
        <p:sp>
          <p:nvSpPr>
            <p:cNvPr id="2060" name="Flowchart: Terminator 2059">
              <a:extLst>
                <a:ext uri="{FF2B5EF4-FFF2-40B4-BE49-F238E27FC236}">
                  <a16:creationId xmlns:a16="http://schemas.microsoft.com/office/drawing/2014/main" id="{5E9043FC-5E1A-41A7-B1CC-7194EC1A5A9D}"/>
                </a:ext>
              </a:extLst>
            </p:cNvPr>
            <p:cNvSpPr/>
            <p:nvPr/>
          </p:nvSpPr>
          <p:spPr>
            <a:xfrm>
              <a:off x="6200725" y="4257015"/>
              <a:ext cx="720274" cy="305591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F28942B1-7176-48B7-856D-790253A3AD9C}"/>
                </a:ext>
              </a:extLst>
            </p:cNvPr>
            <p:cNvSpPr/>
            <p:nvPr/>
          </p:nvSpPr>
          <p:spPr>
            <a:xfrm>
              <a:off x="5961387" y="3939540"/>
              <a:ext cx="202716" cy="3174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220CA9D-3E7A-4C49-9B22-4B55AA5436E1}"/>
                </a:ext>
              </a:extLst>
            </p:cNvPr>
            <p:cNvSpPr/>
            <p:nvPr/>
          </p:nvSpPr>
          <p:spPr>
            <a:xfrm rot="2402351">
              <a:off x="6038191" y="3718330"/>
              <a:ext cx="202716" cy="3174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027D0E5-DA01-4A7B-8E34-B6FD4C271F8D}"/>
                </a:ext>
              </a:extLst>
            </p:cNvPr>
            <p:cNvSpPr/>
            <p:nvPr/>
          </p:nvSpPr>
          <p:spPr>
            <a:xfrm rot="17535441">
              <a:off x="4630679" y="4217679"/>
              <a:ext cx="202716" cy="5190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790EDAEC-CD61-4EED-AEEC-54A273FD1E97}"/>
                </a:ext>
              </a:extLst>
            </p:cNvPr>
            <p:cNvSpPr/>
            <p:nvPr/>
          </p:nvSpPr>
          <p:spPr>
            <a:xfrm>
              <a:off x="4967104" y="4398926"/>
              <a:ext cx="601980" cy="57164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FD86440-E061-4965-BA62-6B1600E152D0}"/>
                </a:ext>
              </a:extLst>
            </p:cNvPr>
            <p:cNvSpPr/>
            <p:nvPr/>
          </p:nvSpPr>
          <p:spPr>
            <a:xfrm rot="12147540">
              <a:off x="4408730" y="4195605"/>
              <a:ext cx="87941" cy="3179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22E1B1B-A169-4B40-8246-FF22DDBF2AC9}"/>
              </a:ext>
            </a:extLst>
          </p:cNvPr>
          <p:cNvGrpSpPr/>
          <p:nvPr/>
        </p:nvGrpSpPr>
        <p:grpSpPr>
          <a:xfrm>
            <a:off x="9873337" y="1364888"/>
            <a:ext cx="1073093" cy="965233"/>
            <a:chOff x="2281553" y="3804928"/>
            <a:chExt cx="1073093" cy="965233"/>
          </a:xfrm>
        </p:grpSpPr>
        <p:pic>
          <p:nvPicPr>
            <p:cNvPr id="43" name="Picture 4" descr="Viking battle-axe icon in black style isolated Vector Image">
              <a:extLst>
                <a:ext uri="{FF2B5EF4-FFF2-40B4-BE49-F238E27FC236}">
                  <a16:creationId xmlns:a16="http://schemas.microsoft.com/office/drawing/2014/main" id="{AB0B673C-BC80-4337-A6A8-587BC33BA0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4" t="6907" r="6208" b="14113"/>
            <a:stretch/>
          </p:blipFill>
          <p:spPr bwMode="auto">
            <a:xfrm rot="19580259">
              <a:off x="2281553" y="3804928"/>
              <a:ext cx="813015" cy="8076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C7E1DBF-B2D0-449D-86B2-1A8D22A82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88060" y="4096926"/>
              <a:ext cx="666586" cy="673235"/>
            </a:xfrm>
            <a:prstGeom prst="rect">
              <a:avLst/>
            </a:prstGeom>
          </p:spPr>
        </p:pic>
      </p:grpSp>
      <p:pic>
        <p:nvPicPr>
          <p:cNvPr id="1028" name="Picture 4" descr="Bow And Arrow Png posted by Samantha Tremblay">
            <a:extLst>
              <a:ext uri="{FF2B5EF4-FFF2-40B4-BE49-F238E27FC236}">
                <a16:creationId xmlns:a16="http://schemas.microsoft.com/office/drawing/2014/main" id="{70B8842B-2990-46B6-8EA8-9920E09375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4" t="6682" r="23634" b="5823"/>
          <a:stretch/>
        </p:blipFill>
        <p:spPr bwMode="auto">
          <a:xfrm>
            <a:off x="2340115" y="2775791"/>
            <a:ext cx="687594" cy="68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w Arrow Png 50929 | UPSTORE - ClipArt Best - ClipArt Best">
            <a:extLst>
              <a:ext uri="{FF2B5EF4-FFF2-40B4-BE49-F238E27FC236}">
                <a16:creationId xmlns:a16="http://schemas.microsoft.com/office/drawing/2014/main" id="{21A9D44F-F425-40FE-9791-66BB4F1FF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7" t="6997" r="18766" b="10600"/>
          <a:stretch/>
        </p:blipFill>
        <p:spPr bwMode="auto">
          <a:xfrm>
            <a:off x="3627729" y="2730509"/>
            <a:ext cx="588239" cy="101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ACA3721-9CAC-42CD-B934-A1A52355D560}"/>
              </a:ext>
            </a:extLst>
          </p:cNvPr>
          <p:cNvGrpSpPr/>
          <p:nvPr/>
        </p:nvGrpSpPr>
        <p:grpSpPr>
          <a:xfrm>
            <a:off x="4439334" y="3051383"/>
            <a:ext cx="573182" cy="904359"/>
            <a:chOff x="5783656" y="3875645"/>
            <a:chExt cx="667104" cy="1052548"/>
          </a:xfrm>
        </p:grpSpPr>
        <p:pic>
          <p:nvPicPr>
            <p:cNvPr id="51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C76493C8-5205-42A6-A3D9-C07FA5376F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5783656" y="3875645"/>
              <a:ext cx="588239" cy="101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62A9F0-900C-4E54-82B2-1753DB500A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22832" r="20853"/>
            <a:stretch/>
          </p:blipFill>
          <p:spPr>
            <a:xfrm rot="659296">
              <a:off x="6371895" y="3875645"/>
              <a:ext cx="78865" cy="105254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9923B4-D704-4EBF-9625-FD6141C9A16C}"/>
              </a:ext>
            </a:extLst>
          </p:cNvPr>
          <p:cNvGrpSpPr/>
          <p:nvPr/>
        </p:nvGrpSpPr>
        <p:grpSpPr>
          <a:xfrm>
            <a:off x="1012829" y="2582529"/>
            <a:ext cx="902760" cy="1031585"/>
            <a:chOff x="1012829" y="2582529"/>
            <a:chExt cx="902760" cy="1031585"/>
          </a:xfrm>
        </p:grpSpPr>
        <p:pic>
          <p:nvPicPr>
            <p:cNvPr id="54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1502BEA0-34CA-40C0-AC47-7D73B3FC59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1012829" y="2582529"/>
              <a:ext cx="505420" cy="871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29FA583-BCAD-408E-B4A9-459D98669E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22832" r="20853"/>
            <a:stretch/>
          </p:blipFill>
          <p:spPr>
            <a:xfrm rot="659296">
              <a:off x="1518249" y="2582529"/>
              <a:ext cx="67762" cy="904359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FDCE13D0-E82A-44C1-AC34-69BC2627D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3783" y="3121819"/>
              <a:ext cx="371806" cy="492295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AF8F3710-CCAC-4F7B-85DB-017B8895A7F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90767" y="3258369"/>
            <a:ext cx="900481" cy="622531"/>
          </a:xfrm>
          <a:prstGeom prst="rect">
            <a:avLst/>
          </a:prstGeom>
        </p:spPr>
      </p:pic>
      <p:pic>
        <p:nvPicPr>
          <p:cNvPr id="1032" name="Picture 8" descr="Ballista: Distributed compute platform implemented in Rust using Apache  Arrow : r/compsci">
            <a:extLst>
              <a:ext uri="{FF2B5EF4-FFF2-40B4-BE49-F238E27FC236}">
                <a16:creationId xmlns:a16="http://schemas.microsoft.com/office/drawing/2014/main" id="{D4EB0D15-116F-4F3E-9273-4EF401AA7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 t="10434" r="8034" b="7209"/>
          <a:stretch/>
        </p:blipFill>
        <p:spPr bwMode="auto">
          <a:xfrm>
            <a:off x="6915774" y="3018034"/>
            <a:ext cx="604837" cy="60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23A28C1-F662-4B46-B3F9-BE7CEA47DC45}"/>
              </a:ext>
            </a:extLst>
          </p:cNvPr>
          <p:cNvGrpSpPr/>
          <p:nvPr/>
        </p:nvGrpSpPr>
        <p:grpSpPr>
          <a:xfrm>
            <a:off x="7664179" y="2909189"/>
            <a:ext cx="609033" cy="636508"/>
            <a:chOff x="2189444" y="4586095"/>
            <a:chExt cx="1002523" cy="1047750"/>
          </a:xfrm>
        </p:grpSpPr>
        <p:pic>
          <p:nvPicPr>
            <p:cNvPr id="61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89CE37F6-3A2A-4371-8B65-001166D3B0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4706437">
              <a:off x="2190643" y="4584896"/>
              <a:ext cx="604837" cy="607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8D4EE4F0-F50B-47F3-AB79-79DF442B7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4706437">
              <a:off x="2585930" y="5027809"/>
              <a:ext cx="604837" cy="607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5E0CB38E-C5EF-4189-98A7-A51327D5D67C}"/>
              </a:ext>
            </a:extLst>
          </p:cNvPr>
          <p:cNvGrpSpPr/>
          <p:nvPr/>
        </p:nvGrpSpPr>
        <p:grpSpPr>
          <a:xfrm>
            <a:off x="8399038" y="2570325"/>
            <a:ext cx="1004261" cy="1083495"/>
            <a:chOff x="3478591" y="4575175"/>
            <a:chExt cx="1004261" cy="1083495"/>
          </a:xfrm>
        </p:grpSpPr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0C8EA85F-C8A1-4C54-9846-28B5B286ADFA}"/>
                </a:ext>
              </a:extLst>
            </p:cNvPr>
            <p:cNvSpPr/>
            <p:nvPr/>
          </p:nvSpPr>
          <p:spPr>
            <a:xfrm>
              <a:off x="3601025" y="4851090"/>
              <a:ext cx="318597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6AC77DD-BE93-41DE-A9BF-0D9FF928E0C1}"/>
                </a:ext>
              </a:extLst>
            </p:cNvPr>
            <p:cNvSpPr/>
            <p:nvPr/>
          </p:nvSpPr>
          <p:spPr>
            <a:xfrm rot="18659026">
              <a:off x="3563220" y="4979369"/>
              <a:ext cx="182630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91407AC-235D-4B48-A14A-F956A7358AE6}"/>
                </a:ext>
              </a:extLst>
            </p:cNvPr>
            <p:cNvSpPr/>
            <p:nvPr/>
          </p:nvSpPr>
          <p:spPr>
            <a:xfrm rot="14211931">
              <a:off x="3893519" y="4856856"/>
              <a:ext cx="165403" cy="154149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3603561-6CF5-4C7C-B250-B578923DA7A4}"/>
                </a:ext>
              </a:extLst>
            </p:cNvPr>
            <p:cNvSpPr/>
            <p:nvPr/>
          </p:nvSpPr>
          <p:spPr>
            <a:xfrm rot="11383933">
              <a:off x="4014466" y="4829516"/>
              <a:ext cx="222248" cy="2324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F8EF1CBD-4294-41D9-A30F-1459936F0709}"/>
                </a:ext>
              </a:extLst>
            </p:cNvPr>
            <p:cNvSpPr/>
            <p:nvPr/>
          </p:nvSpPr>
          <p:spPr>
            <a:xfrm>
              <a:off x="3736974" y="4575175"/>
              <a:ext cx="441325" cy="292100"/>
            </a:xfrm>
            <a:custGeom>
              <a:avLst/>
              <a:gdLst>
                <a:gd name="connsiteX0" fmla="*/ 25400 w 365294"/>
                <a:gd name="connsiteY0" fmla="*/ 206375 h 266700"/>
                <a:gd name="connsiteX1" fmla="*/ 0 w 365294"/>
                <a:gd name="connsiteY1" fmla="*/ 152400 h 266700"/>
                <a:gd name="connsiteX2" fmla="*/ 28575 w 365294"/>
                <a:gd name="connsiteY2" fmla="*/ 85725 h 266700"/>
                <a:gd name="connsiteX3" fmla="*/ 44450 w 365294"/>
                <a:gd name="connsiteY3" fmla="*/ 82550 h 266700"/>
                <a:gd name="connsiteX4" fmla="*/ 76200 w 365294"/>
                <a:gd name="connsiteY4" fmla="*/ 73025 h 266700"/>
                <a:gd name="connsiteX5" fmla="*/ 88900 w 365294"/>
                <a:gd name="connsiteY5" fmla="*/ 66675 h 266700"/>
                <a:gd name="connsiteX6" fmla="*/ 111125 w 365294"/>
                <a:gd name="connsiteY6" fmla="*/ 3175 h 266700"/>
                <a:gd name="connsiteX7" fmla="*/ 130175 w 365294"/>
                <a:gd name="connsiteY7" fmla="*/ 0 h 266700"/>
                <a:gd name="connsiteX8" fmla="*/ 200025 w 365294"/>
                <a:gd name="connsiteY8" fmla="*/ 15875 h 266700"/>
                <a:gd name="connsiteX9" fmla="*/ 209550 w 365294"/>
                <a:gd name="connsiteY9" fmla="*/ 34925 h 266700"/>
                <a:gd name="connsiteX10" fmla="*/ 222250 w 365294"/>
                <a:gd name="connsiteY10" fmla="*/ 47625 h 266700"/>
                <a:gd name="connsiteX11" fmla="*/ 231775 w 365294"/>
                <a:gd name="connsiteY11" fmla="*/ 50800 h 266700"/>
                <a:gd name="connsiteX12" fmla="*/ 269875 w 365294"/>
                <a:gd name="connsiteY12" fmla="*/ 60325 h 266700"/>
                <a:gd name="connsiteX13" fmla="*/ 276225 w 365294"/>
                <a:gd name="connsiteY13" fmla="*/ 69850 h 266700"/>
                <a:gd name="connsiteX14" fmla="*/ 279400 w 365294"/>
                <a:gd name="connsiteY14" fmla="*/ 98425 h 266700"/>
                <a:gd name="connsiteX15" fmla="*/ 314325 w 365294"/>
                <a:gd name="connsiteY15" fmla="*/ 104775 h 266700"/>
                <a:gd name="connsiteX16" fmla="*/ 333375 w 365294"/>
                <a:gd name="connsiteY16" fmla="*/ 98425 h 266700"/>
                <a:gd name="connsiteX17" fmla="*/ 355600 w 365294"/>
                <a:gd name="connsiteY17" fmla="*/ 92075 h 266700"/>
                <a:gd name="connsiteX18" fmla="*/ 365125 w 365294"/>
                <a:gd name="connsiteY18" fmla="*/ 114300 h 266700"/>
                <a:gd name="connsiteX19" fmla="*/ 358775 w 365294"/>
                <a:gd name="connsiteY19" fmla="*/ 190500 h 266700"/>
                <a:gd name="connsiteX20" fmla="*/ 333375 w 365294"/>
                <a:gd name="connsiteY20" fmla="*/ 215900 h 266700"/>
                <a:gd name="connsiteX21" fmla="*/ 317500 w 365294"/>
                <a:gd name="connsiteY21" fmla="*/ 219075 h 266700"/>
                <a:gd name="connsiteX22" fmla="*/ 282575 w 365294"/>
                <a:gd name="connsiteY22" fmla="*/ 231775 h 266700"/>
                <a:gd name="connsiteX23" fmla="*/ 273050 w 365294"/>
                <a:gd name="connsiteY23" fmla="*/ 247650 h 266700"/>
                <a:gd name="connsiteX24" fmla="*/ 263525 w 365294"/>
                <a:gd name="connsiteY24" fmla="*/ 254000 h 266700"/>
                <a:gd name="connsiteX25" fmla="*/ 219075 w 365294"/>
                <a:gd name="connsiteY25" fmla="*/ 263525 h 266700"/>
                <a:gd name="connsiteX26" fmla="*/ 209550 w 365294"/>
                <a:gd name="connsiteY26" fmla="*/ 266700 h 266700"/>
                <a:gd name="connsiteX27" fmla="*/ 187325 w 365294"/>
                <a:gd name="connsiteY27" fmla="*/ 257175 h 266700"/>
                <a:gd name="connsiteX28" fmla="*/ 165100 w 365294"/>
                <a:gd name="connsiteY28" fmla="*/ 247650 h 266700"/>
                <a:gd name="connsiteX29" fmla="*/ 73025 w 365294"/>
                <a:gd name="connsiteY29" fmla="*/ 238125 h 266700"/>
                <a:gd name="connsiteX30" fmla="*/ 25400 w 365294"/>
                <a:gd name="connsiteY30" fmla="*/ 206375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65294" h="266700">
                  <a:moveTo>
                    <a:pt x="25400" y="206375"/>
                  </a:moveTo>
                  <a:cubicBezTo>
                    <a:pt x="13229" y="192088"/>
                    <a:pt x="9741" y="186492"/>
                    <a:pt x="0" y="152400"/>
                  </a:cubicBezTo>
                  <a:cubicBezTo>
                    <a:pt x="8302" y="102591"/>
                    <a:pt x="-6870" y="98614"/>
                    <a:pt x="28575" y="85725"/>
                  </a:cubicBezTo>
                  <a:cubicBezTo>
                    <a:pt x="33647" y="83881"/>
                    <a:pt x="39158" y="83608"/>
                    <a:pt x="44450" y="82550"/>
                  </a:cubicBezTo>
                  <a:cubicBezTo>
                    <a:pt x="74533" y="67508"/>
                    <a:pt x="36669" y="84884"/>
                    <a:pt x="76200" y="73025"/>
                  </a:cubicBezTo>
                  <a:cubicBezTo>
                    <a:pt x="80733" y="71665"/>
                    <a:pt x="84667" y="68792"/>
                    <a:pt x="88900" y="66675"/>
                  </a:cubicBezTo>
                  <a:cubicBezTo>
                    <a:pt x="91949" y="11791"/>
                    <a:pt x="74149" y="12419"/>
                    <a:pt x="111125" y="3175"/>
                  </a:cubicBezTo>
                  <a:cubicBezTo>
                    <a:pt x="117370" y="1614"/>
                    <a:pt x="123825" y="1058"/>
                    <a:pt x="130175" y="0"/>
                  </a:cubicBezTo>
                  <a:cubicBezTo>
                    <a:pt x="153458" y="5292"/>
                    <a:pt x="178170" y="6259"/>
                    <a:pt x="200025" y="15875"/>
                  </a:cubicBezTo>
                  <a:cubicBezTo>
                    <a:pt x="206523" y="18734"/>
                    <a:pt x="205479" y="29109"/>
                    <a:pt x="209550" y="34925"/>
                  </a:cubicBezTo>
                  <a:cubicBezTo>
                    <a:pt x="212983" y="39830"/>
                    <a:pt x="217378" y="44145"/>
                    <a:pt x="222250" y="47625"/>
                  </a:cubicBezTo>
                  <a:cubicBezTo>
                    <a:pt x="224973" y="49570"/>
                    <a:pt x="228541" y="49938"/>
                    <a:pt x="231775" y="50800"/>
                  </a:cubicBezTo>
                  <a:cubicBezTo>
                    <a:pt x="244424" y="54173"/>
                    <a:pt x="269875" y="60325"/>
                    <a:pt x="269875" y="60325"/>
                  </a:cubicBezTo>
                  <a:cubicBezTo>
                    <a:pt x="271992" y="63500"/>
                    <a:pt x="275300" y="66148"/>
                    <a:pt x="276225" y="69850"/>
                  </a:cubicBezTo>
                  <a:cubicBezTo>
                    <a:pt x="278549" y="79147"/>
                    <a:pt x="272335" y="91949"/>
                    <a:pt x="279400" y="98425"/>
                  </a:cubicBezTo>
                  <a:cubicBezTo>
                    <a:pt x="288122" y="106421"/>
                    <a:pt x="302683" y="102658"/>
                    <a:pt x="314325" y="104775"/>
                  </a:cubicBezTo>
                  <a:cubicBezTo>
                    <a:pt x="320675" y="102658"/>
                    <a:pt x="326964" y="100348"/>
                    <a:pt x="333375" y="98425"/>
                  </a:cubicBezTo>
                  <a:cubicBezTo>
                    <a:pt x="373242" y="86465"/>
                    <a:pt x="323589" y="102745"/>
                    <a:pt x="355600" y="92075"/>
                  </a:cubicBezTo>
                  <a:cubicBezTo>
                    <a:pt x="358775" y="99483"/>
                    <a:pt x="364865" y="106244"/>
                    <a:pt x="365125" y="114300"/>
                  </a:cubicBezTo>
                  <a:cubicBezTo>
                    <a:pt x="365947" y="139775"/>
                    <a:pt x="363774" y="165507"/>
                    <a:pt x="358775" y="190500"/>
                  </a:cubicBezTo>
                  <a:cubicBezTo>
                    <a:pt x="356068" y="204034"/>
                    <a:pt x="345075" y="212000"/>
                    <a:pt x="333375" y="215900"/>
                  </a:cubicBezTo>
                  <a:cubicBezTo>
                    <a:pt x="328255" y="217607"/>
                    <a:pt x="322735" y="217766"/>
                    <a:pt x="317500" y="219075"/>
                  </a:cubicBezTo>
                  <a:cubicBezTo>
                    <a:pt x="294549" y="224813"/>
                    <a:pt x="299817" y="223154"/>
                    <a:pt x="282575" y="231775"/>
                  </a:cubicBezTo>
                  <a:cubicBezTo>
                    <a:pt x="279400" y="237067"/>
                    <a:pt x="277066" y="242965"/>
                    <a:pt x="273050" y="247650"/>
                  </a:cubicBezTo>
                  <a:cubicBezTo>
                    <a:pt x="270567" y="250547"/>
                    <a:pt x="266938" y="252293"/>
                    <a:pt x="263525" y="254000"/>
                  </a:cubicBezTo>
                  <a:cubicBezTo>
                    <a:pt x="245122" y="263201"/>
                    <a:pt x="242603" y="260911"/>
                    <a:pt x="219075" y="263525"/>
                  </a:cubicBezTo>
                  <a:cubicBezTo>
                    <a:pt x="215900" y="264583"/>
                    <a:pt x="212897" y="266700"/>
                    <a:pt x="209550" y="266700"/>
                  </a:cubicBezTo>
                  <a:cubicBezTo>
                    <a:pt x="197817" y="266700"/>
                    <a:pt x="196398" y="262360"/>
                    <a:pt x="187325" y="257175"/>
                  </a:cubicBezTo>
                  <a:cubicBezTo>
                    <a:pt x="182342" y="254327"/>
                    <a:pt x="171542" y="248787"/>
                    <a:pt x="165100" y="247650"/>
                  </a:cubicBezTo>
                  <a:cubicBezTo>
                    <a:pt x="123328" y="240279"/>
                    <a:pt x="115994" y="240990"/>
                    <a:pt x="73025" y="238125"/>
                  </a:cubicBezTo>
                  <a:cubicBezTo>
                    <a:pt x="42516" y="224565"/>
                    <a:pt x="37571" y="220662"/>
                    <a:pt x="25400" y="20637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36A5A748-4A95-4B87-88B7-52BE90D5FED3}"/>
                </a:ext>
              </a:extLst>
            </p:cNvPr>
            <p:cNvSpPr/>
            <p:nvPr/>
          </p:nvSpPr>
          <p:spPr>
            <a:xfrm>
              <a:off x="3757306" y="4997171"/>
              <a:ext cx="401426" cy="184150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900A2B8-1371-4C4E-B8FD-F79D524B8AB1}"/>
                </a:ext>
              </a:extLst>
            </p:cNvPr>
            <p:cNvSpPr/>
            <p:nvPr/>
          </p:nvSpPr>
          <p:spPr>
            <a:xfrm rot="10800000">
              <a:off x="3796928" y="5181521"/>
              <a:ext cx="328662" cy="121818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92460CC8-E713-4FBB-9C4D-B84EE16C053E}"/>
                </a:ext>
              </a:extLst>
            </p:cNvPr>
            <p:cNvSpPr/>
            <p:nvPr/>
          </p:nvSpPr>
          <p:spPr>
            <a:xfrm>
              <a:off x="3763785" y="5292686"/>
              <a:ext cx="165326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F57FE5F8-4845-46A5-8401-AE7DC5BF88E4}"/>
                </a:ext>
              </a:extLst>
            </p:cNvPr>
            <p:cNvSpPr/>
            <p:nvPr/>
          </p:nvSpPr>
          <p:spPr>
            <a:xfrm>
              <a:off x="3750859" y="5439558"/>
              <a:ext cx="114493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806840CB-E83A-436C-B0CB-4506FBBE7E6B}"/>
                </a:ext>
              </a:extLst>
            </p:cNvPr>
            <p:cNvSpPr/>
            <p:nvPr/>
          </p:nvSpPr>
          <p:spPr>
            <a:xfrm>
              <a:off x="3696435" y="5569176"/>
              <a:ext cx="172596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8D38A93-3FCA-4E9D-9909-50E89D46A09D}"/>
                </a:ext>
              </a:extLst>
            </p:cNvPr>
            <p:cNvSpPr/>
            <p:nvPr/>
          </p:nvSpPr>
          <p:spPr>
            <a:xfrm flipH="1">
              <a:off x="4008439" y="5299368"/>
              <a:ext cx="164239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0D891D3-9AD1-4409-A6D4-A033F8221B91}"/>
                </a:ext>
              </a:extLst>
            </p:cNvPr>
            <p:cNvSpPr/>
            <p:nvPr/>
          </p:nvSpPr>
          <p:spPr>
            <a:xfrm flipH="1">
              <a:off x="4071779" y="5446240"/>
              <a:ext cx="113740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D6C9AAD-122E-425E-8B0C-C1B31F179F90}"/>
                </a:ext>
              </a:extLst>
            </p:cNvPr>
            <p:cNvSpPr/>
            <p:nvPr/>
          </p:nvSpPr>
          <p:spPr>
            <a:xfrm flipH="1">
              <a:off x="4068124" y="5575858"/>
              <a:ext cx="171461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B4733D-01D6-4243-B66A-1FB06B91D804}"/>
                </a:ext>
              </a:extLst>
            </p:cNvPr>
            <p:cNvSpPr/>
            <p:nvPr/>
          </p:nvSpPr>
          <p:spPr>
            <a:xfrm rot="14263189">
              <a:off x="4161759" y="4989494"/>
              <a:ext cx="206241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A2943225-6754-49F1-845B-C02FE69D4FA5}"/>
                </a:ext>
              </a:extLst>
            </p:cNvPr>
            <p:cNvSpPr/>
            <p:nvPr/>
          </p:nvSpPr>
          <p:spPr>
            <a:xfrm>
              <a:off x="3478591" y="5120130"/>
              <a:ext cx="209669" cy="263525"/>
            </a:xfrm>
            <a:custGeom>
              <a:avLst/>
              <a:gdLst>
                <a:gd name="connsiteX0" fmla="*/ 168275 w 209669"/>
                <a:gd name="connsiteY0" fmla="*/ 60325 h 263525"/>
                <a:gd name="connsiteX1" fmla="*/ 133350 w 209669"/>
                <a:gd name="connsiteY1" fmla="*/ 44450 h 263525"/>
                <a:gd name="connsiteX2" fmla="*/ 101600 w 209669"/>
                <a:gd name="connsiteY2" fmla="*/ 25400 h 263525"/>
                <a:gd name="connsiteX3" fmla="*/ 85725 w 209669"/>
                <a:gd name="connsiteY3" fmla="*/ 12700 h 263525"/>
                <a:gd name="connsiteX4" fmla="*/ 66675 w 209669"/>
                <a:gd name="connsiteY4" fmla="*/ 0 h 263525"/>
                <a:gd name="connsiteX5" fmla="*/ 38100 w 209669"/>
                <a:gd name="connsiteY5" fmla="*/ 53975 h 263525"/>
                <a:gd name="connsiteX6" fmla="*/ 25400 w 209669"/>
                <a:gd name="connsiteY6" fmla="*/ 79375 h 263525"/>
                <a:gd name="connsiteX7" fmla="*/ 19050 w 209669"/>
                <a:gd name="connsiteY7" fmla="*/ 92075 h 263525"/>
                <a:gd name="connsiteX8" fmla="*/ 0 w 209669"/>
                <a:gd name="connsiteY8" fmla="*/ 114300 h 263525"/>
                <a:gd name="connsiteX9" fmla="*/ 6350 w 209669"/>
                <a:gd name="connsiteY9" fmla="*/ 161925 h 263525"/>
                <a:gd name="connsiteX10" fmla="*/ 25400 w 209669"/>
                <a:gd name="connsiteY10" fmla="*/ 177800 h 263525"/>
                <a:gd name="connsiteX11" fmla="*/ 50800 w 209669"/>
                <a:gd name="connsiteY11" fmla="*/ 187325 h 263525"/>
                <a:gd name="connsiteX12" fmla="*/ 88900 w 209669"/>
                <a:gd name="connsiteY12" fmla="*/ 196850 h 263525"/>
                <a:gd name="connsiteX13" fmla="*/ 123825 w 209669"/>
                <a:gd name="connsiteY13" fmla="*/ 225425 h 263525"/>
                <a:gd name="connsiteX14" fmla="*/ 139700 w 209669"/>
                <a:gd name="connsiteY14" fmla="*/ 241300 h 263525"/>
                <a:gd name="connsiteX15" fmla="*/ 158750 w 209669"/>
                <a:gd name="connsiteY15" fmla="*/ 263525 h 263525"/>
                <a:gd name="connsiteX16" fmla="*/ 168275 w 209669"/>
                <a:gd name="connsiteY16" fmla="*/ 260350 h 263525"/>
                <a:gd name="connsiteX17" fmla="*/ 190500 w 209669"/>
                <a:gd name="connsiteY17" fmla="*/ 247650 h 263525"/>
                <a:gd name="connsiteX18" fmla="*/ 203200 w 209669"/>
                <a:gd name="connsiteY18" fmla="*/ 215900 h 263525"/>
                <a:gd name="connsiteX19" fmla="*/ 209550 w 209669"/>
                <a:gd name="connsiteY19" fmla="*/ 165100 h 263525"/>
                <a:gd name="connsiteX20" fmla="*/ 203200 w 209669"/>
                <a:gd name="connsiteY20" fmla="*/ 133350 h 263525"/>
                <a:gd name="connsiteX21" fmla="*/ 187325 w 209669"/>
                <a:gd name="connsiteY21" fmla="*/ 104775 h 263525"/>
                <a:gd name="connsiteX22" fmla="*/ 168275 w 209669"/>
                <a:gd name="connsiteY22" fmla="*/ 60325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9669" h="263525">
                  <a:moveTo>
                    <a:pt x="168275" y="60325"/>
                  </a:moveTo>
                  <a:cubicBezTo>
                    <a:pt x="159279" y="50271"/>
                    <a:pt x="148210" y="52809"/>
                    <a:pt x="133350" y="44450"/>
                  </a:cubicBezTo>
                  <a:cubicBezTo>
                    <a:pt x="122593" y="38399"/>
                    <a:pt x="111238" y="33110"/>
                    <a:pt x="101600" y="25400"/>
                  </a:cubicBezTo>
                  <a:cubicBezTo>
                    <a:pt x="96308" y="21167"/>
                    <a:pt x="91206" y="16686"/>
                    <a:pt x="85725" y="12700"/>
                  </a:cubicBezTo>
                  <a:cubicBezTo>
                    <a:pt x="79553" y="8211"/>
                    <a:pt x="66675" y="0"/>
                    <a:pt x="66675" y="0"/>
                  </a:cubicBezTo>
                  <a:cubicBezTo>
                    <a:pt x="48194" y="44355"/>
                    <a:pt x="59395" y="27357"/>
                    <a:pt x="38100" y="53975"/>
                  </a:cubicBezTo>
                  <a:cubicBezTo>
                    <a:pt x="32296" y="71388"/>
                    <a:pt x="37897" y="56881"/>
                    <a:pt x="25400" y="79375"/>
                  </a:cubicBezTo>
                  <a:cubicBezTo>
                    <a:pt x="23101" y="83512"/>
                    <a:pt x="21558" y="88061"/>
                    <a:pt x="19050" y="92075"/>
                  </a:cubicBezTo>
                  <a:cubicBezTo>
                    <a:pt x="12262" y="102936"/>
                    <a:pt x="8659" y="105641"/>
                    <a:pt x="0" y="114300"/>
                  </a:cubicBezTo>
                  <a:cubicBezTo>
                    <a:pt x="2117" y="130175"/>
                    <a:pt x="402" y="147055"/>
                    <a:pt x="6350" y="161925"/>
                  </a:cubicBezTo>
                  <a:cubicBezTo>
                    <a:pt x="9420" y="169600"/>
                    <a:pt x="18875" y="172725"/>
                    <a:pt x="25400" y="177800"/>
                  </a:cubicBezTo>
                  <a:cubicBezTo>
                    <a:pt x="39059" y="188424"/>
                    <a:pt x="31687" y="181591"/>
                    <a:pt x="50800" y="187325"/>
                  </a:cubicBezTo>
                  <a:cubicBezTo>
                    <a:pt x="88147" y="198529"/>
                    <a:pt x="41962" y="190145"/>
                    <a:pt x="88900" y="196850"/>
                  </a:cubicBezTo>
                  <a:cubicBezTo>
                    <a:pt x="109784" y="203811"/>
                    <a:pt x="96058" y="197658"/>
                    <a:pt x="123825" y="225425"/>
                  </a:cubicBezTo>
                  <a:cubicBezTo>
                    <a:pt x="129117" y="230717"/>
                    <a:pt x="135850" y="234883"/>
                    <a:pt x="139700" y="241300"/>
                  </a:cubicBezTo>
                  <a:cubicBezTo>
                    <a:pt x="151188" y="260447"/>
                    <a:pt x="144090" y="253752"/>
                    <a:pt x="158750" y="263525"/>
                  </a:cubicBezTo>
                  <a:cubicBezTo>
                    <a:pt x="161925" y="262467"/>
                    <a:pt x="165369" y="262010"/>
                    <a:pt x="168275" y="260350"/>
                  </a:cubicBezTo>
                  <a:cubicBezTo>
                    <a:pt x="195185" y="244973"/>
                    <a:pt x="168661" y="254930"/>
                    <a:pt x="190500" y="247650"/>
                  </a:cubicBezTo>
                  <a:cubicBezTo>
                    <a:pt x="198347" y="224110"/>
                    <a:pt x="193857" y="234587"/>
                    <a:pt x="203200" y="215900"/>
                  </a:cubicBezTo>
                  <a:cubicBezTo>
                    <a:pt x="206586" y="198970"/>
                    <a:pt x="210395" y="182854"/>
                    <a:pt x="209550" y="165100"/>
                  </a:cubicBezTo>
                  <a:cubicBezTo>
                    <a:pt x="209037" y="154319"/>
                    <a:pt x="205981" y="143779"/>
                    <a:pt x="203200" y="133350"/>
                  </a:cubicBezTo>
                  <a:cubicBezTo>
                    <a:pt x="198472" y="115619"/>
                    <a:pt x="196939" y="119196"/>
                    <a:pt x="187325" y="104775"/>
                  </a:cubicBezTo>
                  <a:cubicBezTo>
                    <a:pt x="183902" y="99640"/>
                    <a:pt x="177271" y="70379"/>
                    <a:pt x="168275" y="6032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50E8A003-66DB-4E20-BBA0-DA321CFA473D}"/>
                </a:ext>
              </a:extLst>
            </p:cNvPr>
            <p:cNvSpPr/>
            <p:nvPr/>
          </p:nvSpPr>
          <p:spPr>
            <a:xfrm rot="20576531">
              <a:off x="4260092" y="5105540"/>
              <a:ext cx="222760" cy="209550"/>
            </a:xfrm>
            <a:custGeom>
              <a:avLst/>
              <a:gdLst>
                <a:gd name="connsiteX0" fmla="*/ 12700 w 222760"/>
                <a:gd name="connsiteY0" fmla="*/ 50800 h 209550"/>
                <a:gd name="connsiteX1" fmla="*/ 82550 w 222760"/>
                <a:gd name="connsiteY1" fmla="*/ 57150 h 209550"/>
                <a:gd name="connsiteX2" fmla="*/ 114300 w 222760"/>
                <a:gd name="connsiteY2" fmla="*/ 50800 h 209550"/>
                <a:gd name="connsiteX3" fmla="*/ 123825 w 222760"/>
                <a:gd name="connsiteY3" fmla="*/ 34925 h 209550"/>
                <a:gd name="connsiteX4" fmla="*/ 133350 w 222760"/>
                <a:gd name="connsiteY4" fmla="*/ 28575 h 209550"/>
                <a:gd name="connsiteX5" fmla="*/ 149225 w 222760"/>
                <a:gd name="connsiteY5" fmla="*/ 3175 h 209550"/>
                <a:gd name="connsiteX6" fmla="*/ 158750 w 222760"/>
                <a:gd name="connsiteY6" fmla="*/ 0 h 209550"/>
                <a:gd name="connsiteX7" fmla="*/ 165100 w 222760"/>
                <a:gd name="connsiteY7" fmla="*/ 25400 h 209550"/>
                <a:gd name="connsiteX8" fmla="*/ 168275 w 222760"/>
                <a:gd name="connsiteY8" fmla="*/ 60325 h 209550"/>
                <a:gd name="connsiteX9" fmla="*/ 171450 w 222760"/>
                <a:gd name="connsiteY9" fmla="*/ 69850 h 209550"/>
                <a:gd name="connsiteX10" fmla="*/ 190500 w 222760"/>
                <a:gd name="connsiteY10" fmla="*/ 95250 h 209550"/>
                <a:gd name="connsiteX11" fmla="*/ 203200 w 222760"/>
                <a:gd name="connsiteY11" fmla="*/ 123825 h 209550"/>
                <a:gd name="connsiteX12" fmla="*/ 212725 w 222760"/>
                <a:gd name="connsiteY12" fmla="*/ 130175 h 209550"/>
                <a:gd name="connsiteX13" fmla="*/ 222250 w 222760"/>
                <a:gd name="connsiteY13" fmla="*/ 155575 h 209550"/>
                <a:gd name="connsiteX14" fmla="*/ 193675 w 222760"/>
                <a:gd name="connsiteY14" fmla="*/ 187325 h 209550"/>
                <a:gd name="connsiteX15" fmla="*/ 184150 w 222760"/>
                <a:gd name="connsiteY15" fmla="*/ 193675 h 209550"/>
                <a:gd name="connsiteX16" fmla="*/ 174625 w 222760"/>
                <a:gd name="connsiteY16" fmla="*/ 196850 h 209550"/>
                <a:gd name="connsiteX17" fmla="*/ 149225 w 222760"/>
                <a:gd name="connsiteY17" fmla="*/ 203200 h 209550"/>
                <a:gd name="connsiteX18" fmla="*/ 107950 w 222760"/>
                <a:gd name="connsiteY18" fmla="*/ 206375 h 209550"/>
                <a:gd name="connsiteX19" fmla="*/ 82550 w 222760"/>
                <a:gd name="connsiteY19" fmla="*/ 209550 h 209550"/>
                <a:gd name="connsiteX20" fmla="*/ 6350 w 222760"/>
                <a:gd name="connsiteY20" fmla="*/ 200025 h 209550"/>
                <a:gd name="connsiteX21" fmla="*/ 0 w 222760"/>
                <a:gd name="connsiteY21" fmla="*/ 190500 h 209550"/>
                <a:gd name="connsiteX22" fmla="*/ 15875 w 222760"/>
                <a:gd name="connsiteY22" fmla="*/ 158750 h 209550"/>
                <a:gd name="connsiteX23" fmla="*/ 25400 w 222760"/>
                <a:gd name="connsiteY23" fmla="*/ 155575 h 209550"/>
                <a:gd name="connsiteX24" fmla="*/ 41275 w 222760"/>
                <a:gd name="connsiteY24" fmla="*/ 130175 h 209550"/>
                <a:gd name="connsiteX25" fmla="*/ 34925 w 222760"/>
                <a:gd name="connsiteY25" fmla="*/ 107950 h 209550"/>
                <a:gd name="connsiteX26" fmla="*/ 25400 w 222760"/>
                <a:gd name="connsiteY26" fmla="*/ 98425 h 209550"/>
                <a:gd name="connsiteX27" fmla="*/ 12700 w 222760"/>
                <a:gd name="connsiteY27" fmla="*/ 5080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2760" h="209550">
                  <a:moveTo>
                    <a:pt x="12700" y="50800"/>
                  </a:moveTo>
                  <a:cubicBezTo>
                    <a:pt x="22225" y="43921"/>
                    <a:pt x="47195" y="58459"/>
                    <a:pt x="82550" y="57150"/>
                  </a:cubicBezTo>
                  <a:cubicBezTo>
                    <a:pt x="93336" y="56751"/>
                    <a:pt x="103717" y="52917"/>
                    <a:pt x="114300" y="50800"/>
                  </a:cubicBezTo>
                  <a:cubicBezTo>
                    <a:pt x="117475" y="45508"/>
                    <a:pt x="119809" y="39610"/>
                    <a:pt x="123825" y="34925"/>
                  </a:cubicBezTo>
                  <a:cubicBezTo>
                    <a:pt x="126308" y="32028"/>
                    <a:pt x="130907" y="31506"/>
                    <a:pt x="133350" y="28575"/>
                  </a:cubicBezTo>
                  <a:cubicBezTo>
                    <a:pt x="146003" y="13391"/>
                    <a:pt x="132459" y="17147"/>
                    <a:pt x="149225" y="3175"/>
                  </a:cubicBezTo>
                  <a:cubicBezTo>
                    <a:pt x="151796" y="1032"/>
                    <a:pt x="155575" y="1058"/>
                    <a:pt x="158750" y="0"/>
                  </a:cubicBezTo>
                  <a:cubicBezTo>
                    <a:pt x="160867" y="8467"/>
                    <a:pt x="164310" y="16709"/>
                    <a:pt x="165100" y="25400"/>
                  </a:cubicBezTo>
                  <a:cubicBezTo>
                    <a:pt x="166158" y="37042"/>
                    <a:pt x="166622" y="48753"/>
                    <a:pt x="168275" y="60325"/>
                  </a:cubicBezTo>
                  <a:cubicBezTo>
                    <a:pt x="168748" y="63638"/>
                    <a:pt x="169676" y="67012"/>
                    <a:pt x="171450" y="69850"/>
                  </a:cubicBezTo>
                  <a:cubicBezTo>
                    <a:pt x="173941" y="73836"/>
                    <a:pt x="187482" y="88459"/>
                    <a:pt x="190500" y="95250"/>
                  </a:cubicBezTo>
                  <a:cubicBezTo>
                    <a:pt x="195530" y="106568"/>
                    <a:pt x="194577" y="115202"/>
                    <a:pt x="203200" y="123825"/>
                  </a:cubicBezTo>
                  <a:cubicBezTo>
                    <a:pt x="205898" y="126523"/>
                    <a:pt x="209550" y="128058"/>
                    <a:pt x="212725" y="130175"/>
                  </a:cubicBezTo>
                  <a:cubicBezTo>
                    <a:pt x="217529" y="137381"/>
                    <a:pt x="224747" y="145588"/>
                    <a:pt x="222250" y="155575"/>
                  </a:cubicBezTo>
                  <a:cubicBezTo>
                    <a:pt x="216759" y="177541"/>
                    <a:pt x="209439" y="177473"/>
                    <a:pt x="193675" y="187325"/>
                  </a:cubicBezTo>
                  <a:cubicBezTo>
                    <a:pt x="190439" y="189347"/>
                    <a:pt x="187563" y="191968"/>
                    <a:pt x="184150" y="193675"/>
                  </a:cubicBezTo>
                  <a:cubicBezTo>
                    <a:pt x="181157" y="195172"/>
                    <a:pt x="177854" y="195969"/>
                    <a:pt x="174625" y="196850"/>
                  </a:cubicBezTo>
                  <a:cubicBezTo>
                    <a:pt x="166205" y="199146"/>
                    <a:pt x="157927" y="202531"/>
                    <a:pt x="149225" y="203200"/>
                  </a:cubicBezTo>
                  <a:lnTo>
                    <a:pt x="107950" y="206375"/>
                  </a:lnTo>
                  <a:cubicBezTo>
                    <a:pt x="99456" y="207184"/>
                    <a:pt x="91017" y="208492"/>
                    <a:pt x="82550" y="209550"/>
                  </a:cubicBezTo>
                  <a:cubicBezTo>
                    <a:pt x="57150" y="206375"/>
                    <a:pt x="31292" y="205781"/>
                    <a:pt x="6350" y="200025"/>
                  </a:cubicBezTo>
                  <a:cubicBezTo>
                    <a:pt x="2632" y="199167"/>
                    <a:pt x="0" y="194316"/>
                    <a:pt x="0" y="190500"/>
                  </a:cubicBezTo>
                  <a:cubicBezTo>
                    <a:pt x="0" y="177578"/>
                    <a:pt x="5321" y="165786"/>
                    <a:pt x="15875" y="158750"/>
                  </a:cubicBezTo>
                  <a:cubicBezTo>
                    <a:pt x="18660" y="156894"/>
                    <a:pt x="22225" y="156633"/>
                    <a:pt x="25400" y="155575"/>
                  </a:cubicBezTo>
                  <a:cubicBezTo>
                    <a:pt x="28182" y="151402"/>
                    <a:pt x="41093" y="132363"/>
                    <a:pt x="41275" y="130175"/>
                  </a:cubicBezTo>
                  <a:cubicBezTo>
                    <a:pt x="41915" y="122497"/>
                    <a:pt x="38371" y="114841"/>
                    <a:pt x="34925" y="107950"/>
                  </a:cubicBezTo>
                  <a:cubicBezTo>
                    <a:pt x="32917" y="103934"/>
                    <a:pt x="28849" y="101300"/>
                    <a:pt x="25400" y="98425"/>
                  </a:cubicBezTo>
                  <a:cubicBezTo>
                    <a:pt x="14994" y="89754"/>
                    <a:pt x="3175" y="57679"/>
                    <a:pt x="12700" y="508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9389906-8828-4EA1-A7E3-25F3BA8E1D0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566217" flipH="1">
            <a:off x="885301" y="1759513"/>
            <a:ext cx="94215" cy="1006616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A665AE85-4767-48B1-B98F-0E7A5F5F6823}"/>
              </a:ext>
            </a:extLst>
          </p:cNvPr>
          <p:cNvGrpSpPr/>
          <p:nvPr/>
        </p:nvGrpSpPr>
        <p:grpSpPr>
          <a:xfrm>
            <a:off x="9343020" y="398689"/>
            <a:ext cx="581947" cy="903393"/>
            <a:chOff x="2783265" y="1230283"/>
            <a:chExt cx="581947" cy="903393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D05EFB4-120B-4B96-AD4E-C92697069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24077" y="1467096"/>
              <a:ext cx="441135" cy="584091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35B79CC0-3A4F-46EC-86D6-C5F2F193B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0309845" flipH="1">
              <a:off x="2783265" y="1230283"/>
              <a:ext cx="84554" cy="903393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1B52B17-27FC-4CF1-ADA4-9CB396615D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67744" y="2608697"/>
            <a:ext cx="900482" cy="1135548"/>
          </a:xfrm>
          <a:prstGeom prst="rect">
            <a:avLst/>
          </a:prstGeom>
        </p:spPr>
      </p:pic>
      <p:pic>
        <p:nvPicPr>
          <p:cNvPr id="2068" name="Picture 2067">
            <a:extLst>
              <a:ext uri="{FF2B5EF4-FFF2-40B4-BE49-F238E27FC236}">
                <a16:creationId xmlns:a16="http://schemas.microsoft.com/office/drawing/2014/main" id="{39037369-8F09-4F60-809C-5D58D574AC6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71363" y="424503"/>
            <a:ext cx="652055" cy="617171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11AEB59B-78ED-49B5-A757-8492A4F376AA}"/>
              </a:ext>
            </a:extLst>
          </p:cNvPr>
          <p:cNvGrpSpPr/>
          <p:nvPr/>
        </p:nvGrpSpPr>
        <p:grpSpPr>
          <a:xfrm>
            <a:off x="3474757" y="4786744"/>
            <a:ext cx="894181" cy="911246"/>
            <a:chOff x="6129412" y="1341195"/>
            <a:chExt cx="894181" cy="911246"/>
          </a:xfrm>
        </p:grpSpPr>
        <p:pic>
          <p:nvPicPr>
            <p:cNvPr id="87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74C0CB28-6AE4-4903-9E24-E01CC0BD83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6601474" y="1524986"/>
              <a:ext cx="422119" cy="727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8C3A3C1-C388-4808-A269-7C5E500A6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129412" y="1341195"/>
              <a:ext cx="368103" cy="617171"/>
            </a:xfrm>
            <a:prstGeom prst="rect">
              <a:avLst/>
            </a:prstGeom>
          </p:spPr>
        </p:pic>
      </p:grpSp>
      <p:pic>
        <p:nvPicPr>
          <p:cNvPr id="2073" name="Picture 2072">
            <a:extLst>
              <a:ext uri="{FF2B5EF4-FFF2-40B4-BE49-F238E27FC236}">
                <a16:creationId xmlns:a16="http://schemas.microsoft.com/office/drawing/2014/main" id="{64E95384-6A70-4708-8206-9AFC78B659A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8049" y="3647138"/>
            <a:ext cx="568717" cy="900695"/>
          </a:xfrm>
          <a:prstGeom prst="rect">
            <a:avLst/>
          </a:prstGeom>
        </p:spPr>
      </p:pic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4206C80D-1849-4EC6-A2A9-4776117B15B8}"/>
              </a:ext>
            </a:extLst>
          </p:cNvPr>
          <p:cNvGrpSpPr/>
          <p:nvPr/>
        </p:nvGrpSpPr>
        <p:grpSpPr>
          <a:xfrm>
            <a:off x="1671579" y="3879426"/>
            <a:ext cx="609600" cy="896782"/>
            <a:chOff x="1671579" y="3879426"/>
            <a:chExt cx="609600" cy="896782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FE7F59BA-4368-4E1F-8D24-27D247C47B9A}"/>
                </a:ext>
              </a:extLst>
            </p:cNvPr>
            <p:cNvSpPr/>
            <p:nvPr/>
          </p:nvSpPr>
          <p:spPr>
            <a:xfrm rot="2311362">
              <a:off x="1817486" y="3879426"/>
              <a:ext cx="132212" cy="3114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B1D55EA-926F-4BEA-9346-5C64234F2D8D}"/>
                </a:ext>
              </a:extLst>
            </p:cNvPr>
            <p:cNvSpPr/>
            <p:nvPr/>
          </p:nvSpPr>
          <p:spPr>
            <a:xfrm rot="19763709">
              <a:off x="1792679" y="4464272"/>
              <a:ext cx="126736" cy="3119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Arrow: Right 2074">
              <a:extLst>
                <a:ext uri="{FF2B5EF4-FFF2-40B4-BE49-F238E27FC236}">
                  <a16:creationId xmlns:a16="http://schemas.microsoft.com/office/drawing/2014/main" id="{3CD47419-967F-4A85-9D69-F38351C83BA1}"/>
                </a:ext>
              </a:extLst>
            </p:cNvPr>
            <p:cNvSpPr/>
            <p:nvPr/>
          </p:nvSpPr>
          <p:spPr>
            <a:xfrm rot="10800000">
              <a:off x="1671579" y="4268791"/>
              <a:ext cx="609600" cy="1143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FC44F00-8C47-40FD-9553-999F78B6D61F}"/>
              </a:ext>
            </a:extLst>
          </p:cNvPr>
          <p:cNvGrpSpPr/>
          <p:nvPr/>
        </p:nvGrpSpPr>
        <p:grpSpPr>
          <a:xfrm>
            <a:off x="11035313" y="3113296"/>
            <a:ext cx="894181" cy="911246"/>
            <a:chOff x="6129412" y="1341195"/>
            <a:chExt cx="894181" cy="911246"/>
          </a:xfrm>
        </p:grpSpPr>
        <p:pic>
          <p:nvPicPr>
            <p:cNvPr id="96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DAE18131-5862-4271-9E5B-309FED988A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6601474" y="1524986"/>
              <a:ext cx="422119" cy="727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48494A1E-4DAD-4DE4-81C3-4098499B4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129412" y="1341195"/>
              <a:ext cx="368103" cy="617171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C055E5F-81B3-4AE8-8041-77EE870DD4FD}"/>
              </a:ext>
            </a:extLst>
          </p:cNvPr>
          <p:cNvGrpSpPr/>
          <p:nvPr/>
        </p:nvGrpSpPr>
        <p:grpSpPr>
          <a:xfrm>
            <a:off x="9914173" y="4085927"/>
            <a:ext cx="1032257" cy="1031680"/>
            <a:chOff x="7785498" y="1295721"/>
            <a:chExt cx="1032257" cy="103168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8AEAFF4-B5AF-435F-97A5-1FFA75A355BC}"/>
                </a:ext>
              </a:extLst>
            </p:cNvPr>
            <p:cNvGrpSpPr/>
            <p:nvPr/>
          </p:nvGrpSpPr>
          <p:grpSpPr>
            <a:xfrm>
              <a:off x="7785498" y="1295721"/>
              <a:ext cx="224894" cy="458529"/>
              <a:chOff x="1671579" y="3879426"/>
              <a:chExt cx="609600" cy="89678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D4E4B994-68A7-4916-AA63-0A6018FFDB09}"/>
                  </a:ext>
                </a:extLst>
              </p:cNvPr>
              <p:cNvSpPr/>
              <p:nvPr/>
            </p:nvSpPr>
            <p:spPr>
              <a:xfrm rot="2311362">
                <a:off x="1817486" y="3879426"/>
                <a:ext cx="132212" cy="31143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927CEF7-1D85-424D-A1B6-C996EE3B56D6}"/>
                  </a:ext>
                </a:extLst>
              </p:cNvPr>
              <p:cNvSpPr/>
              <p:nvPr/>
            </p:nvSpPr>
            <p:spPr>
              <a:xfrm rot="19763709">
                <a:off x="1792679" y="4464272"/>
                <a:ext cx="126736" cy="31193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Arrow: Right 105">
                <a:extLst>
                  <a:ext uri="{FF2B5EF4-FFF2-40B4-BE49-F238E27FC236}">
                    <a16:creationId xmlns:a16="http://schemas.microsoft.com/office/drawing/2014/main" id="{62D1CE95-D439-45AC-BC21-7BBE6909A7EA}"/>
                  </a:ext>
                </a:extLst>
              </p:cNvPr>
              <p:cNvSpPr/>
              <p:nvPr/>
            </p:nvSpPr>
            <p:spPr>
              <a:xfrm rot="10800000">
                <a:off x="1671579" y="4268791"/>
                <a:ext cx="609600" cy="114300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F9AD695-3277-40E1-A647-747BD7625D0A}"/>
                </a:ext>
              </a:extLst>
            </p:cNvPr>
            <p:cNvGrpSpPr/>
            <p:nvPr/>
          </p:nvGrpSpPr>
          <p:grpSpPr>
            <a:xfrm>
              <a:off x="8027533" y="1417306"/>
              <a:ext cx="790222" cy="910095"/>
              <a:chOff x="4336171" y="5052482"/>
              <a:chExt cx="790222" cy="910095"/>
            </a:xfrm>
          </p:grpSpPr>
          <p:pic>
            <p:nvPicPr>
              <p:cNvPr id="102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A730B49B-33AE-4E33-BBC3-E8DD9283B3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4704274" y="5235122"/>
                <a:ext cx="422119" cy="7274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77913E8A-8EC2-4046-ABA2-58C24679B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36171" y="5052482"/>
                <a:ext cx="368103" cy="617171"/>
              </a:xfrm>
              <a:prstGeom prst="rect">
                <a:avLst/>
              </a:prstGeom>
            </p:spPr>
          </p:pic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1FFBEA2-4682-4663-82C2-FA09F35C1B9E}"/>
              </a:ext>
            </a:extLst>
          </p:cNvPr>
          <p:cNvGrpSpPr/>
          <p:nvPr/>
        </p:nvGrpSpPr>
        <p:grpSpPr>
          <a:xfrm>
            <a:off x="8363359" y="4314232"/>
            <a:ext cx="1057780" cy="1019709"/>
            <a:chOff x="9526786" y="1303522"/>
            <a:chExt cx="1057780" cy="1019709"/>
          </a:xfrm>
        </p:grpSpPr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873F6C50-8069-4500-9D8F-A0137AB6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526786" y="1303522"/>
              <a:ext cx="218634" cy="346258"/>
            </a:xfrm>
            <a:prstGeom prst="rect">
              <a:avLst/>
            </a:prstGeom>
          </p:spPr>
        </p:pic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EE8DBFE1-3FAF-4315-898D-612E346ACBE3}"/>
                </a:ext>
              </a:extLst>
            </p:cNvPr>
            <p:cNvGrpSpPr/>
            <p:nvPr/>
          </p:nvGrpSpPr>
          <p:grpSpPr>
            <a:xfrm>
              <a:off x="9794344" y="1413136"/>
              <a:ext cx="790222" cy="910095"/>
              <a:chOff x="4336171" y="5052482"/>
              <a:chExt cx="790222" cy="910095"/>
            </a:xfrm>
          </p:grpSpPr>
          <p:pic>
            <p:nvPicPr>
              <p:cNvPr id="110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8D201092-98AC-481F-924C-44975977AE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4704274" y="5235122"/>
                <a:ext cx="422119" cy="7274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4874071B-405A-4BA8-93FF-0D31EF7632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36171" y="5052482"/>
                <a:ext cx="368103" cy="617171"/>
              </a:xfrm>
              <a:prstGeom prst="rect">
                <a:avLst/>
              </a:prstGeom>
            </p:spPr>
          </p:pic>
        </p:grpSp>
      </p:grpSp>
      <p:pic>
        <p:nvPicPr>
          <p:cNvPr id="2079" name="Picture 2078">
            <a:extLst>
              <a:ext uri="{FF2B5EF4-FFF2-40B4-BE49-F238E27FC236}">
                <a16:creationId xmlns:a16="http://schemas.microsoft.com/office/drawing/2014/main" id="{93244368-6D3B-45B8-9049-950103A8A31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75482" y="4656818"/>
            <a:ext cx="840292" cy="84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14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</Words>
  <Application>Microsoft Office PowerPoint</Application>
  <PresentationFormat>Widescreen</PresentationFormat>
  <Paragraphs>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AlexLiu.HUST@gmail.com</dc:creator>
  <cp:lastModifiedBy>AlexLiu.HUST@gmail.com</cp:lastModifiedBy>
  <cp:revision>14</cp:revision>
  <dcterms:created xsi:type="dcterms:W3CDTF">2022-01-10T19:03:27Z</dcterms:created>
  <dcterms:modified xsi:type="dcterms:W3CDTF">2022-01-16T01:53:57Z</dcterms:modified>
</cp:coreProperties>
</file>