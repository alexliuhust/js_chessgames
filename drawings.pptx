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59" r:id="rId4"/>
    <p:sldId id="261" r:id="rId5"/>
    <p:sldId id="262" r:id="rId6"/>
    <p:sldId id="263" r:id="rId7"/>
    <p:sldId id="264" r:id="rId8"/>
    <p:sldId id="260" r:id="rId9"/>
    <p:sldId id="25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158" autoAdjust="0"/>
    <p:restoredTop sz="96196" autoAdjust="0"/>
  </p:normalViewPr>
  <p:slideViewPr>
    <p:cSldViewPr snapToGrid="0">
      <p:cViewPr>
        <p:scale>
          <a:sx n="125" d="100"/>
          <a:sy n="125" d="100"/>
        </p:scale>
        <p:origin x="48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1/26/2022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1/26/2022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1/26/2022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1/26/2022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1/26/2022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png"/><Relationship Id="rId9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jpeg"/><Relationship Id="rId10" Type="http://schemas.openxmlformats.org/officeDocument/2006/relationships/image" Target="../media/image4.png"/><Relationship Id="rId4" Type="http://schemas.openxmlformats.org/officeDocument/2006/relationships/image" Target="../media/image10.png"/><Relationship Id="rId9" Type="http://schemas.openxmlformats.org/officeDocument/2006/relationships/image" Target="../media/image15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3.png"/><Relationship Id="rId7" Type="http://schemas.openxmlformats.org/officeDocument/2006/relationships/image" Target="../media/image25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jpeg"/><Relationship Id="rId11" Type="http://schemas.openxmlformats.org/officeDocument/2006/relationships/image" Target="../media/image29.png"/><Relationship Id="rId5" Type="http://schemas.openxmlformats.org/officeDocument/2006/relationships/image" Target="../media/image23.jpeg"/><Relationship Id="rId10" Type="http://schemas.openxmlformats.org/officeDocument/2006/relationships/image" Target="../media/image28.jpeg"/><Relationship Id="rId4" Type="http://schemas.openxmlformats.org/officeDocument/2006/relationships/image" Target="../media/image22.jpeg"/><Relationship Id="rId9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1.png"/><Relationship Id="rId7" Type="http://schemas.openxmlformats.org/officeDocument/2006/relationships/image" Target="../media/image33.pn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36.png"/><Relationship Id="rId5" Type="http://schemas.openxmlformats.org/officeDocument/2006/relationships/image" Target="../media/image11.jpeg"/><Relationship Id="rId10" Type="http://schemas.openxmlformats.org/officeDocument/2006/relationships/image" Target="../media/image35.png"/><Relationship Id="rId4" Type="http://schemas.openxmlformats.org/officeDocument/2006/relationships/image" Target="../media/image32.png"/><Relationship Id="rId9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2.png"/><Relationship Id="rId7" Type="http://schemas.openxmlformats.org/officeDocument/2006/relationships/image" Target="../media/image41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jpeg"/><Relationship Id="rId11" Type="http://schemas.openxmlformats.org/officeDocument/2006/relationships/image" Target="../media/image44.png"/><Relationship Id="rId5" Type="http://schemas.openxmlformats.org/officeDocument/2006/relationships/image" Target="../media/image39.jpeg"/><Relationship Id="rId10" Type="http://schemas.openxmlformats.org/officeDocument/2006/relationships/image" Target="../media/image43.png"/><Relationship Id="rId4" Type="http://schemas.openxmlformats.org/officeDocument/2006/relationships/image" Target="../media/image38.jpeg"/><Relationship Id="rId9" Type="http://schemas.openxmlformats.org/officeDocument/2006/relationships/image" Target="../media/image4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39.jpe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jpeg"/><Relationship Id="rId5" Type="http://schemas.openxmlformats.org/officeDocument/2006/relationships/image" Target="../media/image44.png"/><Relationship Id="rId4" Type="http://schemas.openxmlformats.org/officeDocument/2006/relationships/image" Target="../media/image38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jpeg"/><Relationship Id="rId13" Type="http://schemas.openxmlformats.org/officeDocument/2006/relationships/image" Target="../media/image32.png"/><Relationship Id="rId18" Type="http://schemas.openxmlformats.org/officeDocument/2006/relationships/image" Target="../media/image11.jpeg"/><Relationship Id="rId26" Type="http://schemas.openxmlformats.org/officeDocument/2006/relationships/image" Target="../media/image42.jpeg"/><Relationship Id="rId3" Type="http://schemas.openxmlformats.org/officeDocument/2006/relationships/image" Target="../media/image21.jpeg"/><Relationship Id="rId21" Type="http://schemas.openxmlformats.org/officeDocument/2006/relationships/image" Target="../media/image30.jpeg"/><Relationship Id="rId7" Type="http://schemas.openxmlformats.org/officeDocument/2006/relationships/image" Target="../media/image22.jpeg"/><Relationship Id="rId12" Type="http://schemas.openxmlformats.org/officeDocument/2006/relationships/image" Target="../media/image24.jpeg"/><Relationship Id="rId17" Type="http://schemas.openxmlformats.org/officeDocument/2006/relationships/image" Target="../media/image34.png"/><Relationship Id="rId25" Type="http://schemas.openxmlformats.org/officeDocument/2006/relationships/image" Target="../media/image41.png"/><Relationship Id="rId2" Type="http://schemas.openxmlformats.org/officeDocument/2006/relationships/image" Target="../media/image16.jpeg"/><Relationship Id="rId16" Type="http://schemas.openxmlformats.org/officeDocument/2006/relationships/image" Target="../media/image33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25.png"/><Relationship Id="rId24" Type="http://schemas.openxmlformats.org/officeDocument/2006/relationships/image" Target="../media/image37.png"/><Relationship Id="rId5" Type="http://schemas.openxmlformats.org/officeDocument/2006/relationships/image" Target="../media/image26.png"/><Relationship Id="rId15" Type="http://schemas.openxmlformats.org/officeDocument/2006/relationships/image" Target="../media/image5.png"/><Relationship Id="rId23" Type="http://schemas.openxmlformats.org/officeDocument/2006/relationships/image" Target="../media/image8.png"/><Relationship Id="rId10" Type="http://schemas.openxmlformats.org/officeDocument/2006/relationships/image" Target="../media/image29.png"/><Relationship Id="rId19" Type="http://schemas.openxmlformats.org/officeDocument/2006/relationships/image" Target="../media/image35.png"/><Relationship Id="rId4" Type="http://schemas.openxmlformats.org/officeDocument/2006/relationships/image" Target="../media/image13.png"/><Relationship Id="rId9" Type="http://schemas.openxmlformats.org/officeDocument/2006/relationships/image" Target="../media/image28.jpeg"/><Relationship Id="rId14" Type="http://schemas.openxmlformats.org/officeDocument/2006/relationships/image" Target="../media/image31.png"/><Relationship Id="rId22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.png"/><Relationship Id="rId18" Type="http://schemas.openxmlformats.org/officeDocument/2006/relationships/image" Target="../media/image15.jpeg"/><Relationship Id="rId3" Type="http://schemas.openxmlformats.org/officeDocument/2006/relationships/image" Target="../media/image4.png"/><Relationship Id="rId21" Type="http://schemas.openxmlformats.org/officeDocument/2006/relationships/image" Target="../media/image17.png"/><Relationship Id="rId7" Type="http://schemas.openxmlformats.org/officeDocument/2006/relationships/image" Target="../media/image7.jpeg"/><Relationship Id="rId12" Type="http://schemas.openxmlformats.org/officeDocument/2006/relationships/image" Target="../media/image6.png"/><Relationship Id="rId17" Type="http://schemas.openxmlformats.org/officeDocument/2006/relationships/image" Target="../media/image14.png"/><Relationship Id="rId2" Type="http://schemas.openxmlformats.org/officeDocument/2006/relationships/image" Target="../media/image5.png"/><Relationship Id="rId16" Type="http://schemas.openxmlformats.org/officeDocument/2006/relationships/image" Target="../media/image10.png"/><Relationship Id="rId20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8.png"/><Relationship Id="rId5" Type="http://schemas.openxmlformats.org/officeDocument/2006/relationships/image" Target="../media/image11.jpeg"/><Relationship Id="rId15" Type="http://schemas.openxmlformats.org/officeDocument/2006/relationships/image" Target="../media/image9.png"/><Relationship Id="rId23" Type="http://schemas.openxmlformats.org/officeDocument/2006/relationships/image" Target="../media/image19.png"/><Relationship Id="rId10" Type="http://schemas.openxmlformats.org/officeDocument/2006/relationships/image" Target="../media/image46.png"/><Relationship Id="rId19" Type="http://schemas.openxmlformats.org/officeDocument/2006/relationships/image" Target="../media/image20.png"/><Relationship Id="rId4" Type="http://schemas.openxmlformats.org/officeDocument/2006/relationships/image" Target="../media/image3.jpeg"/><Relationship Id="rId9" Type="http://schemas.openxmlformats.org/officeDocument/2006/relationships/image" Target="../media/image2.png"/><Relationship Id="rId14" Type="http://schemas.openxmlformats.org/officeDocument/2006/relationships/image" Target="../media/image47.jpeg"/><Relationship Id="rId2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81">
            <a:extLst>
              <a:ext uri="{FF2B5EF4-FFF2-40B4-BE49-F238E27FC236}">
                <a16:creationId xmlns:a16="http://schemas.microsoft.com/office/drawing/2014/main" id="{CEFA8C13-48BE-45A2-966E-C74FDBD076BC}"/>
              </a:ext>
            </a:extLst>
          </p:cNvPr>
          <p:cNvGrpSpPr/>
          <p:nvPr/>
        </p:nvGrpSpPr>
        <p:grpSpPr>
          <a:xfrm>
            <a:off x="6485940" y="3237698"/>
            <a:ext cx="1004057" cy="694061"/>
            <a:chOff x="4408730" y="3718330"/>
            <a:chExt cx="2603249" cy="1799514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396FBAE-4EE6-4CF1-81E0-4CE6673D7414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BEF673D2-858F-40E4-8B28-F154D7054661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E9C2B30-6CAF-42D8-87F5-FDFE89E504CF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ight Triangle 92">
                <a:extLst>
                  <a:ext uri="{FF2B5EF4-FFF2-40B4-BE49-F238E27FC236}">
                    <a16:creationId xmlns:a16="http://schemas.microsoft.com/office/drawing/2014/main" id="{D58AF32C-6207-42F2-B3CA-F206D4FBDDAA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F16081ED-814C-4FA1-9A06-60B846A71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85" name="Flowchart: Terminator 84">
              <a:extLst>
                <a:ext uri="{FF2B5EF4-FFF2-40B4-BE49-F238E27FC236}">
                  <a16:creationId xmlns:a16="http://schemas.microsoft.com/office/drawing/2014/main" id="{2EEC8717-7692-467A-8526-ED76B8BF58EA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F6163F-B806-4943-985E-DDE3BDEB8B3E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31B4634-A515-42B2-A967-AC2664103998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AF64F16-83A8-4593-BEA4-ED740D975664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77F4C5-D192-49DA-B6AF-EA7BB6118228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2E4285-7C3F-4A9C-9CA1-6E47BC6B9FC2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FCE40F8B-C8D5-44E0-BBF7-F0FCA0C72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1523" y="1185467"/>
            <a:ext cx="525313" cy="101373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39FFC28-1B60-4BC7-BF13-2AA834DC5109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342901"/>
            <a:chExt cx="1530220" cy="1504560"/>
          </a:xfrm>
        </p:grpSpPr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FA655A97-2218-4107-AC84-5B475C7A3BC4}"/>
                </a:ext>
              </a:extLst>
            </p:cNvPr>
            <p:cNvSpPr/>
            <p:nvPr/>
          </p:nvSpPr>
          <p:spPr>
            <a:xfrm rot="5400000">
              <a:off x="633902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BE52B01-F7B4-422D-A02D-1BEC8BFD221E}"/>
                </a:ext>
              </a:extLst>
            </p:cNvPr>
            <p:cNvSpPr/>
            <p:nvPr/>
          </p:nvSpPr>
          <p:spPr>
            <a:xfrm>
              <a:off x="475862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FCA5378-8C34-4BF7-B4F2-007BBA1CA996}"/>
              </a:ext>
            </a:extLst>
          </p:cNvPr>
          <p:cNvGrpSpPr/>
          <p:nvPr/>
        </p:nvGrpSpPr>
        <p:grpSpPr>
          <a:xfrm>
            <a:off x="2429071" y="905612"/>
            <a:ext cx="1530220" cy="1504560"/>
            <a:chOff x="2429071" y="342901"/>
            <a:chExt cx="1530220" cy="1504560"/>
          </a:xfrm>
        </p:grpSpPr>
        <p:sp>
          <p:nvSpPr>
            <p:cNvPr id="14" name="Arrow: Pentagon 13">
              <a:extLst>
                <a:ext uri="{FF2B5EF4-FFF2-40B4-BE49-F238E27FC236}">
                  <a16:creationId xmlns:a16="http://schemas.microsoft.com/office/drawing/2014/main" id="{F6980E12-086E-4EB4-AF19-B6D38B207A09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078BF35-302B-4B06-958E-5B2C0EB2A4C0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8063562" y="905612"/>
            <a:ext cx="1530220" cy="1504560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22860" y="905612"/>
            <a:ext cx="1530220" cy="1504560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475862" y="2939566"/>
            <a:ext cx="1530220" cy="1504560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4DBAE67-C480-4465-85B2-68A0CB30EA2A}"/>
              </a:ext>
            </a:extLst>
          </p:cNvPr>
          <p:cNvGrpSpPr/>
          <p:nvPr/>
        </p:nvGrpSpPr>
        <p:grpSpPr>
          <a:xfrm>
            <a:off x="2429071" y="2939566"/>
            <a:ext cx="1530220" cy="1504560"/>
            <a:chOff x="2429071" y="2939566"/>
            <a:chExt cx="1530220" cy="1504560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17F15C8C-E3F6-4394-85B8-385A5385F8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E2E2B98-9185-4223-9623-B1270CB5C677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34" name="Arrow: Pentagon 33">
                <a:extLst>
                  <a:ext uri="{FF2B5EF4-FFF2-40B4-BE49-F238E27FC236}">
                    <a16:creationId xmlns:a16="http://schemas.microsoft.com/office/drawing/2014/main" id="{C4EEE783-8CF8-46E4-921D-CBE268834941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F03E358-EFBE-4106-8B93-371E64FF9A23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3FA6F9B-B2E4-4941-845E-B6344D797A06}"/>
              </a:ext>
            </a:extLst>
          </p:cNvPr>
          <p:cNvGrpSpPr/>
          <p:nvPr/>
        </p:nvGrpSpPr>
        <p:grpSpPr>
          <a:xfrm>
            <a:off x="4382280" y="2939566"/>
            <a:ext cx="1530220" cy="1504560"/>
            <a:chOff x="2429071" y="342901"/>
            <a:chExt cx="1530220" cy="1504560"/>
          </a:xfrm>
        </p:grpSpPr>
        <p:sp>
          <p:nvSpPr>
            <p:cNvPr id="37" name="Arrow: Pentagon 36">
              <a:extLst>
                <a:ext uri="{FF2B5EF4-FFF2-40B4-BE49-F238E27FC236}">
                  <a16:creationId xmlns:a16="http://schemas.microsoft.com/office/drawing/2014/main" id="{66B60F16-4825-42A6-BCE4-4525146F1616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F47845B-BD89-4BF6-A9A8-8ECBE435F967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0392447-B3D0-4BC4-874E-61FEE2472F11}"/>
              </a:ext>
            </a:extLst>
          </p:cNvPr>
          <p:cNvGrpSpPr/>
          <p:nvPr/>
        </p:nvGrpSpPr>
        <p:grpSpPr>
          <a:xfrm>
            <a:off x="8063562" y="2939566"/>
            <a:ext cx="1530220" cy="1504560"/>
            <a:chOff x="2429071" y="342901"/>
            <a:chExt cx="1530220" cy="1504560"/>
          </a:xfrm>
        </p:grpSpPr>
        <p:sp>
          <p:nvSpPr>
            <p:cNvPr id="40" name="Arrow: Pentagon 39">
              <a:extLst>
                <a:ext uri="{FF2B5EF4-FFF2-40B4-BE49-F238E27FC236}">
                  <a16:creationId xmlns:a16="http://schemas.microsoft.com/office/drawing/2014/main" id="{DBC4AAE5-3961-4DFA-A317-7FE6EADF77B3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C4D56D29-F70F-4932-831D-86D9640F2AD2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9A9F587-9E0F-4233-96A8-571F13FAFFD3}"/>
              </a:ext>
            </a:extLst>
          </p:cNvPr>
          <p:cNvGrpSpPr/>
          <p:nvPr/>
        </p:nvGrpSpPr>
        <p:grpSpPr>
          <a:xfrm>
            <a:off x="6222860" y="2939566"/>
            <a:ext cx="1530220" cy="1504560"/>
            <a:chOff x="2429071" y="342901"/>
            <a:chExt cx="1530220" cy="1504560"/>
          </a:xfrm>
        </p:grpSpPr>
        <p:sp>
          <p:nvSpPr>
            <p:cNvPr id="43" name="Arrow: Pentagon 42">
              <a:extLst>
                <a:ext uri="{FF2B5EF4-FFF2-40B4-BE49-F238E27FC236}">
                  <a16:creationId xmlns:a16="http://schemas.microsoft.com/office/drawing/2014/main" id="{7F316F00-A7E9-4622-82FC-D83E84078C7B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0F3BF44-CAFC-45C7-B90E-487320407005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379CDE6-A4BB-479F-85C8-6A1CE8ECEF34}"/>
              </a:ext>
            </a:extLst>
          </p:cNvPr>
          <p:cNvGrpSpPr/>
          <p:nvPr/>
        </p:nvGrpSpPr>
        <p:grpSpPr>
          <a:xfrm>
            <a:off x="9853181" y="2939566"/>
            <a:ext cx="1530220" cy="1504560"/>
            <a:chOff x="2429071" y="342901"/>
            <a:chExt cx="1530220" cy="1504560"/>
          </a:xfrm>
        </p:grpSpPr>
        <p:sp>
          <p:nvSpPr>
            <p:cNvPr id="46" name="Arrow: Pentagon 45">
              <a:extLst>
                <a:ext uri="{FF2B5EF4-FFF2-40B4-BE49-F238E27FC236}">
                  <a16:creationId xmlns:a16="http://schemas.microsoft.com/office/drawing/2014/main" id="{95A7A70D-B686-45AA-A648-1B5AAD1CA350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31618CA6-911E-449D-9447-3D4B1D315C58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B5CB904-50DE-4129-A46A-1793DAE35728}"/>
              </a:ext>
            </a:extLst>
          </p:cNvPr>
          <p:cNvGrpSpPr/>
          <p:nvPr/>
        </p:nvGrpSpPr>
        <p:grpSpPr>
          <a:xfrm>
            <a:off x="4382280" y="905612"/>
            <a:ext cx="1530220" cy="1504560"/>
            <a:chOff x="4382280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382280" y="905612"/>
              <a:ext cx="1530220" cy="1504560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6" name="Picture 2" descr="Spear icon simple style Royalty Free Vector Image">
              <a:extLst>
                <a:ext uri="{FF2B5EF4-FFF2-40B4-BE49-F238E27FC236}">
                  <a16:creationId xmlns:a16="http://schemas.microsoft.com/office/drawing/2014/main" id="{81252AB8-FCBD-44EC-8227-D167F8A2EB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433"/>
            <a:stretch/>
          </p:blipFill>
          <p:spPr bwMode="auto">
            <a:xfrm>
              <a:off x="4798807" y="1250408"/>
              <a:ext cx="687593" cy="679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9853181" y="905612"/>
            <a:ext cx="1530220" cy="1504560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47145" y="159114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F5C3725-E6C7-4D73-9703-52D995D3EB74}"/>
              </a:ext>
            </a:extLst>
          </p:cNvPr>
          <p:cNvGrpSpPr/>
          <p:nvPr/>
        </p:nvGrpSpPr>
        <p:grpSpPr>
          <a:xfrm>
            <a:off x="4745243" y="3398809"/>
            <a:ext cx="794720" cy="525140"/>
            <a:chOff x="7009704" y="3352146"/>
            <a:chExt cx="3690533" cy="243865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84DA8F9F-8DEE-40AB-A6DC-F802D9F27638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B562C49F-AC87-41B5-946E-858CBB7951FB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E8E5C7CE-0B4E-489F-ADA6-2FAEFE72CFFF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9A35A481-E078-4AFD-ADFF-58C203B5ACAA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55C3C6BE-00ED-4434-BFFB-D2AB5C9BD705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8AC9DFF-625C-482F-9A7F-12737E2E6BD0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35DAC385-BAFF-476F-8E6F-89E93D9C3500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8115AFCF-B60F-4FF7-B5CD-79F75F71F2C6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B8514CBE-DAFA-4492-A8D6-1B91847F251D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B23B822-94F8-491C-B90F-632E455BFF78}"/>
              </a:ext>
            </a:extLst>
          </p:cNvPr>
          <p:cNvGrpSpPr/>
          <p:nvPr/>
        </p:nvGrpSpPr>
        <p:grpSpPr>
          <a:xfrm>
            <a:off x="2307593" y="905612"/>
            <a:ext cx="1530220" cy="1504560"/>
            <a:chOff x="2307593" y="905612"/>
            <a:chExt cx="1530220" cy="150456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6EA3AC3-5746-4352-BC03-5E05B8064642}"/>
                </a:ext>
              </a:extLst>
            </p:cNvPr>
            <p:cNvGrpSpPr/>
            <p:nvPr/>
          </p:nvGrpSpPr>
          <p:grpSpPr>
            <a:xfrm>
              <a:off x="2307593" y="905612"/>
              <a:ext cx="1530220" cy="1504560"/>
              <a:chOff x="2307593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C3806B-EEDF-4345-A411-576DDFFF051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23AE6981-19EB-44B3-B1FF-1DF6F12E3AA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1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EFF4B7A0-08F8-474B-A8FB-953EB8D249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526898" y="1295568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376E50D-1EEE-40DB-AEB5-2D03C5199970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2307593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EDBE9A3-FF54-4271-A021-CFD119EA4968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Diagonal Corners Snipped 46">
              <a:extLst>
                <a:ext uri="{FF2B5EF4-FFF2-40B4-BE49-F238E27FC236}">
                  <a16:creationId xmlns:a16="http://schemas.microsoft.com/office/drawing/2014/main" id="{72C453EB-C0C6-4AA8-B26F-404C22BEC123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5889215" y="905612"/>
            <a:ext cx="1530220" cy="1504560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4098404" y="905612"/>
            <a:ext cx="1530220" cy="1504560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AA5CA15-8DF7-4782-BDBB-062A0A5FC673}"/>
              </a:ext>
            </a:extLst>
          </p:cNvPr>
          <p:cNvGrpSpPr/>
          <p:nvPr/>
        </p:nvGrpSpPr>
        <p:grpSpPr>
          <a:xfrm>
            <a:off x="9537800" y="905612"/>
            <a:ext cx="1530220" cy="1504560"/>
            <a:chOff x="2307593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4D5CDCC-77D0-4AEF-B79C-7A45C91144A2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Diagonal Corners Snipped 55">
              <a:extLst>
                <a:ext uri="{FF2B5EF4-FFF2-40B4-BE49-F238E27FC236}">
                  <a16:creationId xmlns:a16="http://schemas.microsoft.com/office/drawing/2014/main" id="{8EA2186D-7A46-4A24-840F-95AB7BE645E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746989" y="905612"/>
            <a:ext cx="1530220" cy="1504560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B64FCA7-9810-44ED-880D-FB82A9DAEB69}"/>
              </a:ext>
            </a:extLst>
          </p:cNvPr>
          <p:cNvGrpSpPr/>
          <p:nvPr/>
        </p:nvGrpSpPr>
        <p:grpSpPr>
          <a:xfrm>
            <a:off x="5889215" y="2832151"/>
            <a:ext cx="1530220" cy="1504560"/>
            <a:chOff x="2307593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6B710D9-B670-4FBE-8AC0-A9AAD07914A1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: Diagonal Corners Snipped 67">
              <a:extLst>
                <a:ext uri="{FF2B5EF4-FFF2-40B4-BE49-F238E27FC236}">
                  <a16:creationId xmlns:a16="http://schemas.microsoft.com/office/drawing/2014/main" id="{CEF10075-2F74-4A94-8349-77D619DBBA71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4098404" y="2832151"/>
            <a:ext cx="1530220" cy="1504560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8460EC5-D327-4469-8453-28B1A5F6438C}"/>
              </a:ext>
            </a:extLst>
          </p:cNvPr>
          <p:cNvGrpSpPr/>
          <p:nvPr/>
        </p:nvGrpSpPr>
        <p:grpSpPr>
          <a:xfrm>
            <a:off x="9537800" y="2832151"/>
            <a:ext cx="1530220" cy="1504560"/>
            <a:chOff x="2307593" y="905612"/>
            <a:chExt cx="1530220" cy="150456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76955E1-C096-4A08-BAD6-D96F681445F7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Diagonal Corners Snipped 73">
              <a:extLst>
                <a:ext uri="{FF2B5EF4-FFF2-40B4-BE49-F238E27FC236}">
                  <a16:creationId xmlns:a16="http://schemas.microsoft.com/office/drawing/2014/main" id="{D6CB01D4-E4B9-4256-AF1E-03B6FDE8764D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CF57C6C-313C-4FC7-A649-366C3E5FFE1E}"/>
              </a:ext>
            </a:extLst>
          </p:cNvPr>
          <p:cNvGrpSpPr/>
          <p:nvPr/>
        </p:nvGrpSpPr>
        <p:grpSpPr>
          <a:xfrm>
            <a:off x="7746989" y="2832151"/>
            <a:ext cx="1530220" cy="1504560"/>
            <a:chOff x="2307593" y="905612"/>
            <a:chExt cx="1530220" cy="15045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2239135-859E-43A9-BD55-97B59219A06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D555D047-323E-4868-9EE8-FC07C8B09D78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38B3787-A014-4CC3-B211-7A55122774BA}"/>
              </a:ext>
            </a:extLst>
          </p:cNvPr>
          <p:cNvGrpSpPr/>
          <p:nvPr/>
        </p:nvGrpSpPr>
        <p:grpSpPr>
          <a:xfrm>
            <a:off x="9884407" y="1304481"/>
            <a:ext cx="868585" cy="907769"/>
            <a:chOff x="2189444" y="4586095"/>
            <a:chExt cx="1002523" cy="1047750"/>
          </a:xfrm>
        </p:grpSpPr>
        <p:pic>
          <p:nvPicPr>
            <p:cNvPr id="9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329093DF-4B2E-4D50-8C71-80F84C82B8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5B4D0619-B841-4529-B1CB-3C5DDF838AE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152197D1-38D7-4B09-948A-FBB15D73D576}"/>
              </a:ext>
            </a:extLst>
          </p:cNvPr>
          <p:cNvGrpSpPr/>
          <p:nvPr/>
        </p:nvGrpSpPr>
        <p:grpSpPr>
          <a:xfrm>
            <a:off x="516782" y="2832151"/>
            <a:ext cx="1530220" cy="1504560"/>
            <a:chOff x="516782" y="2832151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8B29061-9F62-4015-A6FC-67084A7D8A5E}"/>
                </a:ext>
              </a:extLst>
            </p:cNvPr>
            <p:cNvGrpSpPr/>
            <p:nvPr/>
          </p:nvGrpSpPr>
          <p:grpSpPr>
            <a:xfrm>
              <a:off x="516782" y="2832151"/>
              <a:ext cx="1530220" cy="1504560"/>
              <a:chOff x="2307593" y="905612"/>
              <a:chExt cx="1530220" cy="150456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047BAEA-1357-4535-B3BD-5C7B0C989154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Diagonal Corners Snipped 64">
                <a:extLst>
                  <a:ext uri="{FF2B5EF4-FFF2-40B4-BE49-F238E27FC236}">
                    <a16:creationId xmlns:a16="http://schemas.microsoft.com/office/drawing/2014/main" id="{6712D7F3-57C0-450B-84DD-390ECE55AF5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0233DA6-75B6-4D84-BDF9-4F07C71062E6}"/>
                </a:ext>
              </a:extLst>
            </p:cNvPr>
            <p:cNvGrpSpPr/>
            <p:nvPr/>
          </p:nvGrpSpPr>
          <p:grpSpPr>
            <a:xfrm>
              <a:off x="765112" y="3268948"/>
              <a:ext cx="963778" cy="844023"/>
              <a:chOff x="3741815" y="4973520"/>
              <a:chExt cx="1685668" cy="1310075"/>
            </a:xfrm>
          </p:grpSpPr>
          <p:pic>
            <p:nvPicPr>
              <p:cNvPr id="100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7E0C7AA-6336-49D1-A668-C4538513FC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1" name="Arrow: Up 100">
                <a:extLst>
                  <a:ext uri="{FF2B5EF4-FFF2-40B4-BE49-F238E27FC236}">
                    <a16:creationId xmlns:a16="http://schemas.microsoft.com/office/drawing/2014/main" id="{270BFECA-BF9C-4CEB-A50A-C5A156C8E296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BDA4996-E408-460B-86B7-296A964B8F6E}"/>
              </a:ext>
            </a:extLst>
          </p:cNvPr>
          <p:cNvGrpSpPr/>
          <p:nvPr/>
        </p:nvGrpSpPr>
        <p:grpSpPr>
          <a:xfrm>
            <a:off x="2307593" y="2832151"/>
            <a:ext cx="1530220" cy="1504560"/>
            <a:chOff x="2307593" y="2832151"/>
            <a:chExt cx="1530220" cy="15045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69849-8763-434A-84CA-817478C43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107438" y="3697652"/>
              <a:ext cx="441135" cy="584091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9A51FD6-06EB-499B-BC1B-29395C298E13}"/>
                </a:ext>
              </a:extLst>
            </p:cNvPr>
            <p:cNvGrpSpPr/>
            <p:nvPr/>
          </p:nvGrpSpPr>
          <p:grpSpPr>
            <a:xfrm>
              <a:off x="2307593" y="2832151"/>
              <a:ext cx="1530220" cy="1504560"/>
              <a:chOff x="2307593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483F825-C2D2-45DD-BAF0-C4B4CD0863B0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: Diagonal Corners Snipped 61">
                <a:extLst>
                  <a:ext uri="{FF2B5EF4-FFF2-40B4-BE49-F238E27FC236}">
                    <a16:creationId xmlns:a16="http://schemas.microsoft.com/office/drawing/2014/main" id="{CF033908-18A8-4453-9C99-48736DB724A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F09C3CBB-8FDC-4D61-8B48-F465A8908F2C}"/>
                </a:ext>
              </a:extLst>
            </p:cNvPr>
            <p:cNvGrpSpPr/>
            <p:nvPr/>
          </p:nvGrpSpPr>
          <p:grpSpPr>
            <a:xfrm>
              <a:off x="2526898" y="3164320"/>
              <a:ext cx="691087" cy="677918"/>
              <a:chOff x="3741815" y="4973520"/>
              <a:chExt cx="1685668" cy="1310075"/>
            </a:xfrm>
          </p:grpSpPr>
          <p:pic>
            <p:nvPicPr>
              <p:cNvPr id="103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FD7C39B2-81F3-4AE3-9FCE-CF944AA79D4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4" name="Arrow: Up 103">
                <a:extLst>
                  <a:ext uri="{FF2B5EF4-FFF2-40B4-BE49-F238E27FC236}">
                    <a16:creationId xmlns:a16="http://schemas.microsoft.com/office/drawing/2014/main" id="{9A222260-AEF0-4F2D-92EB-601B2CEF43F9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F600ABF-70A4-45E1-948F-9F382B243621}"/>
              </a:ext>
            </a:extLst>
          </p:cNvPr>
          <p:cNvGrpSpPr/>
          <p:nvPr/>
        </p:nvGrpSpPr>
        <p:grpSpPr>
          <a:xfrm>
            <a:off x="6228970" y="3208212"/>
            <a:ext cx="880507" cy="949977"/>
            <a:chOff x="3478591" y="4575175"/>
            <a:chExt cx="1004261" cy="1083495"/>
          </a:xfrm>
        </p:grpSpPr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F4798580-7EA1-4AB0-BF27-EBDA252B1329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A55C0B9A-D03E-4EF0-95C6-3CE143C4A970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347EED1F-C27C-498C-87BC-16295549A435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58E406A-EF09-45F1-BC00-6E2DD2D9881D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D05CDFC-7600-4A6A-8954-F3F449B442C5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BB47D4B-64F9-42A0-B012-B02D307ACB87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A2412D6-D746-4432-85C2-6915FBBA6DAF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9F99F91-BCC1-4178-9EB6-1A32E63065C2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0D60CCE-AF6D-4304-B03E-E33FF3342AD6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3BD93ABD-F3CA-492B-8423-31748FD7DEF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0BBF8DEE-05CA-4F8C-AE41-D9F13BED9FC9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9C199894-92FA-4D69-B03B-EE99BCD35EC0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C63914F-F4D9-41D3-BCCC-AFBAB72F1251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5738A70-47D7-4DDF-96B4-ABBFA8BDBEF0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26E41EC1-0907-41CC-854C-599FA54C5A41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289BD004-8DFD-43D3-ABB0-CD53BE91EC2E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Picture 2" descr="Ent tree silhouette ancient legend fantasy Vector Image">
            <a:extLst>
              <a:ext uri="{FF2B5EF4-FFF2-40B4-BE49-F238E27FC236}">
                <a16:creationId xmlns:a16="http://schemas.microsoft.com/office/drawing/2014/main" id="{957DBCEE-E94F-4045-BEEA-9F981B7341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6298342" y="3178957"/>
            <a:ext cx="398345" cy="6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78FAFF2-BEB2-49EE-B44B-2C67369C6E96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516782" y="905612"/>
            <a:chExt cx="1530220" cy="15045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F336C9A-2AAF-448E-86B9-EA0E8B7B9A2E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Wave 5">
              <a:extLst>
                <a:ext uri="{FF2B5EF4-FFF2-40B4-BE49-F238E27FC236}">
                  <a16:creationId xmlns:a16="http://schemas.microsoft.com/office/drawing/2014/main" id="{D4223398-8530-45DB-B1EA-0F3E7D034CC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9026032D-025B-4AFF-AFC6-12B175DB16BC}"/>
              </a:ext>
            </a:extLst>
          </p:cNvPr>
          <p:cNvGrpSpPr/>
          <p:nvPr/>
        </p:nvGrpSpPr>
        <p:grpSpPr>
          <a:xfrm>
            <a:off x="7510982" y="905612"/>
            <a:ext cx="1530220" cy="1504560"/>
            <a:chOff x="7510982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93A3407-9AB8-46F8-A1DD-3D52F4AF752D}"/>
                </a:ext>
              </a:extLst>
            </p:cNvPr>
            <p:cNvGrpSpPr/>
            <p:nvPr/>
          </p:nvGrpSpPr>
          <p:grpSpPr>
            <a:xfrm>
              <a:off x="7785498" y="1295721"/>
              <a:ext cx="1032257" cy="1031680"/>
              <a:chOff x="7785498" y="1295721"/>
              <a:chExt cx="1032257" cy="1031680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627CB458-9343-4653-AA17-183B47D793FC}"/>
                  </a:ext>
                </a:extLst>
              </p:cNvPr>
              <p:cNvGrpSpPr/>
              <p:nvPr/>
            </p:nvGrpSpPr>
            <p:grpSpPr>
              <a:xfrm>
                <a:off x="7785498" y="1295721"/>
                <a:ext cx="224894" cy="458529"/>
                <a:chOff x="1671579" y="3879426"/>
                <a:chExt cx="609600" cy="896782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48A568DB-8D87-4C4E-A330-9B47BD5A5D30}"/>
                    </a:ext>
                  </a:extLst>
                </p:cNvPr>
                <p:cNvSpPr/>
                <p:nvPr/>
              </p:nvSpPr>
              <p:spPr>
                <a:xfrm rot="2311362">
                  <a:off x="1817486" y="3879426"/>
                  <a:ext cx="132212" cy="3114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3BEB9838-ABB0-4514-B995-B5F9DED8ED2D}"/>
                    </a:ext>
                  </a:extLst>
                </p:cNvPr>
                <p:cNvSpPr/>
                <p:nvPr/>
              </p:nvSpPr>
              <p:spPr>
                <a:xfrm rot="19763709">
                  <a:off x="1792679" y="4464272"/>
                  <a:ext cx="126736" cy="3119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Arrow: Right 69">
                  <a:extLst>
                    <a:ext uri="{FF2B5EF4-FFF2-40B4-BE49-F238E27FC236}">
                      <a16:creationId xmlns:a16="http://schemas.microsoft.com/office/drawing/2014/main" id="{EE069AC4-4DD3-4C5B-AF84-52A91E3D5655}"/>
                    </a:ext>
                  </a:extLst>
                </p:cNvPr>
                <p:cNvSpPr/>
                <p:nvPr/>
              </p:nvSpPr>
              <p:spPr>
                <a:xfrm rot="10800000">
                  <a:off x="1671579" y="4268791"/>
                  <a:ext cx="609600" cy="114300"/>
                </a:xfrm>
                <a:prstGeom prst="rightArrow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6503DDC9-0A72-45C6-BB39-0BDCC2D0880B}"/>
                  </a:ext>
                </a:extLst>
              </p:cNvPr>
              <p:cNvGrpSpPr/>
              <p:nvPr/>
            </p:nvGrpSpPr>
            <p:grpSpPr>
              <a:xfrm>
                <a:off x="8027533" y="141730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5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CB3C43D7-6DEF-41E9-9CF3-01DF164E926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6" name="Picture 55">
                  <a:extLst>
                    <a:ext uri="{FF2B5EF4-FFF2-40B4-BE49-F238E27FC236}">
                      <a16:creationId xmlns:a16="http://schemas.microsoft.com/office/drawing/2014/main" id="{D9F364BE-64F0-488C-A3DB-B391646B96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7E50526-039C-4E3F-B938-804D47D169BD}"/>
                </a:ext>
              </a:extLst>
            </p:cNvPr>
            <p:cNvGrpSpPr/>
            <p:nvPr/>
          </p:nvGrpSpPr>
          <p:grpSpPr>
            <a:xfrm>
              <a:off x="7510982" y="905612"/>
              <a:ext cx="1530220" cy="1504560"/>
              <a:chOff x="516782" y="905612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99B2617-3C1D-4396-91B2-976B412E0B1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Wave 18">
                <a:extLst>
                  <a:ext uri="{FF2B5EF4-FFF2-40B4-BE49-F238E27FC236}">
                    <a16:creationId xmlns:a16="http://schemas.microsoft.com/office/drawing/2014/main" id="{DBE0BAB5-3B92-4A6F-B968-22F035954E9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259532" y="905612"/>
            <a:ext cx="1530220" cy="1504560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516782" y="2676720"/>
            <a:ext cx="1530220" cy="1504560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ED80F5-9281-4F7B-8F4E-7E22D5A249F2}"/>
              </a:ext>
            </a:extLst>
          </p:cNvPr>
          <p:cNvGrpSpPr/>
          <p:nvPr/>
        </p:nvGrpSpPr>
        <p:grpSpPr>
          <a:xfrm>
            <a:off x="5762432" y="2676720"/>
            <a:ext cx="1530220" cy="1504560"/>
            <a:chOff x="516782" y="905612"/>
            <a:chExt cx="1530220" cy="15045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6D9145D-A2D8-4845-BA25-B5BD5186CDB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Wave 33">
              <a:extLst>
                <a:ext uri="{FF2B5EF4-FFF2-40B4-BE49-F238E27FC236}">
                  <a16:creationId xmlns:a16="http://schemas.microsoft.com/office/drawing/2014/main" id="{64A8C90C-F75E-4934-899D-8E87624B0F1B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E9E4283-8D6D-43D7-9EE3-640D80EE2A80}"/>
              </a:ext>
            </a:extLst>
          </p:cNvPr>
          <p:cNvGrpSpPr/>
          <p:nvPr/>
        </p:nvGrpSpPr>
        <p:grpSpPr>
          <a:xfrm>
            <a:off x="7510982" y="2676720"/>
            <a:ext cx="1530220" cy="1504560"/>
            <a:chOff x="516782" y="905612"/>
            <a:chExt cx="1530220" cy="15045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8396D9D-303E-4A18-BB3C-4250BC1F64CD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Wave 36">
              <a:extLst>
                <a:ext uri="{FF2B5EF4-FFF2-40B4-BE49-F238E27FC236}">
                  <a16:creationId xmlns:a16="http://schemas.microsoft.com/office/drawing/2014/main" id="{671D1512-AA6A-4D95-A4E0-92174DE2107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2265332" y="905612"/>
            <a:ext cx="1530220" cy="1504560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0CD2A45-CAE3-46E8-AF15-305D8F83FFFF}"/>
              </a:ext>
            </a:extLst>
          </p:cNvPr>
          <p:cNvGrpSpPr/>
          <p:nvPr/>
        </p:nvGrpSpPr>
        <p:grpSpPr>
          <a:xfrm>
            <a:off x="4013882" y="905612"/>
            <a:ext cx="1530220" cy="1504560"/>
            <a:chOff x="4013882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C1DA88-3D9E-41A1-ACEF-502ED9E212B4}"/>
                </a:ext>
              </a:extLst>
            </p:cNvPr>
            <p:cNvGrpSpPr/>
            <p:nvPr/>
          </p:nvGrpSpPr>
          <p:grpSpPr>
            <a:xfrm>
              <a:off x="4013882" y="905612"/>
              <a:ext cx="1530220" cy="1504560"/>
              <a:chOff x="516782" y="905612"/>
              <a:chExt cx="1530220" cy="15045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D1A1861-F8E9-4C56-8FDD-137BEE3D3081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Wave 12">
                <a:extLst>
                  <a:ext uri="{FF2B5EF4-FFF2-40B4-BE49-F238E27FC236}">
                    <a16:creationId xmlns:a16="http://schemas.microsoft.com/office/drawing/2014/main" id="{D0E1AB78-1DE4-44DF-BF6D-71C5C3C06B65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B3AA3D2-78EA-477F-BB78-8C8BC959C2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018182">
              <a:off x="4460433" y="1432035"/>
              <a:ext cx="652055" cy="617171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C2CB6EA-9347-49DE-8FBA-CAC2DB97B9CD}"/>
              </a:ext>
            </a:extLst>
          </p:cNvPr>
          <p:cNvGrpSpPr/>
          <p:nvPr/>
        </p:nvGrpSpPr>
        <p:grpSpPr>
          <a:xfrm>
            <a:off x="9259532" y="2676720"/>
            <a:ext cx="1530220" cy="1504560"/>
            <a:chOff x="516782" y="905612"/>
            <a:chExt cx="1530220" cy="15045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C6B4E01-8F2B-49A1-8DAA-80F367C2C1C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Wave 39">
              <a:extLst>
                <a:ext uri="{FF2B5EF4-FFF2-40B4-BE49-F238E27FC236}">
                  <a16:creationId xmlns:a16="http://schemas.microsoft.com/office/drawing/2014/main" id="{0A89417A-61FF-4924-8D89-216824DCD571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BAC74267-755C-4035-8BA2-D798F98374FC}"/>
              </a:ext>
            </a:extLst>
          </p:cNvPr>
          <p:cNvGrpSpPr/>
          <p:nvPr/>
        </p:nvGrpSpPr>
        <p:grpSpPr>
          <a:xfrm>
            <a:off x="5762432" y="905612"/>
            <a:ext cx="1530220" cy="1504560"/>
            <a:chOff x="5762432" y="905612"/>
            <a:chExt cx="1530220" cy="1504560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5580C30-D949-4B03-8339-C613812A7ECB}"/>
                </a:ext>
              </a:extLst>
            </p:cNvPr>
            <p:cNvGrpSpPr/>
            <p:nvPr/>
          </p:nvGrpSpPr>
          <p:grpSpPr>
            <a:xfrm>
              <a:off x="5762432" y="905612"/>
              <a:ext cx="1530220" cy="1504560"/>
              <a:chOff x="516782" y="905612"/>
              <a:chExt cx="1530220" cy="150456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298BAC6-9E70-46B3-9F36-A3426A74CF3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Wave 15">
                <a:extLst>
                  <a:ext uri="{FF2B5EF4-FFF2-40B4-BE49-F238E27FC236}">
                    <a16:creationId xmlns:a16="http://schemas.microsoft.com/office/drawing/2014/main" id="{E87B33DD-44C8-4274-86E7-5AC7D7FA662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C603EA2F-7923-4B31-B31C-13F3BF75C423}"/>
                </a:ext>
              </a:extLst>
            </p:cNvPr>
            <p:cNvGrpSpPr/>
            <p:nvPr/>
          </p:nvGrpSpPr>
          <p:grpSpPr>
            <a:xfrm>
              <a:off x="6129412" y="1341195"/>
              <a:ext cx="894181" cy="911246"/>
              <a:chOff x="6129412" y="1341195"/>
              <a:chExt cx="894181" cy="911246"/>
            </a:xfrm>
          </p:grpSpPr>
          <p:pic>
            <p:nvPicPr>
              <p:cNvPr id="4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39A73A48-1ED9-409A-A162-E135B9257D7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6601474" y="1524986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9" name="Picture 48">
                <a:extLst>
                  <a:ext uri="{FF2B5EF4-FFF2-40B4-BE49-F238E27FC236}">
                    <a16:creationId xmlns:a16="http://schemas.microsoft.com/office/drawing/2014/main" id="{D272D16C-E7F9-4E7D-8DB8-E0622465BD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29412" y="1341195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4E525C93-4442-456C-BBD1-5779171990F0}"/>
              </a:ext>
            </a:extLst>
          </p:cNvPr>
          <p:cNvGrpSpPr/>
          <p:nvPr/>
        </p:nvGrpSpPr>
        <p:grpSpPr>
          <a:xfrm>
            <a:off x="2265332" y="2676720"/>
            <a:ext cx="1530220" cy="1504560"/>
            <a:chOff x="2265332" y="2676720"/>
            <a:chExt cx="1530220" cy="1504560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E199A3C7-3CA7-431A-954E-06489406F458}"/>
                </a:ext>
              </a:extLst>
            </p:cNvPr>
            <p:cNvGrpSpPr/>
            <p:nvPr/>
          </p:nvGrpSpPr>
          <p:grpSpPr>
            <a:xfrm>
              <a:off x="2265332" y="2676720"/>
              <a:ext cx="1530220" cy="1504560"/>
              <a:chOff x="516782" y="905612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C2073451-0AD3-41CD-B111-FF8556DCF1F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Wave 27">
                <a:extLst>
                  <a:ext uri="{FF2B5EF4-FFF2-40B4-BE49-F238E27FC236}">
                    <a16:creationId xmlns:a16="http://schemas.microsoft.com/office/drawing/2014/main" id="{2562BFAB-009E-4052-B786-4D2EBD51A142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8E82492D-D10C-4348-99C9-2441744EDD55}"/>
                </a:ext>
              </a:extLst>
            </p:cNvPr>
            <p:cNvGrpSpPr/>
            <p:nvPr/>
          </p:nvGrpSpPr>
          <p:grpSpPr>
            <a:xfrm>
              <a:off x="2739830" y="3244362"/>
              <a:ext cx="530908" cy="624530"/>
              <a:chOff x="919169" y="747323"/>
              <a:chExt cx="1079599" cy="152054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1FC80D72-EAA2-4ADF-87D9-1FCEB3FCE14D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5ACA41C4-5E1F-4291-B4F8-525CD872E350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1BE0866F-D40E-4C31-BCE0-7BF517B8A0A5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E208FE03-2A14-4E1C-A800-C7966CD2356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388F2888-3B64-4A50-9D87-16E88B6E967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7F8E6ABA-20BB-4586-99FA-B016C1BCA701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89252F3F-EF66-4E04-B917-FD39106C6629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312904B7-B80E-4AAB-B0B4-F06474BE7932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EC9D80C9-0CFA-4AA9-8065-85B4A5D76428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7A871B1E-14CA-4ED8-B9D7-A39835D4E743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E39E9FB0-9823-4258-97ED-EE5D3BEB482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6D57613D-4588-4BB1-B103-F58B1BAE54B4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D994E608-F821-4FC5-B3AF-863DBD7EA7E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BA58C8AB-0BFA-4F19-86AF-8E2DE36DC4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AFCE3A13-040E-432F-8F77-CDA42FC5FE7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id="{8F4A15BA-7168-49E5-8559-3600CA5CCA2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45E4A0D4-7BF3-4E48-9C8B-407109ACC69E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id="{F6AE8E7A-4DBD-4E15-A6BA-438A2706F3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A45EFDD2-1DAB-481D-9CD6-2BA43DE1D1F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608F515E-29A7-4044-862D-D55B2768A1C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C8169C30-FA52-49F7-A0BD-765D4DD7E0C4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9735755A-465D-40B2-A849-DA00E2B5B1B6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580DD8CA-4B21-471A-AA6B-1EBCF032EFCE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31520D39-9799-46FA-808A-CAEAFE48C41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C56B5DDE-37B8-44FF-B9CE-13266579B71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id="{E9D8BDC0-7DBC-4739-A1EA-4544E59F8ABA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212DDC4A-2B34-4C9D-89B4-7DBAC2B97B1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95" name="Freeform: Shape 94">
                  <a:extLst>
                    <a:ext uri="{FF2B5EF4-FFF2-40B4-BE49-F238E27FC236}">
                      <a16:creationId xmlns:a16="http://schemas.microsoft.com/office/drawing/2014/main" id="{BA7A6D74-78C2-4252-A5F5-0D144F793F88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31DD16DA-922E-4D02-BB29-E30E44F66DC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9B5EBDEA-C2C1-4EDB-84B6-283D677C7EE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4013882" y="2676720"/>
            <a:ext cx="1530220" cy="1504560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888C757-5097-43B5-8B5A-2A2EBC0ABA34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4BD17C1-BB47-4FBB-BC88-30DCDE0EE363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lowchart: Display 7">
              <a:extLst>
                <a:ext uri="{FF2B5EF4-FFF2-40B4-BE49-F238E27FC236}">
                  <a16:creationId xmlns:a16="http://schemas.microsoft.com/office/drawing/2014/main" id="{0D65B3AF-33D7-4D31-8B9F-C5718CCEC35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2369139" y="905612"/>
            <a:ext cx="1530220" cy="1504560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9942247" y="905612"/>
            <a:ext cx="1530220" cy="1504560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6155693" y="2832151"/>
            <a:ext cx="1530220" cy="1504560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E0E6789-8912-43FC-9CDE-860152B71925}"/>
              </a:ext>
            </a:extLst>
          </p:cNvPr>
          <p:cNvGrpSpPr/>
          <p:nvPr/>
        </p:nvGrpSpPr>
        <p:grpSpPr>
          <a:xfrm>
            <a:off x="8048970" y="2832151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17D737D-331C-4C04-97E8-B910A13DAB2E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lowchart: Display 41">
              <a:extLst>
                <a:ext uri="{FF2B5EF4-FFF2-40B4-BE49-F238E27FC236}">
                  <a16:creationId xmlns:a16="http://schemas.microsoft.com/office/drawing/2014/main" id="{02546407-0209-4C07-8CD3-CCD4DE1EA51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819D254-AD91-4719-A489-813A757E9EE9}"/>
              </a:ext>
            </a:extLst>
          </p:cNvPr>
          <p:cNvGrpSpPr/>
          <p:nvPr/>
        </p:nvGrpSpPr>
        <p:grpSpPr>
          <a:xfrm>
            <a:off x="9942247" y="2832151"/>
            <a:ext cx="1530220" cy="1504560"/>
            <a:chOff x="475862" y="905612"/>
            <a:chExt cx="1530220" cy="15045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177DF15-DC35-4934-8498-6391A30BFE8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lowchart: Display 44">
              <a:extLst>
                <a:ext uri="{FF2B5EF4-FFF2-40B4-BE49-F238E27FC236}">
                  <a16:creationId xmlns:a16="http://schemas.microsoft.com/office/drawing/2014/main" id="{E5AFF66E-1CB8-4752-A099-B72F558CD19C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4262416" y="905612"/>
            <a:ext cx="1530220" cy="1504560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8048970" y="905612"/>
            <a:ext cx="1530220" cy="1504560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6155693" y="905612"/>
            <a:ext cx="1530220" cy="1504560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2369139" y="2832151"/>
            <a:ext cx="1530220" cy="1504560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1C67EF-1C0C-421C-8CFC-817AD627D6F2}"/>
              </a:ext>
            </a:extLst>
          </p:cNvPr>
          <p:cNvGrpSpPr/>
          <p:nvPr/>
        </p:nvGrpSpPr>
        <p:grpSpPr>
          <a:xfrm>
            <a:off x="4262416" y="2832151"/>
            <a:ext cx="1530220" cy="1504560"/>
            <a:chOff x="4262416" y="2832151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4262416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92BA36-F6FD-41F6-A82C-FE93C85EE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554578" y="3314998"/>
              <a:ext cx="952180" cy="865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C3F41-AA97-418F-BDAA-AA826DA0002C}"/>
              </a:ext>
            </a:extLst>
          </p:cNvPr>
          <p:cNvGrpSpPr/>
          <p:nvPr/>
        </p:nvGrpSpPr>
        <p:grpSpPr>
          <a:xfrm>
            <a:off x="4821190" y="3208453"/>
            <a:ext cx="631076" cy="1000141"/>
            <a:chOff x="6506167" y="3616847"/>
            <a:chExt cx="1337615" cy="2119878"/>
          </a:xfrm>
        </p:grpSpPr>
        <p:pic>
          <p:nvPicPr>
            <p:cNvPr id="79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FBA4C2E-1EF0-4187-8248-32928B88FCB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DCDEF0B-6A43-4F35-A8B0-EC9BA8C0D2E1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E3E0716-C0D1-49F4-B816-8211C746DA53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1CA96A0-C713-4F63-A449-9DD4C7971C6C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DF1E89F-5E22-4DF1-BEFE-165F6AC623D5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B6C5AD18-E33E-4B18-A147-23424B726AFC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92B0B89-2F77-4457-B90D-3C9131EA32B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92F4FE4E-B446-4973-BA82-BB7E3B244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769" y="1472636"/>
            <a:ext cx="929088" cy="73582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98F44E-BE29-49F0-8D1A-2C332E9CEA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493" y="1444303"/>
            <a:ext cx="792492" cy="7924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2E2F6DC-BAB1-4318-9359-E713FEB28636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C0D5D7A2-F33C-4641-87A9-8D58981011AB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2421892" y="905612"/>
            <a:ext cx="1530220" cy="1504560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1"/>
              <a:chOff x="2301046" y="3300655"/>
              <a:chExt cx="1038505" cy="923898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5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A0D26E-A5B4-4B1E-AE22-168F74976C5F}"/>
              </a:ext>
            </a:extLst>
          </p:cNvPr>
          <p:cNvGrpSpPr/>
          <p:nvPr/>
        </p:nvGrpSpPr>
        <p:grpSpPr>
          <a:xfrm>
            <a:off x="4367922" y="905612"/>
            <a:ext cx="1530220" cy="1504560"/>
            <a:chOff x="475862" y="905612"/>
            <a:chExt cx="1530220" cy="15045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E8712C-06D9-44CE-B21B-D46DCD0955E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Pentagon 14">
              <a:extLst>
                <a:ext uri="{FF2B5EF4-FFF2-40B4-BE49-F238E27FC236}">
                  <a16:creationId xmlns:a16="http://schemas.microsoft.com/office/drawing/2014/main" id="{A48227F4-0774-4863-9D15-906F3A80178F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2AC5827-55FF-4943-9A19-450DADA1282A}"/>
              </a:ext>
            </a:extLst>
          </p:cNvPr>
          <p:cNvGrpSpPr/>
          <p:nvPr/>
        </p:nvGrpSpPr>
        <p:grpSpPr>
          <a:xfrm>
            <a:off x="6313952" y="905612"/>
            <a:ext cx="1530220" cy="1504560"/>
            <a:chOff x="475862" y="905612"/>
            <a:chExt cx="1530220" cy="15045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6ED9052-56F2-4F38-88AD-A3E9F6AE04B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Pentagon 17">
              <a:extLst>
                <a:ext uri="{FF2B5EF4-FFF2-40B4-BE49-F238E27FC236}">
                  <a16:creationId xmlns:a16="http://schemas.microsoft.com/office/drawing/2014/main" id="{3D2709C9-AA2F-4B1B-99D6-038175530A87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8239890" y="910146"/>
            <a:ext cx="1530220" cy="1504560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10185920" y="910146"/>
            <a:ext cx="1530220" cy="1504560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2421892" y="2832151"/>
            <a:ext cx="1530220" cy="1504560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344DD83-34DC-4B18-882F-3ECC80CFB21C}"/>
              </a:ext>
            </a:extLst>
          </p:cNvPr>
          <p:cNvGrpSpPr/>
          <p:nvPr/>
        </p:nvGrpSpPr>
        <p:grpSpPr>
          <a:xfrm>
            <a:off x="4367922" y="2832151"/>
            <a:ext cx="1530220" cy="1504560"/>
            <a:chOff x="475862" y="905612"/>
            <a:chExt cx="1530220" cy="15045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78D3EB7-0AD6-4508-BAD5-4C354D3E126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Pentagon 32">
              <a:extLst>
                <a:ext uri="{FF2B5EF4-FFF2-40B4-BE49-F238E27FC236}">
                  <a16:creationId xmlns:a16="http://schemas.microsoft.com/office/drawing/2014/main" id="{963EE18A-CBCB-40E6-8F54-04841635B128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6313952" y="2832151"/>
            <a:ext cx="1530220" cy="1504560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8765A-BD00-4ADA-846E-0A9AB274900A}"/>
              </a:ext>
            </a:extLst>
          </p:cNvPr>
          <p:cNvGrpSpPr/>
          <p:nvPr/>
        </p:nvGrpSpPr>
        <p:grpSpPr>
          <a:xfrm>
            <a:off x="8239890" y="2836685"/>
            <a:ext cx="1530220" cy="1504560"/>
            <a:chOff x="475862" y="905612"/>
            <a:chExt cx="1530220" cy="150456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A2D98A5-D198-4FE4-8305-3B2435D18A9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Pentagon 38">
              <a:extLst>
                <a:ext uri="{FF2B5EF4-FFF2-40B4-BE49-F238E27FC236}">
                  <a16:creationId xmlns:a16="http://schemas.microsoft.com/office/drawing/2014/main" id="{DD9C3BFB-6B79-4CD3-A009-2CA50FBD5104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E9FEBFF-3050-4341-A771-78B7C1C46623}"/>
              </a:ext>
            </a:extLst>
          </p:cNvPr>
          <p:cNvGrpSpPr/>
          <p:nvPr/>
        </p:nvGrpSpPr>
        <p:grpSpPr>
          <a:xfrm>
            <a:off x="10185920" y="2836685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49F976D-C902-4A1B-A017-A07E2E35B9E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Pentagon 41">
              <a:extLst>
                <a:ext uri="{FF2B5EF4-FFF2-40B4-BE49-F238E27FC236}">
                  <a16:creationId xmlns:a16="http://schemas.microsoft.com/office/drawing/2014/main" id="{BE63CD70-170A-4CC6-AC2F-7596CA86ACE5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390F56-075B-409A-82A1-E0B09CCEA445}"/>
              </a:ext>
            </a:extLst>
          </p:cNvPr>
          <p:cNvGrpSpPr/>
          <p:nvPr/>
        </p:nvGrpSpPr>
        <p:grpSpPr>
          <a:xfrm>
            <a:off x="423110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Flowchart: Delay 1">
              <a:extLst>
                <a:ext uri="{FF2B5EF4-FFF2-40B4-BE49-F238E27FC236}">
                  <a16:creationId xmlns:a16="http://schemas.microsoft.com/office/drawing/2014/main" id="{8257CD2E-EC55-4CEE-8E87-537B73D1B257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313955" y="905612"/>
            <a:ext cx="1530220" cy="1504560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CB497C8F-AE1C-469F-8A77-B46B6BDADA8B}"/>
              </a:ext>
            </a:extLst>
          </p:cNvPr>
          <p:cNvGrpSpPr/>
          <p:nvPr/>
        </p:nvGrpSpPr>
        <p:grpSpPr>
          <a:xfrm>
            <a:off x="2386725" y="2832151"/>
            <a:ext cx="1530220" cy="1504560"/>
            <a:chOff x="2386725" y="2832151"/>
            <a:chExt cx="1530220" cy="1504560"/>
          </a:xfrm>
        </p:grpSpPr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23269780-4024-439A-89B9-057E85B7DBC3}"/>
                </a:ext>
              </a:extLst>
            </p:cNvPr>
            <p:cNvGrpSpPr/>
            <p:nvPr/>
          </p:nvGrpSpPr>
          <p:grpSpPr>
            <a:xfrm>
              <a:off x="2750957" y="3205807"/>
              <a:ext cx="807739" cy="1060157"/>
              <a:chOff x="2597771" y="2002265"/>
              <a:chExt cx="878523" cy="1153062"/>
            </a:xfrm>
          </p:grpSpPr>
          <p:pic>
            <p:nvPicPr>
              <p:cNvPr id="161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3A3DBDA0-FE74-4006-BA59-8D12B759E6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2624147" y="2002265"/>
                <a:ext cx="839896" cy="82163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2" name="Picture 10" descr="Trident fork Images, Stock Photos &amp;amp; Vectors | Shutterstock">
                <a:extLst>
                  <a:ext uri="{FF2B5EF4-FFF2-40B4-BE49-F238E27FC236}">
                    <a16:creationId xmlns:a16="http://schemas.microsoft.com/office/drawing/2014/main" id="{C04C2580-4867-4D42-B770-A3B01B6CDE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18" t="17157" r="10000" b="25809"/>
              <a:stretch/>
            </p:blipFill>
            <p:spPr bwMode="auto">
              <a:xfrm>
                <a:off x="2597771" y="2697874"/>
                <a:ext cx="878523" cy="45745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3" name="Isosceles Triangle 162">
                <a:extLst>
                  <a:ext uri="{FF2B5EF4-FFF2-40B4-BE49-F238E27FC236}">
                    <a16:creationId xmlns:a16="http://schemas.microsoft.com/office/drawing/2014/main" id="{2CD755F3-1B12-4190-93EF-5085BFB77C89}"/>
                  </a:ext>
                </a:extLst>
              </p:cNvPr>
              <p:cNvSpPr/>
              <p:nvPr/>
            </p:nvSpPr>
            <p:spPr>
              <a:xfrm rot="10800000">
                <a:off x="2939320" y="2709597"/>
                <a:ext cx="209550" cy="1143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016087B6-63C5-4491-B568-6118E328015E}"/>
                </a:ext>
              </a:extLst>
            </p:cNvPr>
            <p:cNvGrpSpPr/>
            <p:nvPr/>
          </p:nvGrpSpPr>
          <p:grpSpPr>
            <a:xfrm>
              <a:off x="2386725" y="2832151"/>
              <a:ext cx="1530220" cy="1504560"/>
              <a:chOff x="475862" y="905612"/>
              <a:chExt cx="1530220" cy="1504560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A73F48FC-AEC9-4F06-A5CF-150FF2F920E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Flowchart: Delay 107">
                <a:extLst>
                  <a:ext uri="{FF2B5EF4-FFF2-40B4-BE49-F238E27FC236}">
                    <a16:creationId xmlns:a16="http://schemas.microsoft.com/office/drawing/2014/main" id="{7D2D4F3A-6584-4213-8B0A-A58B14DB785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C3A682D-FE74-4775-9AEB-7CA1492D50F1}"/>
              </a:ext>
            </a:extLst>
          </p:cNvPr>
          <p:cNvGrpSpPr/>
          <p:nvPr/>
        </p:nvGrpSpPr>
        <p:grpSpPr>
          <a:xfrm>
            <a:off x="4350340" y="2832151"/>
            <a:ext cx="1530220" cy="1504560"/>
            <a:chOff x="475862" y="905612"/>
            <a:chExt cx="1530220" cy="1504560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FB53592-DA4D-40B8-A61E-459E7AB749D8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lowchart: Delay 110">
              <a:extLst>
                <a:ext uri="{FF2B5EF4-FFF2-40B4-BE49-F238E27FC236}">
                  <a16:creationId xmlns:a16="http://schemas.microsoft.com/office/drawing/2014/main" id="{72315CED-2F79-4B3D-9557-9C003D57EF00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6313955" y="2832151"/>
            <a:ext cx="1530220" cy="1504560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AC7FB2-C5C6-4641-BE5F-8CFAB9DA0AC4}"/>
              </a:ext>
            </a:extLst>
          </p:cNvPr>
          <p:cNvGrpSpPr/>
          <p:nvPr/>
        </p:nvGrpSpPr>
        <p:grpSpPr>
          <a:xfrm>
            <a:off x="8277570" y="2832151"/>
            <a:ext cx="1530220" cy="1504560"/>
            <a:chOff x="475862" y="905612"/>
            <a:chExt cx="1530220" cy="150456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DE3293A-BD30-467C-BA25-8E94EF766F2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lowchart: Delay 116">
              <a:extLst>
                <a:ext uri="{FF2B5EF4-FFF2-40B4-BE49-F238E27FC236}">
                  <a16:creationId xmlns:a16="http://schemas.microsoft.com/office/drawing/2014/main" id="{FD3CA57D-EB85-423F-AA24-3C00D9553BD9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9253AF4-A6E7-4B53-AF58-F829D71C0E55}"/>
              </a:ext>
            </a:extLst>
          </p:cNvPr>
          <p:cNvGrpSpPr/>
          <p:nvPr/>
        </p:nvGrpSpPr>
        <p:grpSpPr>
          <a:xfrm>
            <a:off x="10241185" y="2832151"/>
            <a:ext cx="1530220" cy="1504560"/>
            <a:chOff x="475862" y="905612"/>
            <a:chExt cx="1530220" cy="1504560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C06C206C-4D51-487D-A645-B5F7241E0EF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lowchart: Delay 119">
              <a:extLst>
                <a:ext uri="{FF2B5EF4-FFF2-40B4-BE49-F238E27FC236}">
                  <a16:creationId xmlns:a16="http://schemas.microsoft.com/office/drawing/2014/main" id="{E7CCF54A-0562-4122-A4D6-09F99A58250C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2386725" y="905612"/>
            <a:ext cx="1530220" cy="1504560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350340" y="905612"/>
            <a:ext cx="1530220" cy="1504560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8277570" y="905612"/>
            <a:ext cx="1530220" cy="1504560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E14BC78-351F-446E-8F85-A5416FDB717A}"/>
              </a:ext>
            </a:extLst>
          </p:cNvPr>
          <p:cNvGrpSpPr/>
          <p:nvPr/>
        </p:nvGrpSpPr>
        <p:grpSpPr>
          <a:xfrm>
            <a:off x="10241185" y="905612"/>
            <a:ext cx="1530220" cy="1504560"/>
            <a:chOff x="10241185" y="905612"/>
            <a:chExt cx="1530220" cy="150456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5A562F10-40ED-4832-B7AA-80355FF6A8CB}"/>
                </a:ext>
              </a:extLst>
            </p:cNvPr>
            <p:cNvGrpSpPr/>
            <p:nvPr/>
          </p:nvGrpSpPr>
          <p:grpSpPr>
            <a:xfrm>
              <a:off x="10241185" y="905612"/>
              <a:ext cx="1530220" cy="1504560"/>
              <a:chOff x="475862" y="905612"/>
              <a:chExt cx="1530220" cy="15045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BE2B16-CAA8-4EDE-8F29-815EB94D147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lowchart: Delay 101">
                <a:extLst>
                  <a:ext uri="{FF2B5EF4-FFF2-40B4-BE49-F238E27FC236}">
                    <a16:creationId xmlns:a16="http://schemas.microsoft.com/office/drawing/2014/main" id="{EF958B4B-95E6-43F9-B3CD-D1B504D03EF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15A46B07-8571-40F5-8B5A-EE6555885763}"/>
                </a:ext>
              </a:extLst>
            </p:cNvPr>
            <p:cNvGrpSpPr/>
            <p:nvPr/>
          </p:nvGrpSpPr>
          <p:grpSpPr>
            <a:xfrm>
              <a:off x="10427081" y="1329633"/>
              <a:ext cx="1068217" cy="977291"/>
              <a:chOff x="8272684" y="5594533"/>
              <a:chExt cx="1068217" cy="977291"/>
            </a:xfrm>
          </p:grpSpPr>
          <p:pic>
            <p:nvPicPr>
              <p:cNvPr id="144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CBEDB11-9C6A-4E10-A38D-283879428C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414192">
                <a:off x="8272684" y="5594533"/>
                <a:ext cx="788355" cy="7883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7E6DB78F-1303-4BEC-8A87-981352F0B0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84692" y="5773544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F724F13-7E86-4B2B-B0EC-88D14FB4E0B9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2832151"/>
            <a:chExt cx="1530220" cy="150456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979DEAE5-6E14-407C-A86F-98A433213310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75862" y="905612"/>
              <a:chExt cx="1530220" cy="1504560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D49AF67-709C-4794-A704-00E286336DA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lowchart: Delay 104">
                <a:extLst>
                  <a:ext uri="{FF2B5EF4-FFF2-40B4-BE49-F238E27FC236}">
                    <a16:creationId xmlns:a16="http://schemas.microsoft.com/office/drawing/2014/main" id="{39116025-6C59-41F9-846F-B511923FA6A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7BF92B7A-95B8-4804-BB05-4458432DA89A}"/>
                </a:ext>
              </a:extLst>
            </p:cNvPr>
            <p:cNvGrpSpPr/>
            <p:nvPr/>
          </p:nvGrpSpPr>
          <p:grpSpPr>
            <a:xfrm rot="284745">
              <a:off x="695667" y="3607952"/>
              <a:ext cx="1002690" cy="412380"/>
              <a:chOff x="2676525" y="1935534"/>
              <a:chExt cx="6838950" cy="2812678"/>
            </a:xfrm>
          </p:grpSpPr>
          <p:pic>
            <p:nvPicPr>
              <p:cNvPr id="147" name="Picture 146">
                <a:extLst>
                  <a:ext uri="{FF2B5EF4-FFF2-40B4-BE49-F238E27FC236}">
                    <a16:creationId xmlns:a16="http://schemas.microsoft.com/office/drawing/2014/main" id="{2186AED3-F72E-4F81-B417-817709B70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A0F0D975-810A-4977-B2CB-966E75AB40BF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780D4893-3911-4CED-8F0C-51835A65E845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E72E44E2-130F-46DF-A900-1D0DA12286D5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979DB762-19AA-455D-ADF4-842CC5D9ACAC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9A031069-D30A-4F42-ADFB-930F1B920D3F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0F4319B3-77A5-4A2A-BD98-93473198447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F6C687B7-8127-413A-BEAD-47227B5D620E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E297AA6C-F7FB-47EA-AF41-007B9CBB2B6B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AF359B4-4871-468B-A7F5-48117EF57CC1}"/>
              </a:ext>
            </a:extLst>
          </p:cNvPr>
          <p:cNvGrpSpPr/>
          <p:nvPr/>
        </p:nvGrpSpPr>
        <p:grpSpPr>
          <a:xfrm>
            <a:off x="4717937" y="3085612"/>
            <a:ext cx="795025" cy="1156559"/>
            <a:chOff x="1586781" y="1894202"/>
            <a:chExt cx="1077723" cy="1567813"/>
          </a:xfrm>
        </p:grpSpPr>
        <p:pic>
          <p:nvPicPr>
            <p:cNvPr id="158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AB29A07-9E31-4E4B-8E00-D291262654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1586781" y="2407728"/>
              <a:ext cx="1077723" cy="10542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FF496F5-BE64-47E7-A995-A94FE3F77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6321" y="1894202"/>
              <a:ext cx="758641" cy="7586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362797" y="703780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4994031" y="3436707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811620" y="1544812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DCB68CFC-A675-4266-AA55-38103C9DE42B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2249647" y="3140207"/>
            <a:chExt cx="2116017" cy="1853822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49647" y="3191608"/>
              <a:ext cx="1992924" cy="1793632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2438399" y="3560885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2583473" y="3191608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3458621" y="336305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4242571" y="35608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4165746" y="3930160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2365130" y="393015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2311192" y="445769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2706566" y="45895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3581714" y="486214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4142612" y="4391756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3040392" y="314020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4053504" y="327208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2058096" y="866915"/>
            <a:ext cx="721862" cy="736182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81" name="Group 80">
            <a:extLst>
              <a:ext uri="{FF2B5EF4-FFF2-40B4-BE49-F238E27FC236}">
                <a16:creationId xmlns:a16="http://schemas.microsoft.com/office/drawing/2014/main" id="{A665AE85-4767-48B1-B98F-0E7A5F5F682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2783265" y="1230283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924077" y="1467096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rot="20309845" flipH="1">
              <a:off x="2783265" y="1230283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8049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75482" y="4656818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7</Words>
  <Application>Microsoft Office PowerPoint</Application>
  <PresentationFormat>Widescreen</PresentationFormat>
  <Paragraphs>7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26</cp:revision>
  <dcterms:created xsi:type="dcterms:W3CDTF">2022-01-10T19:03:27Z</dcterms:created>
  <dcterms:modified xsi:type="dcterms:W3CDTF">2022-01-27T05:07:28Z</dcterms:modified>
</cp:coreProperties>
</file>