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59" r:id="rId4"/>
    <p:sldId id="261" r:id="rId5"/>
    <p:sldId id="260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58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11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1/17/2022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3.png"/><Relationship Id="rId7" Type="http://schemas.openxmlformats.org/officeDocument/2006/relationships/image" Target="../media/image25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11" Type="http://schemas.openxmlformats.org/officeDocument/2006/relationships/image" Target="../media/image29.png"/><Relationship Id="rId5" Type="http://schemas.openxmlformats.org/officeDocument/2006/relationships/image" Target="../media/image23.jpeg"/><Relationship Id="rId10" Type="http://schemas.openxmlformats.org/officeDocument/2006/relationships/image" Target="../media/image28.jpeg"/><Relationship Id="rId4" Type="http://schemas.openxmlformats.org/officeDocument/2006/relationships/image" Target="../media/image22.jpeg"/><Relationship Id="rId9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3" Type="http://schemas.openxmlformats.org/officeDocument/2006/relationships/image" Target="../media/image21.jpeg"/><Relationship Id="rId7" Type="http://schemas.openxmlformats.org/officeDocument/2006/relationships/image" Target="../media/image22.jpeg"/><Relationship Id="rId12" Type="http://schemas.openxmlformats.org/officeDocument/2006/relationships/image" Target="../media/image24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25.png"/><Relationship Id="rId5" Type="http://schemas.openxmlformats.org/officeDocument/2006/relationships/image" Target="../media/image26.png"/><Relationship Id="rId10" Type="http://schemas.openxmlformats.org/officeDocument/2006/relationships/image" Target="../media/image29.png"/><Relationship Id="rId4" Type="http://schemas.openxmlformats.org/officeDocument/2006/relationships/image" Target="../media/image13.png"/><Relationship Id="rId9" Type="http://schemas.openxmlformats.org/officeDocument/2006/relationships/image" Target="../media/image28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1.png"/><Relationship Id="rId18" Type="http://schemas.openxmlformats.org/officeDocument/2006/relationships/image" Target="../media/image15.jpeg"/><Relationship Id="rId3" Type="http://schemas.openxmlformats.org/officeDocument/2006/relationships/image" Target="../media/image4.png"/><Relationship Id="rId21" Type="http://schemas.openxmlformats.org/officeDocument/2006/relationships/image" Target="../media/image17.png"/><Relationship Id="rId7" Type="http://schemas.openxmlformats.org/officeDocument/2006/relationships/image" Target="../media/image12.png"/><Relationship Id="rId12" Type="http://schemas.openxmlformats.org/officeDocument/2006/relationships/image" Target="../media/image6.png"/><Relationship Id="rId17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0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11" Type="http://schemas.openxmlformats.org/officeDocument/2006/relationships/image" Target="../media/image11.jpeg"/><Relationship Id="rId5" Type="http://schemas.openxmlformats.org/officeDocument/2006/relationships/image" Target="../media/image7.jpeg"/><Relationship Id="rId15" Type="http://schemas.openxmlformats.org/officeDocument/2006/relationships/image" Target="../media/image9.png"/><Relationship Id="rId23" Type="http://schemas.openxmlformats.org/officeDocument/2006/relationships/image" Target="../media/image19.png"/><Relationship Id="rId10" Type="http://schemas.openxmlformats.org/officeDocument/2006/relationships/image" Target="../media/image8.png"/><Relationship Id="rId19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30.png"/><Relationship Id="rId14" Type="http://schemas.openxmlformats.org/officeDocument/2006/relationships/image" Target="../media/image31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392447-B3D0-4BC4-874E-61FEE2472F11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2429071" y="342901"/>
            <a:chExt cx="1530220" cy="1504560"/>
          </a:xfrm>
        </p:grpSpPr>
        <p:sp>
          <p:nvSpPr>
            <p:cNvPr id="40" name="Arrow: Pentagon 39">
              <a:extLst>
                <a:ext uri="{FF2B5EF4-FFF2-40B4-BE49-F238E27FC236}">
                  <a16:creationId xmlns:a16="http://schemas.microsoft.com/office/drawing/2014/main" id="{DBC4AAE5-3961-4DFA-A317-7FE6EADF77B3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4D56D29-F70F-4932-831D-86D9640F2AD2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379CDE6-A4BB-479F-85C8-6A1CE8ECEF34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2429071" y="342901"/>
            <a:chExt cx="1530220" cy="1504560"/>
          </a:xfrm>
        </p:grpSpPr>
        <p:sp>
          <p:nvSpPr>
            <p:cNvPr id="46" name="Arrow: Pentagon 45">
              <a:extLst>
                <a:ext uri="{FF2B5EF4-FFF2-40B4-BE49-F238E27FC236}">
                  <a16:creationId xmlns:a16="http://schemas.microsoft.com/office/drawing/2014/main" id="{95A7A70D-B686-45AA-A648-1B5AAD1CA35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1618CA6-911E-449D-9447-3D4B1D315C58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B23B822-94F8-491C-B90F-632E455BFF78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526898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52197D1-38D7-4B09-948A-FBB15D73D576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765112" y="3268948"/>
              <a:ext cx="963778" cy="844023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BDA4996-E408-460B-86B7-296A964B8F6E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07438" y="3697652"/>
              <a:ext cx="441135" cy="584091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09C3CBB-8FDC-4D61-8B48-F465A8908F2C}"/>
                </a:ext>
              </a:extLst>
            </p:cNvPr>
            <p:cNvGrpSpPr/>
            <p:nvPr/>
          </p:nvGrpSpPr>
          <p:grpSpPr>
            <a:xfrm>
              <a:off x="2526898" y="3164320"/>
              <a:ext cx="691087" cy="677918"/>
              <a:chOff x="3741815" y="4973520"/>
              <a:chExt cx="1685668" cy="1310075"/>
            </a:xfrm>
          </p:grpSpPr>
          <p:pic>
            <p:nvPicPr>
              <p:cNvPr id="103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FD7C39B2-81F3-4AE3-9FCE-CF944AA79D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4" name="Arrow: Up 103">
                <a:extLst>
                  <a:ext uri="{FF2B5EF4-FFF2-40B4-BE49-F238E27FC236}">
                    <a16:creationId xmlns:a16="http://schemas.microsoft.com/office/drawing/2014/main" id="{9A222260-AEF0-4F2D-92EB-601B2CEF43F9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026032D-025B-4AFF-AFC6-12B175DB16BC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0CD2A45-CAE3-46E8-AF15-305D8F83FFFF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AC74267-755C-4035-8BA2-D798F98374FC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762432" y="905612"/>
            <a:chExt cx="1530220" cy="150456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C603EA2F-7923-4B31-B31C-13F3BF75C423}"/>
                </a:ext>
              </a:extLst>
            </p:cNvPr>
            <p:cNvGrpSpPr/>
            <p:nvPr/>
          </p:nvGrpSpPr>
          <p:grpSpPr>
            <a:xfrm>
              <a:off x="6129412" y="1341195"/>
              <a:ext cx="894181" cy="911246"/>
              <a:chOff x="6129412" y="1341195"/>
              <a:chExt cx="894181" cy="911246"/>
            </a:xfrm>
          </p:grpSpPr>
          <p:pic>
            <p:nvPicPr>
              <p:cNvPr id="4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9A73A48-1ED9-409A-A162-E135B9257D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6601474" y="1524986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D272D16C-E7F9-4E7D-8DB8-E0622465BD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29412" y="1341195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E525C93-4442-456C-BBD1-5779171990F0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510125"/>
            <a:ext cx="795704" cy="1002323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005196" y="1868355"/>
            <a:ext cx="1441455" cy="1005088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6111" y="1677192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2142638" y="831372"/>
            <a:ext cx="547707" cy="558572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8989022">
            <a:off x="4834016" y="1258813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>
            <a:off x="7346165" y="1969238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81" name="Group 80">
            <a:extLst>
              <a:ext uri="{FF2B5EF4-FFF2-40B4-BE49-F238E27FC236}">
                <a16:creationId xmlns:a16="http://schemas.microsoft.com/office/drawing/2014/main" id="{A665AE85-4767-48B1-B98F-0E7A5F5F682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2783265" y="1230283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24077" y="1467096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rot="20309845" flipH="1">
              <a:off x="2783265" y="1230283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3474757" y="4786744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8049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5</Words>
  <Application>Microsoft Office PowerPoint</Application>
  <PresentationFormat>Widescreen</PresentationFormat>
  <Paragraphs>5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19</cp:revision>
  <dcterms:created xsi:type="dcterms:W3CDTF">2022-01-10T19:03:27Z</dcterms:created>
  <dcterms:modified xsi:type="dcterms:W3CDTF">2022-01-17T23:14:46Z</dcterms:modified>
</cp:coreProperties>
</file>