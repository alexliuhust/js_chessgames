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6196" autoAdjust="0"/>
  </p:normalViewPr>
  <p:slideViewPr>
    <p:cSldViewPr snapToGrid="0">
      <p:cViewPr>
        <p:scale>
          <a:sx n="125" d="100"/>
          <a:sy n="125" d="100"/>
        </p:scale>
        <p:origin x="480" y="-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jpeg"/><Relationship Id="rId4" Type="http://schemas.openxmlformats.org/officeDocument/2006/relationships/image" Target="../media/image7.png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0.jpeg"/><Relationship Id="rId10" Type="http://schemas.openxmlformats.org/officeDocument/2006/relationships/image" Target="../media/image2.png"/><Relationship Id="rId4" Type="http://schemas.openxmlformats.org/officeDocument/2006/relationships/image" Target="../media/image15.png"/><Relationship Id="rId9" Type="http://schemas.openxmlformats.org/officeDocument/2006/relationships/image" Target="../media/image18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050" y="1795713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142638" y="831372"/>
            <a:ext cx="547707" cy="55857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8989022">
            <a:off x="4834016" y="1258813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>
            <a:off x="7346165" y="1969238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526035" y="290918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9636628" y="1929808"/>
            <a:ext cx="132491" cy="1415562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B23B822-94F8-491C-B90F-632E455BFF78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526898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52197D1-38D7-4B09-948A-FBB15D73D576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765112" y="3268948"/>
              <a:ext cx="963778" cy="844023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BDA4996-E408-460B-86B7-296A964B8F6E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07438" y="3697652"/>
              <a:ext cx="441135" cy="584091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09C3CBB-8FDC-4D61-8B48-F465A8908F2C}"/>
                </a:ext>
              </a:extLst>
            </p:cNvPr>
            <p:cNvGrpSpPr/>
            <p:nvPr/>
          </p:nvGrpSpPr>
          <p:grpSpPr>
            <a:xfrm>
              <a:off x="2526898" y="3164320"/>
              <a:ext cx="691087" cy="677918"/>
              <a:chOff x="3741815" y="4973520"/>
              <a:chExt cx="1685668" cy="1310075"/>
            </a:xfrm>
          </p:grpSpPr>
          <p:pic>
            <p:nvPicPr>
              <p:cNvPr id="103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FD7C39B2-81F3-4AE3-9FCE-CF944AA79D4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4" name="Arrow: Up 103">
                <a:extLst>
                  <a:ext uri="{FF2B5EF4-FFF2-40B4-BE49-F238E27FC236}">
                    <a16:creationId xmlns:a16="http://schemas.microsoft.com/office/drawing/2014/main" id="{9A222260-AEF0-4F2D-92EB-601B2CEF43F9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</Words>
  <Application>Microsoft Office PowerPoint</Application>
  <PresentationFormat>Widescreen</PresentationFormat>
  <Paragraphs>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</cp:revision>
  <dcterms:created xsi:type="dcterms:W3CDTF">2022-01-10T19:03:27Z</dcterms:created>
  <dcterms:modified xsi:type="dcterms:W3CDTF">2022-01-13T04:41:26Z</dcterms:modified>
</cp:coreProperties>
</file>